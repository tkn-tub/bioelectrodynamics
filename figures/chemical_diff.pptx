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3DD8-1BE8-5011-7BC9-C48F31622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F88413-2533-C085-CEE4-8369E54AB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64835-AD2B-C3E1-115C-65F18C2D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B91BC-4593-4AC4-AC1F-B01F4659B8C3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22B76-90AD-313E-E021-77F6862E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0C75-42B4-09A0-1727-4BF5D7B1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12D7-5615-41B8-9FD4-16FB90177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7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A6A65-99DA-CFB1-35F6-DA77BA23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88169-8507-40A4-C9F5-91C7F6076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58601-6A20-8CB4-A85A-E7521A51E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B91BC-4593-4AC4-AC1F-B01F4659B8C3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57B38-9862-25DE-AA2A-D01002A5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8AC8F-E151-A6F8-1374-59175C75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12D7-5615-41B8-9FD4-16FB90177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86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A99B-B83D-B0E0-39B0-7FA491AB9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84850-A4D5-5679-9120-CC9E5ECFB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DA3E2-ACD1-242C-FBA4-1B14A4B2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B91BC-4593-4AC4-AC1F-B01F4659B8C3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D9D7F-696A-49B7-51C2-9F735B55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0450D-828B-E8B9-E424-798A8570B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12D7-5615-41B8-9FD4-16FB90177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3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3C1F1-6689-E8E9-869F-06BBB9AF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483C9-FF45-E169-29D5-BC61A5969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BE6B-EF07-A362-7B66-364413028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6514F-5F6C-C328-942B-990B3E049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B91BC-4593-4AC4-AC1F-B01F4659B8C3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ECFDF-1044-515E-4E58-80610CC31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BC288-4245-CA90-02B1-99A34146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12D7-5615-41B8-9FD4-16FB90177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8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FE82-0560-C939-66C5-2C3103809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1997C-1D3E-33A9-FB15-2065F836E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3DC1F-4EDD-EA85-BD67-B9F9FAED7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A37588-5526-85BD-ED13-25FF1D9B9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594C04-EA4E-989B-6294-402780FB8B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6CC9B2-8263-AE6B-497A-6A5462EA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B91BC-4593-4AC4-AC1F-B01F4659B8C3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A47C51-8698-A8A6-2803-83D2B025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8A87EF-F730-4505-2693-A51F2325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12D7-5615-41B8-9FD4-16FB90177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0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2CF2-1689-B535-A6A7-DBD07B82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3BC371-9FD3-1801-DB73-D2A8AB218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B91BC-4593-4AC4-AC1F-B01F4659B8C3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1B24B-CA1B-CB98-6D5A-DAB1BFDB5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C15F7-BA3A-386E-AAD1-326CECDA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12D7-5615-41B8-9FD4-16FB90177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4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1C73E3-1033-8894-565E-5FCEE5BB5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B91BC-4593-4AC4-AC1F-B01F4659B8C3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6F6868-BFEF-09F9-1BFB-B93DBE559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E2279-6D39-CFF8-D9C9-44C31784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12D7-5615-41B8-9FD4-16FB90177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6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39D95-7537-6E10-487D-A03859DB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67AB6-BC2D-F9BD-451E-A0F4F5FF9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FFE23-ABC9-282A-9E4D-D8E3D421E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D9BD4-1F70-C5FE-38BE-EAF5D2F36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B91BC-4593-4AC4-AC1F-B01F4659B8C3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9374-0821-12A9-054C-871A731EA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BF092-D9A8-31D0-13D4-44B5749E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12D7-5615-41B8-9FD4-16FB90177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10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D398A-D1A5-2000-F68C-61FEFD1D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A9C309-3799-5265-0CD1-3A9C305CBCD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CEFEC-BA6E-5C15-3943-3C2EF1153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8B4B8-54DB-2617-5457-DBDF8719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B91BC-4593-4AC4-AC1F-B01F4659B8C3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52CC4-3847-8D5C-E70A-4DF08E655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561E7-8E7D-5C46-C081-52B98D664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12D7-5615-41B8-9FD4-16FB90177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60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9803-5409-74C8-6269-3439FC89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77843-490F-3D9B-03CA-EB0C3468A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26D3F-8CAF-C19B-B595-6ACDF74A3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B91BC-4593-4AC4-AC1F-B01F4659B8C3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5F884-ABFF-9B4B-C42B-9FE68105D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5A110-C9C0-BAD0-0497-0FE592899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12D7-5615-41B8-9FD4-16FB90177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10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53AD75-10FF-12DF-0917-D32D2AFBF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B4B02-6BE1-7931-3865-82073A278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E6904-BD2F-4876-B967-A9626D73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B91BC-4593-4AC4-AC1F-B01F4659B8C3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7A7B1-B8B5-CE99-A0E8-3DB8EA7E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9DA62-4CA7-277C-5816-63D88A4B3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12D7-5615-41B8-9FD4-16FB90177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8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19BB8-BB41-3020-1BF6-41DDA0F6D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BC295-BE50-7380-8771-92E0D9D64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79D1B-2F19-7923-704A-AA25600EE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DB91BC-4593-4AC4-AC1F-B01F4659B8C3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AE97B-F773-326B-FB19-4D0C92D691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70331-3C75-DAF3-7CC5-E11206D07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312D7-5615-41B8-9FD4-16FB90177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35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25CFB5-28EA-2AC4-6AA5-6DBAB60DBBF6}"/>
                  </a:ext>
                </a:extLst>
              </p:cNvPr>
              <p:cNvSpPr txBox="1"/>
              <p:nvPr/>
            </p:nvSpPr>
            <p:spPr>
              <a:xfrm>
                <a:off x="1726959" y="1036863"/>
                <a:ext cx="3388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200" i="1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1200" i="1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25CFB5-28EA-2AC4-6AA5-6DBAB60DB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959" y="1036863"/>
                <a:ext cx="338842" cy="276999"/>
              </a:xfrm>
              <a:prstGeom prst="rect">
                <a:avLst/>
              </a:prstGeom>
              <a:blipFill>
                <a:blip r:embed="rId2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63673CC-4DF0-A32C-46AE-BEA67B53BD6D}"/>
              </a:ext>
            </a:extLst>
          </p:cNvPr>
          <p:cNvSpPr txBox="1"/>
          <p:nvPr/>
        </p:nvSpPr>
        <p:spPr>
          <a:xfrm>
            <a:off x="1803588" y="105925"/>
            <a:ext cx="307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Chemical Differentiator 1 (inverted polarity)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BE6F9A-BFD0-C6D2-CB4A-2854B7313F52}"/>
              </a:ext>
            </a:extLst>
          </p:cNvPr>
          <p:cNvSpPr>
            <a:spLocks noChangeAspect="1"/>
          </p:cNvSpPr>
          <p:nvPr/>
        </p:nvSpPr>
        <p:spPr>
          <a:xfrm>
            <a:off x="2391801" y="681261"/>
            <a:ext cx="274319" cy="274320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14EC879-0A92-BBA1-CD35-68005FBB9C31}"/>
              </a:ext>
            </a:extLst>
          </p:cNvPr>
          <p:cNvSpPr>
            <a:spLocks noChangeAspect="1"/>
          </p:cNvSpPr>
          <p:nvPr/>
        </p:nvSpPr>
        <p:spPr>
          <a:xfrm>
            <a:off x="2402146" y="1457355"/>
            <a:ext cx="274319" cy="274320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FC02E14-D59F-DE41-B38E-0411E5047BE0}"/>
              </a:ext>
            </a:extLst>
          </p:cNvPr>
          <p:cNvSpPr>
            <a:spLocks noChangeAspect="1"/>
          </p:cNvSpPr>
          <p:nvPr/>
        </p:nvSpPr>
        <p:spPr>
          <a:xfrm>
            <a:off x="3608457" y="1094499"/>
            <a:ext cx="274319" cy="274320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975BB04-6996-67AF-0707-08A812F57E85}"/>
              </a:ext>
            </a:extLst>
          </p:cNvPr>
          <p:cNvSpPr>
            <a:spLocks noChangeAspect="1"/>
          </p:cNvSpPr>
          <p:nvPr/>
        </p:nvSpPr>
        <p:spPr>
          <a:xfrm>
            <a:off x="2890916" y="1048782"/>
            <a:ext cx="274319" cy="274320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2D8F963-69BB-B1AB-2233-C827C006B3B2}"/>
              </a:ext>
            </a:extLst>
          </p:cNvPr>
          <p:cNvCxnSpPr>
            <a:cxnSpLocks/>
            <a:endCxn id="10" idx="2"/>
          </p:cNvCxnSpPr>
          <p:nvPr/>
        </p:nvCxnSpPr>
        <p:spPr>
          <a:xfrm rot="16200000" flipH="1">
            <a:off x="2641450" y="936478"/>
            <a:ext cx="367481" cy="131451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45E957-1B06-40EF-8B26-D36D7D303773}"/>
                  </a:ext>
                </a:extLst>
              </p:cNvPr>
              <p:cNvSpPr txBox="1"/>
              <p:nvPr/>
            </p:nvSpPr>
            <p:spPr>
              <a:xfrm>
                <a:off x="2849225" y="1021640"/>
                <a:ext cx="28900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de-DE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45E957-1B06-40EF-8B26-D36D7D303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225" y="1021640"/>
                <a:ext cx="289008" cy="276999"/>
              </a:xfrm>
              <a:prstGeom prst="rect">
                <a:avLst/>
              </a:prstGeom>
              <a:blipFill>
                <a:blip r:embed="rId3"/>
                <a:stretch>
                  <a:fillRect r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BD136F-5BC3-6EE4-D13E-51A3F04C67B8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3165235" y="1185942"/>
            <a:ext cx="175053" cy="0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6E91410-00F2-8C3B-4793-9A951CBC10B2}"/>
                  </a:ext>
                </a:extLst>
              </p:cNvPr>
              <p:cNvSpPr txBox="1"/>
              <p:nvPr/>
            </p:nvSpPr>
            <p:spPr>
              <a:xfrm>
                <a:off x="3349375" y="1088225"/>
                <a:ext cx="12824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6E91410-00F2-8C3B-4793-9A951CBC1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375" y="1088225"/>
                <a:ext cx="128240" cy="184666"/>
              </a:xfrm>
              <a:prstGeom prst="rect">
                <a:avLst/>
              </a:prstGeom>
              <a:blipFill>
                <a:blip r:embed="rId4"/>
                <a:stretch>
                  <a:fillRect l="-33333" t="-3333" r="-4285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9632D20-5C0A-2491-E2F2-FE73DE0A91E8}"/>
              </a:ext>
            </a:extLst>
          </p:cNvPr>
          <p:cNvCxnSpPr>
            <a:cxnSpLocks/>
            <a:stCxn id="7" idx="6"/>
            <a:endCxn id="9" idx="0"/>
          </p:cNvCxnSpPr>
          <p:nvPr/>
        </p:nvCxnSpPr>
        <p:spPr>
          <a:xfrm>
            <a:off x="2666120" y="818421"/>
            <a:ext cx="1079497" cy="276078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2CCE0B-996B-03D8-3FD1-666EE7F3861C}"/>
                  </a:ext>
                </a:extLst>
              </p:cNvPr>
              <p:cNvSpPr txBox="1"/>
              <p:nvPr/>
            </p:nvSpPr>
            <p:spPr>
              <a:xfrm>
                <a:off x="3577414" y="1085559"/>
                <a:ext cx="34908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2CCE0B-996B-03D8-3FD1-666EE7F38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414" y="1085559"/>
                <a:ext cx="34908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3F87538-4319-1395-0577-72ADF2A2EAF7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 flipV="1">
            <a:off x="2676465" y="1362558"/>
            <a:ext cx="1075491" cy="231959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829C8E6-9940-349B-7453-72A37787A026}"/>
              </a:ext>
            </a:extLst>
          </p:cNvPr>
          <p:cNvSpPr>
            <a:spLocks noChangeAspect="1"/>
          </p:cNvSpPr>
          <p:nvPr/>
        </p:nvSpPr>
        <p:spPr>
          <a:xfrm>
            <a:off x="2893977" y="1828002"/>
            <a:ext cx="274319" cy="274320"/>
          </a:xfrm>
          <a:prstGeom prst="ellipse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3F282F5-488F-AFBB-2A97-61E9565B6030}"/>
              </a:ext>
            </a:extLst>
          </p:cNvPr>
          <p:cNvCxnSpPr>
            <a:cxnSpLocks/>
            <a:endCxn id="18" idx="2"/>
          </p:cNvCxnSpPr>
          <p:nvPr/>
        </p:nvCxnSpPr>
        <p:spPr>
          <a:xfrm rot="16200000" flipH="1">
            <a:off x="2644511" y="1715698"/>
            <a:ext cx="367481" cy="131451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029390-70D8-D99C-221F-9A8E5F661DD4}"/>
                  </a:ext>
                </a:extLst>
              </p:cNvPr>
              <p:cNvSpPr txBox="1"/>
              <p:nvPr/>
            </p:nvSpPr>
            <p:spPr>
              <a:xfrm>
                <a:off x="2852286" y="1800860"/>
                <a:ext cx="28900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de-DE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029390-70D8-D99C-221F-9A8E5F661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286" y="1800860"/>
                <a:ext cx="289008" cy="276999"/>
              </a:xfrm>
              <a:prstGeom prst="rect">
                <a:avLst/>
              </a:prstGeom>
              <a:blipFill>
                <a:blip r:embed="rId6"/>
                <a:stretch>
                  <a:fillRect r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5675083-2A6B-C400-40E6-4073328E44A5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3168296" y="1965162"/>
            <a:ext cx="175053" cy="0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0FB774-BF8F-6CC1-0856-9E4E5D2CEC7D}"/>
                  </a:ext>
                </a:extLst>
              </p:cNvPr>
              <p:cNvSpPr txBox="1"/>
              <p:nvPr/>
            </p:nvSpPr>
            <p:spPr>
              <a:xfrm>
                <a:off x="3352436" y="1867445"/>
                <a:ext cx="12824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0FB774-BF8F-6CC1-0856-9E4E5D2CE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436" y="1867445"/>
                <a:ext cx="128240" cy="184666"/>
              </a:xfrm>
              <a:prstGeom prst="rect">
                <a:avLst/>
              </a:prstGeom>
              <a:blipFill>
                <a:blip r:embed="rId7"/>
                <a:stretch>
                  <a:fillRect l="-38095" r="-38095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1328CC8-B44F-00D9-CC95-4AAF913B059A}"/>
              </a:ext>
            </a:extLst>
          </p:cNvPr>
          <p:cNvCxnSpPr>
            <a:cxnSpLocks/>
          </p:cNvCxnSpPr>
          <p:nvPr/>
        </p:nvCxnSpPr>
        <p:spPr>
          <a:xfrm>
            <a:off x="3879734" y="1229803"/>
            <a:ext cx="175053" cy="0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49A717B-8180-2006-2D14-7F749770C029}"/>
                  </a:ext>
                </a:extLst>
              </p:cNvPr>
              <p:cNvSpPr txBox="1"/>
              <p:nvPr/>
            </p:nvSpPr>
            <p:spPr>
              <a:xfrm>
                <a:off x="2381451" y="657887"/>
                <a:ext cx="2932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49A717B-8180-2006-2D14-7F749770C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451" y="657887"/>
                <a:ext cx="293275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2EFB206-7F67-9ACF-D3F2-341E855D7DB6}"/>
              </a:ext>
            </a:extLst>
          </p:cNvPr>
          <p:cNvCxnSpPr>
            <a:cxnSpLocks/>
            <a:stCxn id="2" idx="3"/>
            <a:endCxn id="24" idx="1"/>
          </p:cNvCxnSpPr>
          <p:nvPr/>
        </p:nvCxnSpPr>
        <p:spPr>
          <a:xfrm flipV="1">
            <a:off x="2065801" y="796385"/>
            <a:ext cx="315648" cy="378976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45AA725-3482-2A41-430A-BC824377853B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065801" y="1175361"/>
            <a:ext cx="314948" cy="405288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04EC2E-6EA1-F039-F4E4-954AD9077B4E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2676465" y="1594515"/>
            <a:ext cx="1905695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CE7D9E-6525-B610-0800-D2367F36EC74}"/>
                  </a:ext>
                </a:extLst>
              </p:cNvPr>
              <p:cNvSpPr txBox="1"/>
              <p:nvPr/>
            </p:nvSpPr>
            <p:spPr>
              <a:xfrm>
                <a:off x="2380749" y="1442151"/>
                <a:ext cx="3331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CE7D9E-6525-B610-0800-D2367F36E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749" y="1442151"/>
                <a:ext cx="333162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9EB3CB3-E813-CF29-E90A-3ED2FBE58620}"/>
                  </a:ext>
                </a:extLst>
              </p:cNvPr>
              <p:cNvSpPr txBox="1"/>
              <p:nvPr/>
            </p:nvSpPr>
            <p:spPr>
              <a:xfrm>
                <a:off x="2699844" y="1320588"/>
                <a:ext cx="3388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200" i="1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9EB3CB3-E813-CF29-E90A-3ED2FBE58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844" y="1320588"/>
                <a:ext cx="338842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CC074B6-6174-BDA5-3FD7-F8D0676904A5}"/>
                  </a:ext>
                </a:extLst>
              </p:cNvPr>
              <p:cNvSpPr txBox="1"/>
              <p:nvPr/>
            </p:nvSpPr>
            <p:spPr>
              <a:xfrm>
                <a:off x="2721495" y="532143"/>
                <a:ext cx="3388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1200" i="1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CC074B6-6174-BDA5-3FD7-F8D067690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495" y="532143"/>
                <a:ext cx="338842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274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7504255944999905</dc:creator>
  <cp:lastModifiedBy>TU-Pseudonym 7504255944999905</cp:lastModifiedBy>
  <cp:revision>3</cp:revision>
  <dcterms:created xsi:type="dcterms:W3CDTF">2026-10-01T08:01:29Z</dcterms:created>
  <dcterms:modified xsi:type="dcterms:W3CDTF">2026-10-11T13:49:04Z</dcterms:modified>
</cp:coreProperties>
</file>