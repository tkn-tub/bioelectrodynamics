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1408" y="-9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33DD8-1BE8-5011-7BC9-C48F316221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F88413-2533-C085-CEE4-8369E54AB5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64835-AD2B-C3E1-115C-65F18C2D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22B76-90AD-313E-E021-77F6862E7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A0C75-42B4-09A0-1727-4BF5D7B1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273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A6A65-99DA-CFB1-35F6-DA77BA233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88169-8507-40A4-C9F5-91C7F6076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58601-6A20-8CB4-A85A-E7521A51E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57B38-9862-25DE-AA2A-D01002A56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8AC8F-E151-A6F8-1374-59175C75B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186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7A99B-B83D-B0E0-39B0-7FA491AB9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84850-A4D5-5679-9120-CC9E5ECFB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DA3E2-ACD1-242C-FBA4-1B14A4B2E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FD9D7F-696A-49B7-51C2-9F735B551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30450D-828B-E8B9-E424-798A8570B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834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3C1F1-6689-E8E9-869F-06BBB9AFF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483C9-FF45-E169-29D5-BC61A5969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BBE6B-EF07-A362-7B66-3644130284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C6514F-5F6C-C328-942B-990B3E049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8ECFDF-1044-515E-4E58-80610CC31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5BC288-4245-CA90-02B1-99A34146A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588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FE82-0560-C939-66C5-2C3103809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1997C-1D3E-33A9-FB15-2065F836E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03DC1F-4EDD-EA85-BD67-B9F9FAED7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A37588-5526-85BD-ED13-25FF1D9B9C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594C04-EA4E-989B-6294-402780FB8B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6CC9B2-8263-AE6B-497A-6A5462EAD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A47C51-8698-A8A6-2803-83D2B0259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8A87EF-F730-4505-2693-A51F2325C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20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82CF2-1689-B535-A6A7-DBD07B82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3BC371-9FD3-1801-DB73-D2A8AB218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31B24B-CA1B-CB98-6D5A-DAB1BFDB5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9C15F7-BA3A-386E-AAD1-326CECDAD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647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1C73E3-1033-8894-565E-5FCEE5BB5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6F6868-BFEF-09F9-1BFB-B93DBE559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E2279-6D39-CFF8-D9C9-44C317846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860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9D95-7537-6E10-487D-A03859DB3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67AB6-BC2D-F9BD-451E-A0F4F5FF9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BFFE23-ABC9-282A-9E4D-D8E3D421E3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DD9BD4-1F70-C5FE-38BE-EAF5D2F36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99374-0821-12A9-054C-871A731EA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F092-D9A8-31D0-13D4-44B5749E1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710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D398A-D1A5-2000-F68C-61FEFD1D8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A9C309-3799-5265-0CD1-3A9C305CBCD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0CEFEC-BA6E-5C15-3943-3C2EF1153B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8B4B8-54DB-2617-5457-DBDF87197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252CC4-3847-8D5C-E70A-4DF08E655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561E7-8E7D-5C46-C081-52B98D664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760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89803-5409-74C8-6269-3439FC896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977843-490F-3D9B-03CA-EB0C3468A8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26D3F-8CAF-C19B-B595-6ACDF74A3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85F884-ABFF-9B4B-C42B-9FE68105D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5A110-C9C0-BAD0-0497-0FE592899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10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53AD75-10FF-12DF-0917-D32D2AFBF7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EB4B02-6BE1-7931-3865-82073A278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E6904-BD2F-4876-B967-A9626D730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7A7B1-B8B5-CE99-A0E8-3DB8EA7E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F9DA62-4CA7-277C-5816-63D88A4B3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8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419BB8-BB41-3020-1BF6-41DDA0F6D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EBC295-BE50-7380-8771-92E0D9D649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79D1B-2F19-7923-704A-AA25600EEB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DB91BC-4593-4AC4-AC1F-B01F4659B8C3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AE97B-F773-326B-FB19-4D0C92D691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470331-3C75-DAF3-7CC5-E11206D07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312D7-5615-41B8-9FD4-16FB90177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35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57B7AC-3EEA-B49B-3BAC-4D0A86F643D9}"/>
              </a:ext>
            </a:extLst>
          </p:cNvPr>
          <p:cNvSpPr/>
          <p:nvPr/>
        </p:nvSpPr>
        <p:spPr>
          <a:xfrm>
            <a:off x="4537076" y="1733550"/>
            <a:ext cx="2457449" cy="1974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4E46CEB5-A81D-2C5E-BB5E-4813840D3364}"/>
              </a:ext>
            </a:extLst>
          </p:cNvPr>
          <p:cNvSpPr/>
          <p:nvPr/>
        </p:nvSpPr>
        <p:spPr>
          <a:xfrm>
            <a:off x="4818888" y="1778460"/>
            <a:ext cx="1866910" cy="1869280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5953A62-29FA-7796-FB40-0D0417D3D2CD}"/>
              </a:ext>
            </a:extLst>
          </p:cNvPr>
          <p:cNvSpPr txBox="1"/>
          <p:nvPr/>
        </p:nvSpPr>
        <p:spPr>
          <a:xfrm>
            <a:off x="4815026" y="1779146"/>
            <a:ext cx="17335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Chemical Differentiator</a:t>
            </a: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ED582031-604C-6F12-0CFF-F0E6781A2848}"/>
              </a:ext>
            </a:extLst>
          </p:cNvPr>
          <p:cNvSpPr>
            <a:spLocks noChangeAspect="1"/>
          </p:cNvSpPr>
          <p:nvPr/>
        </p:nvSpPr>
        <p:spPr>
          <a:xfrm>
            <a:off x="5135363" y="2150483"/>
            <a:ext cx="274319" cy="274320"/>
          </a:xfrm>
          <a:prstGeom prst="ellipse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3FC4D430-9BB6-73E4-D657-73E76A7180B6}"/>
              </a:ext>
            </a:extLst>
          </p:cNvPr>
          <p:cNvSpPr>
            <a:spLocks noChangeAspect="1"/>
          </p:cNvSpPr>
          <p:nvPr/>
        </p:nvSpPr>
        <p:spPr>
          <a:xfrm>
            <a:off x="5145708" y="2926577"/>
            <a:ext cx="274319" cy="274320"/>
          </a:xfrm>
          <a:prstGeom prst="ellipse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2EE816F7-1401-BC75-D67F-EF9C674FF0D1}"/>
                  </a:ext>
                </a:extLst>
              </p:cNvPr>
              <p:cNvSpPr txBox="1"/>
              <p:nvPr/>
            </p:nvSpPr>
            <p:spPr>
              <a:xfrm>
                <a:off x="5125013" y="2127107"/>
                <a:ext cx="29327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2EE816F7-1401-BC75-D67F-EF9C674FF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013" y="2127107"/>
                <a:ext cx="293275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9" name="Oval 198">
            <a:extLst>
              <a:ext uri="{FF2B5EF4-FFF2-40B4-BE49-F238E27FC236}">
                <a16:creationId xmlns:a16="http://schemas.microsoft.com/office/drawing/2014/main" id="{F8B284EE-AFA3-81ED-E50E-EA760762F0F4}"/>
              </a:ext>
            </a:extLst>
          </p:cNvPr>
          <p:cNvSpPr>
            <a:spLocks noChangeAspect="1"/>
          </p:cNvSpPr>
          <p:nvPr/>
        </p:nvSpPr>
        <p:spPr>
          <a:xfrm>
            <a:off x="5634478" y="2154251"/>
            <a:ext cx="274319" cy="274320"/>
          </a:xfrm>
          <a:prstGeom prst="ellipse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AD16FFD7-3282-DF26-641E-9874F0D6CC5E}"/>
              </a:ext>
            </a:extLst>
          </p:cNvPr>
          <p:cNvCxnSpPr>
            <a:cxnSpLocks/>
            <a:stCxn id="196" idx="6"/>
            <a:endCxn id="199" idx="2"/>
          </p:cNvCxnSpPr>
          <p:nvPr/>
        </p:nvCxnSpPr>
        <p:spPr>
          <a:xfrm>
            <a:off x="5409681" y="2287643"/>
            <a:ext cx="224796" cy="376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F9806607-45A4-0977-DB1F-B750F81A39A8}"/>
              </a:ext>
            </a:extLst>
          </p:cNvPr>
          <p:cNvCxnSpPr>
            <a:cxnSpLocks/>
            <a:stCxn id="197" idx="6"/>
            <a:endCxn id="202" idx="2"/>
          </p:cNvCxnSpPr>
          <p:nvPr/>
        </p:nvCxnSpPr>
        <p:spPr>
          <a:xfrm>
            <a:off x="5420026" y="3063737"/>
            <a:ext cx="226342" cy="198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Oval 201">
            <a:extLst>
              <a:ext uri="{FF2B5EF4-FFF2-40B4-BE49-F238E27FC236}">
                <a16:creationId xmlns:a16="http://schemas.microsoft.com/office/drawing/2014/main" id="{3B38BFB6-CBF8-BDC2-A2B6-F6BC99B13914}"/>
              </a:ext>
            </a:extLst>
          </p:cNvPr>
          <p:cNvSpPr>
            <a:spLocks noChangeAspect="1"/>
          </p:cNvSpPr>
          <p:nvPr/>
        </p:nvSpPr>
        <p:spPr>
          <a:xfrm>
            <a:off x="5646369" y="2928565"/>
            <a:ext cx="274319" cy="274320"/>
          </a:xfrm>
          <a:prstGeom prst="ellipse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159B90CE-06C9-066A-E497-CA7D8D3CA25C}"/>
                  </a:ext>
                </a:extLst>
              </p:cNvPr>
              <p:cNvSpPr txBox="1"/>
              <p:nvPr/>
            </p:nvSpPr>
            <p:spPr>
              <a:xfrm>
                <a:off x="5124313" y="2911371"/>
                <a:ext cx="33316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159B90CE-06C9-066A-E497-CA7D8D3CA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4313" y="2911371"/>
                <a:ext cx="333162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Oval 203">
            <a:extLst>
              <a:ext uri="{FF2B5EF4-FFF2-40B4-BE49-F238E27FC236}">
                <a16:creationId xmlns:a16="http://schemas.microsoft.com/office/drawing/2014/main" id="{592AD67C-7742-35EB-239F-B4D1C16039A8}"/>
              </a:ext>
            </a:extLst>
          </p:cNvPr>
          <p:cNvSpPr>
            <a:spLocks noChangeAspect="1"/>
          </p:cNvSpPr>
          <p:nvPr/>
        </p:nvSpPr>
        <p:spPr>
          <a:xfrm>
            <a:off x="6352019" y="2563721"/>
            <a:ext cx="274319" cy="274320"/>
          </a:xfrm>
          <a:prstGeom prst="ellipse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E2CE2C88-6E9E-8472-460F-FD18413DF8A6}"/>
                  </a:ext>
                </a:extLst>
              </p:cNvPr>
              <p:cNvSpPr txBox="1"/>
              <p:nvPr/>
            </p:nvSpPr>
            <p:spPr>
              <a:xfrm>
                <a:off x="5592789" y="2127106"/>
                <a:ext cx="289008" cy="2945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Sg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E2CE2C88-6E9E-8472-460F-FD18413DF8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2789" y="2127106"/>
                <a:ext cx="289008" cy="294504"/>
              </a:xfrm>
              <a:prstGeom prst="rect">
                <a:avLst/>
              </a:prstGeom>
              <a:blipFill>
                <a:blip r:embed="rId4"/>
                <a:stretch>
                  <a:fillRect r="-12500" b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" name="Oval 205">
            <a:extLst>
              <a:ext uri="{FF2B5EF4-FFF2-40B4-BE49-F238E27FC236}">
                <a16:creationId xmlns:a16="http://schemas.microsoft.com/office/drawing/2014/main" id="{2A9718C4-342F-0BA4-B446-7C1498D021C0}"/>
              </a:ext>
            </a:extLst>
          </p:cNvPr>
          <p:cNvSpPr>
            <a:spLocks noChangeAspect="1"/>
          </p:cNvSpPr>
          <p:nvPr/>
        </p:nvSpPr>
        <p:spPr>
          <a:xfrm>
            <a:off x="5634478" y="2518004"/>
            <a:ext cx="274319" cy="274320"/>
          </a:xfrm>
          <a:prstGeom prst="ellipse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211B781D-F98E-8628-C43B-2C73B1F19E3E}"/>
              </a:ext>
            </a:extLst>
          </p:cNvPr>
          <p:cNvCxnSpPr>
            <a:cxnSpLocks/>
            <a:endCxn id="206" idx="2"/>
          </p:cNvCxnSpPr>
          <p:nvPr/>
        </p:nvCxnSpPr>
        <p:spPr>
          <a:xfrm rot="16200000" flipH="1">
            <a:off x="5385012" y="2405698"/>
            <a:ext cx="367481" cy="131451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75C681AF-A0A0-00CD-509C-27587E8E2909}"/>
                  </a:ext>
                </a:extLst>
              </p:cNvPr>
              <p:cNvSpPr txBox="1"/>
              <p:nvPr/>
            </p:nvSpPr>
            <p:spPr>
              <a:xfrm>
                <a:off x="5592789" y="2490860"/>
                <a:ext cx="28900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Ss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75C681AF-A0A0-00CD-509C-27587E8E2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2789" y="2490860"/>
                <a:ext cx="289008" cy="276999"/>
              </a:xfrm>
              <a:prstGeom prst="rect">
                <a:avLst/>
              </a:prstGeom>
              <a:blipFill>
                <a:blip r:embed="rId5"/>
                <a:stretch>
                  <a:fillRect r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755C2202-1446-E68D-EA01-34A260D5657B}"/>
              </a:ext>
            </a:extLst>
          </p:cNvPr>
          <p:cNvCxnSpPr>
            <a:cxnSpLocks/>
            <a:stCxn id="206" idx="6"/>
          </p:cNvCxnSpPr>
          <p:nvPr/>
        </p:nvCxnSpPr>
        <p:spPr>
          <a:xfrm>
            <a:off x="5908797" y="2655164"/>
            <a:ext cx="175053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BCB2D07F-7414-A0EA-290C-8F6F2973DC83}"/>
                  </a:ext>
                </a:extLst>
              </p:cNvPr>
              <p:cNvSpPr txBox="1"/>
              <p:nvPr/>
            </p:nvSpPr>
            <p:spPr>
              <a:xfrm>
                <a:off x="6092939" y="2557447"/>
                <a:ext cx="12824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BCB2D07F-7414-A0EA-290C-8F6F2973D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939" y="2557447"/>
                <a:ext cx="128240" cy="184666"/>
              </a:xfrm>
              <a:prstGeom prst="rect">
                <a:avLst/>
              </a:prstGeom>
              <a:blipFill>
                <a:blip r:embed="rId6"/>
                <a:stretch>
                  <a:fillRect l="-31818" t="-3333" r="-3636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7A137C1C-C8CE-AC84-AD1D-DCAF38B7EECB}"/>
              </a:ext>
            </a:extLst>
          </p:cNvPr>
          <p:cNvCxnSpPr>
            <a:cxnSpLocks/>
            <a:stCxn id="199" idx="6"/>
            <a:endCxn id="204" idx="0"/>
          </p:cNvCxnSpPr>
          <p:nvPr/>
        </p:nvCxnSpPr>
        <p:spPr>
          <a:xfrm>
            <a:off x="5908796" y="2291411"/>
            <a:ext cx="580382" cy="272310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86904B19-A11D-847B-2197-7B820EC9DFE8}"/>
              </a:ext>
            </a:extLst>
          </p:cNvPr>
          <p:cNvCxnSpPr>
            <a:cxnSpLocks/>
            <a:stCxn id="202" idx="6"/>
          </p:cNvCxnSpPr>
          <p:nvPr/>
        </p:nvCxnSpPr>
        <p:spPr>
          <a:xfrm flipV="1">
            <a:off x="5920688" y="2831777"/>
            <a:ext cx="574831" cy="233948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26EA0340-F92D-43D7-C333-A9F747DEF33C}"/>
                  </a:ext>
                </a:extLst>
              </p:cNvPr>
              <p:cNvSpPr txBox="1"/>
              <p:nvPr/>
            </p:nvSpPr>
            <p:spPr>
              <a:xfrm>
                <a:off x="5615328" y="2898457"/>
                <a:ext cx="349080" cy="2945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Fg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26EA0340-F92D-43D7-C333-A9F747DEF3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328" y="2898457"/>
                <a:ext cx="349080" cy="2945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4" name="Oval 213">
            <a:extLst>
              <a:ext uri="{FF2B5EF4-FFF2-40B4-BE49-F238E27FC236}">
                <a16:creationId xmlns:a16="http://schemas.microsoft.com/office/drawing/2014/main" id="{BAD919B9-8C9B-643A-5510-3D6BB5E74577}"/>
              </a:ext>
            </a:extLst>
          </p:cNvPr>
          <p:cNvSpPr>
            <a:spLocks noChangeAspect="1"/>
          </p:cNvSpPr>
          <p:nvPr/>
        </p:nvSpPr>
        <p:spPr>
          <a:xfrm>
            <a:off x="5637539" y="3297224"/>
            <a:ext cx="274319" cy="274320"/>
          </a:xfrm>
          <a:prstGeom prst="ellipse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99E67DCF-825B-F131-AE72-2307BCF0F036}"/>
              </a:ext>
            </a:extLst>
          </p:cNvPr>
          <p:cNvCxnSpPr>
            <a:cxnSpLocks/>
            <a:endCxn id="214" idx="2"/>
          </p:cNvCxnSpPr>
          <p:nvPr/>
        </p:nvCxnSpPr>
        <p:spPr>
          <a:xfrm rot="16200000" flipH="1">
            <a:off x="5388073" y="3184918"/>
            <a:ext cx="367481" cy="131451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656EB1A-B784-F557-8D11-1192A42992ED}"/>
                  </a:ext>
                </a:extLst>
              </p:cNvPr>
              <p:cNvSpPr txBox="1"/>
              <p:nvPr/>
            </p:nvSpPr>
            <p:spPr>
              <a:xfrm>
                <a:off x="5595850" y="3270080"/>
                <a:ext cx="28900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GB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656EB1A-B784-F557-8D11-1192A4299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850" y="3270080"/>
                <a:ext cx="289008" cy="276999"/>
              </a:xfrm>
              <a:prstGeom prst="rect">
                <a:avLst/>
              </a:prstGeom>
              <a:blipFill>
                <a:blip r:embed="rId8"/>
                <a:stretch>
                  <a:fillRect r="-63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9843DB38-A43E-0918-E1D8-5A2E12A898D4}"/>
              </a:ext>
            </a:extLst>
          </p:cNvPr>
          <p:cNvCxnSpPr>
            <a:cxnSpLocks/>
            <a:stCxn id="214" idx="6"/>
          </p:cNvCxnSpPr>
          <p:nvPr/>
        </p:nvCxnSpPr>
        <p:spPr>
          <a:xfrm>
            <a:off x="5911858" y="3434384"/>
            <a:ext cx="175053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2CD5148A-C28C-1B39-6D0C-324F503770B2}"/>
                  </a:ext>
                </a:extLst>
              </p:cNvPr>
              <p:cNvSpPr txBox="1"/>
              <p:nvPr/>
            </p:nvSpPr>
            <p:spPr>
              <a:xfrm>
                <a:off x="6096000" y="3336667"/>
                <a:ext cx="12824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2CD5148A-C28C-1B39-6D0C-324F503770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336667"/>
                <a:ext cx="128240" cy="184666"/>
              </a:xfrm>
              <a:prstGeom prst="rect">
                <a:avLst/>
              </a:prstGeom>
              <a:blipFill>
                <a:blip r:embed="rId9"/>
                <a:stretch>
                  <a:fillRect l="-33333" r="-38095"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64E082BC-61A2-1EA3-C6BF-E78B5F4F5DB9}"/>
              </a:ext>
            </a:extLst>
          </p:cNvPr>
          <p:cNvCxnSpPr>
            <a:cxnSpLocks/>
            <a:endCxn id="198" idx="1"/>
          </p:cNvCxnSpPr>
          <p:nvPr/>
        </p:nvCxnSpPr>
        <p:spPr>
          <a:xfrm flipV="1">
            <a:off x="4721408" y="2265607"/>
            <a:ext cx="403605" cy="384025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2FE3C500-D78B-D99C-31C1-915CF22AEBE4}"/>
              </a:ext>
            </a:extLst>
          </p:cNvPr>
          <p:cNvCxnSpPr>
            <a:cxnSpLocks/>
            <a:endCxn id="203" idx="1"/>
          </p:cNvCxnSpPr>
          <p:nvPr/>
        </p:nvCxnSpPr>
        <p:spPr>
          <a:xfrm>
            <a:off x="4721407" y="2649632"/>
            <a:ext cx="402906" cy="400239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E90E69E5-7225-0E22-F469-93B0B8352019}"/>
                  </a:ext>
                </a:extLst>
              </p:cNvPr>
              <p:cNvSpPr txBox="1"/>
              <p:nvPr/>
            </p:nvSpPr>
            <p:spPr>
              <a:xfrm>
                <a:off x="4445914" y="2319119"/>
                <a:ext cx="45878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200" i="1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E90E69E5-7225-0E22-F469-93B0B8352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914" y="2319119"/>
                <a:ext cx="458780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7A9E239B-B1C6-BA27-D50D-C7D3B31D6B72}"/>
                  </a:ext>
                </a:extLst>
              </p:cNvPr>
              <p:cNvSpPr txBox="1"/>
              <p:nvPr/>
            </p:nvSpPr>
            <p:spPr>
              <a:xfrm>
                <a:off x="6320978" y="2554779"/>
                <a:ext cx="34908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7A9E239B-B1C6-BA27-D50D-C7D3B31D6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0978" y="2554779"/>
                <a:ext cx="34908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20EB6EAB-281F-FA79-5C36-FF4AF2728C49}"/>
              </a:ext>
            </a:extLst>
          </p:cNvPr>
          <p:cNvCxnSpPr>
            <a:cxnSpLocks/>
          </p:cNvCxnSpPr>
          <p:nvPr/>
        </p:nvCxnSpPr>
        <p:spPr>
          <a:xfrm>
            <a:off x="6501356" y="2292784"/>
            <a:ext cx="361724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E7396E38-79E0-91AE-328F-3CA2E777979F}"/>
                  </a:ext>
                </a:extLst>
              </p:cNvPr>
              <p:cNvSpPr txBox="1"/>
              <p:nvPr/>
            </p:nvSpPr>
            <p:spPr>
              <a:xfrm>
                <a:off x="5303807" y="1950626"/>
                <a:ext cx="47961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E7396E38-79E0-91AE-328F-3CA2E7779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807" y="1950626"/>
                <a:ext cx="479618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ED4E8EC2-344B-68EA-BAD7-05D5656B2D41}"/>
                  </a:ext>
                </a:extLst>
              </p:cNvPr>
              <p:cNvSpPr txBox="1"/>
              <p:nvPr/>
            </p:nvSpPr>
            <p:spPr>
              <a:xfrm>
                <a:off x="5303910" y="2745009"/>
                <a:ext cx="4828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ED4E8EC2-344B-68EA-BAD7-05D5656B2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910" y="2745009"/>
                <a:ext cx="482824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642B236-C7AA-B866-7543-6ED585919212}"/>
                  </a:ext>
                </a:extLst>
              </p:cNvPr>
              <p:cNvSpPr txBox="1"/>
              <p:nvPr/>
            </p:nvSpPr>
            <p:spPr>
              <a:xfrm>
                <a:off x="5881797" y="1960073"/>
                <a:ext cx="542136" cy="2945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642B236-C7AA-B866-7543-6ED585919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797" y="1960073"/>
                <a:ext cx="542136" cy="29450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5700950F-3B34-718A-8163-1D341FD6866B}"/>
                  </a:ext>
                </a:extLst>
              </p:cNvPr>
              <p:cNvSpPr txBox="1"/>
              <p:nvPr/>
            </p:nvSpPr>
            <p:spPr>
              <a:xfrm>
                <a:off x="5904813" y="2756330"/>
                <a:ext cx="545342" cy="2945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5700950F-3B34-718A-8163-1D341FD6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4813" y="2756330"/>
                <a:ext cx="545342" cy="2945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B80AF93D-6246-21F1-FC91-BAF388E42A6A}"/>
                  </a:ext>
                </a:extLst>
              </p:cNvPr>
              <p:cNvSpPr txBox="1"/>
              <p:nvPr/>
            </p:nvSpPr>
            <p:spPr>
              <a:xfrm>
                <a:off x="6696148" y="1977578"/>
                <a:ext cx="4876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200" i="1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B80AF93D-6246-21F1-FC91-BAF388E42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148" y="1977578"/>
                <a:ext cx="487633" cy="27699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5274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2</cp:revision>
  <dcterms:created xsi:type="dcterms:W3CDTF">2026-10-01T08:01:29Z</dcterms:created>
  <dcterms:modified xsi:type="dcterms:W3CDTF">2026-10-01T10:53:25Z</dcterms:modified>
</cp:coreProperties>
</file>