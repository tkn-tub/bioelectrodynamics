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ink/ink507.xml" ContentType="application/inkml+xml"/>
  <Override PartName="/ppt/ink/ink508.xml" ContentType="application/inkml+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80" r:id="rId16"/>
    <p:sldId id="1881" r:id="rId17"/>
    <p:sldId id="1869" r:id="rId18"/>
    <p:sldId id="1870" r:id="rId19"/>
    <p:sldId id="1871" r:id="rId20"/>
    <p:sldId id="1872" r:id="rId21"/>
    <p:sldId id="1873" r:id="rId22"/>
    <p:sldId id="1874" r:id="rId23"/>
    <p:sldId id="1888" r:id="rId24"/>
    <p:sldId id="1882" r:id="rId25"/>
    <p:sldId id="1890" r:id="rId26"/>
    <p:sldId id="1889" r:id="rId27"/>
    <p:sldId id="1891" r:id="rId28"/>
    <p:sldId id="1892" r:id="rId29"/>
    <p:sldId id="1887" r:id="rId30"/>
    <p:sldId id="1883" r:id="rId31"/>
    <p:sldId id="1884" r:id="rId32"/>
    <p:sldId id="1885" r:id="rId33"/>
    <p:sldId id="1886" r:id="rId34"/>
    <p:sldId id="1875" r:id="rId35"/>
    <p:sldId id="1876" r:id="rId36"/>
    <p:sldId id="1877" r:id="rId37"/>
    <p:sldId id="1878" r:id="rId38"/>
    <p:sldId id="257" r:id="rId39"/>
    <p:sldId id="273" r:id="rId40"/>
    <p:sldId id="274" r:id="rId41"/>
    <p:sldId id="275" r:id="rId42"/>
    <p:sldId id="1846" r:id="rId43"/>
    <p:sldId id="265" r:id="rId44"/>
    <p:sldId id="266" r:id="rId45"/>
    <p:sldId id="267" r:id="rId46"/>
    <p:sldId id="264" r:id="rId47"/>
    <p:sldId id="268" r:id="rId48"/>
    <p:sldId id="269" r:id="rId49"/>
    <p:sldId id="272" r:id="rId50"/>
    <p:sldId id="260" r:id="rId51"/>
    <p:sldId id="261" r:id="rId52"/>
    <p:sldId id="263" r:id="rId53"/>
    <p:sldId id="259" r:id="rId54"/>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82479" autoAdjust="0"/>
  </p:normalViewPr>
  <p:slideViewPr>
    <p:cSldViewPr snapToGrid="0">
      <p:cViewPr>
        <p:scale>
          <a:sx n="100" d="100"/>
          <a:sy n="100" d="100"/>
        </p:scale>
        <p:origin x="48"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6/30/2026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41</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44</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6/30/2026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6/30/2026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1.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2.png"/><Relationship Id="rId7" Type="http://schemas.openxmlformats.org/officeDocument/2006/relationships/image" Target="NULL"/><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24.sv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8.png"/><Relationship Id="rId7" Type="http://schemas.openxmlformats.org/officeDocument/2006/relationships/image" Target="../media/image34.png"/><Relationship Id="rId12" Type="http://schemas.openxmlformats.org/officeDocument/2006/relationships/image" Target="../media/image3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image" Target="../media/image30.png"/><Relationship Id="rId4" Type="http://schemas.openxmlformats.org/officeDocument/2006/relationships/image" Target="../media/image31.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4.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39.png"/></Relationships>
</file>

<file path=ppt/slides/_rels/slide13.xml.rels><?xml version="1.0" encoding="UTF-8" standalone="yes"?>
<Relationships xmlns="http://schemas.openxmlformats.org/package/2006/relationships"><Relationship Id="rId8" Type="http://schemas.openxmlformats.org/officeDocument/2006/relationships/image" Target="../media/image40.svg"/><Relationship Id="rId13" Type="http://schemas.openxmlformats.org/officeDocument/2006/relationships/image" Target="../media/image79.png"/><Relationship Id="rId18" Type="http://schemas.openxmlformats.org/officeDocument/2006/relationships/image" Target="../media/image86.png"/><Relationship Id="rId3" Type="http://schemas.openxmlformats.org/officeDocument/2006/relationships/image" Target="../media/image72.png"/><Relationship Id="rId7" Type="http://schemas.openxmlformats.org/officeDocument/2006/relationships/image" Target="../media/image39.svg"/><Relationship Id="rId12" Type="http://schemas.openxmlformats.org/officeDocument/2006/relationships/image" Target="../media/image78.png"/><Relationship Id="rId17" Type="http://schemas.openxmlformats.org/officeDocument/2006/relationships/image" Target="../media/image85.png"/><Relationship Id="rId2" Type="http://schemas.openxmlformats.org/officeDocument/2006/relationships/notesSlide" Target="../notesSlides/notesSlide6.xml"/><Relationship Id="rId16"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77.png"/><Relationship Id="rId5" Type="http://schemas.openxmlformats.org/officeDocument/2006/relationships/image" Target="../media/image54.png"/><Relationship Id="rId15" Type="http://schemas.openxmlformats.org/officeDocument/2006/relationships/image" Target="../media/image83.png"/><Relationship Id="rId10"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68.png"/><Relationship Id="rId14" Type="http://schemas.openxmlformats.org/officeDocument/2006/relationships/image" Target="../media/image81.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38.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87.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4.png"/><Relationship Id="rId18" Type="http://schemas.openxmlformats.org/officeDocument/2006/relationships/image" Target="../media/image119.png"/><Relationship Id="rId3" Type="http://schemas.openxmlformats.org/officeDocument/2006/relationships/image" Target="../media/image871.png"/><Relationship Id="rId7" Type="http://schemas.openxmlformats.org/officeDocument/2006/relationships/image" Target="../media/image107.png"/><Relationship Id="rId12" Type="http://schemas.openxmlformats.org/officeDocument/2006/relationships/image" Target="../media/image113.png"/><Relationship Id="rId17" Type="http://schemas.openxmlformats.org/officeDocument/2006/relationships/image" Target="../media/image118.png"/><Relationship Id="rId2" Type="http://schemas.openxmlformats.org/officeDocument/2006/relationships/image" Target="../media/image88.png"/><Relationship Id="rId16"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106.png"/><Relationship Id="rId11" Type="http://schemas.openxmlformats.org/officeDocument/2006/relationships/image" Target="../media/image112.png"/><Relationship Id="rId5" Type="http://schemas.openxmlformats.org/officeDocument/2006/relationships/image" Target="../media/image89.png"/><Relationship Id="rId15" Type="http://schemas.openxmlformats.org/officeDocument/2006/relationships/image" Target="../media/image116.png"/><Relationship Id="rId10" Type="http://schemas.openxmlformats.org/officeDocument/2006/relationships/image" Target="../media/image111.png"/><Relationship Id="rId4" Type="http://schemas.openxmlformats.org/officeDocument/2006/relationships/image" Target="../media/image881.png"/><Relationship Id="rId9" Type="http://schemas.openxmlformats.org/officeDocument/2006/relationships/image" Target="../media/image109.png"/><Relationship Id="rId14" Type="http://schemas.openxmlformats.org/officeDocument/2006/relationships/image" Target="../media/image115.png"/></Relationships>
</file>

<file path=ppt/slides/_rels/slide16.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2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7.xml"/><Relationship Id="rId20" Type="http://schemas.openxmlformats.org/officeDocument/2006/relationships/image" Target="../media/image136.png"/><Relationship Id="rId29" Type="http://schemas.openxmlformats.org/officeDocument/2006/relationships/image" Target="../media/image108.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31" Type="http://schemas.openxmlformats.org/officeDocument/2006/relationships/image" Target="../media/image146.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 Id="rId30" Type="http://schemas.openxmlformats.org/officeDocument/2006/relationships/image" Target="../media/image117.png"/></Relationships>
</file>

<file path=ppt/slides/_rels/slide17.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8.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19.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9.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20.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10.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21.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11.xml"/><Relationship Id="rId16" Type="http://schemas.openxmlformats.org/officeDocument/2006/relationships/image" Target="../media/image1190.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2.png"/></Relationships>
</file>

<file path=ppt/slides/_rels/slide22.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3.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3.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4.xml.rels><?xml version="1.0" encoding="UTF-8" standalone="yes"?>
<Relationships xmlns="http://schemas.openxmlformats.org/package/2006/relationships"><Relationship Id="rId8" Type="http://schemas.openxmlformats.org/officeDocument/2006/relationships/image" Target="../media/image126.png"/><Relationship Id="rId13" Type="http://schemas.openxmlformats.org/officeDocument/2006/relationships/image" Target="../media/image131.png"/><Relationship Id="rId18" Type="http://schemas.openxmlformats.org/officeDocument/2006/relationships/image" Target="../media/image134.png"/><Relationship Id="rId26" Type="http://schemas.openxmlformats.org/officeDocument/2006/relationships/image" Target="../media/image143.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png"/><Relationship Id="rId12" Type="http://schemas.openxmlformats.org/officeDocument/2006/relationships/image" Target="../media/image113.png"/><Relationship Id="rId17" Type="http://schemas.openxmlformats.org/officeDocument/2006/relationships/image" Target="../media/image118.png"/><Relationship Id="rId25" Type="http://schemas.openxmlformats.org/officeDocument/2006/relationships/image" Target="../media/image142.png"/><Relationship Id="rId2" Type="http://schemas.openxmlformats.org/officeDocument/2006/relationships/notesSlide" Target="../notesSlides/notesSlide14.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image" Target="../media/image129.png"/><Relationship Id="rId24" Type="http://schemas.openxmlformats.org/officeDocument/2006/relationships/image" Target="../media/image141.png"/><Relationship Id="rId5" Type="http://schemas.openxmlformats.org/officeDocument/2006/relationships/image" Target="../media/image123.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png"/><Relationship Id="rId10" Type="http://schemas.openxmlformats.org/officeDocument/2006/relationships/image" Target="../media/image128.png"/><Relationship Id="rId19" Type="http://schemas.openxmlformats.org/officeDocument/2006/relationships/image" Target="../media/image135.png"/><Relationship Id="rId4" Type="http://schemas.openxmlformats.org/officeDocument/2006/relationships/image" Target="../media/image122.png"/><Relationship Id="rId9" Type="http://schemas.openxmlformats.org/officeDocument/2006/relationships/image" Target="../media/image127.png"/><Relationship Id="rId14" Type="http://schemas.openxmlformats.org/officeDocument/2006/relationships/image" Target="../media/image132.png"/><Relationship Id="rId22" Type="http://schemas.openxmlformats.org/officeDocument/2006/relationships/image" Target="../media/image138.png"/><Relationship Id="rId27" Type="http://schemas.openxmlformats.org/officeDocument/2006/relationships/image" Target="../media/image144.png"/></Relationships>
</file>

<file path=ppt/slides/_rels/slide25.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15.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26.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98.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6.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27.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18" Type="http://schemas.openxmlformats.org/officeDocument/2006/relationships/image" Target="../media/image214.png"/><Relationship Id="rId26" Type="http://schemas.openxmlformats.org/officeDocument/2006/relationships/image" Target="../media/image222.png"/><Relationship Id="rId3" Type="http://schemas.openxmlformats.org/officeDocument/2006/relationships/image" Target="../media/image199.png"/><Relationship Id="rId21" Type="http://schemas.openxmlformats.org/officeDocument/2006/relationships/image" Target="../media/image217.png"/><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21.png"/><Relationship Id="rId2" Type="http://schemas.openxmlformats.org/officeDocument/2006/relationships/notesSlide" Target="../notesSlides/notesSlide17.xml"/><Relationship Id="rId16" Type="http://schemas.openxmlformats.org/officeDocument/2006/relationships/image" Target="../media/image212.png"/><Relationship Id="rId20" Type="http://schemas.openxmlformats.org/officeDocument/2006/relationships/image" Target="../media/image216.png"/><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0.png"/><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19.png"/><Relationship Id="rId10" Type="http://schemas.openxmlformats.org/officeDocument/2006/relationships/image" Target="../media/image206.png"/><Relationship Id="rId19" Type="http://schemas.openxmlformats.org/officeDocument/2006/relationships/image" Target="../media/image215.png"/><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23.png"/></Relationships>
</file>

<file path=ppt/slides/_rels/slide28.xml.rels><?xml version="1.0" encoding="UTF-8" standalone="yes"?>
<Relationships xmlns="http://schemas.openxmlformats.org/package/2006/relationships"><Relationship Id="rId13" Type="http://schemas.openxmlformats.org/officeDocument/2006/relationships/image" Target="../media/image209.png"/><Relationship Id="rId18" Type="http://schemas.openxmlformats.org/officeDocument/2006/relationships/image" Target="../media/image224.png"/><Relationship Id="rId26" Type="http://schemas.openxmlformats.org/officeDocument/2006/relationships/image" Target="../media/image231.png"/><Relationship Id="rId21" Type="http://schemas.openxmlformats.org/officeDocument/2006/relationships/image" Target="../media/image227.png"/><Relationship Id="rId34" Type="http://schemas.openxmlformats.org/officeDocument/2006/relationships/hyperlink" Target="https://www.uniprot.org/uniprotkb/P32288/entry#structure" TargetMode="External"/><Relationship Id="rId7" Type="http://schemas.openxmlformats.org/officeDocument/2006/relationships/image" Target="../media/image203.png"/><Relationship Id="rId12" Type="http://schemas.openxmlformats.org/officeDocument/2006/relationships/image" Target="../media/image208.png"/><Relationship Id="rId17" Type="http://schemas.openxmlformats.org/officeDocument/2006/relationships/image" Target="../media/image213.png"/><Relationship Id="rId25" Type="http://schemas.openxmlformats.org/officeDocument/2006/relationships/image" Target="../media/image230.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18.xml"/><Relationship Id="rId16" Type="http://schemas.openxmlformats.org/officeDocument/2006/relationships/image" Target="../media/image212.png"/><Relationship Id="rId20" Type="http://schemas.openxmlformats.org/officeDocument/2006/relationships/image" Target="../media/image226.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7.png"/><Relationship Id="rId24" Type="http://schemas.openxmlformats.org/officeDocument/2006/relationships/image" Target="../media/image229.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01.png"/><Relationship Id="rId15" Type="http://schemas.openxmlformats.org/officeDocument/2006/relationships/image" Target="../media/image211.png"/><Relationship Id="rId23" Type="http://schemas.openxmlformats.org/officeDocument/2006/relationships/image" Target="../media/image228.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06.png"/><Relationship Id="rId19" Type="http://schemas.openxmlformats.org/officeDocument/2006/relationships/image" Target="../media/image225.png"/><Relationship Id="rId31" Type="http://schemas.openxmlformats.org/officeDocument/2006/relationships/hyperlink" Target="https://www.uniprot.org/uniprotkb/P23542/entry#structure" TargetMode="External"/><Relationship Id="rId4" Type="http://schemas.openxmlformats.org/officeDocument/2006/relationships/image" Target="../media/image200.png"/><Relationship Id="rId9" Type="http://schemas.openxmlformats.org/officeDocument/2006/relationships/image" Target="../media/image205.png"/><Relationship Id="rId14" Type="http://schemas.openxmlformats.org/officeDocument/2006/relationships/image" Target="../media/image210.png"/><Relationship Id="rId22" Type="http://schemas.openxmlformats.org/officeDocument/2006/relationships/image" Target="../media/image218.png"/><Relationship Id="rId27" Type="http://schemas.openxmlformats.org/officeDocument/2006/relationships/image" Target="../media/image232.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04.png"/><Relationship Id="rId3" Type="http://schemas.openxmlformats.org/officeDocument/2006/relationships/image" Target="../media/image199.png"/></Relationships>
</file>

<file path=ppt/slides/_rels/slide29.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19.xml"/><Relationship Id="rId16" Type="http://schemas.openxmlformats.org/officeDocument/2006/relationships/image" Target="../media/image94.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30.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0.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33.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1.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1.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234.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2.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22.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29.png"/><Relationship Id="rId7" Type="http://schemas.openxmlformats.org/officeDocument/2006/relationships/image" Target="../media/image173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7.png"/><Relationship Id="rId11" Type="http://schemas.openxmlformats.org/officeDocument/2006/relationships/image" Target="../media/image1770.png"/><Relationship Id="rId5" Type="http://schemas.openxmlformats.org/officeDocument/2006/relationships/image" Target="../media/image36.png"/><Relationship Id="rId10" Type="http://schemas.openxmlformats.org/officeDocument/2006/relationships/image" Target="../media/image1760.png"/><Relationship Id="rId4" Type="http://schemas.openxmlformats.org/officeDocument/2006/relationships/image" Target="../media/image30.png"/><Relationship Id="rId9" Type="http://schemas.openxmlformats.org/officeDocument/2006/relationships/image" Target="../media/image1750.png"/></Relationships>
</file>

<file path=ppt/slides/_rels/slide35.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235.jpeg"/><Relationship Id="rId7" Type="http://schemas.openxmlformats.org/officeDocument/2006/relationships/image" Target="../media/image18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236.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36.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235.jpeg"/><Relationship Id="rId7" Type="http://schemas.openxmlformats.org/officeDocument/2006/relationships/image" Target="../media/image186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36.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37.xml.rels><?xml version="1.0" encoding="UTF-8" standalone="yes"?>
<Relationships xmlns="http://schemas.openxmlformats.org/package/2006/relationships"><Relationship Id="rId3" Type="http://schemas.openxmlformats.org/officeDocument/2006/relationships/image" Target="../media/image235.jpeg"/><Relationship Id="rId7" Type="http://schemas.openxmlformats.org/officeDocument/2006/relationships/image" Target="../media/image239.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38.png"/><Relationship Id="rId5" Type="http://schemas.openxmlformats.org/officeDocument/2006/relationships/image" Target="../media/image237.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38.xml.rels><?xml version="1.0" encoding="UTF-8" standalone="yes"?>
<Relationships xmlns="http://schemas.openxmlformats.org/package/2006/relationships"><Relationship Id="rId8" Type="http://schemas.openxmlformats.org/officeDocument/2006/relationships/image" Target="../media/image240.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39.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27.xml"/><Relationship Id="rId16"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3.png"/><Relationship Id="rId9" Type="http://schemas.openxmlformats.org/officeDocument/2006/relationships/image" Target="../media/image712.png"/><Relationship Id="rId14" Type="http://schemas.openxmlformats.org/officeDocument/2006/relationships/image" Target="../media/image1210.png"/></Relationships>
</file>

<file path=ppt/slides/_rels/slide40.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3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242.png"/><Relationship Id="rId4" Type="http://schemas.openxmlformats.org/officeDocument/2006/relationships/image" Target="../media/image452.png"/><Relationship Id="rId9" Type="http://schemas.openxmlformats.org/officeDocument/2006/relationships/image" Target="../media/image241.png"/></Relationships>
</file>

<file path=ppt/slides/_rels/slide41.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38.png"/><Relationship Id="rId12" Type="http://schemas.openxmlformats.org/officeDocument/2006/relationships/image" Target="../media/image561.png"/><Relationship Id="rId2" Type="http://schemas.openxmlformats.org/officeDocument/2006/relationships/notesSlide" Target="../notesSlides/notesSlide29.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42.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243.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244.svg"/></Relationships>
</file>

<file path=ppt/slides/_rels/slide43.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png"/><Relationship Id="rId2" Type="http://schemas.openxmlformats.org/officeDocument/2006/relationships/notesSlide" Target="../notesSlides/notesSlide31.xml"/><Relationship Id="rId16" Type="http://schemas.openxmlformats.org/officeDocument/2006/relationships/image" Target="../media/image2110.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png"/><Relationship Id="rId27" Type="http://schemas.openxmlformats.org/officeDocument/2006/relationships/image" Target="../media/image320.png"/></Relationships>
</file>

<file path=ppt/slides/_rels/slide44.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png"/><Relationship Id="rId2" Type="http://schemas.openxmlformats.org/officeDocument/2006/relationships/notesSlide" Target="../notesSlides/notesSlide32.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png"/><Relationship Id="rId27" Type="http://schemas.openxmlformats.org/officeDocument/2006/relationships/image" Target="../media/image313.png"/></Relationships>
</file>

<file path=ppt/slides/_rels/slide45.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245.png"/></Relationships>
</file>

<file path=ppt/slides/_rels/slide46.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34.xml"/><Relationship Id="rId16" Type="http://schemas.openxmlformats.org/officeDocument/2006/relationships/image" Target="../media/image550.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47.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48.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46.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47.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49.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46.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36.xml"/><Relationship Id="rId16" Type="http://schemas.openxmlformats.org/officeDocument/2006/relationships/image" Target="../media/image248.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50.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50.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49.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49.png"/><Relationship Id="rId14" Type="http://schemas.openxmlformats.org/officeDocument/2006/relationships/image" Target="../media/image253.png"/></Relationships>
</file>

<file path=ppt/slides/_rels/slide51.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55.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56.png"/><Relationship Id="rId17" Type="http://schemas.openxmlformats.org/officeDocument/2006/relationships/image" Target="../media/image258.png"/><Relationship Id="rId2" Type="http://schemas.openxmlformats.org/officeDocument/2006/relationships/image" Target="../media/image254.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57.png"/><Relationship Id="rId10" Type="http://schemas.openxmlformats.org/officeDocument/2006/relationships/image" Target="../media/image730.png"/><Relationship Id="rId19" Type="http://schemas.openxmlformats.org/officeDocument/2006/relationships/image" Target="../media/image259.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260.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37.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53.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264.png"/><Relationship Id="rId7" Type="http://schemas.openxmlformats.org/officeDocument/2006/relationships/image" Target="../media/image2600.png"/><Relationship Id="rId12" Type="http://schemas.openxmlformats.org/officeDocument/2006/relationships/image" Target="../media/image310.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png"/><Relationship Id="rId5" Type="http://schemas.openxmlformats.org/officeDocument/2006/relationships/image" Target="../media/image2400.png"/><Relationship Id="rId10" Type="http://schemas.openxmlformats.org/officeDocument/2006/relationships/image" Target="../media/image290.png"/><Relationship Id="rId4" Type="http://schemas.openxmlformats.org/officeDocument/2006/relationships/image" Target="../media/image256.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D4B55D25-2833-E6AE-E960-9A085D57D0BE}"/>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0AEA137B-02D2-3338-4C9D-9B6673380EC3}"/>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0AEA137B-02D2-3338-4C9D-9B6673380EC3}"/>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6" idx="3"/>
            <a:endCxn id="7" idx="1"/>
          </p:cNvCxnSpPr>
          <p:nvPr/>
        </p:nvCxnSpPr>
        <p:spPr>
          <a:xfrm>
            <a:off x="7621821" y="6492240"/>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C998DB4F-BB9A-1B31-C355-0000F3769510}"/>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A9582F5A-62E1-980C-D2D3-E25579C7C48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4C30349-85CA-F1F7-77A1-740D0EC4652C}"/>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4C30349-85CA-F1F7-77A1-740D0EC4652C}"/>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2" name="Picture 1">
            <a:extLst>
              <a:ext uri="{FF2B5EF4-FFF2-40B4-BE49-F238E27FC236}">
                <a16:creationId xmlns:a16="http://schemas.microsoft.com/office/drawing/2014/main" id="{8C61EB78-5BF8-D8D5-F6C3-148810D7A883}"/>
              </a:ext>
            </a:extLst>
          </p:cNvPr>
          <p:cNvPicPr>
            <a:picLocks noChangeAspect="1"/>
          </p:cNvPicPr>
          <p:nvPr/>
        </p:nvPicPr>
        <p:blipFill>
          <a:blip r:embed="rId29"/>
          <a:stretch>
            <a:fillRect/>
          </a:stretch>
        </p:blipFill>
        <p:spPr>
          <a:xfrm>
            <a:off x="6919" y="3311422"/>
            <a:ext cx="3516796" cy="2116358"/>
          </a:xfrm>
          <a:prstGeom prst="rect">
            <a:avLst/>
          </a:prstGeom>
        </p:spPr>
      </p:pic>
      <p:pic>
        <p:nvPicPr>
          <p:cNvPr id="3" name="Picture 2">
            <a:extLst>
              <a:ext uri="{FF2B5EF4-FFF2-40B4-BE49-F238E27FC236}">
                <a16:creationId xmlns:a16="http://schemas.microsoft.com/office/drawing/2014/main" id="{DD679A66-4449-A602-540D-9A01A7F00D6F}"/>
              </a:ext>
            </a:extLst>
          </p:cNvPr>
          <p:cNvPicPr>
            <a:picLocks noChangeAspect="1"/>
          </p:cNvPicPr>
          <p:nvPr/>
        </p:nvPicPr>
        <p:blipFill>
          <a:blip r:embed="rId30"/>
          <a:stretch>
            <a:fillRect/>
          </a:stretch>
        </p:blipFill>
        <p:spPr>
          <a:xfrm>
            <a:off x="3914254" y="3257301"/>
            <a:ext cx="3785384" cy="2277990"/>
          </a:xfrm>
          <a:prstGeom prst="rect">
            <a:avLst/>
          </a:prstGeom>
        </p:spPr>
      </p:pic>
      <p:pic>
        <p:nvPicPr>
          <p:cNvPr id="11" name="Picture 10">
            <a:extLst>
              <a:ext uri="{FF2B5EF4-FFF2-40B4-BE49-F238E27FC236}">
                <a16:creationId xmlns:a16="http://schemas.microsoft.com/office/drawing/2014/main" id="{6DA3BE72-0268-9B6E-3703-F732590E511C}"/>
              </a:ext>
            </a:extLst>
          </p:cNvPr>
          <p:cNvPicPr>
            <a:picLocks noChangeAspect="1"/>
          </p:cNvPicPr>
          <p:nvPr/>
        </p:nvPicPr>
        <p:blipFill>
          <a:blip r:embed="rId31"/>
          <a:stretch>
            <a:fillRect/>
          </a:stretch>
        </p:blipFill>
        <p:spPr>
          <a:xfrm>
            <a:off x="8153572" y="3275017"/>
            <a:ext cx="3781253" cy="227550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17</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20</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21</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22</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en-US"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i="1"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1348898779"/>
              </p:ext>
            </p:extLst>
          </p:nvPr>
        </p:nvGraphicFramePr>
        <p:xfrm>
          <a:off x="357959" y="2736059"/>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YLR174W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82971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CBFA6DE7-FBB4-0746-18A4-363E0E1C86A7}"/>
              </a:ext>
            </a:extLst>
          </p:cNvPr>
          <p:cNvGraphicFramePr>
            <a:graphicFrameLocks noGrp="1"/>
          </p:cNvGraphicFramePr>
          <p:nvPr>
            <p:extLst>
              <p:ext uri="{D42A27DB-BD31-4B8C-83A1-F6EECF244321}">
                <p14:modId xmlns:p14="http://schemas.microsoft.com/office/powerpoint/2010/main" val="2367872996"/>
              </p:ext>
            </p:extLst>
          </p:nvPr>
        </p:nvGraphicFramePr>
        <p:xfrm>
          <a:off x="317562" y="2724401"/>
          <a:ext cx="976072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1212544">
                  <a:extLst>
                    <a:ext uri="{9D8B030D-6E8A-4147-A177-3AD203B41FA5}">
                      <a16:colId xmlns:a16="http://schemas.microsoft.com/office/drawing/2014/main" val="4127205626"/>
                    </a:ext>
                  </a:extLst>
                </a:gridCol>
                <a:gridCol w="1683484">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EC Code</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t>1.5.1.10</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t>non annotated</a:t>
                      </a:r>
                    </a:p>
                  </a:txBody>
                  <a:tcPr/>
                </a:tc>
                <a:tc>
                  <a:txBody>
                    <a:bodyPr/>
                    <a:lstStyle/>
                    <a:p>
                      <a:r>
                        <a:rPr lang="en-US" sz="1200" dirty="0">
                          <a:hlinkClick r:id="rId29"/>
                        </a:rPr>
                        <a:t>AGC1 (AlphaFold</a:t>
                      </a:r>
                      <a:r>
                        <a:rPr lang="en-US" sz="1200" dirty="0"/>
                        <a:t>)</a:t>
                      </a:r>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r>
                        <a:rPr lang="en-US" sz="1200" dirty="0"/>
                        <a:t>1.1.1.42</a:t>
                      </a:r>
                    </a:p>
                  </a:txBody>
                  <a:tcPr/>
                </a:tc>
                <a:tc>
                  <a:txBody>
                    <a:bodyPr/>
                    <a:lstStyle/>
                    <a:p>
                      <a:r>
                        <a:rPr lang="en-US" sz="1200" dirty="0">
                          <a:hlinkClick r:id="rId30"/>
                        </a:rPr>
                        <a:t>IDHC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2.6.1.1</a:t>
                      </a:r>
                    </a:p>
                  </a:txBody>
                  <a:tcPr/>
                </a:tc>
                <a:tc>
                  <a:txBody>
                    <a:bodyPr/>
                    <a:lstStyle/>
                    <a:p>
                      <a:r>
                        <a:rPr lang="" sz="1200" b="0" i="0" dirty="0">
                          <a:solidFill>
                            <a:srgbClr val="0A0A0A"/>
                          </a:solidFill>
                          <a:effectLst/>
                          <a:latin typeface="Lato" panose="020F0502020204030203" pitchFamily="34" charset="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2.6.1.19</a:t>
                      </a:r>
                    </a:p>
                  </a:txBody>
                  <a:tcPr/>
                </a:tc>
                <a:tc>
                  <a:txBody>
                    <a:bodyPr/>
                    <a:lstStyle/>
                    <a:p>
                      <a:r>
                        <a:rPr lang="es-ES" sz="1200" dirty="0">
                          <a:hlinkClick r:id="rId32"/>
                        </a:rPr>
                        <a:t>GABAT (</a:t>
                      </a:r>
                      <a:r>
                        <a:rPr lang="es-ES" sz="1200" dirty="0" err="1">
                          <a:hlinkClick r:id="rId32"/>
                        </a:rPr>
                        <a:t>AlphaFold</a:t>
                      </a:r>
                      <a:r>
                        <a:rPr lang="es-ES" sz="1200" dirty="0">
                          <a:hlinkClick r:id="rId32"/>
                        </a:rPr>
                        <a:t>)</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1.4.1.4</a:t>
                      </a:r>
                    </a:p>
                  </a:txBody>
                  <a:tcPr/>
                </a:tc>
                <a:tc>
                  <a:txBody>
                    <a:bodyPr/>
                    <a:lstStyle/>
                    <a:p>
                      <a:r>
                        <a:rPr lang="en-GB" sz="1200" dirty="0">
                          <a:hlinkClick r:id="rId33"/>
                        </a:rPr>
                        <a:t>DHE5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6.3.1.2</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6.3.2.12</a:t>
                      </a:r>
                    </a:p>
                  </a:txBody>
                  <a:tcPr/>
                </a:tc>
                <a:tc>
                  <a:txBody>
                    <a:bodyPr/>
                    <a:lstStyle/>
                    <a:p>
                      <a:r>
                        <a:rPr lang="en-GB" sz="1200" dirty="0">
                          <a:hlinkClick r:id="rId35"/>
                        </a:rPr>
                        <a:t>FOLD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6.3.2.2</a:t>
                      </a:r>
                    </a:p>
                  </a:txBody>
                  <a:tcPr/>
                </a:tc>
                <a:tc>
                  <a:txBody>
                    <a:bodyPr/>
                    <a:lstStyle/>
                    <a:p>
                      <a:r>
                        <a:rPr lang="" sz="1200" b="0" i="0" dirty="0">
                          <a:solidFill>
                            <a:srgbClr val="0A0A0A"/>
                          </a:solidFill>
                          <a:effectLst/>
                          <a:latin typeface="Lato" panose="020F0502020204030203" pitchFamily="34" charset="0"/>
                          <a:hlinkClick r:id="rId36"/>
                        </a:rPr>
                        <a:t>3IG5</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r>
                        <a:rPr lang="en-US" sz="1200" dirty="0"/>
                        <a:t>6.3.2.2</a:t>
                      </a:r>
                    </a:p>
                  </a:txBody>
                  <a:tcPr/>
                </a:tc>
                <a:tc>
                  <a:txBody>
                    <a:bodyPr/>
                    <a:lstStyle/>
                    <a:p>
                      <a:r>
                        <a:rPr lang="en-GB" sz="1200" dirty="0">
                          <a:hlinkClick r:id="rId37"/>
                        </a:rPr>
                        <a:t>MTAP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015392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34</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35</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36</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37</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4724</Words>
  <Application>Microsoft Office PowerPoint</Application>
  <PresentationFormat>Widescreen</PresentationFormat>
  <Paragraphs>1436</Paragraphs>
  <Slides>53</Slides>
  <Notes>38</Notes>
  <HiddenSlides>19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53</vt:i4>
      </vt:variant>
    </vt:vector>
  </HeadingPairs>
  <TitlesOfParts>
    <vt:vector size="61" baseType="lpstr">
      <vt:lpstr>Aptos</vt:lpstr>
      <vt:lpstr>Aptos Display</vt:lpstr>
      <vt:lpstr>Arial</vt:lpstr>
      <vt:lpstr>Cambria Math</vt:lpstr>
      <vt:lpstr>Lato</vt:lpstr>
      <vt:lpstr>Menlo</vt:lpstr>
      <vt:lpstr>NimbusRomNo9L-Regu</vt:lpstr>
      <vt:lpstr>Office Theme</vt:lpstr>
      <vt:lpstr>Associating Metabolic reactions and AI machines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44</cp:revision>
  <dcterms:created xsi:type="dcterms:W3CDTF">2025-12-24T00:00:45Z</dcterms:created>
  <dcterms:modified xsi:type="dcterms:W3CDTF">2026-07-01T13:09:11Z</dcterms:modified>
</cp:coreProperties>
</file>