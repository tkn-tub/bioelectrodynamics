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ink/ink507.xml" ContentType="application/inkml+xml"/>
  <Override PartName="/ppt/ink/ink508.xml" ContentType="application/inkml+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1" r:id="rId28"/>
    <p:sldId id="1892" r:id="rId29"/>
    <p:sldId id="1887" r:id="rId30"/>
    <p:sldId id="1883" r:id="rId31"/>
    <p:sldId id="1884" r:id="rId32"/>
    <p:sldId id="1885" r:id="rId33"/>
    <p:sldId id="1886" r:id="rId34"/>
    <p:sldId id="1875" r:id="rId35"/>
    <p:sldId id="1876" r:id="rId36"/>
    <p:sldId id="1877" r:id="rId37"/>
    <p:sldId id="1878" r:id="rId38"/>
    <p:sldId id="257" r:id="rId39"/>
    <p:sldId id="273" r:id="rId40"/>
    <p:sldId id="274" r:id="rId41"/>
    <p:sldId id="275" r:id="rId42"/>
    <p:sldId id="1846" r:id="rId43"/>
    <p:sldId id="265" r:id="rId44"/>
    <p:sldId id="266" r:id="rId45"/>
    <p:sldId id="267" r:id="rId46"/>
    <p:sldId id="264" r:id="rId47"/>
    <p:sldId id="268" r:id="rId48"/>
    <p:sldId id="269" r:id="rId49"/>
    <p:sldId id="272" r:id="rId50"/>
    <p:sldId id="260" r:id="rId51"/>
    <p:sldId id="261" r:id="rId52"/>
    <p:sldId id="263" r:id="rId53"/>
    <p:sldId id="259" r:id="rId54"/>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82479" autoAdjust="0"/>
  </p:normalViewPr>
  <p:slideViewPr>
    <p:cSldViewPr snapToGrid="0">
      <p:cViewPr varScale="1">
        <p:scale>
          <a:sx n="49" d="100"/>
          <a:sy n="49" d="100"/>
        </p:scale>
        <p:origin x="1244" y="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6/22/2026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42</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44</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47</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49</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52</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6/22/2026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6/22/2026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39.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6.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7.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1.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3.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4.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5.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6.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7.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s>
</file>

<file path=ppt/slides/_rels/slide28.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8.xml"/><Relationship Id="rId16" Type="http://schemas.openxmlformats.org/officeDocument/2006/relationships/image" Target="../media/image212.png"/><Relationship Id="rId20" Type="http://schemas.openxmlformats.org/officeDocument/2006/relationships/image" Target="../media/image216.png"/><Relationship Id="rId29" Type="http://schemas.openxmlformats.org/officeDocument/2006/relationships/hyperlink" Target="https://www.uniprot.org/uniprotkb/P23542/entry#structure" TargetMode="External"/><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28" Type="http://schemas.openxmlformats.org/officeDocument/2006/relationships/hyperlink" Target="https://www.uniprot.org/uniprotkb/P38999/entry" TargetMode="External"/><Relationship Id="rId10" Type="http://schemas.openxmlformats.org/officeDocument/2006/relationships/image" Target="../media/image206.png"/><Relationship Id="rId19" Type="http://schemas.openxmlformats.org/officeDocument/2006/relationships/image" Target="../media/image215.png"/><Relationship Id="rId31" Type="http://schemas.openxmlformats.org/officeDocument/2006/relationships/hyperlink" Target="https://www.uniprot.org/uniprotkb/P32477/entry#structure" TargetMode="External"/><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 Id="rId30" Type="http://schemas.openxmlformats.org/officeDocument/2006/relationships/hyperlink" Target="https://www.uniprot.org/uniprotkb/P32288/entry#structure" TargetMode="External"/></Relationships>
</file>

<file path=ppt/slides/_rels/slide29.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9.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30.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0.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24.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1.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1.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25.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2.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2.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35.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226.jpeg"/><Relationship Id="rId7" Type="http://schemas.openxmlformats.org/officeDocument/2006/relationships/image" Target="../media/image181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227.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36.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226.jpeg"/><Relationship Id="rId7" Type="http://schemas.openxmlformats.org/officeDocument/2006/relationships/image" Target="../media/image186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27.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37.xml.rels><?xml version="1.0" encoding="UTF-8" standalone="yes"?>
<Relationships xmlns="http://schemas.openxmlformats.org/package/2006/relationships"><Relationship Id="rId3" Type="http://schemas.openxmlformats.org/officeDocument/2006/relationships/image" Target="../media/image226.jpeg"/><Relationship Id="rId7" Type="http://schemas.openxmlformats.org/officeDocument/2006/relationships/image" Target="../media/image2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29.png"/><Relationship Id="rId5" Type="http://schemas.openxmlformats.org/officeDocument/2006/relationships/image" Target="../media/image228.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38.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39.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27.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png"/><Relationship Id="rId9" Type="http://schemas.openxmlformats.org/officeDocument/2006/relationships/image" Target="../media/image712.png"/><Relationship Id="rId14" Type="http://schemas.openxmlformats.org/officeDocument/2006/relationships/image" Target="../media/image1210.png"/></Relationships>
</file>

<file path=ppt/slides/_rels/slide40.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233.png"/><Relationship Id="rId4" Type="http://schemas.openxmlformats.org/officeDocument/2006/relationships/image" Target="../media/image452.png"/><Relationship Id="rId9" Type="http://schemas.openxmlformats.org/officeDocument/2006/relationships/image" Target="../media/image232.png"/></Relationships>
</file>

<file path=ppt/slides/_rels/slide41.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29.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42.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234.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235.svg"/></Relationships>
</file>

<file path=ppt/slides/_rels/slide43.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png"/><Relationship Id="rId2" Type="http://schemas.openxmlformats.org/officeDocument/2006/relationships/notesSlide" Target="../notesSlides/notesSlide31.xml"/><Relationship Id="rId16" Type="http://schemas.openxmlformats.org/officeDocument/2006/relationships/image" Target="../media/image2110.png"/><Relationship Id="rId20" Type="http://schemas.openxmlformats.org/officeDocument/2006/relationships/image" Target="../media/image252.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png"/><Relationship Id="rId10" Type="http://schemas.openxmlformats.org/officeDocument/2006/relationships/image" Target="../media/image1510.png"/><Relationship Id="rId19" Type="http://schemas.openxmlformats.org/officeDocument/2006/relationships/image" Target="../media/image241.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png"/><Relationship Id="rId27" Type="http://schemas.openxmlformats.org/officeDocument/2006/relationships/image" Target="../media/image320.png"/></Relationships>
</file>

<file path=ppt/slides/_rels/slide44.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png"/><Relationship Id="rId2" Type="http://schemas.openxmlformats.org/officeDocument/2006/relationships/notesSlide" Target="../notesSlides/notesSlide32.xml"/><Relationship Id="rId16" Type="http://schemas.openxmlformats.org/officeDocument/2006/relationships/image" Target="../media/image2000.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png"/><Relationship Id="rId27" Type="http://schemas.openxmlformats.org/officeDocument/2006/relationships/image" Target="../media/image313.png"/></Relationships>
</file>

<file path=ppt/slides/_rels/slide45.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236.png"/></Relationships>
</file>

<file path=ppt/slides/_rels/slide46.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34.xml"/><Relationship Id="rId16" Type="http://schemas.openxmlformats.org/officeDocument/2006/relationships/image" Target="../media/image550.png"/><Relationship Id="rId20" Type="http://schemas.openxmlformats.org/officeDocument/2006/relationships/image" Target="../media/image251.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png"/><Relationship Id="rId27" Type="http://schemas.openxmlformats.org/officeDocument/2006/relationships/image" Target="../media/image620.png"/></Relationships>
</file>

<file path=ppt/slides/_rels/slide47.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48.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237.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238.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49.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237.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36.xml"/><Relationship Id="rId16" Type="http://schemas.openxmlformats.org/officeDocument/2006/relationships/image" Target="../media/image239.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50.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243.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240.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240.png"/><Relationship Id="rId14" Type="http://schemas.openxmlformats.org/officeDocument/2006/relationships/image" Target="../media/image244.png"/></Relationships>
</file>

<file path=ppt/slides/_rels/slide51.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246.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247.png"/><Relationship Id="rId17" Type="http://schemas.openxmlformats.org/officeDocument/2006/relationships/image" Target="../media/image249.png"/><Relationship Id="rId2" Type="http://schemas.openxmlformats.org/officeDocument/2006/relationships/image" Target="../media/image245.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248.png"/><Relationship Id="rId10" Type="http://schemas.openxmlformats.org/officeDocument/2006/relationships/image" Target="../media/image730.png"/><Relationship Id="rId19" Type="http://schemas.openxmlformats.org/officeDocument/2006/relationships/image" Target="../media/image250.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253.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37.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53.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254.png"/><Relationship Id="rId7" Type="http://schemas.openxmlformats.org/officeDocument/2006/relationships/image" Target="../media/image260.png"/><Relationship Id="rId12" Type="http://schemas.openxmlformats.org/officeDocument/2006/relationships/image" Target="../media/image310.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png"/><Relationship Id="rId5" Type="http://schemas.openxmlformats.org/officeDocument/2006/relationships/image" Target="../media/image2400.png"/><Relationship Id="rId10" Type="http://schemas.openxmlformats.org/officeDocument/2006/relationships/image" Target="../media/image290.png"/><Relationship Id="rId4" Type="http://schemas.openxmlformats.org/officeDocument/2006/relationships/image" Target="../media/image247.png"/><Relationship Id="rId9" Type="http://schemas.openxmlformats.org/officeDocument/2006/relationships/image" Target="../media/image2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05F682-D5C5-80F3-026F-A0166A1E2F7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FA540D2-9DFB-3B13-1A1F-18E74C17C88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1348898779"/>
              </p:ext>
            </p:extLst>
          </p:nvPr>
        </p:nvGraphicFramePr>
        <p:xfrm>
          <a:off x="357959" y="2736059"/>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YLR174W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82971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CBFA6DE7-FBB4-0746-18A4-363E0E1C86A7}"/>
              </a:ext>
            </a:extLst>
          </p:cNvPr>
          <p:cNvGraphicFramePr>
            <a:graphicFrameLocks noGrp="1"/>
          </p:cNvGraphicFramePr>
          <p:nvPr>
            <p:extLst>
              <p:ext uri="{D42A27DB-BD31-4B8C-83A1-F6EECF244321}">
                <p14:modId xmlns:p14="http://schemas.microsoft.com/office/powerpoint/2010/main" val="2129215952"/>
              </p:ext>
            </p:extLst>
          </p:nvPr>
        </p:nvGraphicFramePr>
        <p:xfrm>
          <a:off x="317562" y="2724401"/>
          <a:ext cx="976072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1779013">
                  <a:extLst>
                    <a:ext uri="{9D8B030D-6E8A-4147-A177-3AD203B41FA5}">
                      <a16:colId xmlns:a16="http://schemas.microsoft.com/office/drawing/2014/main" val="4127205626"/>
                    </a:ext>
                  </a:extLst>
                </a:gridCol>
                <a:gridCol w="1117015">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Genes</a:t>
                      </a:r>
                    </a:p>
                  </a:txBody>
                  <a:tcPr/>
                </a:tc>
                <a:tc>
                  <a:txBody>
                    <a:bodyPr/>
                    <a:lstStyle/>
                    <a:p>
                      <a:r>
                        <a:rPr lang="en-US" sz="1200" b="1" dirty="0"/>
                        <a:t>EC Code</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t>1.5.1.10</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rgbClr val="C00000"/>
                          </a:solidFill>
                        </a:rPr>
                        <a:t>YPR021C</a:t>
                      </a:r>
                    </a:p>
                  </a:txBody>
                  <a:tcPr/>
                </a:tc>
                <a:tc>
                  <a:txBody>
                    <a:bodyPr/>
                    <a:lstStyle/>
                    <a:p>
                      <a:r>
                        <a:rPr lang="en-US" sz="1200" dirty="0"/>
                        <a:t>non annotated</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r>
                        <a:rPr lang="en-US" sz="1200" dirty="0"/>
                        <a:t>1.1.1.42</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2.6.1.1</a:t>
                      </a:r>
                    </a:p>
                  </a:txBody>
                  <a:tcPr/>
                </a:tc>
                <a:tc>
                  <a:txBody>
                    <a:bodyPr/>
                    <a:lstStyle/>
                    <a:p>
                      <a:r>
                        <a:rPr lang="" sz="1200" b="0" i="0" dirty="0">
                          <a:solidFill>
                            <a:srgbClr val="0A0A0A"/>
                          </a:solidFill>
                          <a:effectLst/>
                          <a:latin typeface="Lato" panose="020F0502020204030203" pitchFamily="34" charset="0"/>
                          <a:hlinkClick r:id="rId29"/>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2.6.1.19</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dirty="0"/>
                        <a:t>YAL062W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1.4.1.4</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6.3.1.2</a:t>
                      </a:r>
                    </a:p>
                  </a:txBody>
                  <a:tcPr/>
                </a:tc>
                <a:tc>
                  <a:txBody>
                    <a:bodyPr/>
                    <a:lstStyle/>
                    <a:p>
                      <a:r>
                        <a:rPr lang="" sz="1200" b="0" i="0" dirty="0">
                          <a:solidFill>
                            <a:srgbClr val="0A0A0A"/>
                          </a:solidFill>
                          <a:effectLst/>
                          <a:latin typeface="Lato" panose="020F0502020204030203" pitchFamily="34" charset="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6.3.2.12</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6.3.2.2</a:t>
                      </a:r>
                    </a:p>
                  </a:txBody>
                  <a:tcPr/>
                </a:tc>
                <a:tc>
                  <a:txBody>
                    <a:bodyPr/>
                    <a:lstStyle/>
                    <a:p>
                      <a:r>
                        <a:rPr lang="" sz="1200" b="0" i="0" dirty="0">
                          <a:solidFill>
                            <a:srgbClr val="0A0A0A"/>
                          </a:solidFill>
                          <a:effectLst/>
                          <a:latin typeface="Lato" panose="020F0502020204030203" pitchFamily="34" charset="0"/>
                          <a:hlinkClick r:id="rId31"/>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r>
                        <a:rPr lang="en-US" sz="1200" dirty="0"/>
                        <a:t>6.3.2.2</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15392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34</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35</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36</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37</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4700</Words>
  <Application>Microsoft Office PowerPoint</Application>
  <PresentationFormat>Widescreen</PresentationFormat>
  <Paragraphs>1430</Paragraphs>
  <Slides>53</Slides>
  <Notes>38</Notes>
  <HiddenSlides>19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53</vt:i4>
      </vt:variant>
    </vt:vector>
  </HeadingPairs>
  <TitlesOfParts>
    <vt:vector size="61" baseType="lpstr">
      <vt:lpstr>Aptos</vt:lpstr>
      <vt:lpstr>Aptos Display</vt:lpstr>
      <vt:lpstr>Arial</vt:lpstr>
      <vt:lpstr>Cambria Math</vt:lpstr>
      <vt:lpstr>Lato</vt:lpstr>
      <vt:lpstr>Menlo</vt:lpstr>
      <vt:lpstr>NimbusRomNo9L-Regu</vt:lpstr>
      <vt:lpstr>Office Theme</vt:lpstr>
      <vt:lpstr>Associating Metabolic reactions and AI machines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43</cp:revision>
  <dcterms:created xsi:type="dcterms:W3CDTF">2025-12-24T00:00:45Z</dcterms:created>
  <dcterms:modified xsi:type="dcterms:W3CDTF">2026-06-22T22:33:05Z</dcterms:modified>
</cp:coreProperties>
</file>