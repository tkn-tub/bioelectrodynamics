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ink/ink507.xml" ContentType="application/inkml+xml"/>
  <Override PartName="/ppt/ink/ink508.xml" ContentType="application/inkml+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 id="2147483662" r:id="rId3"/>
  </p:sldMasterIdLst>
  <p:notesMasterIdLst>
    <p:notesMasterId r:id="rId103"/>
  </p:notesMasterIdLst>
  <p:sldIdLst>
    <p:sldId id="256" r:id="rId4"/>
    <p:sldId id="330" r:id="rId5"/>
    <p:sldId id="1940" r:id="rId6"/>
    <p:sldId id="334" r:id="rId7"/>
    <p:sldId id="1830" r:id="rId8"/>
    <p:sldId id="1833" r:id="rId9"/>
    <p:sldId id="1843" r:id="rId10"/>
    <p:sldId id="1844" r:id="rId11"/>
    <p:sldId id="1845" r:id="rId12"/>
    <p:sldId id="1850" r:id="rId13"/>
    <p:sldId id="360" r:id="rId14"/>
    <p:sldId id="1917" r:id="rId15"/>
    <p:sldId id="1915" r:id="rId16"/>
    <p:sldId id="1916" r:id="rId17"/>
    <p:sldId id="1920" r:id="rId18"/>
    <p:sldId id="1918" r:id="rId19"/>
    <p:sldId id="1921" r:id="rId20"/>
    <p:sldId id="1847" r:id="rId21"/>
    <p:sldId id="1923" r:id="rId22"/>
    <p:sldId id="1925" r:id="rId23"/>
    <p:sldId id="1924" r:id="rId24"/>
    <p:sldId id="1926" r:id="rId25"/>
    <p:sldId id="1927" r:id="rId26"/>
    <p:sldId id="1928" r:id="rId27"/>
    <p:sldId id="1929" r:id="rId28"/>
    <p:sldId id="1930" r:id="rId29"/>
    <p:sldId id="1931" r:id="rId30"/>
    <p:sldId id="1932" r:id="rId31"/>
    <p:sldId id="1944" r:id="rId32"/>
    <p:sldId id="1934" r:id="rId33"/>
    <p:sldId id="1943" r:id="rId34"/>
    <p:sldId id="1935" r:id="rId35"/>
    <p:sldId id="1936" r:id="rId36"/>
    <p:sldId id="1942" r:id="rId37"/>
    <p:sldId id="1864" r:id="rId38"/>
    <p:sldId id="1922" r:id="rId39"/>
    <p:sldId id="1865" r:id="rId40"/>
    <p:sldId id="1866" r:id="rId41"/>
    <p:sldId id="1867" r:id="rId42"/>
    <p:sldId id="1879" r:id="rId43"/>
    <p:sldId id="1880" r:id="rId44"/>
    <p:sldId id="1881" r:id="rId45"/>
    <p:sldId id="1939" r:id="rId46"/>
    <p:sldId id="1869" r:id="rId47"/>
    <p:sldId id="1870" r:id="rId48"/>
    <p:sldId id="1871" r:id="rId49"/>
    <p:sldId id="1872" r:id="rId50"/>
    <p:sldId id="1873" r:id="rId51"/>
    <p:sldId id="1874" r:id="rId52"/>
    <p:sldId id="1888" r:id="rId53"/>
    <p:sldId id="1882" r:id="rId54"/>
    <p:sldId id="1890" r:id="rId55"/>
    <p:sldId id="1889" r:id="rId56"/>
    <p:sldId id="1895" r:id="rId57"/>
    <p:sldId id="1892" r:id="rId58"/>
    <p:sldId id="1906" r:id="rId59"/>
    <p:sldId id="1904" r:id="rId60"/>
    <p:sldId id="1891" r:id="rId61"/>
    <p:sldId id="1905" r:id="rId62"/>
    <p:sldId id="1896" r:id="rId63"/>
    <p:sldId id="1911" r:id="rId64"/>
    <p:sldId id="1909" r:id="rId65"/>
    <p:sldId id="1903" r:id="rId66"/>
    <p:sldId id="1907" r:id="rId67"/>
    <p:sldId id="1908" r:id="rId68"/>
    <p:sldId id="1902" r:id="rId69"/>
    <p:sldId id="1897" r:id="rId70"/>
    <p:sldId id="1913" r:id="rId71"/>
    <p:sldId id="1900" r:id="rId72"/>
    <p:sldId id="1901" r:id="rId73"/>
    <p:sldId id="1898" r:id="rId74"/>
    <p:sldId id="1912" r:id="rId75"/>
    <p:sldId id="1899" r:id="rId76"/>
    <p:sldId id="1887" r:id="rId77"/>
    <p:sldId id="1883" r:id="rId78"/>
    <p:sldId id="1884" r:id="rId79"/>
    <p:sldId id="1885" r:id="rId80"/>
    <p:sldId id="1886" r:id="rId81"/>
    <p:sldId id="1875" r:id="rId82"/>
    <p:sldId id="1914" r:id="rId83"/>
    <p:sldId id="1876" r:id="rId84"/>
    <p:sldId id="1877" r:id="rId85"/>
    <p:sldId id="1878" r:id="rId86"/>
    <p:sldId id="257" r:id="rId87"/>
    <p:sldId id="273" r:id="rId88"/>
    <p:sldId id="274" r:id="rId89"/>
    <p:sldId id="275" r:id="rId90"/>
    <p:sldId id="1846" r:id="rId91"/>
    <p:sldId id="265" r:id="rId92"/>
    <p:sldId id="266" r:id="rId93"/>
    <p:sldId id="267" r:id="rId94"/>
    <p:sldId id="264" r:id="rId95"/>
    <p:sldId id="268" r:id="rId96"/>
    <p:sldId id="269" r:id="rId97"/>
    <p:sldId id="272" r:id="rId98"/>
    <p:sldId id="260" r:id="rId99"/>
    <p:sldId id="261" r:id="rId100"/>
    <p:sldId id="263" r:id="rId101"/>
    <p:sldId id="259" r:id="rId102"/>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EBDFC6"/>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2" autoAdjust="0"/>
    <p:restoredTop sz="96723" autoAdjust="0"/>
  </p:normalViewPr>
  <p:slideViewPr>
    <p:cSldViewPr snapToGrid="0">
      <p:cViewPr varScale="1">
        <p:scale>
          <a:sx n="120" d="100"/>
          <a:sy n="120" d="100"/>
        </p:scale>
        <p:origin x="11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84" Type="http://schemas.openxmlformats.org/officeDocument/2006/relationships/slide" Target="slides/slide81.xml"/><Relationship Id="rId89" Type="http://schemas.openxmlformats.org/officeDocument/2006/relationships/slide" Target="slides/slide86.xml"/><Relationship Id="rId16" Type="http://schemas.openxmlformats.org/officeDocument/2006/relationships/slide" Target="slides/slide13.xml"/><Relationship Id="rId107" Type="http://schemas.openxmlformats.org/officeDocument/2006/relationships/tableStyles" Target="tableStyles.xml"/><Relationship Id="rId11" Type="http://schemas.openxmlformats.org/officeDocument/2006/relationships/slide" Target="slides/slide8.xml"/><Relationship Id="rId32" Type="http://schemas.openxmlformats.org/officeDocument/2006/relationships/slide" Target="slides/slide29.xml"/><Relationship Id="rId37" Type="http://schemas.openxmlformats.org/officeDocument/2006/relationships/slide" Target="slides/slide34.xml"/><Relationship Id="rId53" Type="http://schemas.openxmlformats.org/officeDocument/2006/relationships/slide" Target="slides/slide50.xml"/><Relationship Id="rId58" Type="http://schemas.openxmlformats.org/officeDocument/2006/relationships/slide" Target="slides/slide55.xml"/><Relationship Id="rId74" Type="http://schemas.openxmlformats.org/officeDocument/2006/relationships/slide" Target="slides/slide71.xml"/><Relationship Id="rId79" Type="http://schemas.openxmlformats.org/officeDocument/2006/relationships/slide" Target="slides/slide76.xml"/><Relationship Id="rId102" Type="http://schemas.openxmlformats.org/officeDocument/2006/relationships/slide" Target="slides/slide99.xml"/><Relationship Id="rId5" Type="http://schemas.openxmlformats.org/officeDocument/2006/relationships/slide" Target="slides/slide2.xml"/><Relationship Id="rId90" Type="http://schemas.openxmlformats.org/officeDocument/2006/relationships/slide" Target="slides/slide87.xml"/><Relationship Id="rId95" Type="http://schemas.openxmlformats.org/officeDocument/2006/relationships/slide" Target="slides/slide92.xml"/><Relationship Id="rId22" Type="http://schemas.openxmlformats.org/officeDocument/2006/relationships/slide" Target="slides/slide19.xml"/><Relationship Id="rId27" Type="http://schemas.openxmlformats.org/officeDocument/2006/relationships/slide" Target="slides/slide24.xml"/><Relationship Id="rId43" Type="http://schemas.openxmlformats.org/officeDocument/2006/relationships/slide" Target="slides/slide40.xml"/><Relationship Id="rId48" Type="http://schemas.openxmlformats.org/officeDocument/2006/relationships/slide" Target="slides/slide45.xml"/><Relationship Id="rId64" Type="http://schemas.openxmlformats.org/officeDocument/2006/relationships/slide" Target="slides/slide61.xml"/><Relationship Id="rId69" Type="http://schemas.openxmlformats.org/officeDocument/2006/relationships/slide" Target="slides/slide66.xml"/><Relationship Id="rId80" Type="http://schemas.openxmlformats.org/officeDocument/2006/relationships/slide" Target="slides/slide77.xml"/><Relationship Id="rId85" Type="http://schemas.openxmlformats.org/officeDocument/2006/relationships/slide" Target="slides/slide82.xml"/><Relationship Id="rId12" Type="http://schemas.openxmlformats.org/officeDocument/2006/relationships/slide" Target="slides/slide9.xml"/><Relationship Id="rId17" Type="http://schemas.openxmlformats.org/officeDocument/2006/relationships/slide" Target="slides/slide14.xml"/><Relationship Id="rId33" Type="http://schemas.openxmlformats.org/officeDocument/2006/relationships/slide" Target="slides/slide30.xml"/><Relationship Id="rId38" Type="http://schemas.openxmlformats.org/officeDocument/2006/relationships/slide" Target="slides/slide35.xml"/><Relationship Id="rId59" Type="http://schemas.openxmlformats.org/officeDocument/2006/relationships/slide" Target="slides/slide56.xml"/><Relationship Id="rId103" Type="http://schemas.openxmlformats.org/officeDocument/2006/relationships/notesMaster" Target="notesMasters/notesMaster1.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slide" Target="slides/slide67.xml"/><Relationship Id="rId75" Type="http://schemas.openxmlformats.org/officeDocument/2006/relationships/slide" Target="slides/slide72.xml"/><Relationship Id="rId83" Type="http://schemas.openxmlformats.org/officeDocument/2006/relationships/slide" Target="slides/slide80.xml"/><Relationship Id="rId88" Type="http://schemas.openxmlformats.org/officeDocument/2006/relationships/slide" Target="slides/slide85.xml"/><Relationship Id="rId91" Type="http://schemas.openxmlformats.org/officeDocument/2006/relationships/slide" Target="slides/slide88.xml"/><Relationship Id="rId96" Type="http://schemas.openxmlformats.org/officeDocument/2006/relationships/slide" Target="slides/slide93.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6" Type="http://schemas.openxmlformats.org/officeDocument/2006/relationships/theme" Target="theme/theme1.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slide" Target="slides/slide70.xml"/><Relationship Id="rId78" Type="http://schemas.openxmlformats.org/officeDocument/2006/relationships/slide" Target="slides/slide75.xml"/><Relationship Id="rId81" Type="http://schemas.openxmlformats.org/officeDocument/2006/relationships/slide" Target="slides/slide78.xml"/><Relationship Id="rId86" Type="http://schemas.openxmlformats.org/officeDocument/2006/relationships/slide" Target="slides/slide83.xml"/><Relationship Id="rId94" Type="http://schemas.openxmlformats.org/officeDocument/2006/relationships/slide" Target="slides/slide91.xml"/><Relationship Id="rId99" Type="http://schemas.openxmlformats.org/officeDocument/2006/relationships/slide" Target="slides/slide96.xml"/><Relationship Id="rId101" Type="http://schemas.openxmlformats.org/officeDocument/2006/relationships/slide" Target="slides/slide98.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6" Type="http://schemas.openxmlformats.org/officeDocument/2006/relationships/slide" Target="slides/slide73.xml"/><Relationship Id="rId97" Type="http://schemas.openxmlformats.org/officeDocument/2006/relationships/slide" Target="slides/slide94.xml"/><Relationship Id="rId104"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slide" Target="slides/slide68.xml"/><Relationship Id="rId92" Type="http://schemas.openxmlformats.org/officeDocument/2006/relationships/slide" Target="slides/slide89.xml"/><Relationship Id="rId2" Type="http://schemas.openxmlformats.org/officeDocument/2006/relationships/slideMaster" Target="slideMasters/slideMaster2.xml"/><Relationship Id="rId29" Type="http://schemas.openxmlformats.org/officeDocument/2006/relationships/slide" Target="slides/slide26.xml"/><Relationship Id="rId24" Type="http://schemas.openxmlformats.org/officeDocument/2006/relationships/slide" Target="slides/slide21.xml"/><Relationship Id="rId40" Type="http://schemas.openxmlformats.org/officeDocument/2006/relationships/slide" Target="slides/slide37.xml"/><Relationship Id="rId45" Type="http://schemas.openxmlformats.org/officeDocument/2006/relationships/slide" Target="slides/slide42.xml"/><Relationship Id="rId66" Type="http://schemas.openxmlformats.org/officeDocument/2006/relationships/slide" Target="slides/slide63.xml"/><Relationship Id="rId87" Type="http://schemas.openxmlformats.org/officeDocument/2006/relationships/slide" Target="slides/slide84.xml"/><Relationship Id="rId61" Type="http://schemas.openxmlformats.org/officeDocument/2006/relationships/slide" Target="slides/slide58.xml"/><Relationship Id="rId82" Type="http://schemas.openxmlformats.org/officeDocument/2006/relationships/slide" Target="slides/slide79.xml"/><Relationship Id="rId19" Type="http://schemas.openxmlformats.org/officeDocument/2006/relationships/slide" Target="slides/slide16.xml"/><Relationship Id="rId14" Type="http://schemas.openxmlformats.org/officeDocument/2006/relationships/slide" Target="slides/slide11.xml"/><Relationship Id="rId30" Type="http://schemas.openxmlformats.org/officeDocument/2006/relationships/slide" Target="slides/slide27.xml"/><Relationship Id="rId35" Type="http://schemas.openxmlformats.org/officeDocument/2006/relationships/slide" Target="slides/slide32.xml"/><Relationship Id="rId56" Type="http://schemas.openxmlformats.org/officeDocument/2006/relationships/slide" Target="slides/slide53.xml"/><Relationship Id="rId77" Type="http://schemas.openxmlformats.org/officeDocument/2006/relationships/slide" Target="slides/slide74.xml"/><Relationship Id="rId100" Type="http://schemas.openxmlformats.org/officeDocument/2006/relationships/slide" Target="slides/slide97.xml"/><Relationship Id="rId105"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slide" Target="slides/slide69.xml"/><Relationship Id="rId93" Type="http://schemas.openxmlformats.org/officeDocument/2006/relationships/slide" Target="slides/slide90.xml"/><Relationship Id="rId98" Type="http://schemas.openxmlformats.org/officeDocument/2006/relationships/slide" Target="slides/slide95.xml"/><Relationship Id="rId3" Type="http://schemas.openxmlformats.org/officeDocument/2006/relationships/slideMaster" Target="slideMasters/slideMaster3.xml"/><Relationship Id="rId25" Type="http://schemas.openxmlformats.org/officeDocument/2006/relationships/slide" Target="slides/slide22.xml"/><Relationship Id="rId46" Type="http://schemas.openxmlformats.org/officeDocument/2006/relationships/slide" Target="slides/slide43.xml"/><Relationship Id="rId67" Type="http://schemas.openxmlformats.org/officeDocument/2006/relationships/slide" Target="slides/slide64.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10/15/2026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reactions that are </a:t>
            </a:r>
            <a:r>
              <a:rPr lang="en-US" dirty="0" err="1"/>
              <a:t>differentiallz</a:t>
            </a:r>
            <a:r>
              <a:rPr lang="en-US" dirty="0"/>
              <a:t> expressed</a:t>
            </a:r>
          </a:p>
        </p:txBody>
      </p:sp>
      <p:sp>
        <p:nvSpPr>
          <p:cNvPr id="4" name="Slide Number Placeholder 3"/>
          <p:cNvSpPr>
            <a:spLocks noGrp="1"/>
          </p:cNvSpPr>
          <p:nvPr>
            <p:ph type="sldNum" sz="quarter" idx="5"/>
          </p:nvPr>
        </p:nvSpPr>
        <p:spPr/>
        <p:txBody>
          <a:bodyPr/>
          <a:lstStyle/>
          <a:p>
            <a:fld id="{5F818A67-DE81-4BE5-A09A-01BC8A96D5BB}" type="slidenum">
              <a:rPr lang="en-US" smtClean="0"/>
              <a:t>1</a:t>
            </a:fld>
            <a:endParaRPr lang="en-US"/>
          </a:p>
        </p:txBody>
      </p:sp>
    </p:spTree>
    <p:extLst>
      <p:ext uri="{BB962C8B-B14F-4D97-AF65-F5344CB8AC3E}">
        <p14:creationId xmlns:p14="http://schemas.microsoft.com/office/powerpoint/2010/main" val="11740681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31CB-C872-5EFF-8FEC-1A5B6CE04A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1DEF63-B3DF-C6F9-58FB-BE605729D5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64E5DE-F252-EEF7-26E0-5A99AFFCBCDD}"/>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2743A633-D80C-ABB3-3DD7-69F649C972B8}"/>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34885402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9C283-37CD-5208-791B-6847B40A53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7DBCA-AFC0-49F0-C902-E0F4C04010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122509-0B53-3DC7-46E0-5215B0CDAA96}"/>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1E93F11C-32B1-D354-D2ED-9AEA2A5365D1}"/>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38824415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5342D-121A-9834-5FE2-90DF857C65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584379-5190-B7DF-B50C-CF07D413DFA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B80CCB-92B8-451A-AC15-CF5A38713B11}"/>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37F41156-ADAA-72EC-AF26-3622484849A1}"/>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3287694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33130-0AC3-454B-33B6-8B4ADC75FE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FCB23D-460A-F93B-8F6E-FFF7188CCB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621C79-D388-EE14-2BD7-82FB42FEC10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484DFB21-6BAE-8CA3-97CF-C0C90658F66D}"/>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7480279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B491C-46DE-6EE7-6DEE-05B24E917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C9BA9B-858D-1190-0A05-8FF6933025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566260-01FF-B97B-E114-D6F1A1F5C8BB}"/>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7236BF5C-78D1-B464-C365-D17BD018B29A}"/>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34674622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EE7DE-8109-AEDC-DE92-DB39047D6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0EA202-7AEB-B60D-3DB9-C710AF0AE1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03A960-B925-FD17-6F7C-306D74A6A56B}"/>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73E74A41-DFBB-868C-B8EE-AFBD1E4DA6B0}"/>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111475247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0BA55-6F23-A790-2DBF-3671075FB9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AB0165-A3B4-B1BD-8690-7F627B6378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68BF3-1293-5FC9-CF54-B665EC023DF1}"/>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CA780B03-223E-5AC0-74AD-FF74F2985B4B}"/>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39037633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CB461-3AD2-5DF7-67AD-F785F8A5E4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20D458-7D3D-FC90-E140-C6F163D233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AAB202-5348-DE5F-3D8F-CC612BCCD6B9}"/>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8BD17DE3-7104-96FC-762C-BC394A2CD724}"/>
              </a:ext>
            </a:extLst>
          </p:cNvPr>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25495494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1C3EF-42BA-9CD2-A4DB-CCC6EBBC35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37B46-F38E-A982-6103-3BBC9761CC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5DB25E-876F-4624-196E-B4DCA5CD58BF}"/>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F6F245E4-F196-09BD-47E5-40CAE7903C2D}"/>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237729862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AB2E4-B38C-D700-F036-A554FFE50B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12FDA7-650F-C307-0697-79D14F61BF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70D514-243D-3C7B-6A6A-1E519217692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11BACD78-9F6F-BFD7-BE4A-8274DE2D6789}"/>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4510329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0C434-5638-3D43-67DC-521BDD9214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F1F50C-A243-17BC-6BEE-9987CC8D0F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EC0080-BCB6-5711-4831-759B2DA09344}"/>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9D8ED4B5-341E-159D-8BF7-4783548F673A}"/>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31937701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5569A6-84BE-A654-7B2B-31C4039E94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D89507-EACE-A940-B7B7-B87042164B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9EF44F-6779-E81F-5047-C45D5F7FD39D}"/>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5F860F7D-6632-8179-0247-2BB20CB6830D}"/>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4035891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75437-ED6F-E9B8-1BA3-6C8B39092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52E695-EBF3-A440-E46A-18A21ADDC8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0921BA-9D64-8D4F-EC0C-3391AD1EC18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4D21549E-D234-CA78-1499-CBD6E767E91E}"/>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312291581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71674E-8A19-F530-7A79-C6C1ADF4E3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3F7DD-8553-F9DB-75D2-E15C4717E64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12F66FC-8B88-6E0E-25FD-4BEADA188401}"/>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B3F6F2A8-85E7-DEB3-D411-0B524A17B3E5}"/>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31511992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590E38-3C13-530E-9339-3A1F79E01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C10FDE-F276-017B-7528-21A8EAA115FC}"/>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D1D576C-FB74-1369-B77D-8240D8D0E3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4E56C24-528D-E9B1-C605-F8384B0602B0}"/>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29107550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35</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9608EF-07AE-9D61-B84C-43F5F1A362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101720-4CD0-8944-FCD8-1C062B6755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C4E561-8D0C-4265-AABE-39544005CD81}"/>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A56B4764-151F-1921-95D0-4C7F85C24C6C}"/>
              </a:ext>
            </a:extLst>
          </p:cNvPr>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575217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37</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38</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42</a:t>
            </a:fld>
            <a:endParaRPr lang="en-US"/>
          </a:p>
        </p:txBody>
      </p:sp>
    </p:spTree>
    <p:extLst>
      <p:ext uri="{BB962C8B-B14F-4D97-AF65-F5344CB8AC3E}">
        <p14:creationId xmlns:p14="http://schemas.microsoft.com/office/powerpoint/2010/main" val="194506351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4C5E5-65B5-118A-CB85-D5E6F8A3AC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97DA3-9318-3A40-13EA-F2F812C8C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10037A-32CD-4E0F-67E3-B2CC58C752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9D55A34-D2E0-37D4-8273-C0E30F3FAD20}"/>
              </a:ext>
            </a:extLst>
          </p:cNvPr>
          <p:cNvSpPr>
            <a:spLocks noGrp="1"/>
          </p:cNvSpPr>
          <p:nvPr>
            <p:ph type="sldNum" sz="quarter" idx="5"/>
          </p:nvPr>
        </p:nvSpPr>
        <p:spPr/>
        <p:txBody>
          <a:bodyPr/>
          <a:lstStyle/>
          <a:p>
            <a:fld id="{5F818A67-DE81-4BE5-A09A-01BC8A96D5BB}" type="slidenum">
              <a:rPr lang="en-US" smtClean="0"/>
              <a:t>43</a:t>
            </a:fld>
            <a:endParaRPr lang="en-US"/>
          </a:p>
        </p:txBody>
      </p:sp>
    </p:spTree>
    <p:extLst>
      <p:ext uri="{BB962C8B-B14F-4D97-AF65-F5344CB8AC3E}">
        <p14:creationId xmlns:p14="http://schemas.microsoft.com/office/powerpoint/2010/main" val="12972529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45</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46</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47</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48</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49</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308837-B25A-E3D2-3765-AAFEBA03AD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28ED99-E7F2-609E-612F-3E70505C60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EDE4AA-DA7C-282D-6177-706B6E6C29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4A8AB47-C9E7-E9EB-1108-2905717A7F73}"/>
              </a:ext>
            </a:extLst>
          </p:cNvPr>
          <p:cNvSpPr>
            <a:spLocks noGrp="1"/>
          </p:cNvSpPr>
          <p:nvPr>
            <p:ph type="sldNum" sz="quarter" idx="5"/>
          </p:nvPr>
        </p:nvSpPr>
        <p:spPr/>
        <p:txBody>
          <a:bodyPr/>
          <a:lstStyle/>
          <a:p>
            <a:fld id="{5F818A67-DE81-4BE5-A09A-01BC8A96D5BB}" type="slidenum">
              <a:rPr lang="en-US" smtClean="0"/>
              <a:t>50</a:t>
            </a:fld>
            <a:endParaRPr lang="en-US"/>
          </a:p>
        </p:txBody>
      </p:sp>
    </p:spTree>
    <p:extLst>
      <p:ext uri="{BB962C8B-B14F-4D97-AF65-F5344CB8AC3E}">
        <p14:creationId xmlns:p14="http://schemas.microsoft.com/office/powerpoint/2010/main" val="40373073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25947F-2114-3C68-BB87-ADE50C01E8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775752-637F-1F8E-C594-D26D87330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61E3D4-76C4-9493-B8DF-774F3DC01E0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1454B-B2B5-BE42-C4F8-BB70090A84D4}"/>
              </a:ext>
            </a:extLst>
          </p:cNvPr>
          <p:cNvSpPr>
            <a:spLocks noGrp="1"/>
          </p:cNvSpPr>
          <p:nvPr>
            <p:ph type="sldNum" sz="quarter" idx="5"/>
          </p:nvPr>
        </p:nvSpPr>
        <p:spPr/>
        <p:txBody>
          <a:bodyPr/>
          <a:lstStyle/>
          <a:p>
            <a:fld id="{5F818A67-DE81-4BE5-A09A-01BC8A96D5BB}" type="slidenum">
              <a:rPr lang="en-US" smtClean="0"/>
              <a:t>51</a:t>
            </a:fld>
            <a:endParaRPr lang="en-US"/>
          </a:p>
        </p:txBody>
      </p:sp>
    </p:spTree>
    <p:extLst>
      <p:ext uri="{BB962C8B-B14F-4D97-AF65-F5344CB8AC3E}">
        <p14:creationId xmlns:p14="http://schemas.microsoft.com/office/powerpoint/2010/main" val="364177946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04637-2466-13A3-5964-22A3B192EC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4068A9-B6A0-6D37-A9E5-14A18AB248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208401-8256-848A-7879-529BBCB646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1D9FC6-B383-5373-BDE1-1A71C61519E8}"/>
              </a:ext>
            </a:extLst>
          </p:cNvPr>
          <p:cNvSpPr>
            <a:spLocks noGrp="1"/>
          </p:cNvSpPr>
          <p:nvPr>
            <p:ph type="sldNum" sz="quarter" idx="5"/>
          </p:nvPr>
        </p:nvSpPr>
        <p:spPr/>
        <p:txBody>
          <a:bodyPr/>
          <a:lstStyle/>
          <a:p>
            <a:fld id="{5F818A67-DE81-4BE5-A09A-01BC8A96D5BB}" type="slidenum">
              <a:rPr lang="en-US" smtClean="0"/>
              <a:t>52</a:t>
            </a:fld>
            <a:endParaRPr lang="en-US"/>
          </a:p>
        </p:txBody>
      </p:sp>
    </p:spTree>
    <p:extLst>
      <p:ext uri="{BB962C8B-B14F-4D97-AF65-F5344CB8AC3E}">
        <p14:creationId xmlns:p14="http://schemas.microsoft.com/office/powerpoint/2010/main" val="20346088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E1AB-87C9-9766-F9DD-18EA528D9C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4BC96A-40E8-65AE-62E8-4FCBED81633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D35914-4F54-FB7C-070C-1AB9F4B4E0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04C546-FB2B-8AD9-71AF-FA752680D9DE}"/>
              </a:ext>
            </a:extLst>
          </p:cNvPr>
          <p:cNvSpPr>
            <a:spLocks noGrp="1"/>
          </p:cNvSpPr>
          <p:nvPr>
            <p:ph type="sldNum" sz="quarter" idx="5"/>
          </p:nvPr>
        </p:nvSpPr>
        <p:spPr/>
        <p:txBody>
          <a:bodyPr/>
          <a:lstStyle/>
          <a:p>
            <a:fld id="{5F818A67-DE81-4BE5-A09A-01BC8A96D5BB}" type="slidenum">
              <a:rPr lang="en-US" smtClean="0"/>
              <a:t>53</a:t>
            </a:fld>
            <a:endParaRPr lang="en-US"/>
          </a:p>
        </p:txBody>
      </p:sp>
    </p:spTree>
    <p:extLst>
      <p:ext uri="{BB962C8B-B14F-4D97-AF65-F5344CB8AC3E}">
        <p14:creationId xmlns:p14="http://schemas.microsoft.com/office/powerpoint/2010/main" val="3790384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D973FD-687F-8EE2-F5F6-947367E02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E9CBF-09A2-22CF-94FE-4978CF52FE6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CE7F39-6FB3-C69F-2DEE-5CCE4BA7795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95BA53-7C2C-6057-3E4A-EDA1F9BF1477}"/>
              </a:ext>
            </a:extLst>
          </p:cNvPr>
          <p:cNvSpPr>
            <a:spLocks noGrp="1"/>
          </p:cNvSpPr>
          <p:nvPr>
            <p:ph type="sldNum" sz="quarter" idx="5"/>
          </p:nvPr>
        </p:nvSpPr>
        <p:spPr/>
        <p:txBody>
          <a:bodyPr/>
          <a:lstStyle/>
          <a:p>
            <a:fld id="{5F818A67-DE81-4BE5-A09A-01BC8A96D5BB}" type="slidenum">
              <a:rPr lang="en-US" smtClean="0"/>
              <a:t>54</a:t>
            </a:fld>
            <a:endParaRPr lang="en-US"/>
          </a:p>
        </p:txBody>
      </p:sp>
    </p:spTree>
    <p:extLst>
      <p:ext uri="{BB962C8B-B14F-4D97-AF65-F5344CB8AC3E}">
        <p14:creationId xmlns:p14="http://schemas.microsoft.com/office/powerpoint/2010/main" val="21723821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968049-F00A-E676-822C-B04524EF66C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F869F1-2740-5DEF-2DA2-DFF6623CF5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0082E2-D8A8-DE03-BBB2-407AE683EBB1}"/>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A3E320B-F44B-6508-00A9-BA2CD07E864D}"/>
              </a:ext>
            </a:extLst>
          </p:cNvPr>
          <p:cNvSpPr>
            <a:spLocks noGrp="1"/>
          </p:cNvSpPr>
          <p:nvPr>
            <p:ph type="sldNum" sz="quarter" idx="5"/>
          </p:nvPr>
        </p:nvSpPr>
        <p:spPr/>
        <p:txBody>
          <a:bodyPr/>
          <a:lstStyle/>
          <a:p>
            <a:fld id="{5F818A67-DE81-4BE5-A09A-01BC8A96D5BB}" type="slidenum">
              <a:rPr lang="en-US" smtClean="0"/>
              <a:t>55</a:t>
            </a:fld>
            <a:endParaRPr lang="en-US"/>
          </a:p>
        </p:txBody>
      </p:sp>
    </p:spTree>
    <p:extLst>
      <p:ext uri="{BB962C8B-B14F-4D97-AF65-F5344CB8AC3E}">
        <p14:creationId xmlns:p14="http://schemas.microsoft.com/office/powerpoint/2010/main" val="25214640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DEFE1-769D-D587-4AA1-0212042242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053FCBE-44BA-0D55-3DCB-CD34AA04D1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402A58-49EF-349A-0254-7044236B576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10C47E6-E338-8F3D-4495-E245C4BCE920}"/>
              </a:ext>
            </a:extLst>
          </p:cNvPr>
          <p:cNvSpPr>
            <a:spLocks noGrp="1"/>
          </p:cNvSpPr>
          <p:nvPr>
            <p:ph type="sldNum" sz="quarter" idx="5"/>
          </p:nvPr>
        </p:nvSpPr>
        <p:spPr/>
        <p:txBody>
          <a:bodyPr/>
          <a:lstStyle/>
          <a:p>
            <a:fld id="{5F818A67-DE81-4BE5-A09A-01BC8A96D5BB}" type="slidenum">
              <a:rPr lang="en-US" smtClean="0"/>
              <a:t>56</a:t>
            </a:fld>
            <a:endParaRPr lang="en-US"/>
          </a:p>
        </p:txBody>
      </p:sp>
    </p:spTree>
    <p:extLst>
      <p:ext uri="{BB962C8B-B14F-4D97-AF65-F5344CB8AC3E}">
        <p14:creationId xmlns:p14="http://schemas.microsoft.com/office/powerpoint/2010/main" val="10797022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899A2B-3B04-B7E4-5397-5E2F65C71F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75EA43-3CCF-CB9C-88FF-392EBFB406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A15578-5FA2-8D01-FA67-BC99056258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0213F30-2B24-5569-CBC9-F420FEBED748}"/>
              </a:ext>
            </a:extLst>
          </p:cNvPr>
          <p:cNvSpPr>
            <a:spLocks noGrp="1"/>
          </p:cNvSpPr>
          <p:nvPr>
            <p:ph type="sldNum" sz="quarter" idx="5"/>
          </p:nvPr>
        </p:nvSpPr>
        <p:spPr/>
        <p:txBody>
          <a:bodyPr/>
          <a:lstStyle/>
          <a:p>
            <a:fld id="{5F818A67-DE81-4BE5-A09A-01BC8A96D5BB}" type="slidenum">
              <a:rPr lang="en-US" smtClean="0"/>
              <a:t>57</a:t>
            </a:fld>
            <a:endParaRPr lang="en-US"/>
          </a:p>
        </p:txBody>
      </p:sp>
    </p:spTree>
    <p:extLst>
      <p:ext uri="{BB962C8B-B14F-4D97-AF65-F5344CB8AC3E}">
        <p14:creationId xmlns:p14="http://schemas.microsoft.com/office/powerpoint/2010/main" val="4232545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D756C-4121-0C0D-9C54-D0E467BCB0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0CF22-D4BE-A897-A6BC-E96DAB555F1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D39279-5FCE-6776-6FF7-FDCB3504D1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38ACE7-A7B9-CAFC-01CC-115F33814613}"/>
              </a:ext>
            </a:extLst>
          </p:cNvPr>
          <p:cNvSpPr>
            <a:spLocks noGrp="1"/>
          </p:cNvSpPr>
          <p:nvPr>
            <p:ph type="sldNum" sz="quarter" idx="5"/>
          </p:nvPr>
        </p:nvSpPr>
        <p:spPr/>
        <p:txBody>
          <a:bodyPr/>
          <a:lstStyle/>
          <a:p>
            <a:fld id="{5F818A67-DE81-4BE5-A09A-01BC8A96D5BB}" type="slidenum">
              <a:rPr lang="en-US" smtClean="0"/>
              <a:t>58</a:t>
            </a:fld>
            <a:endParaRPr lang="en-US"/>
          </a:p>
        </p:txBody>
      </p:sp>
    </p:spTree>
    <p:extLst>
      <p:ext uri="{BB962C8B-B14F-4D97-AF65-F5344CB8AC3E}">
        <p14:creationId xmlns:p14="http://schemas.microsoft.com/office/powerpoint/2010/main" val="264641404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B3DE5-4C31-02B4-6E07-A54D0AF0B1F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2F7991-D065-5E1D-4AE1-825BD42BC3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402F1-A62B-FA7A-CC20-A3E7C4BA8A05}"/>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2D763429-A326-F6B7-A4F0-51C78C1A4487}"/>
              </a:ext>
            </a:extLst>
          </p:cNvPr>
          <p:cNvSpPr>
            <a:spLocks noGrp="1"/>
          </p:cNvSpPr>
          <p:nvPr>
            <p:ph type="sldNum" sz="quarter" idx="5"/>
          </p:nvPr>
        </p:nvSpPr>
        <p:spPr/>
        <p:txBody>
          <a:bodyPr/>
          <a:lstStyle/>
          <a:p>
            <a:fld id="{5F818A67-DE81-4BE5-A09A-01BC8A96D5BB}" type="slidenum">
              <a:rPr lang="en-US" smtClean="0"/>
              <a:t>59</a:t>
            </a:fld>
            <a:endParaRPr lang="en-US"/>
          </a:p>
        </p:txBody>
      </p:sp>
    </p:spTree>
    <p:extLst>
      <p:ext uri="{BB962C8B-B14F-4D97-AF65-F5344CB8AC3E}">
        <p14:creationId xmlns:p14="http://schemas.microsoft.com/office/powerpoint/2010/main" val="408759081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45EFF8-EEB1-2AEC-8924-02890F419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A3D7E0-1B44-65D1-9771-47402D97B3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F65E54-8320-A442-3816-E23799E2D31A}"/>
              </a:ext>
            </a:extLst>
          </p:cNvPr>
          <p:cNvSpPr>
            <a:spLocks noGrp="1"/>
          </p:cNvSpPr>
          <p:nvPr>
            <p:ph type="body" idx="1"/>
          </p:nvPr>
        </p:nvSpPr>
        <p:spPr/>
        <p:txBody>
          <a:bodyPr/>
          <a:lstStyle/>
          <a:p>
            <a:pPr marL="0" indent="0">
              <a:buFont typeface="Arial" panose="020B0604020202020204" pitchFamily="34" charset="0"/>
              <a:buNone/>
            </a:pPr>
            <a:r>
              <a:rPr lang="en-US" sz="1200" b="0" dirty="0"/>
              <a:t>Looking for the enzyme</a:t>
            </a:r>
          </a:p>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0" indent="0">
              <a:buFont typeface="Arial" panose="020B0604020202020204" pitchFamily="34" charset="0"/>
              <a:buNone/>
            </a:pPr>
            <a:r>
              <a:rPr lang="en-US" sz="1200" b="0" dirty="0"/>
              <a:t>Looking for the reaction constants associated to the enzyme</a:t>
            </a:r>
          </a:p>
          <a:p>
            <a:pPr marL="171450" indent="-171450">
              <a:buFont typeface="Arial" panose="020B0604020202020204" pitchFamily="34" charset="0"/>
              <a:buChar char="•"/>
            </a:pPr>
            <a:r>
              <a:rPr lang="en-US" sz="1200" b="0" dirty="0"/>
              <a:t>With the EC code visit the website https://www.brenda-enzymes.info/functional_parameter_statistics.php</a:t>
            </a:r>
          </a:p>
          <a:p>
            <a:pPr marL="171450" indent="-171450">
              <a:buFont typeface="Arial" panose="020B0604020202020204" pitchFamily="34" charset="0"/>
              <a:buChar char="•"/>
            </a:pPr>
            <a:endParaRPr lang="en-US" sz="1200" b="0" dirty="0"/>
          </a:p>
          <a:p>
            <a:pPr marL="0" indent="0">
              <a:buFont typeface="Arial" panose="020B0604020202020204" pitchFamily="34" charset="0"/>
              <a:buNone/>
            </a:pPr>
            <a:r>
              <a:rPr lang="en-US" sz="1200" b="0" dirty="0"/>
              <a:t>Molecular parameters</a:t>
            </a:r>
          </a:p>
          <a:p>
            <a:pPr marL="171450" indent="-171450">
              <a:buFont typeface="Arial" panose="020B0604020202020204" pitchFamily="34" charset="0"/>
              <a:buChar char="•"/>
            </a:pPr>
            <a:r>
              <a:rPr lang="en-US" sz="1200" b="0" dirty="0"/>
              <a:t>https://web.expasy.org/protparam/</a:t>
            </a:r>
          </a:p>
          <a:p>
            <a:pPr marL="171450" indent="-171450">
              <a:buFont typeface="Arial" panose="020B0604020202020204" pitchFamily="34" charset="0"/>
              <a:buChar char="•"/>
            </a:pPr>
            <a:r>
              <a:rPr lang="en-US" sz="1200" b="0" dirty="0"/>
              <a:t>chemspider.com</a:t>
            </a:r>
          </a:p>
          <a:p>
            <a:pPr marL="171450" indent="-171450">
              <a:buFont typeface="Arial" panose="020B0604020202020204" pitchFamily="34" charset="0"/>
              <a:buChar char="•"/>
            </a:pPr>
            <a:endParaRPr lang="en-US" sz="1200" b="0" dirty="0"/>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C4A3DF72-E094-9F5B-046F-7489F73AC093}"/>
              </a:ext>
            </a:extLst>
          </p:cNvPr>
          <p:cNvSpPr>
            <a:spLocks noGrp="1"/>
          </p:cNvSpPr>
          <p:nvPr>
            <p:ph type="sldNum" sz="quarter" idx="5"/>
          </p:nvPr>
        </p:nvSpPr>
        <p:spPr/>
        <p:txBody>
          <a:bodyPr/>
          <a:lstStyle/>
          <a:p>
            <a:fld id="{5F818A67-DE81-4BE5-A09A-01BC8A96D5BB}" type="slidenum">
              <a:rPr lang="en-US" smtClean="0"/>
              <a:t>60</a:t>
            </a:fld>
            <a:endParaRPr lang="en-US"/>
          </a:p>
        </p:txBody>
      </p:sp>
    </p:spTree>
    <p:extLst>
      <p:ext uri="{BB962C8B-B14F-4D97-AF65-F5344CB8AC3E}">
        <p14:creationId xmlns:p14="http://schemas.microsoft.com/office/powerpoint/2010/main" val="61615444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82C89-DC60-70FD-378B-E7EE07F32D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1F76-2344-6D7A-0625-0C0C6AA6CB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58147C-82E0-337B-E3FD-719F2E42BD3D}"/>
              </a:ext>
            </a:extLst>
          </p:cNvPr>
          <p:cNvSpPr>
            <a:spLocks noGrp="1"/>
          </p:cNvSpPr>
          <p:nvPr>
            <p:ph type="body" idx="1"/>
          </p:nvPr>
        </p:nvSpPr>
        <p:spPr/>
        <p:txBody>
          <a:bodyPr/>
          <a:lstStyle/>
          <a:p>
            <a:pPr marL="0" indent="0">
              <a:buFont typeface="Arial" panose="020B0604020202020204" pitchFamily="34" charset="0"/>
              <a:buNone/>
            </a:pPr>
            <a:r>
              <a:rPr lang="en-US" sz="1200" b="0" dirty="0"/>
              <a:t>Looking for the enzyme</a:t>
            </a:r>
          </a:p>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0" indent="0">
              <a:buFont typeface="Arial" panose="020B0604020202020204" pitchFamily="34" charset="0"/>
              <a:buNone/>
            </a:pPr>
            <a:r>
              <a:rPr lang="en-US" sz="1200" b="0" dirty="0"/>
              <a:t>Looking for the reaction constants associated to the enzyme</a:t>
            </a:r>
          </a:p>
          <a:p>
            <a:pPr marL="171450" indent="-171450">
              <a:buFont typeface="Arial" panose="020B0604020202020204" pitchFamily="34" charset="0"/>
              <a:buChar char="•"/>
            </a:pPr>
            <a:r>
              <a:rPr lang="en-US" sz="1200" b="0" dirty="0"/>
              <a:t>With the EC code visit the website https://www.brenda-enzymes.info/functional_parameter_statistics.php</a:t>
            </a:r>
          </a:p>
          <a:p>
            <a:pPr marL="171450" indent="-171450">
              <a:buFont typeface="Arial" panose="020B0604020202020204" pitchFamily="34" charset="0"/>
              <a:buChar char="•"/>
            </a:pPr>
            <a:endParaRPr lang="en-US" sz="1200" b="0" dirty="0"/>
          </a:p>
          <a:p>
            <a:pPr marL="0" indent="0">
              <a:buFont typeface="Arial" panose="020B0604020202020204" pitchFamily="34" charset="0"/>
              <a:buNone/>
            </a:pPr>
            <a:r>
              <a:rPr lang="en-US" sz="1200" b="0" dirty="0"/>
              <a:t>Molecular parameters</a:t>
            </a:r>
          </a:p>
          <a:p>
            <a:pPr marL="171450" indent="-171450">
              <a:buFont typeface="Arial" panose="020B0604020202020204" pitchFamily="34" charset="0"/>
              <a:buChar char="•"/>
            </a:pPr>
            <a:r>
              <a:rPr lang="en-US" sz="1200" b="0" dirty="0"/>
              <a:t>https://web.expasy.org/protparam/</a:t>
            </a:r>
          </a:p>
          <a:p>
            <a:pPr marL="171450" indent="-171450">
              <a:buFont typeface="Arial" panose="020B0604020202020204" pitchFamily="34" charset="0"/>
              <a:buChar char="•"/>
            </a:pPr>
            <a:r>
              <a:rPr lang="en-US" sz="1200" b="0" dirty="0"/>
              <a:t>chemspider.com</a:t>
            </a:r>
          </a:p>
          <a:p>
            <a:pPr marL="171450" indent="-171450">
              <a:buFont typeface="Arial" panose="020B0604020202020204" pitchFamily="34" charset="0"/>
              <a:buChar char="•"/>
            </a:pPr>
            <a:endParaRPr lang="en-US" sz="1200" b="0" dirty="0"/>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A44C24B2-E4BE-CB89-2731-85975E950A94}"/>
              </a:ext>
            </a:extLst>
          </p:cNvPr>
          <p:cNvSpPr>
            <a:spLocks noGrp="1"/>
          </p:cNvSpPr>
          <p:nvPr>
            <p:ph type="sldNum" sz="quarter" idx="5"/>
          </p:nvPr>
        </p:nvSpPr>
        <p:spPr/>
        <p:txBody>
          <a:bodyPr/>
          <a:lstStyle/>
          <a:p>
            <a:fld id="{5F818A67-DE81-4BE5-A09A-01BC8A96D5BB}" type="slidenum">
              <a:rPr lang="en-US" smtClean="0"/>
              <a:t>61</a:t>
            </a:fld>
            <a:endParaRPr lang="en-US"/>
          </a:p>
        </p:txBody>
      </p:sp>
    </p:spTree>
    <p:extLst>
      <p:ext uri="{BB962C8B-B14F-4D97-AF65-F5344CB8AC3E}">
        <p14:creationId xmlns:p14="http://schemas.microsoft.com/office/powerpoint/2010/main" val="29075383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102BF7-4281-8CD0-21D6-EDF6DB89FD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6FB7A-959C-A514-C08F-841105A3BB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A3898BF-C743-6293-1D7C-3EDEAA2D9E9D}"/>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D095171-E0A4-A09E-FAC8-CB5343B2614B}"/>
              </a:ext>
            </a:extLst>
          </p:cNvPr>
          <p:cNvSpPr>
            <a:spLocks noGrp="1"/>
          </p:cNvSpPr>
          <p:nvPr>
            <p:ph type="sldNum" sz="quarter" idx="5"/>
          </p:nvPr>
        </p:nvSpPr>
        <p:spPr/>
        <p:txBody>
          <a:bodyPr/>
          <a:lstStyle/>
          <a:p>
            <a:fld id="{5F818A67-DE81-4BE5-A09A-01BC8A96D5BB}" type="slidenum">
              <a:rPr lang="en-US" smtClean="0"/>
              <a:t>63</a:t>
            </a:fld>
            <a:endParaRPr lang="en-US"/>
          </a:p>
        </p:txBody>
      </p:sp>
    </p:spTree>
    <p:extLst>
      <p:ext uri="{BB962C8B-B14F-4D97-AF65-F5344CB8AC3E}">
        <p14:creationId xmlns:p14="http://schemas.microsoft.com/office/powerpoint/2010/main" val="2767804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E7AE0-B06B-2BC9-5E9C-355A02F6E9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5A1088-1F3D-58DF-E16C-C7BCB89350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84516C-A725-F466-C23A-C27809581BE6}"/>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182C9F7A-0735-C84D-78D5-97F361E48DF1}"/>
              </a:ext>
            </a:extLst>
          </p:cNvPr>
          <p:cNvSpPr>
            <a:spLocks noGrp="1"/>
          </p:cNvSpPr>
          <p:nvPr>
            <p:ph type="sldNum" sz="quarter" idx="5"/>
          </p:nvPr>
        </p:nvSpPr>
        <p:spPr/>
        <p:txBody>
          <a:bodyPr/>
          <a:lstStyle/>
          <a:p>
            <a:fld id="{5F818A67-DE81-4BE5-A09A-01BC8A96D5BB}" type="slidenum">
              <a:rPr lang="en-US" smtClean="0"/>
              <a:t>64</a:t>
            </a:fld>
            <a:endParaRPr lang="en-US"/>
          </a:p>
        </p:txBody>
      </p:sp>
    </p:spTree>
    <p:extLst>
      <p:ext uri="{BB962C8B-B14F-4D97-AF65-F5344CB8AC3E}">
        <p14:creationId xmlns:p14="http://schemas.microsoft.com/office/powerpoint/2010/main" val="72927267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EDA0D2-1E9A-4A4C-D519-D934023AC9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7ED9D2-006A-57FC-1EF1-3685B2D86B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94F535-1C56-2B8E-6C5E-2845AE514A6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FCAC3126-475C-C607-F838-BB87004739C5}"/>
              </a:ext>
            </a:extLst>
          </p:cNvPr>
          <p:cNvSpPr>
            <a:spLocks noGrp="1"/>
          </p:cNvSpPr>
          <p:nvPr>
            <p:ph type="sldNum" sz="quarter" idx="5"/>
          </p:nvPr>
        </p:nvSpPr>
        <p:spPr/>
        <p:txBody>
          <a:bodyPr/>
          <a:lstStyle/>
          <a:p>
            <a:fld id="{5F818A67-DE81-4BE5-A09A-01BC8A96D5BB}" type="slidenum">
              <a:rPr lang="en-US" smtClean="0"/>
              <a:t>65</a:t>
            </a:fld>
            <a:endParaRPr lang="en-US"/>
          </a:p>
        </p:txBody>
      </p:sp>
    </p:spTree>
    <p:extLst>
      <p:ext uri="{BB962C8B-B14F-4D97-AF65-F5344CB8AC3E}">
        <p14:creationId xmlns:p14="http://schemas.microsoft.com/office/powerpoint/2010/main" val="186029355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AF0098-9586-9B1D-9665-0D6E525CCF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9551D6-6E08-D156-110F-6A5CD190879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7FDBF21-B114-A9DC-BC97-AC8149AD0A54}"/>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D6232DB-3C38-7BDA-777B-765E8693BCF9}"/>
              </a:ext>
            </a:extLst>
          </p:cNvPr>
          <p:cNvSpPr>
            <a:spLocks noGrp="1"/>
          </p:cNvSpPr>
          <p:nvPr>
            <p:ph type="sldNum" sz="quarter" idx="5"/>
          </p:nvPr>
        </p:nvSpPr>
        <p:spPr/>
        <p:txBody>
          <a:bodyPr/>
          <a:lstStyle/>
          <a:p>
            <a:fld id="{5F818A67-DE81-4BE5-A09A-01BC8A96D5BB}" type="slidenum">
              <a:rPr lang="en-US" smtClean="0"/>
              <a:t>66</a:t>
            </a:fld>
            <a:endParaRPr lang="en-US"/>
          </a:p>
        </p:txBody>
      </p:sp>
    </p:spTree>
    <p:extLst>
      <p:ext uri="{BB962C8B-B14F-4D97-AF65-F5344CB8AC3E}">
        <p14:creationId xmlns:p14="http://schemas.microsoft.com/office/powerpoint/2010/main" val="27289576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D7046-D3CD-47D9-A5B4-D523230736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C6324-DF34-937E-B648-DA35A131FD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E6AFD2-DEC6-5AFB-F344-B9678A5BC05E}"/>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68C30670-7AEE-6D2A-960B-72649B09E0B6}"/>
              </a:ext>
            </a:extLst>
          </p:cNvPr>
          <p:cNvSpPr>
            <a:spLocks noGrp="1"/>
          </p:cNvSpPr>
          <p:nvPr>
            <p:ph type="sldNum" sz="quarter" idx="5"/>
          </p:nvPr>
        </p:nvSpPr>
        <p:spPr/>
        <p:txBody>
          <a:bodyPr/>
          <a:lstStyle/>
          <a:p>
            <a:fld id="{5F818A67-DE81-4BE5-A09A-01BC8A96D5BB}" type="slidenum">
              <a:rPr lang="en-US" smtClean="0"/>
              <a:t>67</a:t>
            </a:fld>
            <a:endParaRPr lang="en-US"/>
          </a:p>
        </p:txBody>
      </p:sp>
    </p:spTree>
    <p:extLst>
      <p:ext uri="{BB962C8B-B14F-4D97-AF65-F5344CB8AC3E}">
        <p14:creationId xmlns:p14="http://schemas.microsoft.com/office/powerpoint/2010/main" val="122753620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ED8317-8574-8B21-449A-FBAD7072CD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4322E3-0BE3-64DC-EA32-58C21410B1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225B6D-3188-5438-2242-BA35CB52E9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45C1F7-4199-2126-398D-CAA8A4FA618A}"/>
              </a:ext>
            </a:extLst>
          </p:cNvPr>
          <p:cNvSpPr>
            <a:spLocks noGrp="1"/>
          </p:cNvSpPr>
          <p:nvPr>
            <p:ph type="sldNum" sz="quarter" idx="5"/>
          </p:nvPr>
        </p:nvSpPr>
        <p:spPr/>
        <p:txBody>
          <a:bodyPr/>
          <a:lstStyle/>
          <a:p>
            <a:fld id="{5F818A67-DE81-4BE5-A09A-01BC8A96D5BB}" type="slidenum">
              <a:rPr lang="en-US" smtClean="0"/>
              <a:t>68</a:t>
            </a:fld>
            <a:endParaRPr lang="en-US"/>
          </a:p>
        </p:txBody>
      </p:sp>
    </p:spTree>
    <p:extLst>
      <p:ext uri="{BB962C8B-B14F-4D97-AF65-F5344CB8AC3E}">
        <p14:creationId xmlns:p14="http://schemas.microsoft.com/office/powerpoint/2010/main" val="378003622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E1233-7BB1-2657-9EDE-126A7CEE16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8F911-A082-D44F-4562-18666A28B6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029BD1-CF9D-47E1-26C3-2DDBCEE15E62}"/>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3AA352B0-F324-5C77-EC24-8594AFEC6DD2}"/>
              </a:ext>
            </a:extLst>
          </p:cNvPr>
          <p:cNvSpPr>
            <a:spLocks noGrp="1"/>
          </p:cNvSpPr>
          <p:nvPr>
            <p:ph type="sldNum" sz="quarter" idx="5"/>
          </p:nvPr>
        </p:nvSpPr>
        <p:spPr/>
        <p:txBody>
          <a:bodyPr/>
          <a:lstStyle/>
          <a:p>
            <a:fld id="{5F818A67-DE81-4BE5-A09A-01BC8A96D5BB}" type="slidenum">
              <a:rPr lang="en-US" smtClean="0"/>
              <a:t>69</a:t>
            </a:fld>
            <a:endParaRPr lang="en-US"/>
          </a:p>
        </p:txBody>
      </p:sp>
    </p:spTree>
    <p:extLst>
      <p:ext uri="{BB962C8B-B14F-4D97-AF65-F5344CB8AC3E}">
        <p14:creationId xmlns:p14="http://schemas.microsoft.com/office/powerpoint/2010/main" val="2572142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132B29-3A79-BE8B-8354-A5203163FC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94DE2-1319-0047-FA49-1D039A1801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D970EF-1E98-A1E0-2C09-722271AC14F9}"/>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5E9E69C-8EF4-6A7E-4C61-4A4B6B88A5DF}"/>
              </a:ext>
            </a:extLst>
          </p:cNvPr>
          <p:cNvSpPr>
            <a:spLocks noGrp="1"/>
          </p:cNvSpPr>
          <p:nvPr>
            <p:ph type="sldNum" sz="quarter" idx="5"/>
          </p:nvPr>
        </p:nvSpPr>
        <p:spPr/>
        <p:txBody>
          <a:bodyPr/>
          <a:lstStyle/>
          <a:p>
            <a:fld id="{5F818A67-DE81-4BE5-A09A-01BC8A96D5BB}" type="slidenum">
              <a:rPr lang="en-US" smtClean="0"/>
              <a:t>70</a:t>
            </a:fld>
            <a:endParaRPr lang="en-US"/>
          </a:p>
        </p:txBody>
      </p:sp>
    </p:spTree>
    <p:extLst>
      <p:ext uri="{BB962C8B-B14F-4D97-AF65-F5344CB8AC3E}">
        <p14:creationId xmlns:p14="http://schemas.microsoft.com/office/powerpoint/2010/main" val="79888793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CCA1F7-7BC5-5E53-F8D9-85C9898CF3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7AB066-E185-957B-EBBE-06C926C67FF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FA6086-5BBD-0EA0-371F-98288A31EAC7}"/>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78809E8E-B03B-1591-27BD-D4CCF9A71280}"/>
              </a:ext>
            </a:extLst>
          </p:cNvPr>
          <p:cNvSpPr>
            <a:spLocks noGrp="1"/>
          </p:cNvSpPr>
          <p:nvPr>
            <p:ph type="sldNum" sz="quarter" idx="5"/>
          </p:nvPr>
        </p:nvSpPr>
        <p:spPr/>
        <p:txBody>
          <a:bodyPr/>
          <a:lstStyle/>
          <a:p>
            <a:fld id="{5F818A67-DE81-4BE5-A09A-01BC8A96D5BB}" type="slidenum">
              <a:rPr lang="en-US" smtClean="0"/>
              <a:t>71</a:t>
            </a:fld>
            <a:endParaRPr lang="en-US"/>
          </a:p>
        </p:txBody>
      </p:sp>
    </p:spTree>
    <p:extLst>
      <p:ext uri="{BB962C8B-B14F-4D97-AF65-F5344CB8AC3E}">
        <p14:creationId xmlns:p14="http://schemas.microsoft.com/office/powerpoint/2010/main" val="321064895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C1BFF-4751-12F4-5A87-68F48C58F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952BEA-4DDC-95D7-5115-9E36202AAB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E14EF-976F-51A5-0C11-D6149E5DAACF}"/>
              </a:ext>
            </a:extLst>
          </p:cNvPr>
          <p:cNvSpPr>
            <a:spLocks noGrp="1"/>
          </p:cNvSpPr>
          <p:nvPr>
            <p:ph type="body" idx="1"/>
          </p:nvPr>
        </p:nvSpPr>
        <p:spPr/>
        <p:txBody>
          <a:bodyPr/>
          <a:lstStyle/>
          <a:p>
            <a:pPr marL="0" indent="0">
              <a:buFont typeface="Arial" panose="020B0604020202020204" pitchFamily="34" charset="0"/>
              <a:buNone/>
            </a:pPr>
            <a:r>
              <a:rPr lang="en-US" sz="1200" b="0" dirty="0"/>
              <a:t>Looking for the enzyme</a:t>
            </a:r>
          </a:p>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0" indent="0">
              <a:buFont typeface="Arial" panose="020B0604020202020204" pitchFamily="34" charset="0"/>
              <a:buNone/>
            </a:pPr>
            <a:r>
              <a:rPr lang="en-US" sz="1200" b="0" dirty="0"/>
              <a:t>Looking for the reaction constants associated to the enzyme</a:t>
            </a:r>
          </a:p>
          <a:p>
            <a:pPr marL="171450" indent="-171450">
              <a:buFont typeface="Arial" panose="020B0604020202020204" pitchFamily="34" charset="0"/>
              <a:buChar char="•"/>
            </a:pPr>
            <a:r>
              <a:rPr lang="en-US" sz="1200" b="0" dirty="0"/>
              <a:t>With the EC code visit the website https://www.brenda-enzymes.info/functional_parameter_statistics.php</a:t>
            </a:r>
          </a:p>
          <a:p>
            <a:pPr marL="171450" indent="-171450">
              <a:buFont typeface="Arial" panose="020B0604020202020204" pitchFamily="34" charset="0"/>
              <a:buChar char="•"/>
            </a:pPr>
            <a:endParaRPr lang="en-US" sz="1200" b="0" dirty="0"/>
          </a:p>
          <a:p>
            <a:pPr marL="0" indent="0">
              <a:buFont typeface="Arial" panose="020B0604020202020204" pitchFamily="34" charset="0"/>
              <a:buNone/>
            </a:pPr>
            <a:r>
              <a:rPr lang="en-US" sz="1200" b="0" dirty="0"/>
              <a:t>Molecular parameters</a:t>
            </a:r>
          </a:p>
          <a:p>
            <a:pPr marL="171450" indent="-171450">
              <a:buFont typeface="Arial" panose="020B0604020202020204" pitchFamily="34" charset="0"/>
              <a:buChar char="•"/>
            </a:pPr>
            <a:r>
              <a:rPr lang="en-US" sz="1200" b="0" dirty="0"/>
              <a:t>https://web.expasy.org/protparam/</a:t>
            </a:r>
          </a:p>
          <a:p>
            <a:pPr marL="171450" indent="-171450">
              <a:buFont typeface="Arial" panose="020B0604020202020204" pitchFamily="34" charset="0"/>
              <a:buChar char="•"/>
            </a:pPr>
            <a:r>
              <a:rPr lang="en-US" sz="1200" b="0" dirty="0"/>
              <a:t>chemspider.com</a:t>
            </a:r>
          </a:p>
          <a:p>
            <a:pPr marL="171450" indent="-171450">
              <a:buFont typeface="Arial" panose="020B0604020202020204" pitchFamily="34" charset="0"/>
              <a:buChar char="•"/>
            </a:pPr>
            <a:endParaRPr lang="en-US" sz="1200" b="0" dirty="0"/>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8639BDCB-F59E-7566-749A-143B9A3F0F27}"/>
              </a:ext>
            </a:extLst>
          </p:cNvPr>
          <p:cNvSpPr>
            <a:spLocks noGrp="1"/>
          </p:cNvSpPr>
          <p:nvPr>
            <p:ph type="sldNum" sz="quarter" idx="5"/>
          </p:nvPr>
        </p:nvSpPr>
        <p:spPr/>
        <p:txBody>
          <a:bodyPr/>
          <a:lstStyle/>
          <a:p>
            <a:fld id="{5F818A67-DE81-4BE5-A09A-01BC8A96D5BB}" type="slidenum">
              <a:rPr lang="en-US" smtClean="0"/>
              <a:t>72</a:t>
            </a:fld>
            <a:endParaRPr lang="en-US"/>
          </a:p>
        </p:txBody>
      </p:sp>
    </p:spTree>
    <p:extLst>
      <p:ext uri="{BB962C8B-B14F-4D97-AF65-F5344CB8AC3E}">
        <p14:creationId xmlns:p14="http://schemas.microsoft.com/office/powerpoint/2010/main" val="104118589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7BFC5-9383-651E-9EAC-491E462B88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35550B-2265-3530-4E7F-D8B18B7FFB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AAF302-D7E2-25CA-D5BF-2E71B05DF583}"/>
              </a:ext>
            </a:extLst>
          </p:cNvPr>
          <p:cNvSpPr>
            <a:spLocks noGrp="1"/>
          </p:cNvSpPr>
          <p:nvPr>
            <p:ph type="body" idx="1"/>
          </p:nvPr>
        </p:nvSpPr>
        <p:spPr/>
        <p:txBody>
          <a:bodyPr/>
          <a:lstStyle/>
          <a:p>
            <a:pPr marL="171450" indent="-171450">
              <a:buFont typeface="Arial" panose="020B0604020202020204" pitchFamily="34" charset="0"/>
              <a:buChar char="•"/>
            </a:pPr>
            <a:r>
              <a:rPr lang="en-US" sz="1200" b="0" dirty="0"/>
              <a:t>The gene code YNR050C is searched in Uniport at https://www.uniprot.org/</a:t>
            </a:r>
          </a:p>
          <a:p>
            <a:pPr marL="171450" indent="-171450">
              <a:buFont typeface="Arial" panose="020B0604020202020204" pitchFamily="34" charset="0"/>
              <a:buChar char="•"/>
            </a:pPr>
            <a:r>
              <a:rPr lang="en-US" sz="1200" b="0" dirty="0"/>
              <a:t>The result is a protein and we click on Structure on the left menu. </a:t>
            </a:r>
          </a:p>
          <a:p>
            <a:pPr marL="171450" indent="-171450">
              <a:buFont typeface="Arial" panose="020B0604020202020204" pitchFamily="34" charset="0"/>
              <a:buChar char="•"/>
            </a:pPr>
            <a:r>
              <a:rPr lang="en-US" sz="1200" b="0" dirty="0"/>
              <a:t>In the table of Structure you select the Identifier which in this case is 2AXQ.</a:t>
            </a:r>
          </a:p>
          <a:p>
            <a:pPr marL="171450" indent="-171450">
              <a:buFont typeface="Arial" panose="020B0604020202020204" pitchFamily="34" charset="0"/>
              <a:buChar char="•"/>
            </a:pPr>
            <a:r>
              <a:rPr lang="en-US" sz="1200" b="0" dirty="0"/>
              <a:t>The PDB ID is the one giving the mechanical structure to evaluate the resonant frequency.</a:t>
            </a:r>
          </a:p>
          <a:p>
            <a:pPr marL="171450" indent="-171450">
              <a:buFont typeface="Arial" panose="020B0604020202020204" pitchFamily="34" charset="0"/>
              <a:buChar char="•"/>
            </a:pPr>
            <a:endParaRPr lang="en-US" dirty="0"/>
          </a:p>
        </p:txBody>
      </p:sp>
      <p:sp>
        <p:nvSpPr>
          <p:cNvPr id="4" name="Slide Number Placeholder 3">
            <a:extLst>
              <a:ext uri="{FF2B5EF4-FFF2-40B4-BE49-F238E27FC236}">
                <a16:creationId xmlns:a16="http://schemas.microsoft.com/office/drawing/2014/main" id="{D9FF0D3F-37E7-193C-CD1B-DD2152118301}"/>
              </a:ext>
            </a:extLst>
          </p:cNvPr>
          <p:cNvSpPr>
            <a:spLocks noGrp="1"/>
          </p:cNvSpPr>
          <p:nvPr>
            <p:ph type="sldNum" sz="quarter" idx="5"/>
          </p:nvPr>
        </p:nvSpPr>
        <p:spPr/>
        <p:txBody>
          <a:bodyPr/>
          <a:lstStyle/>
          <a:p>
            <a:fld id="{5F818A67-DE81-4BE5-A09A-01BC8A96D5BB}" type="slidenum">
              <a:rPr lang="en-US" smtClean="0"/>
              <a:t>73</a:t>
            </a:fld>
            <a:endParaRPr lang="en-US"/>
          </a:p>
        </p:txBody>
      </p:sp>
    </p:spTree>
    <p:extLst>
      <p:ext uri="{BB962C8B-B14F-4D97-AF65-F5344CB8AC3E}">
        <p14:creationId xmlns:p14="http://schemas.microsoft.com/office/powerpoint/2010/main" val="10001707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25BD5-5181-7191-93A0-75D28CC9CF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819E00-FA3B-D3BA-3AF1-BE14E380C4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78BAFEC-D9CC-6CC1-FEDD-606148709C2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ED6B430-79B8-1918-C8EC-8D2F09BB2590}"/>
              </a:ext>
            </a:extLst>
          </p:cNvPr>
          <p:cNvSpPr>
            <a:spLocks noGrp="1"/>
          </p:cNvSpPr>
          <p:nvPr>
            <p:ph type="sldNum" sz="quarter" idx="5"/>
          </p:nvPr>
        </p:nvSpPr>
        <p:spPr/>
        <p:txBody>
          <a:bodyPr/>
          <a:lstStyle/>
          <a:p>
            <a:fld id="{5F818A67-DE81-4BE5-A09A-01BC8A96D5BB}" type="slidenum">
              <a:rPr lang="en-US" smtClean="0"/>
              <a:t>74</a:t>
            </a:fld>
            <a:endParaRPr lang="en-US"/>
          </a:p>
        </p:txBody>
      </p:sp>
    </p:spTree>
    <p:extLst>
      <p:ext uri="{BB962C8B-B14F-4D97-AF65-F5344CB8AC3E}">
        <p14:creationId xmlns:p14="http://schemas.microsoft.com/office/powerpoint/2010/main" val="392092065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3D6D20-D07A-ECCD-55C2-906EA4B582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1654A6-CA19-BF6B-2D43-359B01A90A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EF41C2-C9F5-D4A0-F8F0-A491EA4E83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559A21-A49E-A6D7-9137-C2C8BD2E09D5}"/>
              </a:ext>
            </a:extLst>
          </p:cNvPr>
          <p:cNvSpPr>
            <a:spLocks noGrp="1"/>
          </p:cNvSpPr>
          <p:nvPr>
            <p:ph type="sldNum" sz="quarter" idx="5"/>
          </p:nvPr>
        </p:nvSpPr>
        <p:spPr/>
        <p:txBody>
          <a:bodyPr/>
          <a:lstStyle/>
          <a:p>
            <a:fld id="{5F818A67-DE81-4BE5-A09A-01BC8A96D5BB}" type="slidenum">
              <a:rPr lang="en-US" smtClean="0"/>
              <a:t>75</a:t>
            </a:fld>
            <a:endParaRPr lang="en-US"/>
          </a:p>
        </p:txBody>
      </p:sp>
    </p:spTree>
    <p:extLst>
      <p:ext uri="{BB962C8B-B14F-4D97-AF65-F5344CB8AC3E}">
        <p14:creationId xmlns:p14="http://schemas.microsoft.com/office/powerpoint/2010/main" val="280209745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B97BB-2BAC-970A-1E64-0558EB6581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6A0AF0-F23D-2DE0-5050-40E12148E0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017FBB-E365-2EF7-15F4-D9F347134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8BC925-FE55-C71A-4D91-30044997BFFC}"/>
              </a:ext>
            </a:extLst>
          </p:cNvPr>
          <p:cNvSpPr>
            <a:spLocks noGrp="1"/>
          </p:cNvSpPr>
          <p:nvPr>
            <p:ph type="sldNum" sz="quarter" idx="5"/>
          </p:nvPr>
        </p:nvSpPr>
        <p:spPr/>
        <p:txBody>
          <a:bodyPr/>
          <a:lstStyle/>
          <a:p>
            <a:fld id="{5F818A67-DE81-4BE5-A09A-01BC8A96D5BB}" type="slidenum">
              <a:rPr lang="en-US" smtClean="0"/>
              <a:t>76</a:t>
            </a:fld>
            <a:endParaRPr lang="en-US"/>
          </a:p>
        </p:txBody>
      </p:sp>
    </p:spTree>
    <p:extLst>
      <p:ext uri="{BB962C8B-B14F-4D97-AF65-F5344CB8AC3E}">
        <p14:creationId xmlns:p14="http://schemas.microsoft.com/office/powerpoint/2010/main" val="323870003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3EEFA-6767-7DE5-73BC-9803AB66CE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7C5C53-58E1-1827-3BAE-E9A6AF699D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2A0172-4E9B-6C32-1D1E-611F2DD26A1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C34E20-CF7A-9B56-F544-969BF5F68873}"/>
              </a:ext>
            </a:extLst>
          </p:cNvPr>
          <p:cNvSpPr>
            <a:spLocks noGrp="1"/>
          </p:cNvSpPr>
          <p:nvPr>
            <p:ph type="sldNum" sz="quarter" idx="5"/>
          </p:nvPr>
        </p:nvSpPr>
        <p:spPr/>
        <p:txBody>
          <a:bodyPr/>
          <a:lstStyle/>
          <a:p>
            <a:fld id="{5F818A67-DE81-4BE5-A09A-01BC8A96D5BB}" type="slidenum">
              <a:rPr lang="en-US" smtClean="0"/>
              <a:t>77</a:t>
            </a:fld>
            <a:endParaRPr lang="en-US"/>
          </a:p>
        </p:txBody>
      </p:sp>
    </p:spTree>
    <p:extLst>
      <p:ext uri="{BB962C8B-B14F-4D97-AF65-F5344CB8AC3E}">
        <p14:creationId xmlns:p14="http://schemas.microsoft.com/office/powerpoint/2010/main" val="6217111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79</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81</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82</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83</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85</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86</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87</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88</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89</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90</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91</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92</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93</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95</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98</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99</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10/15/2026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 name="PlaceHolder 1"/>
          <p:cNvSpPr>
            <a:spLocks noGrp="1"/>
          </p:cNvSpPr>
          <p:nvPr>
            <p:ph type="title"/>
          </p:nvPr>
        </p:nvSpPr>
        <p:spPr>
          <a:xfrm>
            <a:off x="529200" y="378000"/>
            <a:ext cx="8336880" cy="734040"/>
          </a:xfrm>
          <a:prstGeom prst="rect">
            <a:avLst/>
          </a:prstGeom>
          <a:noFill/>
          <a:ln w="0">
            <a:noFill/>
          </a:ln>
        </p:spPr>
        <p:txBody>
          <a:bodyPr lIns="0" tIns="0" rIns="0" bIns="0" anchor="ctr">
            <a:noAutofit/>
          </a:bodyPr>
          <a:lstStyle/>
          <a:p>
            <a:pPr indent="0" algn="ctr">
              <a:buNone/>
            </a:pPr>
            <a:endParaRPr lang="en-US" sz="4400" b="0" strike="noStrike" spc="-1" dirty="0">
              <a:solidFill>
                <a:srgbClr val="000000"/>
              </a:solidFill>
              <a:latin typeface="Arial"/>
            </a:endParaRPr>
          </a:p>
        </p:txBody>
      </p:sp>
      <p:sp>
        <p:nvSpPr>
          <p:cNvPr id="11" name="PlaceHolder 2"/>
          <p:cNvSpPr>
            <a:spLocks noGrp="1"/>
          </p:cNvSpPr>
          <p:nvPr>
            <p:ph type="subTitle"/>
          </p:nvPr>
        </p:nvSpPr>
        <p:spPr>
          <a:xfrm>
            <a:off x="609480" y="1604520"/>
            <a:ext cx="10972440" cy="397728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Tree>
    <p:extLst>
      <p:ext uri="{BB962C8B-B14F-4D97-AF65-F5344CB8AC3E}">
        <p14:creationId xmlns:p14="http://schemas.microsoft.com/office/powerpoint/2010/main" val="32537676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CB30B-A213-19B1-991A-24DDC9FBB1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126E55C0-2F1C-B4C2-1CEF-5FC73C550A5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8354DEEF-4261-00AD-4515-6511413526ED}"/>
              </a:ext>
            </a:extLst>
          </p:cNvPr>
          <p:cNvSpPr>
            <a:spLocks noGrp="1"/>
          </p:cNvSpPr>
          <p:nvPr>
            <p:ph type="dt" sz="half" idx="10"/>
          </p:nvPr>
        </p:nvSpPr>
        <p:spPr/>
        <p:txBody>
          <a:bodyPr/>
          <a:lstStyle/>
          <a:p>
            <a:endParaRPr lang="LID4096"/>
          </a:p>
        </p:txBody>
      </p:sp>
      <p:sp>
        <p:nvSpPr>
          <p:cNvPr id="5" name="Footer Placeholder 4">
            <a:extLst>
              <a:ext uri="{FF2B5EF4-FFF2-40B4-BE49-F238E27FC236}">
                <a16:creationId xmlns:a16="http://schemas.microsoft.com/office/drawing/2014/main" id="{F50CA56C-C5E5-869E-6BC6-22C295EEFE08}"/>
              </a:ext>
            </a:extLst>
          </p:cNvPr>
          <p:cNvSpPr>
            <a:spLocks noGrp="1"/>
          </p:cNvSpPr>
          <p:nvPr>
            <p:ph type="ftr" sz="quarter" idx="11"/>
          </p:nvPr>
        </p:nvSpPr>
        <p:spPr/>
        <p:txBody>
          <a:bodyPr/>
          <a:lstStyle/>
          <a:p>
            <a:r>
              <a:rPr lang="en-US"/>
              <a:t>Telecommunication Networks </a:t>
            </a:r>
            <a:endParaRPr lang="LID4096"/>
          </a:p>
        </p:txBody>
      </p:sp>
      <p:sp>
        <p:nvSpPr>
          <p:cNvPr id="6" name="Slide Number Placeholder 5">
            <a:extLst>
              <a:ext uri="{FF2B5EF4-FFF2-40B4-BE49-F238E27FC236}">
                <a16:creationId xmlns:a16="http://schemas.microsoft.com/office/drawing/2014/main" id="{DC8A9C28-C6B5-0AF9-2C45-A97454ECA0E2}"/>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61827226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43803-5A6C-F14A-AFFD-BBAEB7223296}"/>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4E5717F5-526B-FC7E-8D59-82A7B10328F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85F371C9-03EA-CD1A-261F-3B276698F899}"/>
              </a:ext>
            </a:extLst>
          </p:cNvPr>
          <p:cNvSpPr>
            <a:spLocks noGrp="1"/>
          </p:cNvSpPr>
          <p:nvPr>
            <p:ph type="dt" sz="half" idx="10"/>
          </p:nvPr>
        </p:nvSpPr>
        <p:spPr/>
        <p:txBody>
          <a:bodyPr/>
          <a:lstStyle/>
          <a:p>
            <a:endParaRPr lang="LID4096"/>
          </a:p>
        </p:txBody>
      </p:sp>
      <p:sp>
        <p:nvSpPr>
          <p:cNvPr id="5" name="Footer Placeholder 4">
            <a:extLst>
              <a:ext uri="{FF2B5EF4-FFF2-40B4-BE49-F238E27FC236}">
                <a16:creationId xmlns:a16="http://schemas.microsoft.com/office/drawing/2014/main" id="{9A57FCFA-1DB5-216A-2317-7B33B3A66462}"/>
              </a:ext>
            </a:extLst>
          </p:cNvPr>
          <p:cNvSpPr>
            <a:spLocks noGrp="1"/>
          </p:cNvSpPr>
          <p:nvPr>
            <p:ph type="ftr" sz="quarter" idx="11"/>
          </p:nvPr>
        </p:nvSpPr>
        <p:spPr/>
        <p:txBody>
          <a:bodyPr/>
          <a:lstStyle/>
          <a:p>
            <a:r>
              <a:rPr lang="en-US"/>
              <a:t>Telecommunication Networks </a:t>
            </a:r>
            <a:endParaRPr lang="LID4096"/>
          </a:p>
        </p:txBody>
      </p:sp>
      <p:sp>
        <p:nvSpPr>
          <p:cNvPr id="6" name="Slide Number Placeholder 5">
            <a:extLst>
              <a:ext uri="{FF2B5EF4-FFF2-40B4-BE49-F238E27FC236}">
                <a16:creationId xmlns:a16="http://schemas.microsoft.com/office/drawing/2014/main" id="{1ED10605-6EAA-F670-A7EA-81573D8E0D22}"/>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20367300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D6A2A-05D2-F69C-075D-EEE9A80F435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B0FEE512-C67E-F199-C6C1-C920AAD3FAF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7A1F2F8-3942-E25E-EEEC-62823CD7674C}"/>
              </a:ext>
            </a:extLst>
          </p:cNvPr>
          <p:cNvSpPr>
            <a:spLocks noGrp="1"/>
          </p:cNvSpPr>
          <p:nvPr>
            <p:ph type="dt" sz="half" idx="10"/>
          </p:nvPr>
        </p:nvSpPr>
        <p:spPr/>
        <p:txBody>
          <a:bodyPr/>
          <a:lstStyle/>
          <a:p>
            <a:endParaRPr lang="LID4096"/>
          </a:p>
        </p:txBody>
      </p:sp>
      <p:sp>
        <p:nvSpPr>
          <p:cNvPr id="5" name="Footer Placeholder 4">
            <a:extLst>
              <a:ext uri="{FF2B5EF4-FFF2-40B4-BE49-F238E27FC236}">
                <a16:creationId xmlns:a16="http://schemas.microsoft.com/office/drawing/2014/main" id="{0E12E60E-B176-DECA-FDB2-35F410F52DFE}"/>
              </a:ext>
            </a:extLst>
          </p:cNvPr>
          <p:cNvSpPr>
            <a:spLocks noGrp="1"/>
          </p:cNvSpPr>
          <p:nvPr>
            <p:ph type="ftr" sz="quarter" idx="11"/>
          </p:nvPr>
        </p:nvSpPr>
        <p:spPr/>
        <p:txBody>
          <a:bodyPr/>
          <a:lstStyle/>
          <a:p>
            <a:r>
              <a:rPr lang="en-US"/>
              <a:t>Telecommunication Networks </a:t>
            </a:r>
            <a:endParaRPr lang="LID4096"/>
          </a:p>
        </p:txBody>
      </p:sp>
      <p:sp>
        <p:nvSpPr>
          <p:cNvPr id="6" name="Slide Number Placeholder 5">
            <a:extLst>
              <a:ext uri="{FF2B5EF4-FFF2-40B4-BE49-F238E27FC236}">
                <a16:creationId xmlns:a16="http://schemas.microsoft.com/office/drawing/2014/main" id="{C9F85316-7CBE-CA74-E6C9-4E7FE28F2489}"/>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1787887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5009E-7B7C-10D8-E1BC-FCEE58C42488}"/>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27347120-C4FC-1735-4790-C69BB1D245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BC2F09CA-CA74-D922-FAEC-3D89383717C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A361733F-63F9-4F51-5473-F8EE7F8B5B5E}"/>
              </a:ext>
            </a:extLst>
          </p:cNvPr>
          <p:cNvSpPr>
            <a:spLocks noGrp="1"/>
          </p:cNvSpPr>
          <p:nvPr>
            <p:ph type="dt" sz="half" idx="10"/>
          </p:nvPr>
        </p:nvSpPr>
        <p:spPr/>
        <p:txBody>
          <a:bodyPr/>
          <a:lstStyle/>
          <a:p>
            <a:endParaRPr lang="LID4096"/>
          </a:p>
        </p:txBody>
      </p:sp>
      <p:sp>
        <p:nvSpPr>
          <p:cNvPr id="6" name="Footer Placeholder 5">
            <a:extLst>
              <a:ext uri="{FF2B5EF4-FFF2-40B4-BE49-F238E27FC236}">
                <a16:creationId xmlns:a16="http://schemas.microsoft.com/office/drawing/2014/main" id="{812F230A-079D-8CEA-F9DF-C238750A6451}"/>
              </a:ext>
            </a:extLst>
          </p:cNvPr>
          <p:cNvSpPr>
            <a:spLocks noGrp="1"/>
          </p:cNvSpPr>
          <p:nvPr>
            <p:ph type="ftr" sz="quarter" idx="11"/>
          </p:nvPr>
        </p:nvSpPr>
        <p:spPr/>
        <p:txBody>
          <a:bodyPr/>
          <a:lstStyle/>
          <a:p>
            <a:r>
              <a:rPr lang="en-US"/>
              <a:t>Telecommunication Networks </a:t>
            </a:r>
            <a:endParaRPr lang="LID4096"/>
          </a:p>
        </p:txBody>
      </p:sp>
      <p:sp>
        <p:nvSpPr>
          <p:cNvPr id="7" name="Slide Number Placeholder 6">
            <a:extLst>
              <a:ext uri="{FF2B5EF4-FFF2-40B4-BE49-F238E27FC236}">
                <a16:creationId xmlns:a16="http://schemas.microsoft.com/office/drawing/2014/main" id="{2E6A036D-1195-4656-9CF4-E92E6CB09A46}"/>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1275293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BAA3BA-5698-8646-E0AF-4A421D61BEBF}"/>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D6251BD0-7E2D-E35E-AB0E-9E12E1D665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B743C29-08E2-4C5C-E22A-C324AD83AD9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E7C7466F-79FA-9E13-7404-5C94D1C072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1617833-F49E-5190-7CF3-485CF1BF31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9F0C6761-9097-553C-0D37-B5251D8547F4}"/>
              </a:ext>
            </a:extLst>
          </p:cNvPr>
          <p:cNvSpPr>
            <a:spLocks noGrp="1"/>
          </p:cNvSpPr>
          <p:nvPr>
            <p:ph type="dt" sz="half" idx="10"/>
          </p:nvPr>
        </p:nvSpPr>
        <p:spPr/>
        <p:txBody>
          <a:bodyPr/>
          <a:lstStyle/>
          <a:p>
            <a:endParaRPr lang="LID4096"/>
          </a:p>
        </p:txBody>
      </p:sp>
      <p:sp>
        <p:nvSpPr>
          <p:cNvPr id="8" name="Footer Placeholder 7">
            <a:extLst>
              <a:ext uri="{FF2B5EF4-FFF2-40B4-BE49-F238E27FC236}">
                <a16:creationId xmlns:a16="http://schemas.microsoft.com/office/drawing/2014/main" id="{2A507FF0-FBC6-69B5-E9CF-67B274CFCD36}"/>
              </a:ext>
            </a:extLst>
          </p:cNvPr>
          <p:cNvSpPr>
            <a:spLocks noGrp="1"/>
          </p:cNvSpPr>
          <p:nvPr>
            <p:ph type="ftr" sz="quarter" idx="11"/>
          </p:nvPr>
        </p:nvSpPr>
        <p:spPr/>
        <p:txBody>
          <a:bodyPr/>
          <a:lstStyle/>
          <a:p>
            <a:r>
              <a:rPr lang="en-US"/>
              <a:t>Telecommunication Networks </a:t>
            </a:r>
            <a:endParaRPr lang="LID4096"/>
          </a:p>
        </p:txBody>
      </p:sp>
      <p:sp>
        <p:nvSpPr>
          <p:cNvPr id="9" name="Slide Number Placeholder 8">
            <a:extLst>
              <a:ext uri="{FF2B5EF4-FFF2-40B4-BE49-F238E27FC236}">
                <a16:creationId xmlns:a16="http://schemas.microsoft.com/office/drawing/2014/main" id="{8B46B3BF-4C2B-E6C5-DAF8-9F7EBBAE162B}"/>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8610594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7B6105-809C-0A3C-D910-0FB4C6BD56D4}"/>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1205A079-008B-B6DD-60B8-0F2D37DC7207}"/>
              </a:ext>
            </a:extLst>
          </p:cNvPr>
          <p:cNvSpPr>
            <a:spLocks noGrp="1"/>
          </p:cNvSpPr>
          <p:nvPr>
            <p:ph type="dt" sz="half" idx="10"/>
          </p:nvPr>
        </p:nvSpPr>
        <p:spPr/>
        <p:txBody>
          <a:bodyPr/>
          <a:lstStyle/>
          <a:p>
            <a:endParaRPr lang="LID4096"/>
          </a:p>
        </p:txBody>
      </p:sp>
      <p:sp>
        <p:nvSpPr>
          <p:cNvPr id="4" name="Footer Placeholder 3">
            <a:extLst>
              <a:ext uri="{FF2B5EF4-FFF2-40B4-BE49-F238E27FC236}">
                <a16:creationId xmlns:a16="http://schemas.microsoft.com/office/drawing/2014/main" id="{925680B5-FBF3-B19C-C2EF-27140DB9831E}"/>
              </a:ext>
            </a:extLst>
          </p:cNvPr>
          <p:cNvSpPr>
            <a:spLocks noGrp="1"/>
          </p:cNvSpPr>
          <p:nvPr>
            <p:ph type="ftr" sz="quarter" idx="11"/>
          </p:nvPr>
        </p:nvSpPr>
        <p:spPr/>
        <p:txBody>
          <a:bodyPr/>
          <a:lstStyle/>
          <a:p>
            <a:r>
              <a:rPr lang="en-US"/>
              <a:t>Telecommunication Networks </a:t>
            </a:r>
            <a:endParaRPr lang="LID4096"/>
          </a:p>
        </p:txBody>
      </p:sp>
      <p:sp>
        <p:nvSpPr>
          <p:cNvPr id="5" name="Slide Number Placeholder 4">
            <a:extLst>
              <a:ext uri="{FF2B5EF4-FFF2-40B4-BE49-F238E27FC236}">
                <a16:creationId xmlns:a16="http://schemas.microsoft.com/office/drawing/2014/main" id="{75F71FD9-A20B-9F7B-11DB-7762024B5384}"/>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15050891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6188CC6-82A1-6B4F-D68C-5623437FCEED}"/>
              </a:ext>
            </a:extLst>
          </p:cNvPr>
          <p:cNvSpPr>
            <a:spLocks noGrp="1"/>
          </p:cNvSpPr>
          <p:nvPr>
            <p:ph type="dt" sz="half" idx="10"/>
          </p:nvPr>
        </p:nvSpPr>
        <p:spPr/>
        <p:txBody>
          <a:bodyPr/>
          <a:lstStyle/>
          <a:p>
            <a:endParaRPr lang="LID4096"/>
          </a:p>
        </p:txBody>
      </p:sp>
      <p:sp>
        <p:nvSpPr>
          <p:cNvPr id="3" name="Footer Placeholder 2">
            <a:extLst>
              <a:ext uri="{FF2B5EF4-FFF2-40B4-BE49-F238E27FC236}">
                <a16:creationId xmlns:a16="http://schemas.microsoft.com/office/drawing/2014/main" id="{40DBCD4F-52E6-CBCE-423D-52ED0B19630D}"/>
              </a:ext>
            </a:extLst>
          </p:cNvPr>
          <p:cNvSpPr>
            <a:spLocks noGrp="1"/>
          </p:cNvSpPr>
          <p:nvPr>
            <p:ph type="ftr" sz="quarter" idx="11"/>
          </p:nvPr>
        </p:nvSpPr>
        <p:spPr/>
        <p:txBody>
          <a:bodyPr/>
          <a:lstStyle/>
          <a:p>
            <a:r>
              <a:rPr lang="en-US"/>
              <a:t>Telecommunication Networks </a:t>
            </a:r>
            <a:endParaRPr lang="LID4096"/>
          </a:p>
        </p:txBody>
      </p:sp>
      <p:sp>
        <p:nvSpPr>
          <p:cNvPr id="4" name="Slide Number Placeholder 3">
            <a:extLst>
              <a:ext uri="{FF2B5EF4-FFF2-40B4-BE49-F238E27FC236}">
                <a16:creationId xmlns:a16="http://schemas.microsoft.com/office/drawing/2014/main" id="{677D4272-2263-FA03-41BD-6433169BD29D}"/>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25088642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A5FB3-4D03-BB7E-55B6-9B816FD104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DC9CFF0E-79EE-B1D6-52E9-BB039A938AA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9CB8EBB6-B7D3-5AC8-61C2-8E6BB970FB5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1DBD4DC-88DE-D7B6-0849-91568D97EA0D}"/>
              </a:ext>
            </a:extLst>
          </p:cNvPr>
          <p:cNvSpPr>
            <a:spLocks noGrp="1"/>
          </p:cNvSpPr>
          <p:nvPr>
            <p:ph type="dt" sz="half" idx="10"/>
          </p:nvPr>
        </p:nvSpPr>
        <p:spPr/>
        <p:txBody>
          <a:bodyPr/>
          <a:lstStyle/>
          <a:p>
            <a:endParaRPr lang="LID4096"/>
          </a:p>
        </p:txBody>
      </p:sp>
      <p:sp>
        <p:nvSpPr>
          <p:cNvPr id="6" name="Footer Placeholder 5">
            <a:extLst>
              <a:ext uri="{FF2B5EF4-FFF2-40B4-BE49-F238E27FC236}">
                <a16:creationId xmlns:a16="http://schemas.microsoft.com/office/drawing/2014/main" id="{97EE3F44-B062-7B72-6C4B-8E41AC32B9F7}"/>
              </a:ext>
            </a:extLst>
          </p:cNvPr>
          <p:cNvSpPr>
            <a:spLocks noGrp="1"/>
          </p:cNvSpPr>
          <p:nvPr>
            <p:ph type="ftr" sz="quarter" idx="11"/>
          </p:nvPr>
        </p:nvSpPr>
        <p:spPr/>
        <p:txBody>
          <a:bodyPr/>
          <a:lstStyle/>
          <a:p>
            <a:r>
              <a:rPr lang="en-US"/>
              <a:t>Telecommunication Networks </a:t>
            </a:r>
            <a:endParaRPr lang="LID4096"/>
          </a:p>
        </p:txBody>
      </p:sp>
      <p:sp>
        <p:nvSpPr>
          <p:cNvPr id="7" name="Slide Number Placeholder 6">
            <a:extLst>
              <a:ext uri="{FF2B5EF4-FFF2-40B4-BE49-F238E27FC236}">
                <a16:creationId xmlns:a16="http://schemas.microsoft.com/office/drawing/2014/main" id="{15495254-82AF-E539-5857-39CA3D867BB8}"/>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214500774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D69B1F-D6FF-AA65-2CA0-F2E7BD7954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148DC6D-CC3B-C718-A5E1-988E5D6D51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CA7509B9-2BC2-074C-99F8-50F2F1F90D2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F36838-4955-D14E-E41A-C1CC2D41D1E9}"/>
              </a:ext>
            </a:extLst>
          </p:cNvPr>
          <p:cNvSpPr>
            <a:spLocks noGrp="1"/>
          </p:cNvSpPr>
          <p:nvPr>
            <p:ph type="dt" sz="half" idx="10"/>
          </p:nvPr>
        </p:nvSpPr>
        <p:spPr/>
        <p:txBody>
          <a:bodyPr/>
          <a:lstStyle/>
          <a:p>
            <a:endParaRPr lang="LID4096"/>
          </a:p>
        </p:txBody>
      </p:sp>
      <p:sp>
        <p:nvSpPr>
          <p:cNvPr id="6" name="Footer Placeholder 5">
            <a:extLst>
              <a:ext uri="{FF2B5EF4-FFF2-40B4-BE49-F238E27FC236}">
                <a16:creationId xmlns:a16="http://schemas.microsoft.com/office/drawing/2014/main" id="{E41FFE9A-4ACA-D68E-DBA6-D8B5C8062088}"/>
              </a:ext>
            </a:extLst>
          </p:cNvPr>
          <p:cNvSpPr>
            <a:spLocks noGrp="1"/>
          </p:cNvSpPr>
          <p:nvPr>
            <p:ph type="ftr" sz="quarter" idx="11"/>
          </p:nvPr>
        </p:nvSpPr>
        <p:spPr/>
        <p:txBody>
          <a:bodyPr/>
          <a:lstStyle/>
          <a:p>
            <a:r>
              <a:rPr lang="en-US"/>
              <a:t>Telecommunication Networks </a:t>
            </a:r>
            <a:endParaRPr lang="LID4096"/>
          </a:p>
        </p:txBody>
      </p:sp>
      <p:sp>
        <p:nvSpPr>
          <p:cNvPr id="7" name="Slide Number Placeholder 6">
            <a:extLst>
              <a:ext uri="{FF2B5EF4-FFF2-40B4-BE49-F238E27FC236}">
                <a16:creationId xmlns:a16="http://schemas.microsoft.com/office/drawing/2014/main" id="{2E2416DA-E2E7-17A1-2DC5-A12B503BE583}"/>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115360908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E54EB-60AA-EB00-F341-C8AEC4D3A97F}"/>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0165D9CD-8639-A961-9169-E9625E0720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88AEACC-7000-94C3-60A6-9BEC1F9881F6}"/>
              </a:ext>
            </a:extLst>
          </p:cNvPr>
          <p:cNvSpPr>
            <a:spLocks noGrp="1"/>
          </p:cNvSpPr>
          <p:nvPr>
            <p:ph type="dt" sz="half" idx="10"/>
          </p:nvPr>
        </p:nvSpPr>
        <p:spPr/>
        <p:txBody>
          <a:bodyPr/>
          <a:lstStyle/>
          <a:p>
            <a:endParaRPr lang="LID4096"/>
          </a:p>
        </p:txBody>
      </p:sp>
      <p:sp>
        <p:nvSpPr>
          <p:cNvPr id="5" name="Footer Placeholder 4">
            <a:extLst>
              <a:ext uri="{FF2B5EF4-FFF2-40B4-BE49-F238E27FC236}">
                <a16:creationId xmlns:a16="http://schemas.microsoft.com/office/drawing/2014/main" id="{F443759A-2A5C-87DC-5F4C-BE3BCD057E79}"/>
              </a:ext>
            </a:extLst>
          </p:cNvPr>
          <p:cNvSpPr>
            <a:spLocks noGrp="1"/>
          </p:cNvSpPr>
          <p:nvPr>
            <p:ph type="ftr" sz="quarter" idx="11"/>
          </p:nvPr>
        </p:nvSpPr>
        <p:spPr/>
        <p:txBody>
          <a:bodyPr/>
          <a:lstStyle/>
          <a:p>
            <a:r>
              <a:rPr lang="en-US"/>
              <a:t>Telecommunication Networks </a:t>
            </a:r>
            <a:endParaRPr lang="LID4096"/>
          </a:p>
        </p:txBody>
      </p:sp>
      <p:sp>
        <p:nvSpPr>
          <p:cNvPr id="6" name="Slide Number Placeholder 5">
            <a:extLst>
              <a:ext uri="{FF2B5EF4-FFF2-40B4-BE49-F238E27FC236}">
                <a16:creationId xmlns:a16="http://schemas.microsoft.com/office/drawing/2014/main" id="{583C44DB-97C4-3A4F-663D-4F26A42B53FF}"/>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205089396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07A7F8C-8AC2-6802-5836-7D99CCF840B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3A68703B-1EA2-115A-9BD1-CB13E1C3783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4DA286DA-2455-731E-EE08-C7A924D37C8A}"/>
              </a:ext>
            </a:extLst>
          </p:cNvPr>
          <p:cNvSpPr>
            <a:spLocks noGrp="1"/>
          </p:cNvSpPr>
          <p:nvPr>
            <p:ph type="dt" sz="half" idx="10"/>
          </p:nvPr>
        </p:nvSpPr>
        <p:spPr/>
        <p:txBody>
          <a:bodyPr/>
          <a:lstStyle/>
          <a:p>
            <a:endParaRPr lang="LID4096"/>
          </a:p>
        </p:txBody>
      </p:sp>
      <p:sp>
        <p:nvSpPr>
          <p:cNvPr id="5" name="Footer Placeholder 4">
            <a:extLst>
              <a:ext uri="{FF2B5EF4-FFF2-40B4-BE49-F238E27FC236}">
                <a16:creationId xmlns:a16="http://schemas.microsoft.com/office/drawing/2014/main" id="{DBF933AB-9438-EC3C-21A2-4221179EDB41}"/>
              </a:ext>
            </a:extLst>
          </p:cNvPr>
          <p:cNvSpPr>
            <a:spLocks noGrp="1"/>
          </p:cNvSpPr>
          <p:nvPr>
            <p:ph type="ftr" sz="quarter" idx="11"/>
          </p:nvPr>
        </p:nvSpPr>
        <p:spPr/>
        <p:txBody>
          <a:bodyPr/>
          <a:lstStyle/>
          <a:p>
            <a:r>
              <a:rPr lang="en-US"/>
              <a:t>Telecommunication Networks </a:t>
            </a:r>
            <a:endParaRPr lang="LID4096"/>
          </a:p>
        </p:txBody>
      </p:sp>
      <p:sp>
        <p:nvSpPr>
          <p:cNvPr id="6" name="Slide Number Placeholder 5">
            <a:extLst>
              <a:ext uri="{FF2B5EF4-FFF2-40B4-BE49-F238E27FC236}">
                <a16:creationId xmlns:a16="http://schemas.microsoft.com/office/drawing/2014/main" id="{16CA1BF6-45CC-6474-B3D9-8564ADDFB291}"/>
              </a:ext>
            </a:extLst>
          </p:cNvPr>
          <p:cNvSpPr>
            <a:spLocks noGrp="1"/>
          </p:cNvSpPr>
          <p:nvPr>
            <p:ph type="sldNum" sz="quarter" idx="12"/>
          </p:nvPr>
        </p:nvSpPr>
        <p:spPr/>
        <p:txBody>
          <a:bodyPr/>
          <a:lstStyle/>
          <a:p>
            <a:fld id="{105264C1-93CD-4F5F-B6EE-5235E982ADB5}" type="slidenum">
              <a:rPr lang="LID4096" smtClean="0"/>
              <a:t>‹#›</a:t>
            </a:fld>
            <a:endParaRPr lang="LID4096"/>
          </a:p>
        </p:txBody>
      </p:sp>
    </p:spTree>
    <p:extLst>
      <p:ext uri="{BB962C8B-B14F-4D97-AF65-F5344CB8AC3E}">
        <p14:creationId xmlns:p14="http://schemas.microsoft.com/office/powerpoint/2010/main" val="133860747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userDrawn="1">
  <p:cSld name="1_Title Slide">
    <p:spTree>
      <p:nvGrpSpPr>
        <p:cNvPr id="1" name=""/>
        <p:cNvGrpSpPr/>
        <p:nvPr/>
      </p:nvGrpSpPr>
      <p:grpSpPr>
        <a:xfrm>
          <a:off x="0" y="0"/>
          <a:ext cx="0" cy="0"/>
          <a:chOff x="0" y="0"/>
          <a:chExt cx="0" cy="0"/>
        </a:xfrm>
      </p:grpSpPr>
      <p:sp>
        <p:nvSpPr>
          <p:cNvPr id="2" name="Rechteck 4">
            <a:extLst>
              <a:ext uri="{FF2B5EF4-FFF2-40B4-BE49-F238E27FC236}">
                <a16:creationId xmlns:a16="http://schemas.microsoft.com/office/drawing/2014/main" id="{DA4ED779-1BF4-E9B2-D05D-97789C628B36}"/>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gradFill>
            <a:gsLst>
              <a:gs pos="0">
                <a:srgbClr val="1F90CC"/>
              </a:gs>
              <a:gs pos="100000">
                <a:srgbClr val="9013FE"/>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17" name="Rechteck 4">
            <a:extLst>
              <a:ext uri="{FF2B5EF4-FFF2-40B4-BE49-F238E27FC236}">
                <a16:creationId xmlns:a16="http://schemas.microsoft.com/office/drawing/2014/main" id="{220A97D8-26D0-E064-8D44-BA1E44C754AA}"/>
              </a:ext>
            </a:extLst>
          </p:cNvPr>
          <p:cNvSpPr/>
          <p:nvPr userDrawn="1"/>
        </p:nvSpPr>
        <p:spPr>
          <a:xfrm>
            <a:off x="-6479" y="1668461"/>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gradFill>
            <a:gsLst>
              <a:gs pos="0">
                <a:srgbClr val="FF6C00"/>
              </a:gs>
              <a:gs pos="100000">
                <a:srgbClr val="C40D1E"/>
              </a:gs>
            </a:gsLst>
            <a:lin ang="189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3" name="Grafik 6">
            <a:extLst>
              <a:ext uri="{FF2B5EF4-FFF2-40B4-BE49-F238E27FC236}">
                <a16:creationId xmlns:a16="http://schemas.microsoft.com/office/drawing/2014/main" id="{0E7932CC-57F5-7FF5-6F53-EF9A888DB64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098" name="Rectangle 2">
            <a:extLst>
              <a:ext uri="{FF2B5EF4-FFF2-40B4-BE49-F238E27FC236}">
                <a16:creationId xmlns:a16="http://schemas.microsoft.com/office/drawing/2014/main" id="{5F2B473E-6402-CF41-B498-BF4083E1F7F1}"/>
              </a:ext>
            </a:extLst>
          </p:cNvPr>
          <p:cNvSpPr>
            <a:spLocks noGrp="1" noChangeArrowheads="1"/>
          </p:cNvSpPr>
          <p:nvPr>
            <p:ph type="ctrTitle"/>
          </p:nvPr>
        </p:nvSpPr>
        <p:spPr>
          <a:xfrm>
            <a:off x="550800" y="5431613"/>
            <a:ext cx="8328079" cy="461665"/>
          </a:xfrm>
          <a:noFill/>
        </p:spPr>
        <p:txBody>
          <a:bodyPr wrap="square" lIns="0" tIns="0" rIns="0" bIns="0" rtlCol="0">
            <a:spAutoFit/>
          </a:bodyPr>
          <a:lstStyle>
            <a:lvl1pPr algn="l">
              <a:defRPr lang="en-US" altLang="en-US" sz="3000" noProof="0" dirty="0">
                <a:solidFill>
                  <a:schemeClr val="bg1"/>
                </a:solidFill>
                <a:latin typeface="Arial" panose="020B0604020202020204" pitchFamily="34" charset="0"/>
                <a:ea typeface="+mn-ea"/>
                <a:cs typeface="Arial" panose="020B0604020202020204" pitchFamily="34" charset="0"/>
              </a:defRPr>
            </a:lvl1pPr>
          </a:lstStyle>
          <a:p>
            <a:pPr lvl="0" algn="ctr">
              <a:lnSpc>
                <a:spcPts val="3600"/>
              </a:lnSpc>
            </a:pPr>
            <a:r>
              <a:rPr lang="en-US" altLang="en-US" noProof="0" dirty="0"/>
              <a:t>Click to edit Master title style</a:t>
            </a:r>
          </a:p>
        </p:txBody>
      </p:sp>
      <p:sp>
        <p:nvSpPr>
          <p:cNvPr id="4099" name="Rectangle 3">
            <a:extLst>
              <a:ext uri="{FF2B5EF4-FFF2-40B4-BE49-F238E27FC236}">
                <a16:creationId xmlns:a16="http://schemas.microsoft.com/office/drawing/2014/main" id="{44EFF916-2BDB-4E4D-8A01-EDEA9161D585}"/>
              </a:ext>
            </a:extLst>
          </p:cNvPr>
          <p:cNvSpPr>
            <a:spLocks noGrp="1" noChangeArrowheads="1"/>
          </p:cNvSpPr>
          <p:nvPr>
            <p:ph type="subTitle" idx="1"/>
          </p:nvPr>
        </p:nvSpPr>
        <p:spPr>
          <a:xfrm>
            <a:off x="550801" y="6097223"/>
            <a:ext cx="8328079" cy="283411"/>
          </a:xfrm>
          <a:noFill/>
        </p:spPr>
        <p:txBody>
          <a:bodyPr wrap="square" lIns="0" tIns="0" rIns="0" bIns="0" rtlCol="0">
            <a:spAutoFit/>
          </a:bodyPr>
          <a:lstStyle>
            <a:lvl1pPr>
              <a:defRPr lang="en-US" altLang="en-US" sz="1800" noProof="0" dirty="0">
                <a:solidFill>
                  <a:schemeClr val="bg1"/>
                </a:solidFill>
                <a:latin typeface="Arial" panose="020B0604020202020204" pitchFamily="34" charset="0"/>
                <a:cs typeface="Arial" panose="020B0604020202020204" pitchFamily="34" charset="0"/>
              </a:defRPr>
            </a:lvl1pPr>
          </a:lstStyle>
          <a:p>
            <a:pPr marL="0" marR="0" lvl="0" indent="0" defTabSz="914400" fontAlgn="auto" latinLnBrk="0">
              <a:lnSpc>
                <a:spcPts val="2400"/>
              </a:lnSpc>
              <a:spcAft>
                <a:spcPts val="0"/>
              </a:spcAft>
              <a:buClrTx/>
              <a:buSzTx/>
              <a:buFont typeface="Arial" panose="020B0604020202020204" pitchFamily="34" charset="0"/>
              <a:buNone/>
              <a:tabLst/>
            </a:pPr>
            <a:r>
              <a:rPr lang="en-US" altLang="en-US" noProof="0" dirty="0"/>
              <a:t>Click to edit Master subtitle style</a:t>
            </a:r>
          </a:p>
        </p:txBody>
      </p:sp>
      <p:pic>
        <p:nvPicPr>
          <p:cNvPr id="14" name="Picture 13">
            <a:extLst>
              <a:ext uri="{FF2B5EF4-FFF2-40B4-BE49-F238E27FC236}">
                <a16:creationId xmlns:a16="http://schemas.microsoft.com/office/drawing/2014/main" id="{78AF8769-66B8-2076-3312-6FFEC190D6B9}"/>
              </a:ext>
            </a:extLst>
          </p:cNvPr>
          <p:cNvPicPr>
            <a:picLocks noChangeAspect="1"/>
          </p:cNvPicPr>
          <p:nvPr userDrawn="1"/>
        </p:nvPicPr>
        <p:blipFill>
          <a:blip r:embed="rId3"/>
          <a:stretch>
            <a:fillRect/>
          </a:stretch>
        </p:blipFill>
        <p:spPr>
          <a:xfrm>
            <a:off x="9388168" y="5982101"/>
            <a:ext cx="2432377" cy="497158"/>
          </a:xfrm>
          <a:prstGeom prst="rect">
            <a:avLst/>
          </a:prstGeom>
        </p:spPr>
      </p:pic>
      <p:sp>
        <p:nvSpPr>
          <p:cNvPr id="15" name="Bildplatzhalter 23">
            <a:extLst>
              <a:ext uri="{FF2B5EF4-FFF2-40B4-BE49-F238E27FC236}">
                <a16:creationId xmlns:a16="http://schemas.microsoft.com/office/drawing/2014/main" id="{6D21FA3E-20E0-EB86-2D08-F46A8F5CDCA4}"/>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Tree>
    <p:extLst>
      <p:ext uri="{BB962C8B-B14F-4D97-AF65-F5344CB8AC3E}">
        <p14:creationId xmlns:p14="http://schemas.microsoft.com/office/powerpoint/2010/main" val="28255714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Inhalt">
    <p:spTree>
      <p:nvGrpSpPr>
        <p:cNvPr id="1" name=""/>
        <p:cNvGrpSpPr/>
        <p:nvPr/>
      </p:nvGrpSpPr>
      <p:grpSpPr>
        <a:xfrm>
          <a:off x="0" y="0"/>
          <a:ext cx="0" cy="0"/>
          <a:chOff x="0" y="0"/>
          <a:chExt cx="0" cy="0"/>
        </a:xfrm>
      </p:grpSpPr>
      <p:sp>
        <p:nvSpPr>
          <p:cNvPr id="6" name="Textplatzhalter 5"/>
          <p:cNvSpPr>
            <a:spLocks noGrp="1"/>
          </p:cNvSpPr>
          <p:nvPr>
            <p:ph type="body" sz="quarter" idx="12"/>
          </p:nvPr>
        </p:nvSpPr>
        <p:spPr>
          <a:xfrm>
            <a:off x="529029" y="1268413"/>
            <a:ext cx="9721851" cy="467494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DE" dirty="0"/>
          </a:p>
        </p:txBody>
      </p:sp>
      <p:sp>
        <p:nvSpPr>
          <p:cNvPr id="5" name="Title 4"/>
          <p:cNvSpPr>
            <a:spLocks noGrp="1"/>
          </p:cNvSpPr>
          <p:nvPr>
            <p:ph type="title"/>
          </p:nvPr>
        </p:nvSpPr>
        <p:spPr/>
        <p:txBody>
          <a:bodyPr/>
          <a:lstStyle>
            <a:lvl1pPr>
              <a:defRPr b="0">
                <a:solidFill>
                  <a:srgbClr val="C50D20"/>
                </a:solidFill>
              </a:defRPr>
            </a:lvl1pPr>
          </a:lstStyle>
          <a:p>
            <a:r>
              <a:rPr lang="en-US" dirty="0"/>
              <a:t>Click to edit Master title style</a:t>
            </a:r>
          </a:p>
        </p:txBody>
      </p:sp>
      <p:sp>
        <p:nvSpPr>
          <p:cNvPr id="10" name="Text Placeholder 9"/>
          <p:cNvSpPr>
            <a:spLocks noGrp="1"/>
          </p:cNvSpPr>
          <p:nvPr>
            <p:ph type="body" sz="quarter" idx="13"/>
          </p:nvPr>
        </p:nvSpPr>
        <p:spPr>
          <a:xfrm>
            <a:off x="529029" y="6036150"/>
            <a:ext cx="9721851" cy="230400"/>
          </a:xfrm>
        </p:spPr>
        <p:txBody>
          <a:bodyPr anchor="b"/>
          <a:lstStyle>
            <a:lvl1pPr marL="0" indent="0">
              <a:buNone/>
              <a:tabLst>
                <a:tab pos="265113" algn="l"/>
              </a:tabLst>
              <a:defRPr sz="800"/>
            </a:lvl1pPr>
          </a:lstStyle>
          <a:p>
            <a:pPr lvl="0"/>
            <a:r>
              <a:rPr lang="en-US" dirty="0"/>
              <a:t>Click to edit Master text styles</a:t>
            </a:r>
          </a:p>
        </p:txBody>
      </p:sp>
      <p:sp>
        <p:nvSpPr>
          <p:cNvPr id="2" name="Fußzeilenplatzhalter 1028">
            <a:extLst>
              <a:ext uri="{FF2B5EF4-FFF2-40B4-BE49-F238E27FC236}">
                <a16:creationId xmlns:a16="http://schemas.microsoft.com/office/drawing/2014/main" id="{CB92E6DA-9C1F-7191-58D8-E153A874928F}"/>
              </a:ext>
            </a:extLst>
          </p:cNvPr>
          <p:cNvSpPr>
            <a:spLocks noGrp="1"/>
          </p:cNvSpPr>
          <p:nvPr>
            <p:ph type="ftr" sz="quarter" idx="3"/>
          </p:nvPr>
        </p:nvSpPr>
        <p:spPr>
          <a:xfrm>
            <a:off x="883840" y="6373842"/>
            <a:ext cx="6168585" cy="230400"/>
          </a:xfrm>
          <a:prstGeom prst="rect">
            <a:avLst/>
          </a:prstGeom>
        </p:spPr>
        <p:txBody>
          <a:bodyPr vert="horz" wrap="none" lIns="0" tIns="0" rIns="0" bIns="0" rtlCol="0" anchor="ctr" anchorCtr="0">
            <a:noAutofit/>
          </a:bodyPr>
          <a:lstStyle>
            <a:lvl1pPr algn="l">
              <a:defRPr sz="1200" b="0">
                <a:solidFill>
                  <a:schemeClr val="bg1"/>
                </a:solidFill>
              </a:defRPr>
            </a:lvl1pPr>
          </a:lstStyle>
          <a:p>
            <a:r>
              <a:rPr lang="en-US"/>
              <a:t>Telecommunication Networks </a:t>
            </a:r>
            <a:endParaRPr lang="de-DE" dirty="0"/>
          </a:p>
        </p:txBody>
      </p:sp>
      <p:sp>
        <p:nvSpPr>
          <p:cNvPr id="7" name="Foliennummernplatzhalter 2">
            <a:extLst>
              <a:ext uri="{FF2B5EF4-FFF2-40B4-BE49-F238E27FC236}">
                <a16:creationId xmlns:a16="http://schemas.microsoft.com/office/drawing/2014/main" id="{4D173078-C179-33EB-BFB6-3550712DE1D4}"/>
              </a:ext>
            </a:extLst>
          </p:cNvPr>
          <p:cNvSpPr>
            <a:spLocks noGrp="1"/>
          </p:cNvSpPr>
          <p:nvPr>
            <p:ph type="sldNum" sz="quarter" idx="4"/>
          </p:nvPr>
        </p:nvSpPr>
        <p:spPr>
          <a:xfrm>
            <a:off x="529029" y="6373842"/>
            <a:ext cx="443436" cy="230400"/>
          </a:xfrm>
          <a:prstGeom prst="rect">
            <a:avLst/>
          </a:prstGeom>
        </p:spPr>
        <p:txBody>
          <a:bodyPr vert="horz" lIns="0" tIns="45720" rIns="0" bIns="45720" rtlCol="0" anchor="ctr"/>
          <a:lstStyle>
            <a:lvl1pPr algn="l">
              <a:defRPr sz="1200" b="0">
                <a:solidFill>
                  <a:schemeClr val="bg1"/>
                </a:solidFill>
              </a:defRPr>
            </a:lvl1pPr>
          </a:lstStyle>
          <a:p>
            <a:fld id="{815DB69B-0A2B-4D0B-A3BD-360AAA24381D}" type="slidenum">
              <a:rPr lang="de-DE" smtClean="0"/>
              <a:pPr/>
              <a:t>‹#›</a:t>
            </a:fld>
            <a:endParaRPr lang="de-DE" dirty="0"/>
          </a:p>
        </p:txBody>
      </p:sp>
    </p:spTree>
    <p:extLst>
      <p:ext uri="{BB962C8B-B14F-4D97-AF65-F5344CB8AC3E}">
        <p14:creationId xmlns:p14="http://schemas.microsoft.com/office/powerpoint/2010/main" val="21636355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2.xml"/><Relationship Id="rId4" Type="http://schemas.openxmlformats.org/officeDocument/2006/relationships/image" Target="../media/image2.wmf"/></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10/15/2026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 name="Grafik 6"/>
          <p:cNvPicPr/>
          <p:nvPr/>
        </p:nvPicPr>
        <p:blipFill>
          <a:blip r:embed="rId3"/>
          <a:stretch/>
        </p:blipFill>
        <p:spPr>
          <a:xfrm>
            <a:off x="9388080" y="378720"/>
            <a:ext cx="2248200" cy="772200"/>
          </a:xfrm>
          <a:prstGeom prst="rect">
            <a:avLst/>
          </a:prstGeom>
          <a:ln w="0">
            <a:noFill/>
          </a:ln>
        </p:spPr>
      </p:pic>
      <p:sp>
        <p:nvSpPr>
          <p:cNvPr id="10" name="Rechteck 1" hidden="1"/>
          <p:cNvSpPr/>
          <p:nvPr/>
        </p:nvSpPr>
        <p:spPr>
          <a:xfrm>
            <a:off x="0" y="5748120"/>
            <a:ext cx="12193200" cy="1108080"/>
          </a:xfrm>
          <a:custGeom>
            <a:avLst/>
            <a:gdLst>
              <a:gd name="textAreaLeft" fmla="*/ 0 w 12193200"/>
              <a:gd name="textAreaRight" fmla="*/ 12195000 w 12193200"/>
              <a:gd name="textAreaTop" fmla="*/ 0 h 1108080"/>
              <a:gd name="textAreaBottom" fmla="*/ 1109880 h 1108080"/>
            </a:gdLst>
            <a:ahLst/>
            <a:cxnLst/>
            <a:rect l="textAreaLeft" t="textAreaTop" r="textAreaRight" b="textAreaBottom"/>
            <a:pathLst>
              <a:path w="12195175" h="1109875">
                <a:moveTo>
                  <a:pt x="0" y="422275"/>
                </a:moveTo>
                <a:lnTo>
                  <a:pt x="12195175" y="0"/>
                </a:lnTo>
                <a:cubicBezTo>
                  <a:pt x="12194117" y="369958"/>
                  <a:pt x="12193058" y="739917"/>
                  <a:pt x="12192000" y="1109875"/>
                </a:cubicBezTo>
                <a:lnTo>
                  <a:pt x="0" y="1109875"/>
                </a:lnTo>
                <a:lnTo>
                  <a:pt x="0" y="422275"/>
                </a:lnTo>
                <a:close/>
              </a:path>
            </a:pathLst>
          </a:custGeom>
          <a:gradFill rotWithShape="0">
            <a:gsLst>
              <a:gs pos="0">
                <a:srgbClr val="1F90CC"/>
              </a:gs>
              <a:gs pos="100000">
                <a:srgbClr val="9013FE"/>
              </a:gs>
            </a:gsLst>
            <a:lin ang="18900000"/>
          </a:gradFill>
          <a:ln w="2556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pPr>
            <a:endParaRPr lang="de-DE" sz="1200" b="0" strike="noStrike" spc="-1">
              <a:solidFill>
                <a:schemeClr val="lt1"/>
              </a:solidFill>
              <a:latin typeface="Arial"/>
              <a:ea typeface="DejaVu Sans"/>
            </a:endParaRPr>
          </a:p>
        </p:txBody>
      </p:sp>
      <p:sp>
        <p:nvSpPr>
          <p:cNvPr id="11" name="Rechteck 1" hidden="1"/>
          <p:cNvSpPr/>
          <p:nvPr/>
        </p:nvSpPr>
        <p:spPr>
          <a:xfrm>
            <a:off x="0" y="5748120"/>
            <a:ext cx="12193200" cy="1108080"/>
          </a:xfrm>
          <a:custGeom>
            <a:avLst/>
            <a:gdLst>
              <a:gd name="textAreaLeft" fmla="*/ 0 w 12193200"/>
              <a:gd name="textAreaRight" fmla="*/ 12195000 w 12193200"/>
              <a:gd name="textAreaTop" fmla="*/ 0 h 1108080"/>
              <a:gd name="textAreaBottom" fmla="*/ 1109880 h 1108080"/>
            </a:gdLst>
            <a:ahLst/>
            <a:cxnLst/>
            <a:rect l="textAreaLeft" t="textAreaTop" r="textAreaRight" b="textAreaBottom"/>
            <a:pathLst>
              <a:path w="12195175" h="1109875">
                <a:moveTo>
                  <a:pt x="0" y="422275"/>
                </a:moveTo>
                <a:lnTo>
                  <a:pt x="12195175" y="0"/>
                </a:lnTo>
                <a:cubicBezTo>
                  <a:pt x="12194117" y="369958"/>
                  <a:pt x="12193058" y="739917"/>
                  <a:pt x="12192000" y="1109875"/>
                </a:cubicBezTo>
                <a:lnTo>
                  <a:pt x="0" y="1109875"/>
                </a:lnTo>
                <a:lnTo>
                  <a:pt x="0" y="422275"/>
                </a:lnTo>
                <a:close/>
              </a:path>
            </a:pathLst>
          </a:custGeom>
          <a:gradFill rotWithShape="0">
            <a:gsLst>
              <a:gs pos="0">
                <a:srgbClr val="FF6C00"/>
              </a:gs>
              <a:gs pos="100000">
                <a:srgbClr val="C40D1E"/>
              </a:gs>
            </a:gsLst>
            <a:lin ang="18900000"/>
          </a:gradFill>
          <a:ln w="2556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pPr>
            <a:endParaRPr lang="de-DE" sz="1200" b="0" strike="noStrike" spc="-1">
              <a:solidFill>
                <a:schemeClr val="lt1"/>
              </a:solidFill>
              <a:latin typeface="Arial"/>
              <a:ea typeface="DejaVu Sans"/>
            </a:endParaRPr>
          </a:p>
        </p:txBody>
      </p:sp>
      <p:pic>
        <p:nvPicPr>
          <p:cNvPr id="2" name="Picture 3"/>
          <p:cNvPicPr/>
          <p:nvPr/>
        </p:nvPicPr>
        <p:blipFill>
          <a:blip r:embed="rId4"/>
          <a:stretch/>
        </p:blipFill>
        <p:spPr>
          <a:xfrm>
            <a:off x="9398520" y="6172200"/>
            <a:ext cx="2430720" cy="495360"/>
          </a:xfrm>
          <a:prstGeom prst="rect">
            <a:avLst/>
          </a:prstGeom>
          <a:ln w="0">
            <a:noFill/>
          </a:ln>
        </p:spPr>
      </p:pic>
      <p:sp>
        <p:nvSpPr>
          <p:cNvPr id="4" name="Rechteck 4"/>
          <p:cNvSpPr/>
          <p:nvPr/>
        </p:nvSpPr>
        <p:spPr>
          <a:xfrm>
            <a:off x="0" y="1668600"/>
            <a:ext cx="12190320" cy="5187600"/>
          </a:xfrm>
          <a:custGeom>
            <a:avLst/>
            <a:gdLst>
              <a:gd name="textAreaLeft" fmla="*/ 0 w 12190320"/>
              <a:gd name="textAreaRight" fmla="*/ 12192120 w 12190320"/>
              <a:gd name="textAreaTop" fmla="*/ 0 h 5187600"/>
              <a:gd name="textAreaBottom" fmla="*/ 5189400 h 5187600"/>
            </a:gdLst>
            <a:ahLst/>
            <a:cxnLst/>
            <a:rect l="textAreaLeft" t="textAreaTop" r="textAreaRight" b="textAreaBottom"/>
            <a:pathLst>
              <a:path w="12192000" h="5189537">
                <a:moveTo>
                  <a:pt x="0" y="428625"/>
                </a:moveTo>
                <a:lnTo>
                  <a:pt x="12192000" y="0"/>
                </a:lnTo>
                <a:lnTo>
                  <a:pt x="12192000" y="5189537"/>
                </a:lnTo>
                <a:lnTo>
                  <a:pt x="0" y="5189537"/>
                </a:lnTo>
                <a:lnTo>
                  <a:pt x="0" y="428625"/>
                </a:lnTo>
                <a:close/>
              </a:path>
            </a:pathLst>
          </a:custGeom>
          <a:gradFill rotWithShape="0">
            <a:gsLst>
              <a:gs pos="0">
                <a:srgbClr val="1F90CC"/>
              </a:gs>
              <a:gs pos="100000">
                <a:srgbClr val="9013FE"/>
              </a:gs>
            </a:gsLst>
            <a:lin ang="18900000"/>
          </a:gradFill>
          <a:ln w="2556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pPr>
            <a:endParaRPr lang="de-DE" sz="1200" b="0" strike="noStrike" spc="-1">
              <a:solidFill>
                <a:schemeClr val="lt1"/>
              </a:solidFill>
              <a:latin typeface="Arial"/>
              <a:ea typeface="DejaVu Sans"/>
            </a:endParaRPr>
          </a:p>
        </p:txBody>
      </p:sp>
      <p:sp>
        <p:nvSpPr>
          <p:cNvPr id="5" name="Rechteck 4"/>
          <p:cNvSpPr/>
          <p:nvPr/>
        </p:nvSpPr>
        <p:spPr>
          <a:xfrm>
            <a:off x="-6480" y="1668600"/>
            <a:ext cx="12190320" cy="5187600"/>
          </a:xfrm>
          <a:custGeom>
            <a:avLst/>
            <a:gdLst>
              <a:gd name="textAreaLeft" fmla="*/ 0 w 12190320"/>
              <a:gd name="textAreaRight" fmla="*/ 12192120 w 12190320"/>
              <a:gd name="textAreaTop" fmla="*/ 0 h 5187600"/>
              <a:gd name="textAreaBottom" fmla="*/ 5189400 h 5187600"/>
            </a:gdLst>
            <a:ahLst/>
            <a:cxnLst/>
            <a:rect l="textAreaLeft" t="textAreaTop" r="textAreaRight" b="textAreaBottom"/>
            <a:pathLst>
              <a:path w="12192000" h="5189537">
                <a:moveTo>
                  <a:pt x="0" y="428625"/>
                </a:moveTo>
                <a:lnTo>
                  <a:pt x="12192000" y="0"/>
                </a:lnTo>
                <a:lnTo>
                  <a:pt x="12192000" y="5189537"/>
                </a:lnTo>
                <a:lnTo>
                  <a:pt x="0" y="5189537"/>
                </a:lnTo>
                <a:lnTo>
                  <a:pt x="0" y="428625"/>
                </a:lnTo>
                <a:close/>
              </a:path>
            </a:pathLst>
          </a:custGeom>
          <a:gradFill rotWithShape="0">
            <a:gsLst>
              <a:gs pos="0">
                <a:srgbClr val="FF6C00"/>
              </a:gs>
              <a:gs pos="100000">
                <a:srgbClr val="C40D1E"/>
              </a:gs>
            </a:gsLst>
            <a:lin ang="18900000"/>
          </a:gradFill>
          <a:ln w="2556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pPr>
            <a:endParaRPr lang="de-DE" sz="1200" b="0" strike="noStrike" spc="-1">
              <a:solidFill>
                <a:schemeClr val="lt1"/>
              </a:solidFill>
              <a:latin typeface="Arial"/>
              <a:ea typeface="DejaVu Sans"/>
            </a:endParaRPr>
          </a:p>
        </p:txBody>
      </p:sp>
      <p:pic>
        <p:nvPicPr>
          <p:cNvPr id="7" name="Picture 13"/>
          <p:cNvPicPr/>
          <p:nvPr/>
        </p:nvPicPr>
        <p:blipFill>
          <a:blip r:embed="rId4"/>
          <a:stretch/>
        </p:blipFill>
        <p:spPr>
          <a:xfrm>
            <a:off x="9388080" y="5982120"/>
            <a:ext cx="2430720" cy="495360"/>
          </a:xfrm>
          <a:prstGeom prst="rect">
            <a:avLst/>
          </a:prstGeom>
          <a:ln w="0">
            <a:noFill/>
          </a:ln>
        </p:spPr>
      </p:pic>
      <p:sp>
        <p:nvSpPr>
          <p:cNvPr id="8" name="PlaceHolder 1"/>
          <p:cNvSpPr>
            <a:spLocks noGrp="1"/>
          </p:cNvSpPr>
          <p:nvPr>
            <p:ph type="title"/>
          </p:nvPr>
        </p:nvSpPr>
        <p:spPr>
          <a:xfrm>
            <a:off x="529200" y="378000"/>
            <a:ext cx="8336880" cy="734040"/>
          </a:xfrm>
          <a:prstGeom prst="rect">
            <a:avLst/>
          </a:prstGeom>
          <a:noFill/>
          <a:ln w="0">
            <a:noFill/>
          </a:ln>
        </p:spPr>
        <p:txBody>
          <a:bodyPr lIns="0" tIns="0" rIns="0" bIns="0" anchor="ctr">
            <a:noAutofit/>
          </a:bodyPr>
          <a:lstStyle/>
          <a:p>
            <a:pPr indent="0">
              <a:buNone/>
            </a:pPr>
            <a:r>
              <a:rPr lang="en-US" sz="1800" b="0" strike="noStrike" spc="-1">
                <a:solidFill>
                  <a:srgbClr val="000000"/>
                </a:solidFill>
                <a:latin typeface="Arial"/>
              </a:rPr>
              <a:t>Click to edit the title text format</a:t>
            </a:r>
          </a:p>
        </p:txBody>
      </p:sp>
      <p:sp>
        <p:nvSpPr>
          <p:cNvPr id="9"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extLst>
      <p:ext uri="{BB962C8B-B14F-4D97-AF65-F5344CB8AC3E}">
        <p14:creationId xmlns:p14="http://schemas.microsoft.com/office/powerpoint/2010/main" val="2521348308"/>
      </p:ext>
    </p:extLst>
  </p:cSld>
  <p:clrMap bg1="lt1" tx1="dk1" bg2="lt2" tx2="dk2" accent1="accent1" accent2="accent2" accent3="accent3" accent4="accent4" accent5="accent5" accent6="accent6" hlink="hlink" folHlink="folHlink"/>
  <p:sldLayoutIdLst>
    <p:sldLayoutId id="2147483661" r:id="rId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F0296CD-93A8-AFD0-D548-896CD825203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6FE4761E-CAB7-70D9-416E-E27C29D3C0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DCE7DE84-CC0F-464C-23AE-C430549BF09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LID4096"/>
          </a:p>
        </p:txBody>
      </p:sp>
      <p:sp>
        <p:nvSpPr>
          <p:cNvPr id="5" name="Footer Placeholder 4">
            <a:extLst>
              <a:ext uri="{FF2B5EF4-FFF2-40B4-BE49-F238E27FC236}">
                <a16:creationId xmlns:a16="http://schemas.microsoft.com/office/drawing/2014/main" id="{0278B9A3-043D-A82F-5ACF-ACDB23985DC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Telecommunication Networks </a:t>
            </a:r>
            <a:endParaRPr lang="LID4096"/>
          </a:p>
        </p:txBody>
      </p:sp>
      <p:sp>
        <p:nvSpPr>
          <p:cNvPr id="6" name="Slide Number Placeholder 5">
            <a:extLst>
              <a:ext uri="{FF2B5EF4-FFF2-40B4-BE49-F238E27FC236}">
                <a16:creationId xmlns:a16="http://schemas.microsoft.com/office/drawing/2014/main" id="{E1325F53-A9F7-4044-0EB5-0460EEEC35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05264C1-93CD-4F5F-B6EE-5235E982ADB5}" type="slidenum">
              <a:rPr lang="LID4096" smtClean="0"/>
              <a:t>‹#›</a:t>
            </a:fld>
            <a:endParaRPr lang="LID4096"/>
          </a:p>
        </p:txBody>
      </p:sp>
    </p:spTree>
    <p:extLst>
      <p:ext uri="{BB962C8B-B14F-4D97-AF65-F5344CB8AC3E}">
        <p14:creationId xmlns:p14="http://schemas.microsoft.com/office/powerpoint/2010/main" val="598792048"/>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14.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14.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11.png"/><Relationship Id="rId51" Type="http://schemas.openxmlformats.org/officeDocument/2006/relationships/customXml" Target="../ink/ink24.xml"/><Relationship Id="rId3" Type="http://schemas.openxmlformats.org/officeDocument/2006/relationships/image" Target="../media/image7.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9.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8.png"/><Relationship Id="rId9" Type="http://schemas.openxmlformats.org/officeDocument/2006/relationships/image" Target="../media/image12.png"/></Relationships>
</file>

<file path=ppt/slides/_rels/slide5.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24.sv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231" Type="http://schemas.openxmlformats.org/officeDocument/2006/relationships/image" Target="NULL"/><Relationship Id="rId480" Type="http://schemas.openxmlformats.org/officeDocument/2006/relationships/customXml" Target="../ink/ink144.xml"/><Relationship Id="rId515" Type="http://schemas.openxmlformats.org/officeDocument/2006/relationships/customXml" Target="../ink/ink167.xml"/><Relationship Id="rId536" Type="http://schemas.openxmlformats.org/officeDocument/2006/relationships/customXml" Target="../ink/ink188.xml"/><Relationship Id="rId26" Type="http://schemas.openxmlformats.org/officeDocument/2006/relationships/image" Target="NUL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22.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23.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25.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s>
</file>

<file path=ppt/slides/_rels/slide6.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26.png"/><Relationship Id="rId9" Type="http://schemas.openxmlformats.org/officeDocument/2006/relationships/image" Target="NULL"/><Relationship Id="rId210" Type="http://schemas.openxmlformats.org/officeDocument/2006/relationships/customXml" Target="../ink/ink373.xml"/><Relationship Id="rId26" Type="http://schemas.openxmlformats.org/officeDocument/2006/relationships/customXml" Target="../ink/ink281.xml"/><Relationship Id="rId231" Type="http://schemas.openxmlformats.org/officeDocument/2006/relationships/image" Target="NULL"/><Relationship Id="rId252" Type="http://schemas.openxmlformats.org/officeDocument/2006/relationships/customXml" Target="../ink/ink394.xml"/><Relationship Id="rId273" Type="http://schemas.openxmlformats.org/officeDocument/2006/relationships/customXml" Target="../ink/ink414.xml"/><Relationship Id="rId294" Type="http://schemas.openxmlformats.org/officeDocument/2006/relationships/customXml" Target="../ink/ink435.xml"/><Relationship Id="rId308" Type="http://schemas.openxmlformats.org/officeDocument/2006/relationships/customXml" Target="../ink/ink449.xml"/><Relationship Id="rId329" Type="http://schemas.openxmlformats.org/officeDocument/2006/relationships/customXml" Target="../ink/ink470.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24.sv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25.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22.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23.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8.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8.png"/><Relationship Id="rId7" Type="http://schemas.openxmlformats.org/officeDocument/2006/relationships/image" Target="NULL"/><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30.svg"/></Relationships>
</file>

<file path=ppt/slides/_rels/slide9.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8.png"/><Relationship Id="rId7" Type="http://schemas.openxmlformats.org/officeDocument/2006/relationships/image" Target="NULL"/><Relationship Id="rId2" Type="http://schemas.openxmlformats.org/officeDocument/2006/relationships/image" Target="../media/image27.png"/><Relationship Id="rId1" Type="http://schemas.openxmlformats.org/officeDocument/2006/relationships/slideLayout" Target="../slideLayouts/slideLayout2.xml"/><Relationship Id="rId6" Type="http://schemas.openxmlformats.org/officeDocument/2006/relationships/image" Target="NULL"/><Relationship Id="rId4" Type="http://schemas.openxmlformats.org/officeDocument/2006/relationships/image" Target="../media/image30.svg"/><Relationship Id="rId9" Type="http://schemas.openxmlformats.org/officeDocument/2006/relationships/image" Target="../media/image31.png"/></Relationships>
</file>

<file path=ppt/slides/_rels/slide10.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11.png"/><Relationship Id="rId7" Type="http://schemas.openxmlformats.org/officeDocument/2006/relationships/image" Target="../media/image33.png"/><Relationship Id="rId12" Type="http://schemas.openxmlformats.org/officeDocument/2006/relationships/image" Target="../media/image38.png"/><Relationship Id="rId2" Type="http://schemas.openxmlformats.org/officeDocument/2006/relationships/image" Target="../media/image2812.png"/><Relationship Id="rId1" Type="http://schemas.openxmlformats.org/officeDocument/2006/relationships/slideLayout" Target="../slideLayouts/slideLayout25.xml"/><Relationship Id="rId6" Type="http://schemas.openxmlformats.org/officeDocument/2006/relationships/image" Target="../media/image32.png"/><Relationship Id="rId11" Type="http://schemas.openxmlformats.org/officeDocument/2006/relationships/image" Target="../media/image37.png"/><Relationship Id="rId5" Type="http://schemas.openxmlformats.org/officeDocument/2006/relationships/image" Target="../media/image3112.png"/><Relationship Id="rId10" Type="http://schemas.openxmlformats.org/officeDocument/2006/relationships/image" Target="../media/image36.png"/><Relationship Id="rId4" Type="http://schemas.openxmlformats.org/officeDocument/2006/relationships/image" Target="../media/image30.png"/><Relationship Id="rId9" Type="http://schemas.openxmlformats.org/officeDocument/2006/relationships/image" Target="../media/image3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svg"/></Relationships>
</file>

<file path=ppt/slides/_rels/slide13.xml.rels><?xml version="1.0" encoding="UTF-8" standalone="yes"?>
<Relationships xmlns="http://schemas.openxmlformats.org/package/2006/relationships"><Relationship Id="rId3" Type="http://schemas.openxmlformats.org/officeDocument/2006/relationships/image" Target="../media/image32.svg"/><Relationship Id="rId7" Type="http://schemas.openxmlformats.org/officeDocument/2006/relationships/image" Target="../media/image42.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4.svg"/><Relationship Id="rId4" Type="http://schemas.openxmlformats.org/officeDocument/2006/relationships/image" Target="../media/image33.svg"/></Relationships>
</file>

<file path=ppt/slides/_rels/slide14.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3.png"/><Relationship Id="rId3" Type="http://schemas.openxmlformats.org/officeDocument/2006/relationships/image" Target="../media/image46.png"/><Relationship Id="rId7" Type="http://schemas.openxmlformats.org/officeDocument/2006/relationships/image" Target="../media/image49.png"/><Relationship Id="rId12" Type="http://schemas.openxmlformats.org/officeDocument/2006/relationships/image" Target="../media/image52.png"/><Relationship Id="rId2" Type="http://schemas.openxmlformats.org/officeDocument/2006/relationships/image" Target="../media/image45.png"/><Relationship Id="rId16" Type="http://schemas.openxmlformats.org/officeDocument/2006/relationships/image" Target="../media/image44.svg"/><Relationship Id="rId1" Type="http://schemas.openxmlformats.org/officeDocument/2006/relationships/slideLayout" Target="../slideLayouts/slideLayout2.xml"/><Relationship Id="rId6" Type="http://schemas.openxmlformats.org/officeDocument/2006/relationships/image" Target="../media/image48.png"/><Relationship Id="rId11" Type="http://schemas.openxmlformats.org/officeDocument/2006/relationships/image" Target="../media/image34.svg"/><Relationship Id="rId5" Type="http://schemas.openxmlformats.org/officeDocument/2006/relationships/image" Target="../media/image32.svg"/><Relationship Id="rId15" Type="http://schemas.openxmlformats.org/officeDocument/2006/relationships/image" Target="../media/image55.png"/><Relationship Id="rId10" Type="http://schemas.openxmlformats.org/officeDocument/2006/relationships/image" Target="../media/image33.svg"/><Relationship Id="rId4" Type="http://schemas.openxmlformats.org/officeDocument/2006/relationships/image" Target="../media/image47.png"/><Relationship Id="rId9" Type="http://schemas.openxmlformats.org/officeDocument/2006/relationships/image" Target="../media/image43.svg"/><Relationship Id="rId14" Type="http://schemas.openxmlformats.org/officeDocument/2006/relationships/image" Target="../media/image54.png"/></Relationships>
</file>

<file path=ppt/slides/_rels/slide1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3.png"/><Relationship Id="rId1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49.png"/><Relationship Id="rId12" Type="http://schemas.openxmlformats.org/officeDocument/2006/relationships/image" Target="../media/image52.png"/><Relationship Id="rId17" Type="http://schemas.openxmlformats.org/officeDocument/2006/relationships/image" Target="../media/image45.gif"/><Relationship Id="rId2" Type="http://schemas.openxmlformats.org/officeDocument/2006/relationships/image" Target="../media/image45.png"/><Relationship Id="rId16" Type="http://schemas.openxmlformats.org/officeDocument/2006/relationships/image" Target="../media/image44.svg"/><Relationship Id="rId20"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48.png"/><Relationship Id="rId11" Type="http://schemas.openxmlformats.org/officeDocument/2006/relationships/image" Target="../media/image34.svg"/><Relationship Id="rId5" Type="http://schemas.openxmlformats.org/officeDocument/2006/relationships/image" Target="../media/image32.svg"/><Relationship Id="rId15" Type="http://schemas.openxmlformats.org/officeDocument/2006/relationships/image" Target="../media/image55.png"/><Relationship Id="rId10" Type="http://schemas.openxmlformats.org/officeDocument/2006/relationships/image" Target="../media/image33.svg"/><Relationship Id="rId19" Type="http://schemas.openxmlformats.org/officeDocument/2006/relationships/image" Target="../media/image52.gif"/><Relationship Id="rId4" Type="http://schemas.openxmlformats.org/officeDocument/2006/relationships/image" Target="../media/image47.png"/><Relationship Id="rId9" Type="http://schemas.openxmlformats.org/officeDocument/2006/relationships/image" Target="../media/image43.svg"/><Relationship Id="rId14" Type="http://schemas.openxmlformats.org/officeDocument/2006/relationships/image" Target="../media/image54.png"/></Relationships>
</file>

<file path=ppt/slides/_rels/slide16.xml.rels><?xml version="1.0" encoding="UTF-8" standalone="yes"?>
<Relationships xmlns="http://schemas.openxmlformats.org/package/2006/relationships"><Relationship Id="rId8" Type="http://schemas.openxmlformats.org/officeDocument/2006/relationships/image" Target="../media/image48.png"/><Relationship Id="rId13" Type="http://schemas.openxmlformats.org/officeDocument/2006/relationships/image" Target="../media/image53.svg"/><Relationship Id="rId18" Type="http://schemas.openxmlformats.org/officeDocument/2006/relationships/image" Target="../media/image55.png"/><Relationship Id="rId3" Type="http://schemas.openxmlformats.org/officeDocument/2006/relationships/image" Target="../media/image62.png"/><Relationship Id="rId7" Type="http://schemas.openxmlformats.org/officeDocument/2006/relationships/image" Target="../media/image32.svg"/><Relationship Id="rId12" Type="http://schemas.openxmlformats.org/officeDocument/2006/relationships/image" Target="../media/image33.svg"/><Relationship Id="rId17" Type="http://schemas.openxmlformats.org/officeDocument/2006/relationships/image" Target="../media/image54.png"/><Relationship Id="rId2" Type="http://schemas.openxmlformats.org/officeDocument/2006/relationships/image" Target="../media/image61.png"/><Relationship Id="rId16"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44.svg"/><Relationship Id="rId11" Type="http://schemas.openxmlformats.org/officeDocument/2006/relationships/image" Target="../media/image43.svg"/><Relationship Id="rId5" Type="http://schemas.openxmlformats.org/officeDocument/2006/relationships/image" Target="../media/image47.png"/><Relationship Id="rId15" Type="http://schemas.openxmlformats.org/officeDocument/2006/relationships/image" Target="../media/image52.png"/><Relationship Id="rId10" Type="http://schemas.openxmlformats.org/officeDocument/2006/relationships/image" Target="../media/image50.png"/><Relationship Id="rId4" Type="http://schemas.openxmlformats.org/officeDocument/2006/relationships/image" Target="../media/image63.png"/><Relationship Id="rId9" Type="http://schemas.openxmlformats.org/officeDocument/2006/relationships/image" Target="../media/image49.png"/><Relationship Id="rId14" Type="http://schemas.openxmlformats.org/officeDocument/2006/relationships/image" Target="../media/image34.svg"/></Relationships>
</file>

<file path=ppt/slides/_rels/slide17.xml.rels><?xml version="1.0" encoding="UTF-8" standalone="yes"?>
<Relationships xmlns="http://schemas.openxmlformats.org/package/2006/relationships"><Relationship Id="rId3" Type="http://schemas.openxmlformats.org/officeDocument/2006/relationships/image" Target="../media/image57.svg"/><Relationship Id="rId2" Type="http://schemas.openxmlformats.org/officeDocument/2006/relationships/image" Target="../media/image56.png"/><Relationship Id="rId1" Type="http://schemas.openxmlformats.org/officeDocument/2006/relationships/slideLayout" Target="../slideLayouts/slideLayout2.xml"/><Relationship Id="rId5" Type="http://schemas.openxmlformats.org/officeDocument/2006/relationships/image" Target="../media/image59.svg"/><Relationship Id="rId4" Type="http://schemas.openxmlformats.org/officeDocument/2006/relationships/image" Target="../media/image58.sv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2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s>
</file>

<file path=ppt/slides/_rels/slide21.xml.rels><?xml version="1.0" encoding="UTF-8" standalone="yes"?>
<Relationships xmlns="http://schemas.openxmlformats.org/package/2006/relationships"><Relationship Id="rId3" Type="http://schemas.openxmlformats.org/officeDocument/2006/relationships/image" Target="../media/image65.png"/><Relationship Id="rId7" Type="http://schemas.openxmlformats.org/officeDocument/2006/relationships/image" Target="../media/image67.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9.png"/><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8" Type="http://schemas.openxmlformats.org/officeDocument/2006/relationships/image" Target="../media/image79.png"/><Relationship Id="rId13" Type="http://schemas.openxmlformats.org/officeDocument/2006/relationships/image" Target="../media/image86.png"/><Relationship Id="rId3" Type="http://schemas.openxmlformats.org/officeDocument/2006/relationships/image" Target="../media/image69.png"/><Relationship Id="rId7" Type="http://schemas.openxmlformats.org/officeDocument/2006/relationships/image" Target="../media/image78.png"/><Relationship Id="rId12" Type="http://schemas.openxmlformats.org/officeDocument/2006/relationships/image" Target="../media/image8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77.png"/><Relationship Id="rId11" Type="http://schemas.openxmlformats.org/officeDocument/2006/relationships/image" Target="../media/image84.png"/><Relationship Id="rId5" Type="http://schemas.openxmlformats.org/officeDocument/2006/relationships/image" Target="../media/image75.png"/><Relationship Id="rId15" Type="http://schemas.openxmlformats.org/officeDocument/2006/relationships/image" Target="../media/image88.png"/><Relationship Id="rId10" Type="http://schemas.openxmlformats.org/officeDocument/2006/relationships/image" Target="../media/image83.png"/><Relationship Id="rId4" Type="http://schemas.openxmlformats.org/officeDocument/2006/relationships/image" Target="../media/image67.png"/><Relationship Id="rId9" Type="http://schemas.openxmlformats.org/officeDocument/2006/relationships/image" Target="../media/image81.png"/><Relationship Id="rId14" Type="http://schemas.openxmlformats.org/officeDocument/2006/relationships/image" Target="../media/image87.png"/></Relationships>
</file>

<file path=ppt/slides/_rels/slide2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8" Type="http://schemas.openxmlformats.org/officeDocument/2006/relationships/image" Target="../media/image96.png"/><Relationship Id="rId13" Type="http://schemas.openxmlformats.org/officeDocument/2006/relationships/image" Target="../media/image73.png"/><Relationship Id="rId7" Type="http://schemas.openxmlformats.org/officeDocument/2006/relationships/image" Target="../media/image95.png"/><Relationship Id="rId12" Type="http://schemas.openxmlformats.org/officeDocument/2006/relationships/image" Target="../media/image72.png"/><Relationship Id="rId2" Type="http://schemas.openxmlformats.org/officeDocument/2006/relationships/notesSlide" Target="../notesSlides/notesSlide8.xml"/><Relationship Id="rId16" Type="http://schemas.openxmlformats.org/officeDocument/2006/relationships/image" Target="../media/image89.png"/><Relationship Id="rId1" Type="http://schemas.openxmlformats.org/officeDocument/2006/relationships/slideLayout" Target="../slideLayouts/slideLayout2.xml"/><Relationship Id="rId11" Type="http://schemas.openxmlformats.org/officeDocument/2006/relationships/image" Target="../media/image71.png"/><Relationship Id="rId15" Type="http://schemas.openxmlformats.org/officeDocument/2006/relationships/image" Target="../media/image117.png"/><Relationship Id="rId10" Type="http://schemas.openxmlformats.org/officeDocument/2006/relationships/image" Target="../media/image98.png"/><Relationship Id="rId9" Type="http://schemas.openxmlformats.org/officeDocument/2006/relationships/image" Target="../media/image97.png"/><Relationship Id="rId4" Type="http://schemas.openxmlformats.org/officeDocument/2006/relationships/image" Target="../media/image112.png"/><Relationship Id="rId14" Type="http://schemas.openxmlformats.org/officeDocument/2006/relationships/image" Target="../media/image74.png"/></Relationships>
</file>

<file path=ppt/slides/_rels/slide25.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70.png"/><Relationship Id="rId7" Type="http://schemas.openxmlformats.org/officeDocument/2006/relationships/image" Target="../media/image9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image" Target="../media/image112.png"/><Relationship Id="rId10" Type="http://schemas.openxmlformats.org/officeDocument/2006/relationships/image" Target="../media/image99.png"/><Relationship Id="rId4" Type="http://schemas.openxmlformats.org/officeDocument/2006/relationships/image" Target="../media/image91.png"/><Relationship Id="rId9" Type="http://schemas.openxmlformats.org/officeDocument/2006/relationships/image" Target="../media/image117.png"/></Relationships>
</file>

<file path=ppt/slides/_rels/slide26.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70.png"/><Relationship Id="rId7" Type="http://schemas.openxmlformats.org/officeDocument/2006/relationships/image" Target="../media/image9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image" Target="../media/image112.png"/><Relationship Id="rId10" Type="http://schemas.openxmlformats.org/officeDocument/2006/relationships/image" Target="../media/image99.png"/><Relationship Id="rId4" Type="http://schemas.openxmlformats.org/officeDocument/2006/relationships/image" Target="../media/image91.png"/><Relationship Id="rId9" Type="http://schemas.openxmlformats.org/officeDocument/2006/relationships/image" Target="../media/image117.png"/></Relationships>
</file>

<file path=ppt/slides/_rels/slide27.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70.png"/><Relationship Id="rId7" Type="http://schemas.openxmlformats.org/officeDocument/2006/relationships/image" Target="../media/image9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image" Target="../media/image112.png"/><Relationship Id="rId10" Type="http://schemas.openxmlformats.org/officeDocument/2006/relationships/image" Target="../media/image99.png"/><Relationship Id="rId4" Type="http://schemas.openxmlformats.org/officeDocument/2006/relationships/image" Target="../media/image91.png"/><Relationship Id="rId9" Type="http://schemas.openxmlformats.org/officeDocument/2006/relationships/image" Target="../media/image117.png"/></Relationships>
</file>

<file path=ppt/slides/_rels/slide28.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70.png"/><Relationship Id="rId7" Type="http://schemas.openxmlformats.org/officeDocument/2006/relationships/image" Target="../media/image9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92.png"/><Relationship Id="rId5" Type="http://schemas.openxmlformats.org/officeDocument/2006/relationships/image" Target="../media/image112.png"/><Relationship Id="rId10" Type="http://schemas.openxmlformats.org/officeDocument/2006/relationships/image" Target="../media/image99.png"/><Relationship Id="rId4" Type="http://schemas.openxmlformats.org/officeDocument/2006/relationships/image" Target="../media/image91.png"/><Relationship Id="rId9" Type="http://schemas.openxmlformats.org/officeDocument/2006/relationships/image" Target="../media/image117.png"/></Relationships>
</file>

<file path=ppt/slides/_rels/slide29.xml.rels><?xml version="1.0" encoding="UTF-8" standalone="yes"?>
<Relationships xmlns="http://schemas.openxmlformats.org/package/2006/relationships"><Relationship Id="rId8" Type="http://schemas.openxmlformats.org/officeDocument/2006/relationships/image" Target="../media/image94.png"/><Relationship Id="rId3" Type="http://schemas.openxmlformats.org/officeDocument/2006/relationships/image" Target="../media/image70.png"/><Relationship Id="rId7" Type="http://schemas.openxmlformats.org/officeDocument/2006/relationships/image" Target="../media/image9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92.png"/><Relationship Id="rId11" Type="http://schemas.openxmlformats.org/officeDocument/2006/relationships/image" Target="../media/image103.png"/><Relationship Id="rId5" Type="http://schemas.openxmlformats.org/officeDocument/2006/relationships/image" Target="../media/image101.png"/><Relationship Id="rId10" Type="http://schemas.openxmlformats.org/officeDocument/2006/relationships/image" Target="../media/image99.png"/><Relationship Id="rId4" Type="http://schemas.openxmlformats.org/officeDocument/2006/relationships/image" Target="../media/image91.png"/><Relationship Id="rId9" Type="http://schemas.openxmlformats.org/officeDocument/2006/relationships/image" Target="../media/image102.png"/></Relationships>
</file>

<file path=ppt/slides/_rels/slide30.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17.png"/><Relationship Id="rId3" Type="http://schemas.openxmlformats.org/officeDocument/2006/relationships/image" Target="../media/image104.png"/><Relationship Id="rId7" Type="http://schemas.openxmlformats.org/officeDocument/2006/relationships/image" Target="../media/image108.png"/><Relationship Id="rId12" Type="http://schemas.openxmlformats.org/officeDocument/2006/relationships/image" Target="../media/image9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07.png"/><Relationship Id="rId11" Type="http://schemas.openxmlformats.org/officeDocument/2006/relationships/image" Target="../media/image93.png"/><Relationship Id="rId5" Type="http://schemas.openxmlformats.org/officeDocument/2006/relationships/image" Target="../media/image106.png"/><Relationship Id="rId10" Type="http://schemas.openxmlformats.org/officeDocument/2006/relationships/image" Target="../media/image92.png"/><Relationship Id="rId4" Type="http://schemas.openxmlformats.org/officeDocument/2006/relationships/image" Target="../media/image105.png"/><Relationship Id="rId9" Type="http://schemas.openxmlformats.org/officeDocument/2006/relationships/image" Target="../media/image112.png"/><Relationship Id="rId14" Type="http://schemas.openxmlformats.org/officeDocument/2006/relationships/image" Target="../media/image99.png"/></Relationships>
</file>

<file path=ppt/slides/_rels/slide31.xml.rels><?xml version="1.0" encoding="UTF-8" standalone="yes"?>
<Relationships xmlns="http://schemas.openxmlformats.org/package/2006/relationships"><Relationship Id="rId8" Type="http://schemas.openxmlformats.org/officeDocument/2006/relationships/image" Target="../media/image91.png"/><Relationship Id="rId13" Type="http://schemas.openxmlformats.org/officeDocument/2006/relationships/image" Target="../media/image102.png"/><Relationship Id="rId3" Type="http://schemas.openxmlformats.org/officeDocument/2006/relationships/image" Target="../media/image109.png"/><Relationship Id="rId7" Type="http://schemas.openxmlformats.org/officeDocument/2006/relationships/image" Target="../media/image108.png"/><Relationship Id="rId12" Type="http://schemas.openxmlformats.org/officeDocument/2006/relationships/image" Target="../media/image94.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7.png"/><Relationship Id="rId11" Type="http://schemas.openxmlformats.org/officeDocument/2006/relationships/image" Target="../media/image93.png"/><Relationship Id="rId5" Type="http://schemas.openxmlformats.org/officeDocument/2006/relationships/image" Target="../media/image106.png"/><Relationship Id="rId10" Type="http://schemas.openxmlformats.org/officeDocument/2006/relationships/image" Target="../media/image92.png"/><Relationship Id="rId4" Type="http://schemas.openxmlformats.org/officeDocument/2006/relationships/image" Target="../media/image105.png"/><Relationship Id="rId9" Type="http://schemas.openxmlformats.org/officeDocument/2006/relationships/image" Target="../media/image101.png"/><Relationship Id="rId14" Type="http://schemas.openxmlformats.org/officeDocument/2006/relationships/image" Target="../media/image99.png"/></Relationships>
</file>

<file path=ppt/slides/_rels/slide32.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104.jpeg"/><Relationship Id="rId7" Type="http://schemas.openxmlformats.org/officeDocument/2006/relationships/image" Target="../media/image1810.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111.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33.xml.rels><?xml version="1.0" encoding="UTF-8" standalone="yes"?>
<Relationships xmlns="http://schemas.openxmlformats.org/package/2006/relationships"><Relationship Id="rId3" Type="http://schemas.openxmlformats.org/officeDocument/2006/relationships/image" Target="../media/image104.jpeg"/><Relationship Id="rId7" Type="http://schemas.openxmlformats.org/officeDocument/2006/relationships/image" Target="../media/image11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13.png"/><Relationship Id="rId5" Type="http://schemas.openxmlformats.org/officeDocument/2006/relationships/image" Target="../media/image112.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2.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8" Type="http://schemas.openxmlformats.org/officeDocument/2006/relationships/image" Target="../media/image357.png"/><Relationship Id="rId13" Type="http://schemas.openxmlformats.org/officeDocument/2006/relationships/image" Target="../media/image68.png"/><Relationship Id="rId7" Type="http://schemas.openxmlformats.org/officeDocument/2006/relationships/image" Target="../media/image3411.png"/><Relationship Id="rId12" Type="http://schemas.openxmlformats.org/officeDocument/2006/relationships/image" Target="../media/image69.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311.png"/><Relationship Id="rId11" Type="http://schemas.openxmlformats.org/officeDocument/2006/relationships/image" Target="../media/image115.png"/><Relationship Id="rId5" Type="http://schemas.openxmlformats.org/officeDocument/2006/relationships/image" Target="../media/image3210.png"/><Relationship Id="rId10" Type="http://schemas.openxmlformats.org/officeDocument/2006/relationships/image" Target="../media/image66.png"/><Relationship Id="rId4" Type="http://schemas.openxmlformats.org/officeDocument/2006/relationships/image" Target="../media/image3111.png"/><Relationship Id="rId9" Type="http://schemas.openxmlformats.org/officeDocument/2006/relationships/image" Target="../media/image65.png"/><Relationship Id="rId14" Type="http://schemas.openxmlformats.org/officeDocument/2006/relationships/image" Target="../media/image67.png"/></Relationships>
</file>

<file path=ppt/slides/_rels/slide36.xml.rels><?xml version="1.0" encoding="UTF-8" standalone="yes"?>
<Relationships xmlns="http://schemas.openxmlformats.org/package/2006/relationships"><Relationship Id="rId8" Type="http://schemas.openxmlformats.org/officeDocument/2006/relationships/image" Target="../media/image131.png"/><Relationship Id="rId3" Type="http://schemas.openxmlformats.org/officeDocument/2006/relationships/image" Target="../media/image70.png"/><Relationship Id="rId7" Type="http://schemas.openxmlformats.org/officeDocument/2006/relationships/image" Target="../media/image129.png"/><Relationship Id="rId12" Type="http://schemas.openxmlformats.org/officeDocument/2006/relationships/image" Target="../media/image69.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28.png"/><Relationship Id="rId11" Type="http://schemas.openxmlformats.org/officeDocument/2006/relationships/image" Target="../media/image115.png"/><Relationship Id="rId5" Type="http://schemas.openxmlformats.org/officeDocument/2006/relationships/image" Target="../media/image127.png"/><Relationship Id="rId10" Type="http://schemas.openxmlformats.org/officeDocument/2006/relationships/image" Target="../media/image66.png"/><Relationship Id="rId4" Type="http://schemas.openxmlformats.org/officeDocument/2006/relationships/image" Target="../media/image126.png"/><Relationship Id="rId9" Type="http://schemas.openxmlformats.org/officeDocument/2006/relationships/image" Target="../media/image65.png"/></Relationships>
</file>

<file path=ppt/slides/_rels/slide37.xml.rels><?xml version="1.0" encoding="UTF-8" standalone="yes"?>
<Relationships xmlns="http://schemas.openxmlformats.org/package/2006/relationships"><Relationship Id="rId8" Type="http://schemas.openxmlformats.org/officeDocument/2006/relationships/image" Target="../media/image462.png"/><Relationship Id="rId13" Type="http://schemas.openxmlformats.org/officeDocument/2006/relationships/image" Target="../media/image515.png"/><Relationship Id="rId18" Type="http://schemas.openxmlformats.org/officeDocument/2006/relationships/image" Target="../media/image562.png"/><Relationship Id="rId3" Type="http://schemas.openxmlformats.org/officeDocument/2006/relationships/image" Target="../media/image402.png"/><Relationship Id="rId7" Type="http://schemas.openxmlformats.org/officeDocument/2006/relationships/image" Target="../media/image453.png"/><Relationship Id="rId12" Type="http://schemas.openxmlformats.org/officeDocument/2006/relationships/image" Target="../media/image503.png"/><Relationship Id="rId17" Type="http://schemas.openxmlformats.org/officeDocument/2006/relationships/image" Target="../media/image552.png"/><Relationship Id="rId2" Type="http://schemas.openxmlformats.org/officeDocument/2006/relationships/notesSlide" Target="../notesSlides/notesSlide20.xml"/><Relationship Id="rId16" Type="http://schemas.openxmlformats.org/officeDocument/2006/relationships/image" Target="../media/image116.png"/><Relationship Id="rId1" Type="http://schemas.openxmlformats.org/officeDocument/2006/relationships/slideLayout" Target="../slideLayouts/slideLayout2.xml"/><Relationship Id="rId6" Type="http://schemas.openxmlformats.org/officeDocument/2006/relationships/image" Target="../media/image443.png"/><Relationship Id="rId11" Type="http://schemas.openxmlformats.org/officeDocument/2006/relationships/image" Target="../media/image492.png"/><Relationship Id="rId5" Type="http://schemas.openxmlformats.org/officeDocument/2006/relationships/image" Target="../media/image432.png"/><Relationship Id="rId15" Type="http://schemas.openxmlformats.org/officeDocument/2006/relationships/image" Target="../media/image532.png"/><Relationship Id="rId10" Type="http://schemas.openxmlformats.org/officeDocument/2006/relationships/image" Target="../media/image482.png"/><Relationship Id="rId4" Type="http://schemas.openxmlformats.org/officeDocument/2006/relationships/image" Target="../media/image423.png"/><Relationship Id="rId9" Type="http://schemas.openxmlformats.org/officeDocument/2006/relationships/image" Target="../media/image472.png"/><Relationship Id="rId14" Type="http://schemas.openxmlformats.org/officeDocument/2006/relationships/image" Target="../media/image522.png"/></Relationships>
</file>

<file path=ppt/slides/_rels/slide38.xml.rels><?xml version="1.0" encoding="UTF-8" standalone="yes"?>
<Relationships xmlns="http://schemas.openxmlformats.org/package/2006/relationships"><Relationship Id="rId8" Type="http://schemas.openxmlformats.org/officeDocument/2006/relationships/image" Target="../media/image622.png"/><Relationship Id="rId13" Type="http://schemas.openxmlformats.org/officeDocument/2006/relationships/image" Target="../media/image673.png"/><Relationship Id="rId18" Type="http://schemas.openxmlformats.org/officeDocument/2006/relationships/image" Target="../media/image711.png"/><Relationship Id="rId3" Type="http://schemas.openxmlformats.org/officeDocument/2006/relationships/image" Target="../media/image57.png"/><Relationship Id="rId7" Type="http://schemas.openxmlformats.org/officeDocument/2006/relationships/image" Target="../media/image614.png"/><Relationship Id="rId12" Type="http://schemas.openxmlformats.org/officeDocument/2006/relationships/image" Target="../media/image662.png"/><Relationship Id="rId17" Type="http://schemas.openxmlformats.org/officeDocument/2006/relationships/image" Target="../media/image703.png"/><Relationship Id="rId2" Type="http://schemas.openxmlformats.org/officeDocument/2006/relationships/notesSlide" Target="../notesSlides/notesSlide21.xml"/><Relationship Id="rId16" Type="http://schemas.openxmlformats.org/officeDocument/2006/relationships/image" Target="../media/image116.png"/><Relationship Id="rId1" Type="http://schemas.openxmlformats.org/officeDocument/2006/relationships/slideLayout" Target="../slideLayouts/slideLayout2.xml"/><Relationship Id="rId6" Type="http://schemas.openxmlformats.org/officeDocument/2006/relationships/image" Target="../media/image602.png"/><Relationship Id="rId11" Type="http://schemas.openxmlformats.org/officeDocument/2006/relationships/image" Target="../media/image652.png"/><Relationship Id="rId5" Type="http://schemas.openxmlformats.org/officeDocument/2006/relationships/image" Target="../media/image59.png"/><Relationship Id="rId15" Type="http://schemas.openxmlformats.org/officeDocument/2006/relationships/image" Target="../media/image693.png"/><Relationship Id="rId10" Type="http://schemas.openxmlformats.org/officeDocument/2006/relationships/image" Target="../media/image642.png"/><Relationship Id="rId4" Type="http://schemas.openxmlformats.org/officeDocument/2006/relationships/image" Target="../media/image582.png"/><Relationship Id="rId9" Type="http://schemas.openxmlformats.org/officeDocument/2006/relationships/image" Target="../media/image632.png"/><Relationship Id="rId14" Type="http://schemas.openxmlformats.org/officeDocument/2006/relationships/image" Target="../media/image393.png"/></Relationships>
</file>

<file path=ppt/slides/_rels/slide39.xml.rels><?xml version="1.0" encoding="UTF-8" standalone="yes"?>
<Relationships xmlns="http://schemas.openxmlformats.org/package/2006/relationships"><Relationship Id="rId8" Type="http://schemas.openxmlformats.org/officeDocument/2006/relationships/image" Target="../media/image118.svg"/><Relationship Id="rId13" Type="http://schemas.openxmlformats.org/officeDocument/2006/relationships/image" Target="../media/image792.png"/><Relationship Id="rId18" Type="http://schemas.openxmlformats.org/officeDocument/2006/relationships/image" Target="../media/image862.png"/><Relationship Id="rId3" Type="http://schemas.openxmlformats.org/officeDocument/2006/relationships/image" Target="../media/image722.png"/><Relationship Id="rId7" Type="http://schemas.openxmlformats.org/officeDocument/2006/relationships/image" Target="../media/image117.svg"/><Relationship Id="rId12" Type="http://schemas.openxmlformats.org/officeDocument/2006/relationships/image" Target="../media/image782.png"/><Relationship Id="rId17" Type="http://schemas.openxmlformats.org/officeDocument/2006/relationships/image" Target="../media/image851.png"/><Relationship Id="rId2" Type="http://schemas.openxmlformats.org/officeDocument/2006/relationships/notesSlide" Target="../notesSlides/notesSlide22.xml"/><Relationship Id="rId16" Type="http://schemas.openxmlformats.org/officeDocument/2006/relationships/image" Target="../media/image842.png"/><Relationship Id="rId1" Type="http://schemas.openxmlformats.org/officeDocument/2006/relationships/slideLayout" Target="../slideLayouts/slideLayout2.xml"/><Relationship Id="rId6" Type="http://schemas.openxmlformats.org/officeDocument/2006/relationships/image" Target="../media/image751.png"/><Relationship Id="rId11" Type="http://schemas.openxmlformats.org/officeDocument/2006/relationships/image" Target="../media/image771.png"/><Relationship Id="rId5" Type="http://schemas.openxmlformats.org/officeDocument/2006/relationships/image" Target="../media/image542.png"/><Relationship Id="rId15" Type="http://schemas.openxmlformats.org/officeDocument/2006/relationships/image" Target="../media/image831.png"/><Relationship Id="rId10" Type="http://schemas.openxmlformats.org/officeDocument/2006/relationships/image" Target="../media/image742.png"/><Relationship Id="rId4" Type="http://schemas.openxmlformats.org/officeDocument/2006/relationships/image" Target="../media/image732.png"/><Relationship Id="rId9" Type="http://schemas.openxmlformats.org/officeDocument/2006/relationships/image" Target="../media/image683.png"/><Relationship Id="rId14" Type="http://schemas.openxmlformats.org/officeDocument/2006/relationships/image" Target="../media/image814.png"/></Relationships>
</file>

<file path=ppt/slides/_rels/slide40.xml.rels><?xml version="1.0" encoding="UTF-8" standalone="yes"?>
<Relationships xmlns="http://schemas.openxmlformats.org/package/2006/relationships"><Relationship Id="rId8" Type="http://schemas.openxmlformats.org/officeDocument/2006/relationships/image" Target="../media/image970.png"/><Relationship Id="rId13" Type="http://schemas.openxmlformats.org/officeDocument/2006/relationships/image" Target="../media/image1031.png"/><Relationship Id="rId3" Type="http://schemas.openxmlformats.org/officeDocument/2006/relationships/image" Target="../media/image931.png"/><Relationship Id="rId7" Type="http://schemas.openxmlformats.org/officeDocument/2006/relationships/image" Target="../media/image116.png"/><Relationship Id="rId12" Type="http://schemas.openxmlformats.org/officeDocument/2006/relationships/image" Target="../media/image1020.png"/><Relationship Id="rId2" Type="http://schemas.openxmlformats.org/officeDocument/2006/relationships/image" Target="../media/image921.png"/><Relationship Id="rId1" Type="http://schemas.openxmlformats.org/officeDocument/2006/relationships/slideLayout" Target="../slideLayouts/slideLayout2.xml"/><Relationship Id="rId6" Type="http://schemas.openxmlformats.org/officeDocument/2006/relationships/image" Target="../media/image960.png"/><Relationship Id="rId11" Type="http://schemas.openxmlformats.org/officeDocument/2006/relationships/image" Target="../media/image1011.png"/><Relationship Id="rId5" Type="http://schemas.openxmlformats.org/officeDocument/2006/relationships/image" Target="../media/image950.png"/><Relationship Id="rId15" Type="http://schemas.openxmlformats.org/officeDocument/2006/relationships/image" Target="../media/image1051.png"/><Relationship Id="rId10" Type="http://schemas.openxmlformats.org/officeDocument/2006/relationships/image" Target="../media/image990.png"/><Relationship Id="rId4" Type="http://schemas.openxmlformats.org/officeDocument/2006/relationships/image" Target="../media/image872.png"/><Relationship Id="rId9" Type="http://schemas.openxmlformats.org/officeDocument/2006/relationships/image" Target="../media/image980.png"/><Relationship Id="rId14" Type="http://schemas.openxmlformats.org/officeDocument/2006/relationships/image" Target="../media/image1041.png"/></Relationships>
</file>

<file path=ppt/slides/_rels/slide41.xml.rels><?xml version="1.0" encoding="UTF-8" standalone="yes"?>
<Relationships xmlns="http://schemas.openxmlformats.org/package/2006/relationships"><Relationship Id="rId8" Type="http://schemas.openxmlformats.org/officeDocument/2006/relationships/image" Target="../media/image913.png"/><Relationship Id="rId13" Type="http://schemas.openxmlformats.org/officeDocument/2006/relationships/image" Target="../media/image1141.png"/><Relationship Id="rId18" Type="http://schemas.openxmlformats.org/officeDocument/2006/relationships/image" Target="../media/image1191.png"/><Relationship Id="rId3" Type="http://schemas.openxmlformats.org/officeDocument/2006/relationships/image" Target="../media/image871.png"/><Relationship Id="rId7" Type="http://schemas.openxmlformats.org/officeDocument/2006/relationships/image" Target="../media/image1072.png"/><Relationship Id="rId12" Type="http://schemas.openxmlformats.org/officeDocument/2006/relationships/image" Target="../media/image1131.png"/><Relationship Id="rId17" Type="http://schemas.openxmlformats.org/officeDocument/2006/relationships/image" Target="../media/image1181.png"/><Relationship Id="rId2" Type="http://schemas.openxmlformats.org/officeDocument/2006/relationships/image" Target="../media/image119.png"/><Relationship Id="rId1" Type="http://schemas.openxmlformats.org/officeDocument/2006/relationships/slideLayout" Target="../slideLayouts/slideLayout2.xml"/><Relationship Id="rId6" Type="http://schemas.openxmlformats.org/officeDocument/2006/relationships/image" Target="../media/image1061.png"/><Relationship Id="rId11" Type="http://schemas.openxmlformats.org/officeDocument/2006/relationships/image" Target="../media/image1122.png"/><Relationship Id="rId5" Type="http://schemas.openxmlformats.org/officeDocument/2006/relationships/image" Target="../media/image891.png"/><Relationship Id="rId15" Type="http://schemas.openxmlformats.org/officeDocument/2006/relationships/image" Target="../media/image1161.png"/><Relationship Id="rId10" Type="http://schemas.openxmlformats.org/officeDocument/2006/relationships/image" Target="../media/image1113.png"/><Relationship Id="rId4" Type="http://schemas.openxmlformats.org/officeDocument/2006/relationships/image" Target="../media/image881.png"/><Relationship Id="rId9" Type="http://schemas.openxmlformats.org/officeDocument/2006/relationships/image" Target="../media/image1092.png"/><Relationship Id="rId14" Type="http://schemas.openxmlformats.org/officeDocument/2006/relationships/image" Target="../media/image1151.png"/></Relationships>
</file>

<file path=ppt/slides/_rels/slide42.xml.rels><?xml version="1.0" encoding="UTF-8" standalone="yes"?>
<Relationships xmlns="http://schemas.openxmlformats.org/package/2006/relationships"><Relationship Id="rId8" Type="http://schemas.openxmlformats.org/officeDocument/2006/relationships/image" Target="../media/image1261.png"/><Relationship Id="rId13" Type="http://schemas.openxmlformats.org/officeDocument/2006/relationships/image" Target="../media/image1312.png"/><Relationship Id="rId18" Type="http://schemas.openxmlformats.org/officeDocument/2006/relationships/image" Target="../media/image134.png"/><Relationship Id="rId26" Type="http://schemas.openxmlformats.org/officeDocument/2006/relationships/image" Target="../media/image123.png"/><Relationship Id="rId3" Type="http://schemas.openxmlformats.org/officeDocument/2006/relationships/image" Target="../media/image1212.png"/><Relationship Id="rId21" Type="http://schemas.openxmlformats.org/officeDocument/2006/relationships/image" Target="../media/image137.png"/><Relationship Id="rId7" Type="http://schemas.openxmlformats.org/officeDocument/2006/relationships/image" Target="../media/image1251.png"/><Relationship Id="rId12" Type="http://schemas.openxmlformats.org/officeDocument/2006/relationships/image" Target="../media/image1131.png"/><Relationship Id="rId17" Type="http://schemas.openxmlformats.org/officeDocument/2006/relationships/image" Target="../media/image1181.png"/><Relationship Id="rId25" Type="http://schemas.openxmlformats.org/officeDocument/2006/relationships/image" Target="../media/image142.png"/><Relationship Id="rId2" Type="http://schemas.openxmlformats.org/officeDocument/2006/relationships/notesSlide" Target="../notesSlides/notesSlide23.xml"/><Relationship Id="rId20" Type="http://schemas.openxmlformats.org/officeDocument/2006/relationships/image" Target="../media/image136.png"/><Relationship Id="rId29"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241.png"/><Relationship Id="rId11" Type="http://schemas.openxmlformats.org/officeDocument/2006/relationships/image" Target="../media/image1291.png"/><Relationship Id="rId24" Type="http://schemas.openxmlformats.org/officeDocument/2006/relationships/image" Target="../media/image141.png"/><Relationship Id="rId5" Type="http://schemas.openxmlformats.org/officeDocument/2006/relationships/image" Target="../media/image1231.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21.png"/><Relationship Id="rId10" Type="http://schemas.openxmlformats.org/officeDocument/2006/relationships/image" Target="../media/image1281.png"/><Relationship Id="rId19" Type="http://schemas.openxmlformats.org/officeDocument/2006/relationships/image" Target="../media/image1351.png"/><Relationship Id="rId4" Type="http://schemas.openxmlformats.org/officeDocument/2006/relationships/image" Target="../media/image1221.png"/><Relationship Id="rId9" Type="http://schemas.openxmlformats.org/officeDocument/2006/relationships/image" Target="../media/image1271.png"/><Relationship Id="rId14" Type="http://schemas.openxmlformats.org/officeDocument/2006/relationships/image" Target="../media/image1322.png"/><Relationship Id="rId22" Type="http://schemas.openxmlformats.org/officeDocument/2006/relationships/image" Target="../media/image138.png"/><Relationship Id="rId27" Type="http://schemas.openxmlformats.org/officeDocument/2006/relationships/image" Target="../media/image124.png"/></Relationships>
</file>

<file path=ppt/slides/_rels/slide43.xml.rels><?xml version="1.0" encoding="UTF-8" standalone="yes"?>
<Relationships xmlns="http://schemas.openxmlformats.org/package/2006/relationships"><Relationship Id="rId8" Type="http://schemas.openxmlformats.org/officeDocument/2006/relationships/image" Target="../media/image147.png"/><Relationship Id="rId13" Type="http://schemas.openxmlformats.org/officeDocument/2006/relationships/image" Target="../media/image152.png"/><Relationship Id="rId18" Type="http://schemas.openxmlformats.org/officeDocument/2006/relationships/image" Target="../media/image1042.png"/><Relationship Id="rId26" Type="http://schemas.openxmlformats.org/officeDocument/2006/relationships/image" Target="../media/image163.png"/><Relationship Id="rId3" Type="http://schemas.openxmlformats.org/officeDocument/2006/relationships/image" Target="../media/image135.png"/><Relationship Id="rId21" Type="http://schemas.openxmlformats.org/officeDocument/2006/relationships/image" Target="../media/image158.png"/><Relationship Id="rId7" Type="http://schemas.openxmlformats.org/officeDocument/2006/relationships/image" Target="../media/image146.png"/><Relationship Id="rId12" Type="http://schemas.openxmlformats.org/officeDocument/2006/relationships/image" Target="../media/image151.png"/><Relationship Id="rId17" Type="http://schemas.openxmlformats.org/officeDocument/2006/relationships/image" Target="../media/image156.png"/><Relationship Id="rId25" Type="http://schemas.openxmlformats.org/officeDocument/2006/relationships/image" Target="../media/image162.png"/><Relationship Id="rId2" Type="http://schemas.openxmlformats.org/officeDocument/2006/relationships/notesSlide" Target="../notesSlides/notesSlide24.xml"/><Relationship Id="rId16" Type="http://schemas.openxmlformats.org/officeDocument/2006/relationships/image" Target="../media/image155.png"/><Relationship Id="rId20" Type="http://schemas.openxmlformats.org/officeDocument/2006/relationships/image" Target="../media/image157.png"/><Relationship Id="rId1" Type="http://schemas.openxmlformats.org/officeDocument/2006/relationships/slideLayout" Target="../slideLayouts/slideLayout2.xml"/><Relationship Id="rId6" Type="http://schemas.openxmlformats.org/officeDocument/2006/relationships/image" Target="../media/image145.png"/><Relationship Id="rId11" Type="http://schemas.openxmlformats.org/officeDocument/2006/relationships/image" Target="../media/image150.png"/><Relationship Id="rId24" Type="http://schemas.openxmlformats.org/officeDocument/2006/relationships/image" Target="../media/image161.png"/><Relationship Id="rId5" Type="http://schemas.openxmlformats.org/officeDocument/2006/relationships/image" Target="../media/image144.png"/><Relationship Id="rId15" Type="http://schemas.openxmlformats.org/officeDocument/2006/relationships/image" Target="../media/image154.png"/><Relationship Id="rId23" Type="http://schemas.openxmlformats.org/officeDocument/2006/relationships/image" Target="../media/image160.png"/><Relationship Id="rId10" Type="http://schemas.openxmlformats.org/officeDocument/2006/relationships/image" Target="../media/image149.png"/><Relationship Id="rId19" Type="http://schemas.openxmlformats.org/officeDocument/2006/relationships/image" Target="../media/image1062.png"/><Relationship Id="rId4" Type="http://schemas.openxmlformats.org/officeDocument/2006/relationships/image" Target="../media/image143.png"/><Relationship Id="rId9" Type="http://schemas.openxmlformats.org/officeDocument/2006/relationships/image" Target="../media/image148.png"/><Relationship Id="rId14" Type="http://schemas.openxmlformats.org/officeDocument/2006/relationships/image" Target="../media/image153.png"/><Relationship Id="rId22" Type="http://schemas.openxmlformats.org/officeDocument/2006/relationships/image" Target="../media/image159.png"/><Relationship Id="rId27" Type="http://schemas.openxmlformats.org/officeDocument/2006/relationships/image" Target="../media/image164.png"/></Relationships>
</file>

<file path=ppt/slides/_rels/slide44.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2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25.xml"/><Relationship Id="rId16" Type="http://schemas.openxmlformats.org/officeDocument/2006/relationships/image" Target="../media/image1190.png"/><Relationship Id="rId20" Type="http://schemas.openxmlformats.org/officeDocument/2006/relationships/image" Target="../media/image124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10" Type="http://schemas.openxmlformats.org/officeDocument/2006/relationships/image" Target="../media/image1130.png"/><Relationship Id="rId19" Type="http://schemas.openxmlformats.org/officeDocument/2006/relationships/image" Target="../media/image123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21.png"/></Relationships>
</file>

<file path=ppt/slides/_rels/slide46.xml.rels><?xml version="1.0" encoding="UTF-8" standalone="yes"?>
<Relationships xmlns="http://schemas.openxmlformats.org/package/2006/relationships"><Relationship Id="rId8" Type="http://schemas.openxmlformats.org/officeDocument/2006/relationships/image" Target="../media/image1112.png"/><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2" Type="http://schemas.openxmlformats.org/officeDocument/2006/relationships/notesSlide" Target="../notesSlides/notesSlide26.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5" Type="http://schemas.openxmlformats.org/officeDocument/2006/relationships/image" Target="../media/image1071.png"/><Relationship Id="rId15" Type="http://schemas.openxmlformats.org/officeDocument/2006/relationships/image" Target="../media/image1180.png"/><Relationship Id="rId23" Type="http://schemas.openxmlformats.org/officeDocument/2006/relationships/image" Target="../media/image127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32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260.png"/><Relationship Id="rId27" Type="http://schemas.openxmlformats.org/officeDocument/2006/relationships/image" Target="../media/image1360.png"/><Relationship Id="rId30" Type="http://schemas.openxmlformats.org/officeDocument/2006/relationships/image" Target="../media/image1390.png"/></Relationships>
</file>

<file path=ppt/slides/_rels/slide47.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311.png"/><Relationship Id="rId3" Type="http://schemas.openxmlformats.org/officeDocument/2006/relationships/image" Target="../media/image1050.png"/><Relationship Id="rId21" Type="http://schemas.openxmlformats.org/officeDocument/2006/relationships/image" Target="../media/image1350.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290.png"/><Relationship Id="rId33" Type="http://schemas.openxmlformats.org/officeDocument/2006/relationships/image" Target="../media/image1470.png"/><Relationship Id="rId2" Type="http://schemas.openxmlformats.org/officeDocument/2006/relationships/notesSlide" Target="../notesSlides/notesSlide27.xml"/><Relationship Id="rId16" Type="http://schemas.openxmlformats.org/officeDocument/2006/relationships/image" Target="../media/image1190.png"/><Relationship Id="rId20" Type="http://schemas.openxmlformats.org/officeDocument/2006/relationships/image" Target="../media/image1340.png"/><Relationship Id="rId29" Type="http://schemas.openxmlformats.org/officeDocument/2006/relationships/image" Target="../media/image13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280.png"/><Relationship Id="rId32" Type="http://schemas.openxmlformats.org/officeDocument/2006/relationships/image" Target="../media/image1460.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440.png"/><Relationship Id="rId28" Type="http://schemas.openxmlformats.org/officeDocument/2006/relationships/image" Target="../media/image1370.png"/><Relationship Id="rId10" Type="http://schemas.openxmlformats.org/officeDocument/2006/relationships/image" Target="../media/image1130.png"/><Relationship Id="rId19" Type="http://schemas.openxmlformats.org/officeDocument/2006/relationships/image" Target="../media/image1330.png"/><Relationship Id="rId31" Type="http://schemas.openxmlformats.org/officeDocument/2006/relationships/image" Target="../media/image1450.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411.png"/><Relationship Id="rId22" Type="http://schemas.openxmlformats.org/officeDocument/2006/relationships/image" Target="../media/image1430.png"/><Relationship Id="rId27" Type="http://schemas.openxmlformats.org/officeDocument/2006/relationships/image" Target="../media/image1360.png"/><Relationship Id="rId30" Type="http://schemas.openxmlformats.org/officeDocument/2006/relationships/image" Target="../media/image1390.png"/><Relationship Id="rId8" Type="http://schemas.openxmlformats.org/officeDocument/2006/relationships/image" Target="../media/image1112.png"/></Relationships>
</file>

<file path=ppt/slides/_rels/slide48.xml.rels><?xml version="1.0" encoding="UTF-8" standalone="yes"?>
<Relationships xmlns="http://schemas.openxmlformats.org/package/2006/relationships"><Relationship Id="rId13" Type="http://schemas.openxmlformats.org/officeDocument/2006/relationships/image" Target="../media/image1160.png"/><Relationship Id="rId18" Type="http://schemas.openxmlformats.org/officeDocument/2006/relationships/image" Target="../media/image1220.png"/><Relationship Id="rId26" Type="http://schemas.openxmlformats.org/officeDocument/2006/relationships/image" Target="../media/image1550.png"/><Relationship Id="rId3" Type="http://schemas.openxmlformats.org/officeDocument/2006/relationships/image" Target="../media/image1050.png"/><Relationship Id="rId21" Type="http://schemas.openxmlformats.org/officeDocument/2006/relationships/image" Target="../media/image1501.png"/><Relationship Id="rId7" Type="http://schemas.openxmlformats.org/officeDocument/2006/relationships/image" Target="../media/image1091.png"/><Relationship Id="rId12" Type="http://schemas.openxmlformats.org/officeDocument/2006/relationships/image" Target="../media/image1150.png"/><Relationship Id="rId17" Type="http://schemas.openxmlformats.org/officeDocument/2006/relationships/image" Target="../media/image1211.png"/><Relationship Id="rId25" Type="http://schemas.openxmlformats.org/officeDocument/2006/relationships/image" Target="../media/image1540.png"/><Relationship Id="rId33" Type="http://schemas.openxmlformats.org/officeDocument/2006/relationships/image" Target="../media/image1620.png"/><Relationship Id="rId2" Type="http://schemas.openxmlformats.org/officeDocument/2006/relationships/notesSlide" Target="../notesSlides/notesSlide28.xml"/><Relationship Id="rId16" Type="http://schemas.openxmlformats.org/officeDocument/2006/relationships/image" Target="../media/image1190.png"/><Relationship Id="rId20" Type="http://schemas.openxmlformats.org/officeDocument/2006/relationships/image" Target="../media/image1490.png"/><Relationship Id="rId29" Type="http://schemas.openxmlformats.org/officeDocument/2006/relationships/image" Target="../media/image1580.png"/><Relationship Id="rId1" Type="http://schemas.openxmlformats.org/officeDocument/2006/relationships/slideLayout" Target="../slideLayouts/slideLayout2.xml"/><Relationship Id="rId6" Type="http://schemas.openxmlformats.org/officeDocument/2006/relationships/image" Target="../media/image1081.png"/><Relationship Id="rId11" Type="http://schemas.openxmlformats.org/officeDocument/2006/relationships/image" Target="../media/image1140.png"/><Relationship Id="rId24" Type="http://schemas.openxmlformats.org/officeDocument/2006/relationships/image" Target="../media/image1530.png"/><Relationship Id="rId32" Type="http://schemas.openxmlformats.org/officeDocument/2006/relationships/image" Target="../media/image1611.png"/><Relationship Id="rId5" Type="http://schemas.openxmlformats.org/officeDocument/2006/relationships/image" Target="../media/image1071.png"/><Relationship Id="rId15" Type="http://schemas.openxmlformats.org/officeDocument/2006/relationships/image" Target="../media/image1420.png"/><Relationship Id="rId23" Type="http://schemas.openxmlformats.org/officeDocument/2006/relationships/image" Target="../media/image1521.png"/><Relationship Id="rId28" Type="http://schemas.openxmlformats.org/officeDocument/2006/relationships/image" Target="../media/image1570.png"/><Relationship Id="rId10" Type="http://schemas.openxmlformats.org/officeDocument/2006/relationships/image" Target="../media/image1130.png"/><Relationship Id="rId19" Type="http://schemas.openxmlformats.org/officeDocument/2006/relationships/image" Target="../media/image1480.png"/><Relationship Id="rId31" Type="http://schemas.openxmlformats.org/officeDocument/2006/relationships/image" Target="../media/image1601.png"/><Relationship Id="rId4" Type="http://schemas.openxmlformats.org/officeDocument/2006/relationships/image" Target="../media/image1060.png"/><Relationship Id="rId9" Type="http://schemas.openxmlformats.org/officeDocument/2006/relationships/image" Target="../media/image1121.png"/><Relationship Id="rId14" Type="http://schemas.openxmlformats.org/officeDocument/2006/relationships/image" Target="../media/image1170.png"/><Relationship Id="rId22" Type="http://schemas.openxmlformats.org/officeDocument/2006/relationships/image" Target="../media/image1511.png"/><Relationship Id="rId27" Type="http://schemas.openxmlformats.org/officeDocument/2006/relationships/image" Target="../media/image1560.png"/><Relationship Id="rId30" Type="http://schemas.openxmlformats.org/officeDocument/2006/relationships/image" Target="../media/image1590.png"/><Relationship Id="rId8" Type="http://schemas.openxmlformats.org/officeDocument/2006/relationships/image" Target="../media/image1112.png"/></Relationships>
</file>

<file path=ppt/slides/_rels/slide49.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0.png"/><Relationship Id="rId12" Type="http://schemas.openxmlformats.org/officeDocument/2006/relationships/image" Target="../media/image169.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630.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50.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1.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30.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1.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51.xml.rels><?xml version="1.0" encoding="UTF-8" standalone="yes"?>
<Relationships xmlns="http://schemas.openxmlformats.org/package/2006/relationships"><Relationship Id="rId8" Type="http://schemas.openxmlformats.org/officeDocument/2006/relationships/image" Target="../media/image1261.png"/><Relationship Id="rId13" Type="http://schemas.openxmlformats.org/officeDocument/2006/relationships/image" Target="../media/image1312.png"/><Relationship Id="rId18" Type="http://schemas.openxmlformats.org/officeDocument/2006/relationships/image" Target="../media/image134.png"/><Relationship Id="rId26" Type="http://schemas.openxmlformats.org/officeDocument/2006/relationships/image" Target="../media/image1431.png"/><Relationship Id="rId3" Type="http://schemas.openxmlformats.org/officeDocument/2006/relationships/image" Target="../media/image1731.png"/><Relationship Id="rId21" Type="http://schemas.openxmlformats.org/officeDocument/2006/relationships/image" Target="../media/image137.png"/><Relationship Id="rId7" Type="http://schemas.openxmlformats.org/officeDocument/2006/relationships/image" Target="../media/image1251.png"/><Relationship Id="rId12" Type="http://schemas.openxmlformats.org/officeDocument/2006/relationships/image" Target="../media/image1131.png"/><Relationship Id="rId17" Type="http://schemas.openxmlformats.org/officeDocument/2006/relationships/image" Target="../media/image1181.png"/><Relationship Id="rId25" Type="http://schemas.openxmlformats.org/officeDocument/2006/relationships/image" Target="../media/image142.png"/><Relationship Id="rId2" Type="http://schemas.openxmlformats.org/officeDocument/2006/relationships/notesSlide" Target="../notesSlides/notesSlide31.xml"/><Relationship Id="rId20" Type="http://schemas.openxmlformats.org/officeDocument/2006/relationships/image" Target="../media/image136.png"/><Relationship Id="rId29" Type="http://schemas.openxmlformats.org/officeDocument/2006/relationships/image" Target="../media/image196.png"/><Relationship Id="rId1" Type="http://schemas.openxmlformats.org/officeDocument/2006/relationships/slideLayout" Target="../slideLayouts/slideLayout2.xml"/><Relationship Id="rId6" Type="http://schemas.openxmlformats.org/officeDocument/2006/relationships/image" Target="../media/image1241.png"/><Relationship Id="rId11" Type="http://schemas.openxmlformats.org/officeDocument/2006/relationships/image" Target="../media/image1291.png"/><Relationship Id="rId24" Type="http://schemas.openxmlformats.org/officeDocument/2006/relationships/image" Target="../media/image141.png"/><Relationship Id="rId5" Type="http://schemas.openxmlformats.org/officeDocument/2006/relationships/image" Target="../media/image1231.png"/><Relationship Id="rId15" Type="http://schemas.openxmlformats.org/officeDocument/2006/relationships/image" Target="../media/image133.png"/><Relationship Id="rId23" Type="http://schemas.openxmlformats.org/officeDocument/2006/relationships/image" Target="../media/image139.png"/><Relationship Id="rId28" Type="http://schemas.openxmlformats.org/officeDocument/2006/relationships/image" Target="../media/image1451.png"/><Relationship Id="rId10" Type="http://schemas.openxmlformats.org/officeDocument/2006/relationships/image" Target="../media/image1281.png"/><Relationship Id="rId19" Type="http://schemas.openxmlformats.org/officeDocument/2006/relationships/image" Target="../media/image1351.png"/><Relationship Id="rId4" Type="http://schemas.openxmlformats.org/officeDocument/2006/relationships/image" Target="../media/image1221.png"/><Relationship Id="rId9" Type="http://schemas.openxmlformats.org/officeDocument/2006/relationships/image" Target="../media/image1271.png"/><Relationship Id="rId14" Type="http://schemas.openxmlformats.org/officeDocument/2006/relationships/image" Target="../media/image1322.png"/><Relationship Id="rId22" Type="http://schemas.openxmlformats.org/officeDocument/2006/relationships/image" Target="../media/image138.png"/><Relationship Id="rId27" Type="http://schemas.openxmlformats.org/officeDocument/2006/relationships/image" Target="../media/image1441.png"/></Relationships>
</file>

<file path=ppt/slides/_rels/slide52.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6.png"/><Relationship Id="rId26" Type="http://schemas.openxmlformats.org/officeDocument/2006/relationships/image" Target="../media/image194.png"/><Relationship Id="rId3" Type="http://schemas.openxmlformats.org/officeDocument/2006/relationships/image" Target="../media/image1471.png"/><Relationship Id="rId21" Type="http://schemas.openxmlformats.org/officeDocument/2006/relationships/image" Target="../media/image189.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5.png"/><Relationship Id="rId25" Type="http://schemas.openxmlformats.org/officeDocument/2006/relationships/image" Target="../media/image193.png"/><Relationship Id="rId2" Type="http://schemas.openxmlformats.org/officeDocument/2006/relationships/notesSlide" Target="../notesSlides/notesSlide32.xml"/><Relationship Id="rId16" Type="http://schemas.openxmlformats.org/officeDocument/2006/relationships/image" Target="../media/image184.png"/><Relationship Id="rId20" Type="http://schemas.openxmlformats.org/officeDocument/2006/relationships/image" Target="../media/image188.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2.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1.png"/><Relationship Id="rId28" Type="http://schemas.openxmlformats.org/officeDocument/2006/relationships/image" Target="../media/image197.png"/><Relationship Id="rId10" Type="http://schemas.openxmlformats.org/officeDocument/2006/relationships/image" Target="../media/image178.png"/><Relationship Id="rId19" Type="http://schemas.openxmlformats.org/officeDocument/2006/relationships/image" Target="../media/image187.png"/><Relationship Id="rId4" Type="http://schemas.openxmlformats.org/officeDocument/2006/relationships/image" Target="../media/image1481.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90.png"/><Relationship Id="rId27" Type="http://schemas.openxmlformats.org/officeDocument/2006/relationships/image" Target="../media/image195.png"/></Relationships>
</file>

<file path=ppt/slides/_rels/slide53.xml.rels><?xml version="1.0" encoding="UTF-8" standalone="yes"?>
<Relationships xmlns="http://schemas.openxmlformats.org/package/2006/relationships"><Relationship Id="rId8" Type="http://schemas.openxmlformats.org/officeDocument/2006/relationships/image" Target="../media/image175.png"/><Relationship Id="rId13" Type="http://schemas.openxmlformats.org/officeDocument/2006/relationships/image" Target="../media/image180.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25.png"/><Relationship Id="rId21" Type="http://schemas.openxmlformats.org/officeDocument/2006/relationships/image" Target="../media/image188.png"/><Relationship Id="rId7" Type="http://schemas.openxmlformats.org/officeDocument/2006/relationships/image" Target="../media/image174.png"/><Relationship Id="rId12" Type="http://schemas.openxmlformats.org/officeDocument/2006/relationships/image" Target="../media/image179.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33.xml"/><Relationship Id="rId16" Type="http://schemas.openxmlformats.org/officeDocument/2006/relationships/image" Target="../media/image183.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3.png"/><Relationship Id="rId11" Type="http://schemas.openxmlformats.org/officeDocument/2006/relationships/image" Target="../media/image178.png"/><Relationship Id="rId24" Type="http://schemas.openxmlformats.org/officeDocument/2006/relationships/image" Target="../media/image191.png"/><Relationship Id="rId5" Type="http://schemas.openxmlformats.org/officeDocument/2006/relationships/image" Target="../media/image1481.png"/><Relationship Id="rId15" Type="http://schemas.openxmlformats.org/officeDocument/2006/relationships/image" Target="../media/image182.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7.png"/><Relationship Id="rId19" Type="http://schemas.openxmlformats.org/officeDocument/2006/relationships/image" Target="../media/image186.png"/><Relationship Id="rId4" Type="http://schemas.openxmlformats.org/officeDocument/2006/relationships/image" Target="../media/image1471.png"/><Relationship Id="rId9" Type="http://schemas.openxmlformats.org/officeDocument/2006/relationships/image" Target="../media/image176.png"/><Relationship Id="rId14" Type="http://schemas.openxmlformats.org/officeDocument/2006/relationships/image" Target="../media/image181.png"/><Relationship Id="rId22" Type="http://schemas.openxmlformats.org/officeDocument/2006/relationships/image" Target="../media/image189.png"/><Relationship Id="rId27" Type="http://schemas.openxmlformats.org/officeDocument/2006/relationships/image" Target="../media/image194.png"/></Relationships>
</file>

<file path=ppt/slides/_rels/slide54.xml.rels><?xml version="1.0" encoding="UTF-8" standalone="yes"?>
<Relationships xmlns="http://schemas.openxmlformats.org/package/2006/relationships"><Relationship Id="rId8" Type="http://schemas.openxmlformats.org/officeDocument/2006/relationships/image" Target="../media/image229.png"/><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3" Type="http://schemas.openxmlformats.org/officeDocument/2006/relationships/image" Target="../media/image224.png"/><Relationship Id="rId21" Type="http://schemas.openxmlformats.org/officeDocument/2006/relationships/image" Target="../media/image242.png"/><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2" Type="http://schemas.openxmlformats.org/officeDocument/2006/relationships/notesSlide" Target="../notesSlides/notesSlide34.xml"/><Relationship Id="rId16" Type="http://schemas.openxmlformats.org/officeDocument/2006/relationships/image" Target="../media/image237.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image" Target="../media/image126.svg"/><Relationship Id="rId10" Type="http://schemas.openxmlformats.org/officeDocument/2006/relationships/image" Target="../media/image231.png"/><Relationship Id="rId19" Type="http://schemas.openxmlformats.org/officeDocument/2006/relationships/image" Target="../media/image240.png"/><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s>
</file>

<file path=ppt/slides/_rels/slide55.xml.rels><?xml version="1.0" encoding="UTF-8" standalone="yes"?>
<Relationships xmlns="http://schemas.openxmlformats.org/package/2006/relationships"><Relationship Id="rId8" Type="http://schemas.openxmlformats.org/officeDocument/2006/relationships/image" Target="../media/image2040.png"/><Relationship Id="rId13" Type="http://schemas.openxmlformats.org/officeDocument/2006/relationships/image" Target="../media/image2090.png"/><Relationship Id="rId18" Type="http://schemas.openxmlformats.org/officeDocument/2006/relationships/image" Target="../media/image2240.png"/><Relationship Id="rId26" Type="http://schemas.openxmlformats.org/officeDocument/2006/relationships/image" Target="../media/image2310.png"/><Relationship Id="rId3" Type="http://schemas.openxmlformats.org/officeDocument/2006/relationships/image" Target="../media/image1991.png"/><Relationship Id="rId21" Type="http://schemas.openxmlformats.org/officeDocument/2006/relationships/image" Target="../media/image2270.png"/><Relationship Id="rId7" Type="http://schemas.openxmlformats.org/officeDocument/2006/relationships/image" Target="../media/image2030.png"/><Relationship Id="rId12" Type="http://schemas.openxmlformats.org/officeDocument/2006/relationships/image" Target="../media/image2080.png"/><Relationship Id="rId17" Type="http://schemas.openxmlformats.org/officeDocument/2006/relationships/image" Target="../media/image213.png"/><Relationship Id="rId25" Type="http://schemas.openxmlformats.org/officeDocument/2006/relationships/image" Target="../media/image2301.png"/><Relationship Id="rId2" Type="http://schemas.openxmlformats.org/officeDocument/2006/relationships/notesSlide" Target="../notesSlides/notesSlide35.xml"/><Relationship Id="rId16" Type="http://schemas.openxmlformats.org/officeDocument/2006/relationships/image" Target="../media/image212.png"/><Relationship Id="rId20" Type="http://schemas.openxmlformats.org/officeDocument/2006/relationships/image" Target="../media/image2260.png"/><Relationship Id="rId1" Type="http://schemas.openxmlformats.org/officeDocument/2006/relationships/slideLayout" Target="../slideLayouts/slideLayout2.xml"/><Relationship Id="rId6" Type="http://schemas.openxmlformats.org/officeDocument/2006/relationships/image" Target="../media/image2020.png"/><Relationship Id="rId11" Type="http://schemas.openxmlformats.org/officeDocument/2006/relationships/image" Target="../media/image2070.png"/><Relationship Id="rId24" Type="http://schemas.openxmlformats.org/officeDocument/2006/relationships/image" Target="../media/image2290.png"/><Relationship Id="rId5" Type="http://schemas.openxmlformats.org/officeDocument/2006/relationships/image" Target="../media/image2010.png"/><Relationship Id="rId15" Type="http://schemas.openxmlformats.org/officeDocument/2006/relationships/image" Target="../media/image211.png"/><Relationship Id="rId23" Type="http://schemas.openxmlformats.org/officeDocument/2006/relationships/image" Target="../media/image2280.png"/><Relationship Id="rId28" Type="http://schemas.openxmlformats.org/officeDocument/2006/relationships/image" Target="../media/image132.png"/><Relationship Id="rId10" Type="http://schemas.openxmlformats.org/officeDocument/2006/relationships/image" Target="../media/image2060.png"/><Relationship Id="rId19" Type="http://schemas.openxmlformats.org/officeDocument/2006/relationships/image" Target="../media/image2250.png"/><Relationship Id="rId4" Type="http://schemas.openxmlformats.org/officeDocument/2006/relationships/image" Target="../media/image2002.png"/><Relationship Id="rId9" Type="http://schemas.openxmlformats.org/officeDocument/2006/relationships/image" Target="../media/image2050.png"/><Relationship Id="rId14" Type="http://schemas.openxmlformats.org/officeDocument/2006/relationships/image" Target="../media/image2100.png"/><Relationship Id="rId22" Type="http://schemas.openxmlformats.org/officeDocument/2006/relationships/image" Target="../media/image218.png"/><Relationship Id="rId27" Type="http://schemas.openxmlformats.org/officeDocument/2006/relationships/image" Target="../media/image2320.png"/></Relationships>
</file>

<file path=ppt/slides/_rels/slide56.xml.rels><?xml version="1.0" encoding="UTF-8" standalone="yes"?>
<Relationships xmlns="http://schemas.openxmlformats.org/package/2006/relationships"><Relationship Id="rId8" Type="http://schemas.openxmlformats.org/officeDocument/2006/relationships/image" Target="../media/image204.png"/><Relationship Id="rId13" Type="http://schemas.openxmlformats.org/officeDocument/2006/relationships/image" Target="../media/image209.png"/><Relationship Id="rId3" Type="http://schemas.openxmlformats.org/officeDocument/2006/relationships/image" Target="../media/image126.svg"/><Relationship Id="rId7" Type="http://schemas.openxmlformats.org/officeDocument/2006/relationships/image" Target="../media/image199.png"/><Relationship Id="rId12" Type="http://schemas.openxmlformats.org/officeDocument/2006/relationships/image" Target="../media/image208.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02.png"/><Relationship Id="rId11" Type="http://schemas.openxmlformats.org/officeDocument/2006/relationships/image" Target="../media/image200.png"/><Relationship Id="rId5" Type="http://schemas.openxmlformats.org/officeDocument/2006/relationships/image" Target="../media/image2011.png"/><Relationship Id="rId10" Type="http://schemas.openxmlformats.org/officeDocument/2006/relationships/image" Target="../media/image206.png"/><Relationship Id="rId4" Type="http://schemas.openxmlformats.org/officeDocument/2006/relationships/image" Target="../media/image198.png"/><Relationship Id="rId9" Type="http://schemas.openxmlformats.org/officeDocument/2006/relationships/image" Target="../media/image205.png"/><Relationship Id="rId14" Type="http://schemas.openxmlformats.org/officeDocument/2006/relationships/image" Target="../media/image210.png"/></Relationships>
</file>

<file path=ppt/slides/_rels/slide57.xml.rels><?xml version="1.0" encoding="UTF-8" standalone="yes"?>
<Relationships xmlns="http://schemas.openxmlformats.org/package/2006/relationships"><Relationship Id="rId13" Type="http://schemas.openxmlformats.org/officeDocument/2006/relationships/image" Target="../media/image2591.png"/><Relationship Id="rId18" Type="http://schemas.openxmlformats.org/officeDocument/2006/relationships/image" Target="../media/image264.png"/><Relationship Id="rId26" Type="http://schemas.openxmlformats.org/officeDocument/2006/relationships/image" Target="../media/image272.png"/><Relationship Id="rId21" Type="http://schemas.openxmlformats.org/officeDocument/2006/relationships/image" Target="../media/image267.png"/><Relationship Id="rId34" Type="http://schemas.openxmlformats.org/officeDocument/2006/relationships/hyperlink" Target="https://www.uniprot.org/uniprotkb/P32288/entry#structure" TargetMode="External"/><Relationship Id="rId7" Type="http://schemas.openxmlformats.org/officeDocument/2006/relationships/image" Target="../media/image2531.png"/><Relationship Id="rId12" Type="http://schemas.openxmlformats.org/officeDocument/2006/relationships/image" Target="../media/image2581.png"/><Relationship Id="rId17" Type="http://schemas.openxmlformats.org/officeDocument/2006/relationships/image" Target="../media/image2632.png"/><Relationship Id="rId25" Type="http://schemas.openxmlformats.org/officeDocument/2006/relationships/image" Target="../media/image271.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37.xml"/><Relationship Id="rId16" Type="http://schemas.openxmlformats.org/officeDocument/2006/relationships/image" Target="../media/image2622.png"/><Relationship Id="rId20" Type="http://schemas.openxmlformats.org/officeDocument/2006/relationships/image" Target="../media/image266.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522.png"/><Relationship Id="rId11" Type="http://schemas.openxmlformats.org/officeDocument/2006/relationships/image" Target="../media/image2571.png"/><Relationship Id="rId24" Type="http://schemas.openxmlformats.org/officeDocument/2006/relationships/image" Target="../media/image270.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7938/entry#structure" TargetMode="External"/><Relationship Id="rId5" Type="http://schemas.openxmlformats.org/officeDocument/2006/relationships/image" Target="../media/image2511.png"/><Relationship Id="rId15" Type="http://schemas.openxmlformats.org/officeDocument/2006/relationships/image" Target="../media/image2612.png"/><Relationship Id="rId23" Type="http://schemas.openxmlformats.org/officeDocument/2006/relationships/image" Target="../media/image269.png"/><Relationship Id="rId28" Type="http://schemas.openxmlformats.org/officeDocument/2006/relationships/hyperlink" Target="https://www.uniprot.org/uniprotkb/P38999/entry" TargetMode="External"/><Relationship Id="rId36" Type="http://schemas.openxmlformats.org/officeDocument/2006/relationships/hyperlink" Target="https://www.uniprot.org/uniprotkb/P32477/entry#structure" TargetMode="External"/><Relationship Id="rId10" Type="http://schemas.openxmlformats.org/officeDocument/2006/relationships/image" Target="../media/image2561.png"/><Relationship Id="rId19" Type="http://schemas.openxmlformats.org/officeDocument/2006/relationships/image" Target="../media/image265.png"/><Relationship Id="rId31" Type="http://schemas.openxmlformats.org/officeDocument/2006/relationships/hyperlink" Target="https://www.uniprot.org/uniprotkb/P23542/entry#structure" TargetMode="External"/><Relationship Id="rId4" Type="http://schemas.openxmlformats.org/officeDocument/2006/relationships/image" Target="../media/image2501.png"/><Relationship Id="rId9" Type="http://schemas.openxmlformats.org/officeDocument/2006/relationships/image" Target="../media/image2551.png"/><Relationship Id="rId14" Type="http://schemas.openxmlformats.org/officeDocument/2006/relationships/image" Target="../media/image2602.png"/><Relationship Id="rId22" Type="http://schemas.openxmlformats.org/officeDocument/2006/relationships/image" Target="../media/image268.png"/><Relationship Id="rId27" Type="http://schemas.openxmlformats.org/officeDocument/2006/relationships/image" Target="../media/image273.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Q12676/entry#structure" TargetMode="External"/><Relationship Id="rId8" Type="http://schemas.openxmlformats.org/officeDocument/2006/relationships/image" Target="../media/image2541.png"/><Relationship Id="rId3" Type="http://schemas.openxmlformats.org/officeDocument/2006/relationships/image" Target="../media/image2490.png"/></Relationships>
</file>

<file path=ppt/slides/_rels/slide58.xml.rels><?xml version="1.0" encoding="UTF-8" standalone="yes"?>
<Relationships xmlns="http://schemas.openxmlformats.org/package/2006/relationships"><Relationship Id="rId8" Type="http://schemas.openxmlformats.org/officeDocument/2006/relationships/image" Target="../media/image219.png"/><Relationship Id="rId13" Type="http://schemas.openxmlformats.org/officeDocument/2006/relationships/image" Target="../media/image249.png"/><Relationship Id="rId18" Type="http://schemas.openxmlformats.org/officeDocument/2006/relationships/image" Target="../media/image254.png"/><Relationship Id="rId26" Type="http://schemas.openxmlformats.org/officeDocument/2006/relationships/image" Target="../media/image262.png"/><Relationship Id="rId3" Type="http://schemas.openxmlformats.org/officeDocument/2006/relationships/image" Target="../media/image2071.png"/><Relationship Id="rId21" Type="http://schemas.openxmlformats.org/officeDocument/2006/relationships/image" Target="../media/image257.png"/><Relationship Id="rId7" Type="http://schemas.openxmlformats.org/officeDocument/2006/relationships/image" Target="../media/image217.png"/><Relationship Id="rId12" Type="http://schemas.openxmlformats.org/officeDocument/2006/relationships/image" Target="../media/image223.png"/><Relationship Id="rId17" Type="http://schemas.openxmlformats.org/officeDocument/2006/relationships/image" Target="../media/image253.png"/><Relationship Id="rId25" Type="http://schemas.openxmlformats.org/officeDocument/2006/relationships/image" Target="../media/image261.png"/><Relationship Id="rId2" Type="http://schemas.openxmlformats.org/officeDocument/2006/relationships/notesSlide" Target="../notesSlides/notesSlide38.xml"/><Relationship Id="rId16" Type="http://schemas.openxmlformats.org/officeDocument/2006/relationships/image" Target="../media/image252.png"/><Relationship Id="rId20" Type="http://schemas.openxmlformats.org/officeDocument/2006/relationships/image" Target="../media/image256.png"/><Relationship Id="rId1" Type="http://schemas.openxmlformats.org/officeDocument/2006/relationships/slideLayout" Target="../slideLayouts/slideLayout2.xml"/><Relationship Id="rId6" Type="http://schemas.openxmlformats.org/officeDocument/2006/relationships/image" Target="../media/image216.png"/><Relationship Id="rId11" Type="http://schemas.openxmlformats.org/officeDocument/2006/relationships/image" Target="../media/image222.png"/><Relationship Id="rId24" Type="http://schemas.openxmlformats.org/officeDocument/2006/relationships/image" Target="../media/image260.png"/><Relationship Id="rId5" Type="http://schemas.openxmlformats.org/officeDocument/2006/relationships/image" Target="../media/image215.png"/><Relationship Id="rId15" Type="http://schemas.openxmlformats.org/officeDocument/2006/relationships/image" Target="../media/image251.png"/><Relationship Id="rId23" Type="http://schemas.openxmlformats.org/officeDocument/2006/relationships/image" Target="../media/image259.png"/><Relationship Id="rId10" Type="http://schemas.openxmlformats.org/officeDocument/2006/relationships/image" Target="../media/image221.png"/><Relationship Id="rId19" Type="http://schemas.openxmlformats.org/officeDocument/2006/relationships/image" Target="../media/image255.png"/><Relationship Id="rId4" Type="http://schemas.openxmlformats.org/officeDocument/2006/relationships/image" Target="../media/image214.png"/><Relationship Id="rId9" Type="http://schemas.openxmlformats.org/officeDocument/2006/relationships/image" Target="../media/image220.png"/><Relationship Id="rId14" Type="http://schemas.openxmlformats.org/officeDocument/2006/relationships/image" Target="../media/image250.png"/><Relationship Id="rId22" Type="http://schemas.openxmlformats.org/officeDocument/2006/relationships/image" Target="../media/image258.png"/><Relationship Id="rId27" Type="http://schemas.openxmlformats.org/officeDocument/2006/relationships/image" Target="../media/image263.png"/></Relationships>
</file>

<file path=ppt/slides/_rels/slide59.xml.rels><?xml version="1.0" encoding="UTF-8" standalone="yes"?>
<Relationships xmlns="http://schemas.openxmlformats.org/package/2006/relationships"><Relationship Id="rId8" Type="http://schemas.openxmlformats.org/officeDocument/2006/relationships/image" Target="../media/image278.png"/><Relationship Id="rId13" Type="http://schemas.openxmlformats.org/officeDocument/2006/relationships/image" Target="../media/image283.png"/><Relationship Id="rId18" Type="http://schemas.openxmlformats.org/officeDocument/2006/relationships/image" Target="../media/image288.png"/><Relationship Id="rId26" Type="http://schemas.openxmlformats.org/officeDocument/2006/relationships/image" Target="../media/image296.png"/><Relationship Id="rId3" Type="http://schemas.openxmlformats.org/officeDocument/2006/relationships/image" Target="../media/image198.png"/><Relationship Id="rId21" Type="http://schemas.openxmlformats.org/officeDocument/2006/relationships/image" Target="../media/image291.png"/><Relationship Id="rId7" Type="http://schemas.openxmlformats.org/officeDocument/2006/relationships/image" Target="../media/image277.png"/><Relationship Id="rId12" Type="http://schemas.openxmlformats.org/officeDocument/2006/relationships/image" Target="../media/image282.png"/><Relationship Id="rId17" Type="http://schemas.openxmlformats.org/officeDocument/2006/relationships/image" Target="../media/image287.png"/><Relationship Id="rId25" Type="http://schemas.openxmlformats.org/officeDocument/2006/relationships/image" Target="../media/image295.png"/><Relationship Id="rId2" Type="http://schemas.openxmlformats.org/officeDocument/2006/relationships/notesSlide" Target="../notesSlides/notesSlide39.xml"/><Relationship Id="rId16" Type="http://schemas.openxmlformats.org/officeDocument/2006/relationships/image" Target="../media/image286.png"/><Relationship Id="rId20" Type="http://schemas.openxmlformats.org/officeDocument/2006/relationships/image" Target="../media/image290.png"/><Relationship Id="rId29" Type="http://schemas.openxmlformats.org/officeDocument/2006/relationships/image" Target="../media/image299.png"/><Relationship Id="rId1" Type="http://schemas.openxmlformats.org/officeDocument/2006/relationships/slideLayout" Target="../slideLayouts/slideLayout2.xml"/><Relationship Id="rId6" Type="http://schemas.openxmlformats.org/officeDocument/2006/relationships/image" Target="../media/image276.png"/><Relationship Id="rId11" Type="http://schemas.openxmlformats.org/officeDocument/2006/relationships/image" Target="../media/image281.png"/><Relationship Id="rId24" Type="http://schemas.openxmlformats.org/officeDocument/2006/relationships/image" Target="../media/image294.png"/><Relationship Id="rId5" Type="http://schemas.openxmlformats.org/officeDocument/2006/relationships/image" Target="../media/image275.png"/><Relationship Id="rId15" Type="http://schemas.openxmlformats.org/officeDocument/2006/relationships/image" Target="../media/image285.png"/><Relationship Id="rId23" Type="http://schemas.openxmlformats.org/officeDocument/2006/relationships/image" Target="../media/image293.png"/><Relationship Id="rId28" Type="http://schemas.openxmlformats.org/officeDocument/2006/relationships/image" Target="../media/image298.png"/><Relationship Id="rId10" Type="http://schemas.openxmlformats.org/officeDocument/2006/relationships/image" Target="../media/image280.png"/><Relationship Id="rId19" Type="http://schemas.openxmlformats.org/officeDocument/2006/relationships/image" Target="../media/image289.png"/><Relationship Id="rId4" Type="http://schemas.openxmlformats.org/officeDocument/2006/relationships/image" Target="../media/image2741.png"/><Relationship Id="rId9" Type="http://schemas.openxmlformats.org/officeDocument/2006/relationships/image" Target="../media/image279.png"/><Relationship Id="rId14" Type="http://schemas.openxmlformats.org/officeDocument/2006/relationships/image" Target="../media/image284.png"/><Relationship Id="rId22" Type="http://schemas.openxmlformats.org/officeDocument/2006/relationships/image" Target="../media/image292.png"/><Relationship Id="rId27" Type="http://schemas.openxmlformats.org/officeDocument/2006/relationships/image" Target="../media/image297.png"/><Relationship Id="rId30" Type="http://schemas.openxmlformats.org/officeDocument/2006/relationships/image" Target="../media/image300.png"/></Relationships>
</file>

<file path=ppt/slides/_rels/slide60.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40.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Q06685/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structure" TargetMode="External"/><Relationship Id="rId36" Type="http://schemas.openxmlformats.org/officeDocument/2006/relationships/hyperlink" Target="https://www.uniprot.org/uniprotkb/P36001/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23542/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P32477/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61.xml.rels><?xml version="1.0" encoding="UTF-8" standalone="yes"?>
<Relationships xmlns="http://schemas.openxmlformats.org/package/2006/relationships"><Relationship Id="rId8" Type="http://schemas.openxmlformats.org/officeDocument/2006/relationships/image" Target="../media/image306.png"/><Relationship Id="rId13" Type="http://schemas.openxmlformats.org/officeDocument/2006/relationships/image" Target="../media/image311.png"/><Relationship Id="rId18" Type="http://schemas.openxmlformats.org/officeDocument/2006/relationships/image" Target="../media/image316.png"/><Relationship Id="rId26" Type="http://schemas.openxmlformats.org/officeDocument/2006/relationships/image" Target="../media/image324.png"/><Relationship Id="rId3" Type="http://schemas.openxmlformats.org/officeDocument/2006/relationships/image" Target="../media/image301.png"/><Relationship Id="rId21" Type="http://schemas.openxmlformats.org/officeDocument/2006/relationships/image" Target="../media/image319.png"/><Relationship Id="rId7" Type="http://schemas.openxmlformats.org/officeDocument/2006/relationships/image" Target="../media/image305.png"/><Relationship Id="rId12" Type="http://schemas.openxmlformats.org/officeDocument/2006/relationships/image" Target="../media/image310.png"/><Relationship Id="rId17" Type="http://schemas.openxmlformats.org/officeDocument/2006/relationships/image" Target="../media/image315.png"/><Relationship Id="rId25" Type="http://schemas.openxmlformats.org/officeDocument/2006/relationships/image" Target="../media/image323.png"/><Relationship Id="rId2" Type="http://schemas.openxmlformats.org/officeDocument/2006/relationships/notesSlide" Target="../notesSlides/notesSlide41.xml"/><Relationship Id="rId16" Type="http://schemas.openxmlformats.org/officeDocument/2006/relationships/image" Target="../media/image314.png"/><Relationship Id="rId20" Type="http://schemas.openxmlformats.org/officeDocument/2006/relationships/image" Target="../media/image318.png"/><Relationship Id="rId1" Type="http://schemas.openxmlformats.org/officeDocument/2006/relationships/slideLayout" Target="../slideLayouts/slideLayout2.xml"/><Relationship Id="rId6" Type="http://schemas.openxmlformats.org/officeDocument/2006/relationships/image" Target="../media/image304.png"/><Relationship Id="rId11" Type="http://schemas.openxmlformats.org/officeDocument/2006/relationships/image" Target="../media/image309.png"/><Relationship Id="rId24" Type="http://schemas.openxmlformats.org/officeDocument/2006/relationships/image" Target="../media/image322.png"/><Relationship Id="rId5" Type="http://schemas.openxmlformats.org/officeDocument/2006/relationships/image" Target="../media/image303.png"/><Relationship Id="rId15" Type="http://schemas.openxmlformats.org/officeDocument/2006/relationships/image" Target="../media/image313.png"/><Relationship Id="rId23" Type="http://schemas.openxmlformats.org/officeDocument/2006/relationships/image" Target="../media/image321.png"/><Relationship Id="rId10" Type="http://schemas.openxmlformats.org/officeDocument/2006/relationships/image" Target="../media/image308.png"/><Relationship Id="rId19" Type="http://schemas.openxmlformats.org/officeDocument/2006/relationships/image" Target="../media/image317.png"/><Relationship Id="rId4" Type="http://schemas.openxmlformats.org/officeDocument/2006/relationships/image" Target="../media/image302.png"/><Relationship Id="rId9" Type="http://schemas.openxmlformats.org/officeDocument/2006/relationships/image" Target="../media/image307.png"/><Relationship Id="rId14" Type="http://schemas.openxmlformats.org/officeDocument/2006/relationships/image" Target="../media/image312.png"/><Relationship Id="rId22" Type="http://schemas.openxmlformats.org/officeDocument/2006/relationships/image" Target="../media/image320.png"/></Relationships>
</file>

<file path=ppt/slides/_rels/slide62.xml.rels><?xml version="1.0" encoding="UTF-8" standalone="yes"?>
<Relationships xmlns="http://schemas.openxmlformats.org/package/2006/relationships"><Relationship Id="rId8" Type="http://schemas.openxmlformats.org/officeDocument/2006/relationships/image" Target="../media/image306.png"/><Relationship Id="rId13" Type="http://schemas.openxmlformats.org/officeDocument/2006/relationships/image" Target="../media/image311.png"/><Relationship Id="rId18" Type="http://schemas.openxmlformats.org/officeDocument/2006/relationships/image" Target="../media/image316.png"/><Relationship Id="rId26" Type="http://schemas.openxmlformats.org/officeDocument/2006/relationships/image" Target="../media/image324.png"/><Relationship Id="rId3" Type="http://schemas.openxmlformats.org/officeDocument/2006/relationships/image" Target="../media/image301.png"/><Relationship Id="rId21" Type="http://schemas.openxmlformats.org/officeDocument/2006/relationships/image" Target="../media/image319.png"/><Relationship Id="rId7" Type="http://schemas.openxmlformats.org/officeDocument/2006/relationships/image" Target="../media/image305.png"/><Relationship Id="rId12" Type="http://schemas.openxmlformats.org/officeDocument/2006/relationships/image" Target="../media/image310.png"/><Relationship Id="rId17" Type="http://schemas.openxmlformats.org/officeDocument/2006/relationships/image" Target="../media/image315.png"/><Relationship Id="rId25" Type="http://schemas.openxmlformats.org/officeDocument/2006/relationships/image" Target="../media/image323.png"/><Relationship Id="rId2" Type="http://schemas.openxmlformats.org/officeDocument/2006/relationships/image" Target="../media/image201.png"/><Relationship Id="rId16" Type="http://schemas.openxmlformats.org/officeDocument/2006/relationships/image" Target="../media/image314.png"/><Relationship Id="rId20" Type="http://schemas.openxmlformats.org/officeDocument/2006/relationships/image" Target="../media/image318.png"/><Relationship Id="rId29" Type="http://schemas.openxmlformats.org/officeDocument/2006/relationships/image" Target="../media/image207.png"/><Relationship Id="rId1" Type="http://schemas.openxmlformats.org/officeDocument/2006/relationships/slideLayout" Target="../slideLayouts/slideLayout2.xml"/><Relationship Id="rId6" Type="http://schemas.openxmlformats.org/officeDocument/2006/relationships/image" Target="../media/image304.png"/><Relationship Id="rId11" Type="http://schemas.openxmlformats.org/officeDocument/2006/relationships/image" Target="../media/image309.png"/><Relationship Id="rId24" Type="http://schemas.openxmlformats.org/officeDocument/2006/relationships/image" Target="../media/image322.png"/><Relationship Id="rId5" Type="http://schemas.openxmlformats.org/officeDocument/2006/relationships/image" Target="../media/image303.png"/><Relationship Id="rId15" Type="http://schemas.openxmlformats.org/officeDocument/2006/relationships/image" Target="../media/image313.png"/><Relationship Id="rId23" Type="http://schemas.openxmlformats.org/officeDocument/2006/relationships/image" Target="../media/image321.png"/><Relationship Id="rId28" Type="http://schemas.openxmlformats.org/officeDocument/2006/relationships/image" Target="../media/image203.png"/><Relationship Id="rId10" Type="http://schemas.openxmlformats.org/officeDocument/2006/relationships/image" Target="../media/image308.png"/><Relationship Id="rId19" Type="http://schemas.openxmlformats.org/officeDocument/2006/relationships/image" Target="../media/image317.png"/><Relationship Id="rId4" Type="http://schemas.openxmlformats.org/officeDocument/2006/relationships/image" Target="../media/image302.png"/><Relationship Id="rId9" Type="http://schemas.openxmlformats.org/officeDocument/2006/relationships/image" Target="../media/image307.png"/><Relationship Id="rId14" Type="http://schemas.openxmlformats.org/officeDocument/2006/relationships/image" Target="../media/image312.png"/><Relationship Id="rId22" Type="http://schemas.openxmlformats.org/officeDocument/2006/relationships/image" Target="../media/image320.png"/><Relationship Id="rId27" Type="http://schemas.openxmlformats.org/officeDocument/2006/relationships/image" Target="../media/image326.png"/></Relationships>
</file>

<file path=ppt/slides/_rels/slide63.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199.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42.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77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11.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780.png"/></Relationships>
</file>

<file path=ppt/slides/_rels/slide64.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32288/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39708/entry#structure" TargetMode="External"/><Relationship Id="rId2" Type="http://schemas.openxmlformats.org/officeDocument/2006/relationships/notesSlide" Target="../notesSlides/notesSlide43.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17649/entry#structure" TargetMode="External"/><Relationship Id="rId37" Type="http://schemas.openxmlformats.org/officeDocument/2006/relationships/hyperlink" Target="https://www.uniprot.org/uniprotkb/P27514/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8999/entry#structure" TargetMode="External"/><Relationship Id="rId36" Type="http://schemas.openxmlformats.org/officeDocument/2006/relationships/hyperlink" Target="https://www.uniprot.org/uniprotkb/P36001/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23542/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41939/entry#structure" TargetMode="External"/><Relationship Id="rId35" Type="http://schemas.openxmlformats.org/officeDocument/2006/relationships/hyperlink" Target="https://www.uniprot.org/uniprotkb/P32477/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65.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44.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77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11.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780.png"/></Relationships>
</file>

<file path=ppt/slides/_rels/slide66.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45.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Q99321/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12494/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6685/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67.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274.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46.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801.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30.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811.png"/></Relationships>
</file>

<file path=ppt/slides/_rels/slide68.xml.rels><?xml version="1.0" encoding="UTF-8" standalone="yes"?>
<Relationships xmlns="http://schemas.openxmlformats.org/package/2006/relationships"><Relationship Id="rId8" Type="http://schemas.openxmlformats.org/officeDocument/2006/relationships/image" Target="../media/image219.png"/><Relationship Id="rId13" Type="http://schemas.openxmlformats.org/officeDocument/2006/relationships/image" Target="../media/image249.png"/><Relationship Id="rId18" Type="http://schemas.openxmlformats.org/officeDocument/2006/relationships/image" Target="../media/image254.png"/><Relationship Id="rId26" Type="http://schemas.openxmlformats.org/officeDocument/2006/relationships/image" Target="../media/image262.png"/><Relationship Id="rId3" Type="http://schemas.openxmlformats.org/officeDocument/2006/relationships/image" Target="../media/image2071.png"/><Relationship Id="rId7" Type="http://schemas.openxmlformats.org/officeDocument/2006/relationships/image" Target="../media/image217.png"/><Relationship Id="rId12" Type="http://schemas.openxmlformats.org/officeDocument/2006/relationships/image" Target="../media/image223.png"/><Relationship Id="rId17" Type="http://schemas.openxmlformats.org/officeDocument/2006/relationships/image" Target="../media/image253.png"/><Relationship Id="rId25" Type="http://schemas.openxmlformats.org/officeDocument/2006/relationships/image" Target="../media/image261.png"/><Relationship Id="rId2" Type="http://schemas.openxmlformats.org/officeDocument/2006/relationships/notesSlide" Target="../notesSlides/notesSlide47.xml"/><Relationship Id="rId16"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216.png"/><Relationship Id="rId11" Type="http://schemas.openxmlformats.org/officeDocument/2006/relationships/image" Target="../media/image222.png"/><Relationship Id="rId24" Type="http://schemas.openxmlformats.org/officeDocument/2006/relationships/image" Target="../media/image260.png"/><Relationship Id="rId5" Type="http://schemas.openxmlformats.org/officeDocument/2006/relationships/image" Target="../media/image215.png"/><Relationship Id="rId15" Type="http://schemas.openxmlformats.org/officeDocument/2006/relationships/image" Target="../media/image251.png"/><Relationship Id="rId23" Type="http://schemas.openxmlformats.org/officeDocument/2006/relationships/image" Target="../media/image259.png"/><Relationship Id="rId10" Type="http://schemas.openxmlformats.org/officeDocument/2006/relationships/image" Target="../media/image221.png"/><Relationship Id="rId19" Type="http://schemas.openxmlformats.org/officeDocument/2006/relationships/image" Target="../media/image255.png"/><Relationship Id="rId4" Type="http://schemas.openxmlformats.org/officeDocument/2006/relationships/image" Target="../media/image214.png"/><Relationship Id="rId9" Type="http://schemas.openxmlformats.org/officeDocument/2006/relationships/image" Target="../media/image220.png"/><Relationship Id="rId14" Type="http://schemas.openxmlformats.org/officeDocument/2006/relationships/image" Target="../media/image250.png"/><Relationship Id="rId22" Type="http://schemas.openxmlformats.org/officeDocument/2006/relationships/image" Target="../media/image258.png"/><Relationship Id="rId27" Type="http://schemas.openxmlformats.org/officeDocument/2006/relationships/image" Target="../media/image2742.png"/></Relationships>
</file>

<file path=ppt/slides/_rels/slide69.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P00359/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43544/entry#structure" TargetMode="External"/><Relationship Id="rId2" Type="http://schemas.openxmlformats.org/officeDocument/2006/relationships/notesSlide" Target="../notesSlides/notesSlide48.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Q12482/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38972/entry#structure" TargetMode="External"/><Relationship Id="rId37" Type="http://schemas.openxmlformats.org/officeDocument/2006/relationships/hyperlink" Target="https://www.uniprot.org/uniprotkb/P36973/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33327/entry#structure" TargetMode="External"/><Relationship Id="rId36" Type="http://schemas.openxmlformats.org/officeDocument/2006/relationships/hyperlink" Target="https://www.uniprot.org/uniprotkb/Q05788/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49090/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P32288/entry#structure" TargetMode="External"/><Relationship Id="rId35" Type="http://schemas.openxmlformats.org/officeDocument/2006/relationships/hyperlink" Target="https://www.uniprot.org/uniprotkb/Q07938/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70.xml.rels><?xml version="1.0" encoding="UTF-8" standalone="yes"?>
<Relationships xmlns="http://schemas.openxmlformats.org/package/2006/relationships"><Relationship Id="rId8" Type="http://schemas.openxmlformats.org/officeDocument/2006/relationships/image" Target="../media/image2570.png"/><Relationship Id="rId13" Type="http://schemas.openxmlformats.org/officeDocument/2006/relationships/image" Target="../media/image2621.png"/><Relationship Id="rId18" Type="http://schemas.openxmlformats.org/officeDocument/2006/relationships/image" Target="../media/image2670.png"/><Relationship Id="rId26" Type="http://schemas.openxmlformats.org/officeDocument/2006/relationships/image" Target="../media/image2750.png"/><Relationship Id="rId3" Type="http://schemas.openxmlformats.org/officeDocument/2006/relationships/image" Target="../media/image2521.png"/><Relationship Id="rId21" Type="http://schemas.openxmlformats.org/officeDocument/2006/relationships/image" Target="../media/image2701.png"/><Relationship Id="rId7" Type="http://schemas.openxmlformats.org/officeDocument/2006/relationships/image" Target="../media/image2560.png"/><Relationship Id="rId12" Type="http://schemas.openxmlformats.org/officeDocument/2006/relationships/image" Target="../media/image2611.png"/><Relationship Id="rId17" Type="http://schemas.openxmlformats.org/officeDocument/2006/relationships/image" Target="../media/image2660.png"/><Relationship Id="rId25" Type="http://schemas.openxmlformats.org/officeDocument/2006/relationships/image" Target="../media/image2740.png"/><Relationship Id="rId2" Type="http://schemas.openxmlformats.org/officeDocument/2006/relationships/notesSlide" Target="../notesSlides/notesSlide49.xml"/><Relationship Id="rId16" Type="http://schemas.openxmlformats.org/officeDocument/2006/relationships/image" Target="../media/image2650.png"/><Relationship Id="rId20" Type="http://schemas.openxmlformats.org/officeDocument/2006/relationships/image" Target="../media/image2690.png"/><Relationship Id="rId1" Type="http://schemas.openxmlformats.org/officeDocument/2006/relationships/slideLayout" Target="../slideLayouts/slideLayout2.xml"/><Relationship Id="rId6" Type="http://schemas.openxmlformats.org/officeDocument/2006/relationships/image" Target="../media/image2550.png"/><Relationship Id="rId11" Type="http://schemas.openxmlformats.org/officeDocument/2006/relationships/image" Target="../media/image2601.png"/><Relationship Id="rId24" Type="http://schemas.openxmlformats.org/officeDocument/2006/relationships/image" Target="../media/image2730.png"/><Relationship Id="rId5" Type="http://schemas.openxmlformats.org/officeDocument/2006/relationships/image" Target="../media/image2540.png"/><Relationship Id="rId15" Type="http://schemas.openxmlformats.org/officeDocument/2006/relationships/image" Target="../media/image2640.png"/><Relationship Id="rId23" Type="http://schemas.openxmlformats.org/officeDocument/2006/relationships/image" Target="../media/image2721.png"/><Relationship Id="rId10" Type="http://schemas.openxmlformats.org/officeDocument/2006/relationships/image" Target="../media/image2590.png"/><Relationship Id="rId19" Type="http://schemas.openxmlformats.org/officeDocument/2006/relationships/image" Target="../media/image2680.png"/><Relationship Id="rId4" Type="http://schemas.openxmlformats.org/officeDocument/2006/relationships/image" Target="../media/image2530.png"/><Relationship Id="rId9" Type="http://schemas.openxmlformats.org/officeDocument/2006/relationships/image" Target="../media/image2580.png"/><Relationship Id="rId14" Type="http://schemas.openxmlformats.org/officeDocument/2006/relationships/image" Target="../media/image2631.png"/><Relationship Id="rId22" Type="http://schemas.openxmlformats.org/officeDocument/2006/relationships/image" Target="../media/image2711.png"/><Relationship Id="rId27" Type="http://schemas.openxmlformats.org/officeDocument/2006/relationships/image" Target="../media/image2760.png"/></Relationships>
</file>

<file path=ppt/slides/_rels/slide71.xml.rels><?xml version="1.0" encoding="UTF-8" standalone="yes"?>
<Relationships xmlns="http://schemas.openxmlformats.org/package/2006/relationships"><Relationship Id="rId13" Type="http://schemas.openxmlformats.org/officeDocument/2006/relationships/image" Target="../media/image234.png"/><Relationship Id="rId18" Type="http://schemas.openxmlformats.org/officeDocument/2006/relationships/image" Target="../media/image239.png"/><Relationship Id="rId26" Type="http://schemas.openxmlformats.org/officeDocument/2006/relationships/image" Target="../media/image247.png"/><Relationship Id="rId21" Type="http://schemas.openxmlformats.org/officeDocument/2006/relationships/image" Target="../media/image242.png"/><Relationship Id="rId34" Type="http://schemas.openxmlformats.org/officeDocument/2006/relationships/hyperlink" Target="https://www.uniprot.org/uniprotkb/Q05016/entry#structure" TargetMode="External"/><Relationship Id="rId7" Type="http://schemas.openxmlformats.org/officeDocument/2006/relationships/image" Target="../media/image228.png"/><Relationship Id="rId12" Type="http://schemas.openxmlformats.org/officeDocument/2006/relationships/image" Target="../media/image233.png"/><Relationship Id="rId17" Type="http://schemas.openxmlformats.org/officeDocument/2006/relationships/image" Target="../media/image238.png"/><Relationship Id="rId25" Type="http://schemas.openxmlformats.org/officeDocument/2006/relationships/image" Target="../media/image246.png"/><Relationship Id="rId33" Type="http://schemas.openxmlformats.org/officeDocument/2006/relationships/hyperlink" Target="https://www.uniprot.org/uniprotkb/P07347/entry#structure" TargetMode="External"/><Relationship Id="rId2" Type="http://schemas.openxmlformats.org/officeDocument/2006/relationships/notesSlide" Target="../notesSlides/notesSlide50.xml"/><Relationship Id="rId16" Type="http://schemas.openxmlformats.org/officeDocument/2006/relationships/image" Target="../media/image237.png"/><Relationship Id="rId20" Type="http://schemas.openxmlformats.org/officeDocument/2006/relationships/image" Target="../media/image241.png"/><Relationship Id="rId29" Type="http://schemas.openxmlformats.org/officeDocument/2006/relationships/hyperlink" Target="https://www.uniprot.org/uniprotkb/P38113/entry#structure" TargetMode="External"/><Relationship Id="rId1" Type="http://schemas.openxmlformats.org/officeDocument/2006/relationships/slideLayout" Target="../slideLayouts/slideLayout2.xml"/><Relationship Id="rId6" Type="http://schemas.openxmlformats.org/officeDocument/2006/relationships/image" Target="../media/image227.png"/><Relationship Id="rId11" Type="http://schemas.openxmlformats.org/officeDocument/2006/relationships/image" Target="../media/image232.png"/><Relationship Id="rId24" Type="http://schemas.openxmlformats.org/officeDocument/2006/relationships/image" Target="../media/image245.png"/><Relationship Id="rId32" Type="http://schemas.openxmlformats.org/officeDocument/2006/relationships/hyperlink" Target="https://www.uniprot.org/uniprotkb/P07149/entry#structure" TargetMode="External"/><Relationship Id="rId37" Type="http://schemas.openxmlformats.org/officeDocument/2006/relationships/hyperlink" Target="https://www.uniprot.org/uniprotkb/P53630/entry#structure" TargetMode="External"/><Relationship Id="rId5" Type="http://schemas.openxmlformats.org/officeDocument/2006/relationships/image" Target="../media/image226.png"/><Relationship Id="rId15" Type="http://schemas.openxmlformats.org/officeDocument/2006/relationships/image" Target="../media/image236.png"/><Relationship Id="rId23" Type="http://schemas.openxmlformats.org/officeDocument/2006/relationships/image" Target="../media/image244.png"/><Relationship Id="rId28" Type="http://schemas.openxmlformats.org/officeDocument/2006/relationships/hyperlink" Target="https://www.uniprot.org/uniprotkb/P54115/entry#structure" TargetMode="External"/><Relationship Id="rId36" Type="http://schemas.openxmlformats.org/officeDocument/2006/relationships/hyperlink" Target="https://www.uniprot.org/uniprotkb/P41939/entry#structure" TargetMode="External"/><Relationship Id="rId10" Type="http://schemas.openxmlformats.org/officeDocument/2006/relationships/image" Target="../media/image231.png"/><Relationship Id="rId19" Type="http://schemas.openxmlformats.org/officeDocument/2006/relationships/image" Target="../media/image240.png"/><Relationship Id="rId31" Type="http://schemas.openxmlformats.org/officeDocument/2006/relationships/hyperlink" Target="https://www.uniprot.org/uniprotkb/P53296/entry#structure" TargetMode="External"/><Relationship Id="rId4" Type="http://schemas.openxmlformats.org/officeDocument/2006/relationships/image" Target="../media/image225.png"/><Relationship Id="rId9" Type="http://schemas.openxmlformats.org/officeDocument/2006/relationships/image" Target="../media/image230.png"/><Relationship Id="rId14" Type="http://schemas.openxmlformats.org/officeDocument/2006/relationships/image" Target="../media/image235.png"/><Relationship Id="rId22" Type="http://schemas.openxmlformats.org/officeDocument/2006/relationships/image" Target="../media/image243.png"/><Relationship Id="rId27" Type="http://schemas.openxmlformats.org/officeDocument/2006/relationships/image" Target="../media/image248.png"/><Relationship Id="rId30" Type="http://schemas.openxmlformats.org/officeDocument/2006/relationships/hyperlink" Target="https://www.uniprot.org/uniprotkb/Q01574/entry#structure" TargetMode="External"/><Relationship Id="rId35" Type="http://schemas.openxmlformats.org/officeDocument/2006/relationships/hyperlink" Target="https://www.uniprot.org/uniprotkb/P53199/entry#structure" TargetMode="External"/><Relationship Id="rId8" Type="http://schemas.openxmlformats.org/officeDocument/2006/relationships/image" Target="../media/image229.png"/><Relationship Id="rId3" Type="http://schemas.openxmlformats.org/officeDocument/2006/relationships/image" Target="../media/image224.png"/></Relationships>
</file>

<file path=ppt/slides/_rels/slide72.xml.rels><?xml version="1.0" encoding="UTF-8" standalone="yes"?>
<Relationships xmlns="http://schemas.openxmlformats.org/package/2006/relationships"><Relationship Id="rId8" Type="http://schemas.openxmlformats.org/officeDocument/2006/relationships/image" Target="../media/image306.png"/><Relationship Id="rId13" Type="http://schemas.openxmlformats.org/officeDocument/2006/relationships/image" Target="../media/image311.png"/><Relationship Id="rId18" Type="http://schemas.openxmlformats.org/officeDocument/2006/relationships/image" Target="../media/image316.png"/><Relationship Id="rId26" Type="http://schemas.openxmlformats.org/officeDocument/2006/relationships/image" Target="../media/image324.png"/><Relationship Id="rId3" Type="http://schemas.openxmlformats.org/officeDocument/2006/relationships/image" Target="../media/image301.png"/><Relationship Id="rId21" Type="http://schemas.openxmlformats.org/officeDocument/2006/relationships/image" Target="../media/image319.png"/><Relationship Id="rId7" Type="http://schemas.openxmlformats.org/officeDocument/2006/relationships/image" Target="../media/image305.png"/><Relationship Id="rId12" Type="http://schemas.openxmlformats.org/officeDocument/2006/relationships/image" Target="../media/image310.png"/><Relationship Id="rId17" Type="http://schemas.openxmlformats.org/officeDocument/2006/relationships/image" Target="../media/image315.png"/><Relationship Id="rId25" Type="http://schemas.openxmlformats.org/officeDocument/2006/relationships/image" Target="../media/image323.png"/><Relationship Id="rId2" Type="http://schemas.openxmlformats.org/officeDocument/2006/relationships/notesSlide" Target="../notesSlides/notesSlide51.xml"/><Relationship Id="rId16" Type="http://schemas.openxmlformats.org/officeDocument/2006/relationships/image" Target="../media/image314.png"/><Relationship Id="rId20" Type="http://schemas.openxmlformats.org/officeDocument/2006/relationships/image" Target="../media/image318.png"/><Relationship Id="rId1" Type="http://schemas.openxmlformats.org/officeDocument/2006/relationships/slideLayout" Target="../slideLayouts/slideLayout2.xml"/><Relationship Id="rId6" Type="http://schemas.openxmlformats.org/officeDocument/2006/relationships/image" Target="../media/image304.png"/><Relationship Id="rId11" Type="http://schemas.openxmlformats.org/officeDocument/2006/relationships/image" Target="../media/image309.png"/><Relationship Id="rId24" Type="http://schemas.openxmlformats.org/officeDocument/2006/relationships/image" Target="../media/image322.png"/><Relationship Id="rId5" Type="http://schemas.openxmlformats.org/officeDocument/2006/relationships/image" Target="../media/image303.png"/><Relationship Id="rId15" Type="http://schemas.openxmlformats.org/officeDocument/2006/relationships/image" Target="../media/image313.png"/><Relationship Id="rId23" Type="http://schemas.openxmlformats.org/officeDocument/2006/relationships/image" Target="../media/image321.png"/><Relationship Id="rId10" Type="http://schemas.openxmlformats.org/officeDocument/2006/relationships/image" Target="../media/image308.png"/><Relationship Id="rId19" Type="http://schemas.openxmlformats.org/officeDocument/2006/relationships/image" Target="../media/image317.png"/><Relationship Id="rId4" Type="http://schemas.openxmlformats.org/officeDocument/2006/relationships/image" Target="../media/image302.png"/><Relationship Id="rId9" Type="http://schemas.openxmlformats.org/officeDocument/2006/relationships/image" Target="../media/image307.png"/><Relationship Id="rId14" Type="http://schemas.openxmlformats.org/officeDocument/2006/relationships/image" Target="../media/image312.png"/><Relationship Id="rId22" Type="http://schemas.openxmlformats.org/officeDocument/2006/relationships/image" Target="../media/image320.png"/></Relationships>
</file>

<file path=ppt/slides/_rels/slide73.xml.rels><?xml version="1.0" encoding="UTF-8" standalone="yes"?>
<Relationships xmlns="http://schemas.openxmlformats.org/package/2006/relationships"><Relationship Id="rId8" Type="http://schemas.openxmlformats.org/officeDocument/2006/relationships/image" Target="../media/image2560.png"/><Relationship Id="rId13" Type="http://schemas.openxmlformats.org/officeDocument/2006/relationships/image" Target="../media/image2611.png"/><Relationship Id="rId18" Type="http://schemas.openxmlformats.org/officeDocument/2006/relationships/image" Target="../media/image2660.png"/><Relationship Id="rId26" Type="http://schemas.openxmlformats.org/officeDocument/2006/relationships/image" Target="../media/image2740.png"/><Relationship Id="rId3" Type="http://schemas.openxmlformats.org/officeDocument/2006/relationships/image" Target="../media/image200.png"/><Relationship Id="rId21" Type="http://schemas.openxmlformats.org/officeDocument/2006/relationships/image" Target="../media/image2690.png"/><Relationship Id="rId7" Type="http://schemas.openxmlformats.org/officeDocument/2006/relationships/image" Target="../media/image2550.png"/><Relationship Id="rId12" Type="http://schemas.openxmlformats.org/officeDocument/2006/relationships/image" Target="../media/image2601.png"/><Relationship Id="rId17" Type="http://schemas.openxmlformats.org/officeDocument/2006/relationships/image" Target="../media/image2650.png"/><Relationship Id="rId25" Type="http://schemas.openxmlformats.org/officeDocument/2006/relationships/image" Target="../media/image2730.png"/><Relationship Id="rId2" Type="http://schemas.openxmlformats.org/officeDocument/2006/relationships/notesSlide" Target="../notesSlides/notesSlide52.xml"/><Relationship Id="rId16" Type="http://schemas.openxmlformats.org/officeDocument/2006/relationships/image" Target="../media/image2640.png"/><Relationship Id="rId20" Type="http://schemas.openxmlformats.org/officeDocument/2006/relationships/image" Target="../media/image2680.png"/><Relationship Id="rId29" Type="http://schemas.openxmlformats.org/officeDocument/2006/relationships/image" Target="../media/image2830.png"/><Relationship Id="rId1" Type="http://schemas.openxmlformats.org/officeDocument/2006/relationships/slideLayout" Target="../slideLayouts/slideLayout2.xml"/><Relationship Id="rId6" Type="http://schemas.openxmlformats.org/officeDocument/2006/relationships/image" Target="../media/image2540.png"/><Relationship Id="rId11" Type="http://schemas.openxmlformats.org/officeDocument/2006/relationships/image" Target="../media/image2590.png"/><Relationship Id="rId24" Type="http://schemas.openxmlformats.org/officeDocument/2006/relationships/image" Target="../media/image2721.png"/><Relationship Id="rId5" Type="http://schemas.openxmlformats.org/officeDocument/2006/relationships/image" Target="../media/image2530.png"/><Relationship Id="rId15" Type="http://schemas.openxmlformats.org/officeDocument/2006/relationships/image" Target="../media/image2631.png"/><Relationship Id="rId23" Type="http://schemas.openxmlformats.org/officeDocument/2006/relationships/image" Target="../media/image2711.png"/><Relationship Id="rId28" Type="http://schemas.openxmlformats.org/officeDocument/2006/relationships/image" Target="../media/image2760.png"/><Relationship Id="rId10" Type="http://schemas.openxmlformats.org/officeDocument/2006/relationships/image" Target="../media/image2580.png"/><Relationship Id="rId19" Type="http://schemas.openxmlformats.org/officeDocument/2006/relationships/image" Target="../media/image2670.png"/><Relationship Id="rId31" Type="http://schemas.openxmlformats.org/officeDocument/2006/relationships/image" Target="../media/image3040.png"/><Relationship Id="rId4" Type="http://schemas.openxmlformats.org/officeDocument/2006/relationships/image" Target="../media/image2521.png"/><Relationship Id="rId9" Type="http://schemas.openxmlformats.org/officeDocument/2006/relationships/image" Target="../media/image2570.png"/><Relationship Id="rId14" Type="http://schemas.openxmlformats.org/officeDocument/2006/relationships/image" Target="../media/image2621.png"/><Relationship Id="rId22" Type="http://schemas.openxmlformats.org/officeDocument/2006/relationships/image" Target="../media/image2701.png"/><Relationship Id="rId27" Type="http://schemas.openxmlformats.org/officeDocument/2006/relationships/image" Target="../media/image2750.png"/><Relationship Id="rId30" Type="http://schemas.openxmlformats.org/officeDocument/2006/relationships/image" Target="../media/image2840.png"/></Relationships>
</file>

<file path=ppt/slides/_rels/slide74.xml.rels><?xml version="1.0" encoding="UTF-8" standalone="yes"?>
<Relationships xmlns="http://schemas.openxmlformats.org/package/2006/relationships"><Relationship Id="rId8" Type="http://schemas.openxmlformats.org/officeDocument/2006/relationships/image" Target="../media/image176.png"/><Relationship Id="rId13" Type="http://schemas.openxmlformats.org/officeDocument/2006/relationships/image" Target="../media/image181.png"/><Relationship Id="rId18" Type="http://schemas.openxmlformats.org/officeDocument/2006/relationships/image" Target="../media/image185.png"/><Relationship Id="rId26" Type="http://schemas.openxmlformats.org/officeDocument/2006/relationships/image" Target="../media/image193.png"/><Relationship Id="rId3" Type="http://schemas.openxmlformats.org/officeDocument/2006/relationships/image" Target="../media/image1471.png"/><Relationship Id="rId21" Type="http://schemas.openxmlformats.org/officeDocument/2006/relationships/image" Target="../media/image188.png"/><Relationship Id="rId7" Type="http://schemas.openxmlformats.org/officeDocument/2006/relationships/image" Target="../media/image175.png"/><Relationship Id="rId12" Type="http://schemas.openxmlformats.org/officeDocument/2006/relationships/image" Target="../media/image180.png"/><Relationship Id="rId17" Type="http://schemas.openxmlformats.org/officeDocument/2006/relationships/image" Target="../media/image184.png"/><Relationship Id="rId25" Type="http://schemas.openxmlformats.org/officeDocument/2006/relationships/image" Target="../media/image192.png"/><Relationship Id="rId2" Type="http://schemas.openxmlformats.org/officeDocument/2006/relationships/notesSlide" Target="../notesSlides/notesSlide53.xml"/><Relationship Id="rId16" Type="http://schemas.openxmlformats.org/officeDocument/2006/relationships/image" Target="../media/image941.png"/><Relationship Id="rId20" Type="http://schemas.openxmlformats.org/officeDocument/2006/relationships/image" Target="../media/image187.png"/><Relationship Id="rId1" Type="http://schemas.openxmlformats.org/officeDocument/2006/relationships/slideLayout" Target="../slideLayouts/slideLayout2.xml"/><Relationship Id="rId6" Type="http://schemas.openxmlformats.org/officeDocument/2006/relationships/image" Target="../media/image174.png"/><Relationship Id="rId11" Type="http://schemas.openxmlformats.org/officeDocument/2006/relationships/image" Target="../media/image179.png"/><Relationship Id="rId24" Type="http://schemas.openxmlformats.org/officeDocument/2006/relationships/image" Target="../media/image191.png"/><Relationship Id="rId5" Type="http://schemas.openxmlformats.org/officeDocument/2006/relationships/image" Target="../media/image173.png"/><Relationship Id="rId15" Type="http://schemas.openxmlformats.org/officeDocument/2006/relationships/image" Target="../media/image183.png"/><Relationship Id="rId23" Type="http://schemas.openxmlformats.org/officeDocument/2006/relationships/image" Target="../media/image190.png"/><Relationship Id="rId28" Type="http://schemas.openxmlformats.org/officeDocument/2006/relationships/image" Target="../media/image195.png"/><Relationship Id="rId10" Type="http://schemas.openxmlformats.org/officeDocument/2006/relationships/image" Target="../media/image178.png"/><Relationship Id="rId19" Type="http://schemas.openxmlformats.org/officeDocument/2006/relationships/image" Target="../media/image186.png"/><Relationship Id="rId4" Type="http://schemas.openxmlformats.org/officeDocument/2006/relationships/image" Target="../media/image1481.png"/><Relationship Id="rId9" Type="http://schemas.openxmlformats.org/officeDocument/2006/relationships/image" Target="../media/image177.png"/><Relationship Id="rId14" Type="http://schemas.openxmlformats.org/officeDocument/2006/relationships/image" Target="../media/image182.png"/><Relationship Id="rId22" Type="http://schemas.openxmlformats.org/officeDocument/2006/relationships/image" Target="../media/image189.png"/><Relationship Id="rId27" Type="http://schemas.openxmlformats.org/officeDocument/2006/relationships/image" Target="../media/image194.png"/></Relationships>
</file>

<file path=ppt/slides/_rels/slide75.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54.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325.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76.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55.xml"/><Relationship Id="rId16" Type="http://schemas.openxmlformats.org/officeDocument/2006/relationships/image" Target="../media/image1881.png"/><Relationship Id="rId20" Type="http://schemas.openxmlformats.org/officeDocument/2006/relationships/image" Target="../media/image1920.png"/><Relationship Id="rId29" Type="http://schemas.openxmlformats.org/officeDocument/2006/relationships/image" Target="../media/image327.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77.xml.rels><?xml version="1.0" encoding="UTF-8" standalone="yes"?>
<Relationships xmlns="http://schemas.openxmlformats.org/package/2006/relationships"><Relationship Id="rId8" Type="http://schemas.openxmlformats.org/officeDocument/2006/relationships/image" Target="../media/image1802.png"/><Relationship Id="rId13" Type="http://schemas.openxmlformats.org/officeDocument/2006/relationships/image" Target="../media/image1851.png"/><Relationship Id="rId18" Type="http://schemas.openxmlformats.org/officeDocument/2006/relationships/image" Target="../media/image1901.png"/><Relationship Id="rId26" Type="http://schemas.openxmlformats.org/officeDocument/2006/relationships/image" Target="../media/image1980.png"/><Relationship Id="rId3" Type="http://schemas.openxmlformats.org/officeDocument/2006/relationships/image" Target="../media/image1751.png"/><Relationship Id="rId21" Type="http://schemas.openxmlformats.org/officeDocument/2006/relationships/image" Target="../media/image1930.png"/><Relationship Id="rId7" Type="http://schemas.openxmlformats.org/officeDocument/2006/relationships/image" Target="../media/image1790.png"/><Relationship Id="rId12" Type="http://schemas.openxmlformats.org/officeDocument/2006/relationships/image" Target="../media/image1841.png"/><Relationship Id="rId17" Type="http://schemas.openxmlformats.org/officeDocument/2006/relationships/image" Target="../media/image1891.png"/><Relationship Id="rId25" Type="http://schemas.openxmlformats.org/officeDocument/2006/relationships/image" Target="../media/image1970.png"/><Relationship Id="rId2" Type="http://schemas.openxmlformats.org/officeDocument/2006/relationships/notesSlide" Target="../notesSlides/notesSlide56.xml"/><Relationship Id="rId16" Type="http://schemas.openxmlformats.org/officeDocument/2006/relationships/image" Target="../media/image1881.png"/><Relationship Id="rId20" Type="http://schemas.openxmlformats.org/officeDocument/2006/relationships/image" Target="../media/image1920.png"/><Relationship Id="rId1" Type="http://schemas.openxmlformats.org/officeDocument/2006/relationships/slideLayout" Target="../slideLayouts/slideLayout2.xml"/><Relationship Id="rId6" Type="http://schemas.openxmlformats.org/officeDocument/2006/relationships/image" Target="../media/image1780.png"/><Relationship Id="rId11" Type="http://schemas.openxmlformats.org/officeDocument/2006/relationships/image" Target="../media/image1831.png"/><Relationship Id="rId24" Type="http://schemas.openxmlformats.org/officeDocument/2006/relationships/image" Target="../media/image1960.png"/><Relationship Id="rId5" Type="http://schemas.openxmlformats.org/officeDocument/2006/relationships/image" Target="../media/image1771.png"/><Relationship Id="rId15" Type="http://schemas.openxmlformats.org/officeDocument/2006/relationships/image" Target="../media/image1871.png"/><Relationship Id="rId23" Type="http://schemas.openxmlformats.org/officeDocument/2006/relationships/image" Target="../media/image1950.png"/><Relationship Id="rId28" Type="http://schemas.openxmlformats.org/officeDocument/2006/relationships/image" Target="../media/image2001.png"/><Relationship Id="rId10" Type="http://schemas.openxmlformats.org/officeDocument/2006/relationships/image" Target="../media/image1821.png"/><Relationship Id="rId19" Type="http://schemas.openxmlformats.org/officeDocument/2006/relationships/image" Target="../media/image1910.png"/><Relationship Id="rId4" Type="http://schemas.openxmlformats.org/officeDocument/2006/relationships/image" Target="../media/image1761.png"/><Relationship Id="rId9" Type="http://schemas.openxmlformats.org/officeDocument/2006/relationships/image" Target="../media/image1811.png"/><Relationship Id="rId14" Type="http://schemas.openxmlformats.org/officeDocument/2006/relationships/image" Target="../media/image1861.png"/><Relationship Id="rId22" Type="http://schemas.openxmlformats.org/officeDocument/2006/relationships/image" Target="../media/image1940.png"/><Relationship Id="rId27" Type="http://schemas.openxmlformats.org/officeDocument/2006/relationships/image" Target="../media/image199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8" Type="http://schemas.openxmlformats.org/officeDocument/2006/relationships/image" Target="../media/image1740.png"/><Relationship Id="rId3" Type="http://schemas.openxmlformats.org/officeDocument/2006/relationships/image" Target="../media/image65.png"/><Relationship Id="rId7" Type="http://schemas.openxmlformats.org/officeDocument/2006/relationships/image" Target="../media/image1730.pn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69.png"/><Relationship Id="rId11" Type="http://schemas.openxmlformats.org/officeDocument/2006/relationships/image" Target="../media/image1770.png"/><Relationship Id="rId5" Type="http://schemas.openxmlformats.org/officeDocument/2006/relationships/image" Target="../media/image115.png"/><Relationship Id="rId10" Type="http://schemas.openxmlformats.org/officeDocument/2006/relationships/image" Target="../media/image1760.png"/><Relationship Id="rId4" Type="http://schemas.openxmlformats.org/officeDocument/2006/relationships/image" Target="../media/image66.png"/><Relationship Id="rId9" Type="http://schemas.openxmlformats.org/officeDocument/2006/relationships/image" Target="../media/image1750.png"/></Relationships>
</file>

<file path=ppt/slides/_rels/slide80.xml.rels><?xml version="1.0" encoding="UTF-8" standalone="yes"?>
<Relationships xmlns="http://schemas.openxmlformats.org/package/2006/relationships"><Relationship Id="rId8" Type="http://schemas.openxmlformats.org/officeDocument/2006/relationships/image" Target="../media/image336.png"/><Relationship Id="rId13" Type="http://schemas.openxmlformats.org/officeDocument/2006/relationships/image" Target="../media/image341.png"/><Relationship Id="rId18" Type="http://schemas.openxmlformats.org/officeDocument/2006/relationships/image" Target="../media/image346.png"/><Relationship Id="rId26" Type="http://schemas.openxmlformats.org/officeDocument/2006/relationships/image" Target="../media/image354.png"/><Relationship Id="rId3" Type="http://schemas.openxmlformats.org/officeDocument/2006/relationships/image" Target="../media/image69.png"/><Relationship Id="rId21" Type="http://schemas.openxmlformats.org/officeDocument/2006/relationships/image" Target="../media/image349.png"/><Relationship Id="rId7" Type="http://schemas.openxmlformats.org/officeDocument/2006/relationships/image" Target="../media/image335.png"/><Relationship Id="rId12" Type="http://schemas.openxmlformats.org/officeDocument/2006/relationships/image" Target="../media/image340.png"/><Relationship Id="rId17" Type="http://schemas.openxmlformats.org/officeDocument/2006/relationships/image" Target="../media/image345.png"/><Relationship Id="rId25" Type="http://schemas.openxmlformats.org/officeDocument/2006/relationships/image" Target="../media/image353.png"/><Relationship Id="rId2" Type="http://schemas.openxmlformats.org/officeDocument/2006/relationships/image" Target="../media/image66.png"/><Relationship Id="rId16" Type="http://schemas.openxmlformats.org/officeDocument/2006/relationships/image" Target="../media/image344.png"/><Relationship Id="rId20" Type="http://schemas.openxmlformats.org/officeDocument/2006/relationships/image" Target="../media/image348.png"/><Relationship Id="rId1" Type="http://schemas.openxmlformats.org/officeDocument/2006/relationships/slideLayout" Target="../slideLayouts/slideLayout2.xml"/><Relationship Id="rId6" Type="http://schemas.openxmlformats.org/officeDocument/2006/relationships/image" Target="../media/image334.png"/><Relationship Id="rId11" Type="http://schemas.openxmlformats.org/officeDocument/2006/relationships/image" Target="../media/image339.png"/><Relationship Id="rId24" Type="http://schemas.openxmlformats.org/officeDocument/2006/relationships/image" Target="../media/image352.png"/><Relationship Id="rId5" Type="http://schemas.openxmlformats.org/officeDocument/2006/relationships/image" Target="../media/image333.png"/><Relationship Id="rId15" Type="http://schemas.openxmlformats.org/officeDocument/2006/relationships/image" Target="../media/image343.png"/><Relationship Id="rId23" Type="http://schemas.openxmlformats.org/officeDocument/2006/relationships/image" Target="../media/image351.png"/><Relationship Id="rId10" Type="http://schemas.openxmlformats.org/officeDocument/2006/relationships/image" Target="../media/image338.png"/><Relationship Id="rId19" Type="http://schemas.openxmlformats.org/officeDocument/2006/relationships/image" Target="../media/image347.png"/><Relationship Id="rId4" Type="http://schemas.openxmlformats.org/officeDocument/2006/relationships/image" Target="../media/image332.png"/><Relationship Id="rId9" Type="http://schemas.openxmlformats.org/officeDocument/2006/relationships/image" Target="../media/image337.png"/><Relationship Id="rId14" Type="http://schemas.openxmlformats.org/officeDocument/2006/relationships/image" Target="../media/image342.png"/><Relationship Id="rId22" Type="http://schemas.openxmlformats.org/officeDocument/2006/relationships/image" Target="../media/image350.png"/></Relationships>
</file>

<file path=ppt/slides/_rels/slide81.xml.rels><?xml version="1.0" encoding="UTF-8" standalone="yes"?>
<Relationships xmlns="http://schemas.openxmlformats.org/package/2006/relationships"><Relationship Id="rId8" Type="http://schemas.openxmlformats.org/officeDocument/2006/relationships/image" Target="../media/image1820.png"/><Relationship Id="rId3" Type="http://schemas.openxmlformats.org/officeDocument/2006/relationships/image" Target="../media/image104.jpeg"/><Relationship Id="rId7" Type="http://schemas.openxmlformats.org/officeDocument/2006/relationships/image" Target="../media/image1810.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01.png"/><Relationship Id="rId5" Type="http://schemas.openxmlformats.org/officeDocument/2006/relationships/image" Target="../media/image111.png"/><Relationship Id="rId10" Type="http://schemas.openxmlformats.org/officeDocument/2006/relationships/image" Target="../media/image184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0.png"/></Relationships>
</file>

<file path=ppt/slides/_rels/slide82.xml.rels><?xml version="1.0" encoding="UTF-8" standalone="yes"?>
<Relationships xmlns="http://schemas.openxmlformats.org/package/2006/relationships"><Relationship Id="rId8" Type="http://schemas.openxmlformats.org/officeDocument/2006/relationships/image" Target="../media/image1870.png"/><Relationship Id="rId3" Type="http://schemas.openxmlformats.org/officeDocument/2006/relationships/image" Target="../media/image104.jpeg"/><Relationship Id="rId7" Type="http://schemas.openxmlformats.org/officeDocument/2006/relationships/image" Target="../media/image1860.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111.png"/><Relationship Id="rId5" Type="http://schemas.openxmlformats.org/officeDocument/2006/relationships/image" Target="../media/image1850.png"/><Relationship Id="rId10" Type="http://schemas.openxmlformats.org/officeDocument/2006/relationships/image" Target="../media/image1890.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0.png"/></Relationships>
</file>

<file path=ppt/slides/_rels/slide83.xml.rels><?xml version="1.0" encoding="UTF-8" standalone="yes"?>
<Relationships xmlns="http://schemas.openxmlformats.org/package/2006/relationships"><Relationship Id="rId3" Type="http://schemas.openxmlformats.org/officeDocument/2006/relationships/image" Target="../media/image104.jpeg"/><Relationship Id="rId7" Type="http://schemas.openxmlformats.org/officeDocument/2006/relationships/image" Target="../media/image114.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113.png"/><Relationship Id="rId5" Type="http://schemas.openxmlformats.org/officeDocument/2006/relationships/image" Target="../media/image112.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84.xml.rels><?xml version="1.0" encoding="UTF-8" standalone="yes"?>
<Relationships xmlns="http://schemas.openxmlformats.org/package/2006/relationships"><Relationship Id="rId8" Type="http://schemas.openxmlformats.org/officeDocument/2006/relationships/image" Target="../media/image328.png"/><Relationship Id="rId3" Type="http://schemas.openxmlformats.org/officeDocument/2006/relationships/image" Target="../media/image3520.png"/><Relationship Id="rId7" Type="http://schemas.openxmlformats.org/officeDocument/2006/relationships/image" Target="../media/image392.png"/><Relationship Id="rId2" Type="http://schemas.openxmlformats.org/officeDocument/2006/relationships/image" Target="../media/image3420.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85.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61.xml"/><Relationship Id="rId16" Type="http://schemas.openxmlformats.org/officeDocument/2006/relationships/image" Target="../media/image116.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0.png"/><Relationship Id="rId15" Type="http://schemas.openxmlformats.org/officeDocument/2006/relationships/image" Target="../media/image422.png"/><Relationship Id="rId10" Type="http://schemas.openxmlformats.org/officeDocument/2006/relationships/image" Target="../media/image815.png"/><Relationship Id="rId4" Type="http://schemas.openxmlformats.org/officeDocument/2006/relationships/image" Target="../media/image2630.png"/><Relationship Id="rId9" Type="http://schemas.openxmlformats.org/officeDocument/2006/relationships/image" Target="../media/image712.png"/><Relationship Id="rId14" Type="http://schemas.openxmlformats.org/officeDocument/2006/relationships/image" Target="../media/image1210.png"/></Relationships>
</file>

<file path=ppt/slides/_rels/slide86.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116.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330.png"/><Relationship Id="rId4" Type="http://schemas.openxmlformats.org/officeDocument/2006/relationships/image" Target="../media/image452.png"/><Relationship Id="rId9" Type="http://schemas.openxmlformats.org/officeDocument/2006/relationships/image" Target="../media/image329.png"/></Relationships>
</file>

<file path=ppt/slides/_rels/slide87.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116.png"/><Relationship Id="rId12" Type="http://schemas.openxmlformats.org/officeDocument/2006/relationships/image" Target="../media/image561.png"/><Relationship Id="rId2" Type="http://schemas.openxmlformats.org/officeDocument/2006/relationships/notesSlide" Target="../notesSlides/notesSlide63.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88.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331.sv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332.svg"/></Relationships>
</file>

<file path=ppt/slides/_rels/slide89.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0.png"/><Relationship Id="rId26" Type="http://schemas.openxmlformats.org/officeDocument/2006/relationships/image" Target="../media/image3130.png"/><Relationship Id="rId3" Type="http://schemas.openxmlformats.org/officeDocument/2006/relationships/image" Target="../media/image812.png"/><Relationship Id="rId21" Type="http://schemas.openxmlformats.org/officeDocument/2006/relationships/image" Target="../media/image2620.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0.png"/><Relationship Id="rId25" Type="http://schemas.openxmlformats.org/officeDocument/2006/relationships/image" Target="../media/image3010.png"/><Relationship Id="rId2" Type="http://schemas.openxmlformats.org/officeDocument/2006/relationships/notesSlide" Target="../notesSlides/notesSlide65.xml"/><Relationship Id="rId16" Type="http://schemas.openxmlformats.org/officeDocument/2006/relationships/image" Target="../media/image2110.png"/><Relationship Id="rId20" Type="http://schemas.openxmlformats.org/officeDocument/2006/relationships/image" Target="../media/image2520.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0.png"/><Relationship Id="rId5" Type="http://schemas.openxmlformats.org/officeDocument/2006/relationships/image" Target="../media/image1080.png"/><Relationship Id="rId15" Type="http://schemas.openxmlformats.org/officeDocument/2006/relationships/image" Target="../media/image2000.png"/><Relationship Id="rId23" Type="http://schemas.openxmlformats.org/officeDocument/2006/relationships/image" Target="../media/image2820.png"/><Relationship Id="rId10" Type="http://schemas.openxmlformats.org/officeDocument/2006/relationships/image" Target="../media/image1510.png"/><Relationship Id="rId19" Type="http://schemas.openxmlformats.org/officeDocument/2006/relationships/image" Target="../media/image2410.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0.png"/><Relationship Id="rId27" Type="http://schemas.openxmlformats.org/officeDocument/2006/relationships/image" Target="../media/image3200.png"/></Relationships>
</file>

<file path=ppt/slides/_rels/slide90.xml.rels><?xml version="1.0" encoding="UTF-8" standalone="yes"?>
<Relationships xmlns="http://schemas.openxmlformats.org/package/2006/relationships"><Relationship Id="rId8" Type="http://schemas.openxmlformats.org/officeDocument/2006/relationships/image" Target="../media/image3610.png"/><Relationship Id="rId13" Type="http://schemas.openxmlformats.org/officeDocument/2006/relationships/image" Target="../media/image1710.png"/><Relationship Id="rId18" Type="http://schemas.openxmlformats.org/officeDocument/2006/relationships/image" Target="../media/image2200.png"/><Relationship Id="rId26" Type="http://schemas.openxmlformats.org/officeDocument/2006/relationships/image" Target="../media/image3010.png"/><Relationship Id="rId3" Type="http://schemas.openxmlformats.org/officeDocument/2006/relationships/image" Target="../media/image3320.png"/><Relationship Id="rId21" Type="http://schemas.openxmlformats.org/officeDocument/2006/relationships/image" Target="../media/image2520.png"/><Relationship Id="rId7" Type="http://schemas.openxmlformats.org/officeDocument/2006/relationships/image" Target="../media/image3510.png"/><Relationship Id="rId12" Type="http://schemas.openxmlformats.org/officeDocument/2006/relationships/image" Target="../media/image1610.png"/><Relationship Id="rId17" Type="http://schemas.openxmlformats.org/officeDocument/2006/relationships/image" Target="../media/image2110.png"/><Relationship Id="rId25" Type="http://schemas.openxmlformats.org/officeDocument/2006/relationships/image" Target="../media/image2910.png"/><Relationship Id="rId2" Type="http://schemas.openxmlformats.org/officeDocument/2006/relationships/notesSlide" Target="../notesSlides/notesSlide66.xml"/><Relationship Id="rId16" Type="http://schemas.openxmlformats.org/officeDocument/2006/relationships/image" Target="../media/image2000.png"/><Relationship Id="rId20" Type="http://schemas.openxmlformats.org/officeDocument/2006/relationships/image" Target="../media/image2410.png"/><Relationship Id="rId1" Type="http://schemas.openxmlformats.org/officeDocument/2006/relationships/slideLayout" Target="../slideLayouts/slideLayout2.xml"/><Relationship Id="rId6" Type="http://schemas.openxmlformats.org/officeDocument/2006/relationships/image" Target="../media/image3410.png"/><Relationship Id="rId11" Type="http://schemas.openxmlformats.org/officeDocument/2006/relationships/image" Target="../media/image1510.png"/><Relationship Id="rId24" Type="http://schemas.openxmlformats.org/officeDocument/2006/relationships/image" Target="../media/image2820.png"/><Relationship Id="rId5" Type="http://schemas.openxmlformats.org/officeDocument/2006/relationships/image" Target="../media/image3310.png"/><Relationship Id="rId15" Type="http://schemas.openxmlformats.org/officeDocument/2006/relationships/image" Target="../media/image1900.png"/><Relationship Id="rId23" Type="http://schemas.openxmlformats.org/officeDocument/2006/relationships/image" Target="../media/image2720.png"/><Relationship Id="rId28" Type="http://schemas.openxmlformats.org/officeDocument/2006/relationships/image" Target="../media/image3200.png"/><Relationship Id="rId10" Type="http://schemas.openxmlformats.org/officeDocument/2006/relationships/image" Target="../media/image1410.png"/><Relationship Id="rId19" Type="http://schemas.openxmlformats.org/officeDocument/2006/relationships/image" Target="../media/image230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0.png"/><Relationship Id="rId27" Type="http://schemas.openxmlformats.org/officeDocument/2006/relationships/image" Target="../media/image3130.png"/></Relationships>
</file>

<file path=ppt/slides/_rels/slide91.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0.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355.png"/></Relationships>
</file>

<file path=ppt/slides/_rels/slide92.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0.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68.xml"/><Relationship Id="rId16" Type="http://schemas.openxmlformats.org/officeDocument/2006/relationships/image" Target="../media/image550.png"/><Relationship Id="rId20" Type="http://schemas.openxmlformats.org/officeDocument/2006/relationships/image" Target="../media/image2510.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0.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0.png"/><Relationship Id="rId27" Type="http://schemas.openxmlformats.org/officeDocument/2006/relationships/image" Target="../media/image620.png"/></Relationships>
</file>

<file path=ppt/slides/_rels/slide93.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94.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356.sv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357.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95.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356.sv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70.xml"/><Relationship Id="rId16" Type="http://schemas.openxmlformats.org/officeDocument/2006/relationships/image" Target="../media/image358.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9" Type="http://schemas.openxmlformats.org/officeDocument/2006/relationships/image" Target="../media/image880.png"/><Relationship Id="rId14" Type="http://schemas.openxmlformats.org/officeDocument/2006/relationships/image" Target="../media/image930.png"/></Relationships>
</file>

<file path=ppt/slides/_rels/slide96.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361.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359.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359.png"/><Relationship Id="rId14" Type="http://schemas.openxmlformats.org/officeDocument/2006/relationships/image" Target="../media/image363.png"/></Relationships>
</file>

<file path=ppt/slides/_rels/slide97.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365.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366.png"/><Relationship Id="rId17" Type="http://schemas.openxmlformats.org/officeDocument/2006/relationships/image" Target="../media/image368.png"/><Relationship Id="rId2" Type="http://schemas.openxmlformats.org/officeDocument/2006/relationships/image" Target="../media/image364.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367.png"/><Relationship Id="rId10" Type="http://schemas.openxmlformats.org/officeDocument/2006/relationships/image" Target="../media/image730.png"/><Relationship Id="rId19" Type="http://schemas.openxmlformats.org/officeDocument/2006/relationships/image" Target="../media/image369.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98.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370.png"/><Relationship Id="rId3" Type="http://schemas.openxmlformats.org/officeDocument/2006/relationships/image" Target="../media/image3300.png"/><Relationship Id="rId21" Type="http://schemas.openxmlformats.org/officeDocument/2006/relationships/image" Target="../media/image5100.png"/><Relationship Id="rId7" Type="http://schemas.openxmlformats.org/officeDocument/2006/relationships/image" Target="../media/image370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71.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0.png"/><Relationship Id="rId11" Type="http://schemas.openxmlformats.org/officeDocument/2006/relationships/image" Target="../media/image410.png"/><Relationship Id="rId5" Type="http://schemas.openxmlformats.org/officeDocument/2006/relationships/image" Target="../media/image350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0.png"/><Relationship Id="rId9" Type="http://schemas.openxmlformats.org/officeDocument/2006/relationships/image" Target="../media/image390.png"/><Relationship Id="rId14" Type="http://schemas.openxmlformats.org/officeDocument/2006/relationships/image" Target="../media/image440.png"/></Relationships>
</file>

<file path=ppt/slides/_rels/slide99.xml.rels><?xml version="1.0" encoding="UTF-8" standalone="yes"?>
<Relationships xmlns="http://schemas.openxmlformats.org/package/2006/relationships"><Relationship Id="rId8" Type="http://schemas.openxmlformats.org/officeDocument/2006/relationships/image" Target="../media/image2700.png"/><Relationship Id="rId3" Type="http://schemas.openxmlformats.org/officeDocument/2006/relationships/image" Target="../media/image372.png"/><Relationship Id="rId7" Type="http://schemas.openxmlformats.org/officeDocument/2006/relationships/image" Target="../media/image2600.png"/><Relationship Id="rId12" Type="http://schemas.openxmlformats.org/officeDocument/2006/relationships/image" Target="../media/image3100.pn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500.png"/><Relationship Id="rId11" Type="http://schemas.openxmlformats.org/officeDocument/2006/relationships/image" Target="../media/image3000.png"/><Relationship Id="rId5" Type="http://schemas.openxmlformats.org/officeDocument/2006/relationships/image" Target="../media/image2400.png"/><Relationship Id="rId10" Type="http://schemas.openxmlformats.org/officeDocument/2006/relationships/image" Target="../media/image2900.png"/><Relationship Id="rId4" Type="http://schemas.openxmlformats.org/officeDocument/2006/relationships/image" Target="../media/image366.png"/><Relationship Id="rId9" Type="http://schemas.openxmlformats.org/officeDocument/2006/relationships/image" Target="../media/image2800.png"/></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a:bodyPr>
          <a:lstStyle/>
          <a:p>
            <a:r>
              <a:rPr lang="en-US" dirty="0"/>
              <a:t>Associating Metabolic reactions and AI machines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5" name="PlaceHolder 1"/>
          <p:cNvSpPr>
            <a:spLocks noGrp="1"/>
          </p:cNvSpPr>
          <p:nvPr>
            <p:ph type="title"/>
          </p:nvPr>
        </p:nvSpPr>
        <p:spPr>
          <a:xfrm>
            <a:off x="4116960" y="3834128"/>
            <a:ext cx="7846440" cy="1968624"/>
          </a:xfrm>
          <a:prstGeom prst="rect">
            <a:avLst/>
          </a:prstGeom>
          <a:noFill/>
          <a:ln w="0">
            <a:noFill/>
          </a:ln>
        </p:spPr>
        <p:txBody>
          <a:bodyPr lIns="0" tIns="0" rIns="0" bIns="0" anchor="b">
            <a:noAutofit/>
          </a:bodyPr>
          <a:lstStyle/>
          <a:p>
            <a:pPr indent="0">
              <a:lnSpc>
                <a:spcPct val="100000"/>
              </a:lnSpc>
              <a:buNone/>
              <a:tabLst>
                <a:tab pos="0" algn="l"/>
              </a:tabLst>
            </a:pPr>
            <a:r>
              <a:rPr lang="en-GB" sz="2400" b="0" strike="noStrike" spc="-1" dirty="0">
                <a:solidFill>
                  <a:schemeClr val="lt1"/>
                </a:solidFill>
                <a:latin typeface="Arial"/>
              </a:rPr>
              <a:t>Jorge Torres Gómez, Hadeel Mohamad, Sarah Gräfin, Lars Liebermeister</a:t>
            </a:r>
            <a:br>
              <a:rPr lang="en-GB" sz="2400" b="0" strike="noStrike" spc="-1" dirty="0">
                <a:solidFill>
                  <a:schemeClr val="lt1"/>
                </a:solidFill>
                <a:latin typeface="Arial"/>
              </a:rPr>
            </a:br>
            <a:endParaRPr lang="en-GB" sz="2400" b="0" strike="noStrike" spc="-1" dirty="0">
              <a:solidFill>
                <a:schemeClr val="lt1"/>
              </a:solidFill>
              <a:latin typeface="Arial"/>
            </a:endParaRPr>
          </a:p>
        </p:txBody>
      </p:sp>
      <p:sp>
        <p:nvSpPr>
          <p:cNvPr id="5" name="TextBox 4">
            <a:extLst>
              <a:ext uri="{FF2B5EF4-FFF2-40B4-BE49-F238E27FC236}">
                <a16:creationId xmlns:a16="http://schemas.microsoft.com/office/drawing/2014/main" id="{C6CA6454-0437-39D5-46B8-5CA04E60CADA}"/>
              </a:ext>
            </a:extLst>
          </p:cNvPr>
          <p:cNvSpPr txBox="1"/>
          <p:nvPr/>
        </p:nvSpPr>
        <p:spPr>
          <a:xfrm>
            <a:off x="74428" y="2733937"/>
            <a:ext cx="12033642" cy="132343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a:rPr>
              <a:t>Smart drug-delivery systems with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a:rPr>
              <a:t>bio-substrate-integrated AI</a:t>
            </a:r>
          </a:p>
        </p:txBody>
      </p:sp>
      <p:sp>
        <p:nvSpPr>
          <p:cNvPr id="10" name="Title 9">
            <a:extLst>
              <a:ext uri="{FF2B5EF4-FFF2-40B4-BE49-F238E27FC236}">
                <a16:creationId xmlns:a16="http://schemas.microsoft.com/office/drawing/2014/main" id="{8CE009CB-6859-92E7-5ECB-F3C38E051E3F}"/>
              </a:ext>
            </a:extLst>
          </p:cNvPr>
          <p:cNvSpPr>
            <a:spLocks noGrp="1"/>
          </p:cNvSpPr>
          <p:nvPr>
            <p:ph type="title"/>
          </p:nvPr>
        </p:nvSpPr>
        <p:spPr>
          <a:xfrm>
            <a:off x="136185" y="377999"/>
            <a:ext cx="10547498" cy="1472065"/>
          </a:xfrm>
        </p:spPr>
        <p:txBody>
          <a:bodyPr/>
          <a:lstStyle/>
          <a:p>
            <a:pPr>
              <a:lnSpc>
                <a:spcPct val="150000"/>
              </a:lnSpc>
              <a:spcAft>
                <a:spcPts val="300"/>
              </a:spcAft>
            </a:pPr>
            <a:r>
              <a:rPr lang="en-US" sz="2800" dirty="0"/>
              <a:t>Workshop</a:t>
            </a:r>
            <a:br>
              <a:rPr lang="en-US" sz="2800" dirty="0"/>
            </a:br>
            <a:r>
              <a:rPr lang="en-US" sz="2800" dirty="0"/>
              <a:t>"Precision Medicine in the Era of the Internet of Bio-Nano Things” </a:t>
            </a:r>
          </a:p>
        </p:txBody>
      </p:sp>
      <p:pic>
        <p:nvPicPr>
          <p:cNvPr id="3" name="Picture 2">
            <a:extLst>
              <a:ext uri="{FF2B5EF4-FFF2-40B4-BE49-F238E27FC236}">
                <a16:creationId xmlns:a16="http://schemas.microsoft.com/office/drawing/2014/main" id="{804D4F99-6903-1B9A-CE67-6E317663F943}"/>
              </a:ext>
            </a:extLst>
          </p:cNvPr>
          <p:cNvPicPr>
            <a:picLocks noChangeAspect="1"/>
          </p:cNvPicPr>
          <p:nvPr/>
        </p:nvPicPr>
        <p:blipFill>
          <a:blip r:embed="rId2"/>
          <a:stretch>
            <a:fillRect/>
          </a:stretch>
        </p:blipFill>
        <p:spPr>
          <a:xfrm>
            <a:off x="0" y="5448256"/>
            <a:ext cx="1174787" cy="1409744"/>
          </a:xfrm>
          <a:prstGeom prst="rect">
            <a:avLst/>
          </a:prstGeom>
        </p:spPr>
      </p:pic>
      <p:pic>
        <p:nvPicPr>
          <p:cNvPr id="9" name="Picture 8" descr="HHI - Profil | SQuaD - Quantenkommunikation in Deutschland">
            <a:extLst>
              <a:ext uri="{FF2B5EF4-FFF2-40B4-BE49-F238E27FC236}">
                <a16:creationId xmlns:a16="http://schemas.microsoft.com/office/drawing/2014/main" id="{7822D286-8D85-BD5E-3C35-7B3F0F8C8E6E}"/>
              </a:ext>
            </a:extLst>
          </p:cNvPr>
          <p:cNvPicPr>
            <a:picLocks noChangeAspect="1"/>
          </p:cNvPicPr>
          <p:nvPr/>
        </p:nvPicPr>
        <p:blipFill>
          <a:blip r:embed="rId3"/>
          <a:srcRect l="9787" t="33069" r="8374" b="29669"/>
          <a:stretch>
            <a:fillRect/>
          </a:stretch>
        </p:blipFill>
        <p:spPr>
          <a:xfrm>
            <a:off x="6581553" y="378303"/>
            <a:ext cx="2456122" cy="676945"/>
          </a:xfrm>
          <a:prstGeom prst="rect">
            <a:avLst/>
          </a:prstGeom>
        </p:spPr>
      </p:pic>
      <p:pic>
        <p:nvPicPr>
          <p:cNvPr id="11" name="Picture 10" descr="Primary Logos - Brand Center">
            <a:extLst>
              <a:ext uri="{FF2B5EF4-FFF2-40B4-BE49-F238E27FC236}">
                <a16:creationId xmlns:a16="http://schemas.microsoft.com/office/drawing/2014/main" id="{91C851DE-C628-6B00-8466-69286A25D148}"/>
              </a:ext>
            </a:extLst>
          </p:cNvPr>
          <p:cNvPicPr>
            <a:picLocks noChangeAspect="1"/>
          </p:cNvPicPr>
          <p:nvPr/>
        </p:nvPicPr>
        <p:blipFill>
          <a:blip r:embed="rId4"/>
          <a:stretch>
            <a:fillRect/>
          </a:stretch>
        </p:blipFill>
        <p:spPr>
          <a:xfrm>
            <a:off x="4416273" y="377999"/>
            <a:ext cx="1679727" cy="52576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3340B-0AC0-DE43-EC31-BE4CF8E9F855}"/>
            </a:ext>
          </a:extLst>
        </p:cNvPr>
        <p:cNvGrpSpPr/>
        <p:nvPr/>
      </p:nvGrpSpPr>
      <p:grpSpPr>
        <a:xfrm>
          <a:off x="0" y="0"/>
          <a:ext cx="0" cy="0"/>
          <a:chOff x="0" y="0"/>
          <a:chExt cx="0" cy="0"/>
        </a:xfrm>
      </p:grpSpPr>
      <p:sp>
        <p:nvSpPr>
          <p:cNvPr id="55" name="PlaceHolder 1">
            <a:extLst>
              <a:ext uri="{FF2B5EF4-FFF2-40B4-BE49-F238E27FC236}">
                <a16:creationId xmlns:a16="http://schemas.microsoft.com/office/drawing/2014/main" id="{F86BBC30-4CA5-9E93-B4C3-8C87DFE07A62}"/>
              </a:ext>
            </a:extLst>
          </p:cNvPr>
          <p:cNvSpPr>
            <a:spLocks noGrp="1"/>
          </p:cNvSpPr>
          <p:nvPr>
            <p:ph type="title"/>
          </p:nvPr>
        </p:nvSpPr>
        <p:spPr>
          <a:xfrm>
            <a:off x="1690577" y="3834128"/>
            <a:ext cx="10272823" cy="1968624"/>
          </a:xfrm>
          <a:prstGeom prst="rect">
            <a:avLst/>
          </a:prstGeom>
          <a:noFill/>
          <a:ln w="0">
            <a:noFill/>
          </a:ln>
        </p:spPr>
        <p:txBody>
          <a:bodyPr lIns="0" tIns="0" rIns="0" bIns="0" anchor="b">
            <a:noAutofit/>
          </a:bodyPr>
          <a:lstStyle/>
          <a:p>
            <a:pPr indent="0">
              <a:lnSpc>
                <a:spcPct val="100000"/>
              </a:lnSpc>
              <a:buNone/>
              <a:tabLst>
                <a:tab pos="0" algn="l"/>
              </a:tabLst>
            </a:pPr>
            <a:r>
              <a:rPr lang="en-GB" sz="2400" b="0" strike="noStrike" spc="-1" dirty="0">
                <a:solidFill>
                  <a:schemeClr val="lt1"/>
                </a:solidFill>
                <a:latin typeface="Arial"/>
              </a:rPr>
              <a:t>Jorge Torres Gómez, Hadeel Mohamad, Sarah Westarp, Lars Liebermeister</a:t>
            </a:r>
            <a:br>
              <a:rPr lang="en-GB" sz="2400" b="0" strike="noStrike" spc="-1" dirty="0">
                <a:solidFill>
                  <a:schemeClr val="lt1"/>
                </a:solidFill>
                <a:latin typeface="Arial"/>
              </a:rPr>
            </a:br>
            <a:endParaRPr lang="en-GB" sz="2400" b="0" strike="noStrike" spc="-1" dirty="0">
              <a:solidFill>
                <a:schemeClr val="lt1"/>
              </a:solidFill>
              <a:latin typeface="Arial"/>
            </a:endParaRPr>
          </a:p>
        </p:txBody>
      </p:sp>
      <p:sp>
        <p:nvSpPr>
          <p:cNvPr id="5" name="TextBox 4">
            <a:extLst>
              <a:ext uri="{FF2B5EF4-FFF2-40B4-BE49-F238E27FC236}">
                <a16:creationId xmlns:a16="http://schemas.microsoft.com/office/drawing/2014/main" id="{D40CA78D-CAAF-E3C2-3B89-DBE016AE2694}"/>
              </a:ext>
            </a:extLst>
          </p:cNvPr>
          <p:cNvSpPr txBox="1"/>
          <p:nvPr/>
        </p:nvSpPr>
        <p:spPr>
          <a:xfrm>
            <a:off x="-70242" y="2263895"/>
            <a:ext cx="12033642" cy="193899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a:rPr>
              <a:t>Communicating Smartly in Molecular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a:rPr>
              <a:t>Communication Environments: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a:rPr>
              <a:t>Neural Networks in the Internet of Bio-Nano Things</a:t>
            </a:r>
          </a:p>
        </p:txBody>
      </p:sp>
      <p:pic>
        <p:nvPicPr>
          <p:cNvPr id="9" name="Picture 8" descr="HHI - Profil | SQuaD - Quantenkommunikation in Deutschland">
            <a:extLst>
              <a:ext uri="{FF2B5EF4-FFF2-40B4-BE49-F238E27FC236}">
                <a16:creationId xmlns:a16="http://schemas.microsoft.com/office/drawing/2014/main" id="{B2C366F3-FB40-80B0-D68B-E54ED96E205B}"/>
              </a:ext>
            </a:extLst>
          </p:cNvPr>
          <p:cNvPicPr>
            <a:picLocks noChangeAspect="1"/>
          </p:cNvPicPr>
          <p:nvPr/>
        </p:nvPicPr>
        <p:blipFill>
          <a:blip r:embed="rId2"/>
          <a:srcRect l="9787" t="33069" r="8374" b="29669"/>
          <a:stretch>
            <a:fillRect/>
          </a:stretch>
        </p:blipFill>
        <p:spPr>
          <a:xfrm>
            <a:off x="6581553" y="378303"/>
            <a:ext cx="2456122" cy="676945"/>
          </a:xfrm>
          <a:prstGeom prst="rect">
            <a:avLst/>
          </a:prstGeom>
        </p:spPr>
      </p:pic>
      <p:pic>
        <p:nvPicPr>
          <p:cNvPr id="11" name="Picture 10" descr="Primary Logos - Brand Center">
            <a:extLst>
              <a:ext uri="{FF2B5EF4-FFF2-40B4-BE49-F238E27FC236}">
                <a16:creationId xmlns:a16="http://schemas.microsoft.com/office/drawing/2014/main" id="{CFF963AC-DD59-1DC6-F000-0F5077EB7507}"/>
              </a:ext>
            </a:extLst>
          </p:cNvPr>
          <p:cNvPicPr>
            <a:picLocks noChangeAspect="1"/>
          </p:cNvPicPr>
          <p:nvPr/>
        </p:nvPicPr>
        <p:blipFill>
          <a:blip r:embed="rId3"/>
          <a:stretch>
            <a:fillRect/>
          </a:stretch>
        </p:blipFill>
        <p:spPr>
          <a:xfrm>
            <a:off x="4416273" y="377999"/>
            <a:ext cx="1679727" cy="525768"/>
          </a:xfrm>
          <a:prstGeom prst="rect">
            <a:avLst/>
          </a:prstGeom>
        </p:spPr>
      </p:pic>
      <p:pic>
        <p:nvPicPr>
          <p:cNvPr id="8" name="Picture 7">
            <a:extLst>
              <a:ext uri="{FF2B5EF4-FFF2-40B4-BE49-F238E27FC236}">
                <a16:creationId xmlns:a16="http://schemas.microsoft.com/office/drawing/2014/main" id="{DA509189-D097-4DD3-3401-D3F7C18BD837}"/>
              </a:ext>
            </a:extLst>
          </p:cNvPr>
          <p:cNvPicPr>
            <a:picLocks noChangeAspect="1"/>
          </p:cNvPicPr>
          <p:nvPr/>
        </p:nvPicPr>
        <p:blipFill>
          <a:blip r:embed="rId4"/>
          <a:stretch>
            <a:fillRect/>
          </a:stretch>
        </p:blipFill>
        <p:spPr>
          <a:xfrm>
            <a:off x="0" y="6163241"/>
            <a:ext cx="6496216" cy="694759"/>
          </a:xfrm>
          <a:prstGeom prst="rect">
            <a:avLst/>
          </a:prstGeom>
        </p:spPr>
      </p:pic>
    </p:spTree>
    <p:extLst>
      <p:ext uri="{BB962C8B-B14F-4D97-AF65-F5344CB8AC3E}">
        <p14:creationId xmlns:p14="http://schemas.microsoft.com/office/powerpoint/2010/main" val="35932347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4</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5</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0"/>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6</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3"/>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7</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8</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9</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22B99-6461-9543-A343-F019E13FAA1A}"/>
            </a:ext>
          </a:extLst>
        </p:cNvPr>
        <p:cNvGrpSpPr/>
        <p:nvPr/>
      </p:nvGrpSpPr>
      <p:grpSpPr>
        <a:xfrm>
          <a:off x="0" y="0"/>
          <a:ext cx="0" cy="0"/>
          <a:chOff x="0" y="0"/>
          <a:chExt cx="0" cy="0"/>
        </a:xfrm>
      </p:grpSpPr>
      <p:sp>
        <p:nvSpPr>
          <p:cNvPr id="2" name="Slide Number Placeholder 3">
            <a:extLst>
              <a:ext uri="{FF2B5EF4-FFF2-40B4-BE49-F238E27FC236}">
                <a16:creationId xmlns:a16="http://schemas.microsoft.com/office/drawing/2014/main" id="{CCC32999-F6EE-2E35-DD18-EB7843235FFA}"/>
              </a:ext>
            </a:extLst>
          </p:cNvPr>
          <p:cNvSpPr txBox="1">
            <a:spLocks/>
          </p:cNvSpPr>
          <p:nvPr/>
        </p:nvSpPr>
        <p:spPr>
          <a:xfrm>
            <a:off x="53014" y="6525697"/>
            <a:ext cx="536643" cy="332303"/>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fld id="{105264C1-93CD-4F5F-B6EE-5235E982ADB5}" type="slidenum">
              <a:rPr kumimoji="0" lang="LID4096" sz="28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t>10</a:t>
            </a:fld>
            <a:endParaRPr kumimoji="0" lang="LID4096"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2" name="Oval 31">
            <a:extLst>
              <a:ext uri="{FF2B5EF4-FFF2-40B4-BE49-F238E27FC236}">
                <a16:creationId xmlns:a16="http://schemas.microsoft.com/office/drawing/2014/main" id="{8E2F8727-15E2-8B00-BFBD-96FBAAC27C7C}"/>
              </a:ext>
            </a:extLst>
          </p:cNvPr>
          <p:cNvSpPr>
            <a:spLocks noChangeAspect="1"/>
          </p:cNvSpPr>
          <p:nvPr/>
        </p:nvSpPr>
        <p:spPr>
          <a:xfrm>
            <a:off x="2560980" y="1476034"/>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F66882D7-5418-3709-02BB-FC57CE6B02B0}"/>
              </a:ext>
            </a:extLst>
          </p:cNvPr>
          <p:cNvSpPr>
            <a:spLocks noChangeAspect="1"/>
          </p:cNvSpPr>
          <p:nvPr/>
        </p:nvSpPr>
        <p:spPr>
          <a:xfrm>
            <a:off x="2560980" y="2336030"/>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215B15C2-9E8F-9D94-CCD2-9AB0E072F6FE}"/>
              </a:ext>
            </a:extLst>
          </p:cNvPr>
          <p:cNvSpPr>
            <a:spLocks noChangeAspect="1"/>
          </p:cNvSpPr>
          <p:nvPr/>
        </p:nvSpPr>
        <p:spPr>
          <a:xfrm>
            <a:off x="3643859" y="764473"/>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2305E603-2AF1-2618-6884-3AA6F6BA6824}"/>
              </a:ext>
            </a:extLst>
          </p:cNvPr>
          <p:cNvSpPr>
            <a:spLocks noChangeAspect="1"/>
          </p:cNvSpPr>
          <p:nvPr/>
        </p:nvSpPr>
        <p:spPr>
          <a:xfrm>
            <a:off x="3643859" y="1494492"/>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A770A93C-0053-054E-B973-440803D9F256}"/>
              </a:ext>
            </a:extLst>
          </p:cNvPr>
          <p:cNvSpPr>
            <a:spLocks noChangeAspect="1"/>
          </p:cNvSpPr>
          <p:nvPr/>
        </p:nvSpPr>
        <p:spPr>
          <a:xfrm>
            <a:off x="3643859" y="2224511"/>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168517B1-D0DA-5A69-4D24-64FFC9B8F202}"/>
              </a:ext>
            </a:extLst>
          </p:cNvPr>
          <p:cNvSpPr>
            <a:spLocks noChangeAspect="1"/>
          </p:cNvSpPr>
          <p:nvPr/>
        </p:nvSpPr>
        <p:spPr>
          <a:xfrm>
            <a:off x="3643859" y="2954529"/>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1BFE5537-8E5B-9990-0432-9A5CDE3B8174}"/>
              </a:ext>
            </a:extLst>
          </p:cNvPr>
          <p:cNvSpPr>
            <a:spLocks noChangeAspect="1"/>
          </p:cNvSpPr>
          <p:nvPr/>
        </p:nvSpPr>
        <p:spPr>
          <a:xfrm>
            <a:off x="4795833" y="1474762"/>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0B483023-58EF-49A9-2E49-E49843096C75}"/>
              </a:ext>
            </a:extLst>
          </p:cNvPr>
          <p:cNvSpPr>
            <a:spLocks noChangeAspect="1"/>
          </p:cNvSpPr>
          <p:nvPr/>
        </p:nvSpPr>
        <p:spPr>
          <a:xfrm>
            <a:off x="4795833" y="2334758"/>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0" name="Group 89">
            <a:extLst>
              <a:ext uri="{FF2B5EF4-FFF2-40B4-BE49-F238E27FC236}">
                <a16:creationId xmlns:a16="http://schemas.microsoft.com/office/drawing/2014/main" id="{17AE933F-0E79-BF89-C5D4-612669E8DDCB}"/>
              </a:ext>
            </a:extLst>
          </p:cNvPr>
          <p:cNvGrpSpPr/>
          <p:nvPr/>
        </p:nvGrpSpPr>
        <p:grpSpPr>
          <a:xfrm>
            <a:off x="2792194" y="899915"/>
            <a:ext cx="891335" cy="2094284"/>
            <a:chOff x="2792194" y="899915"/>
            <a:chExt cx="891335" cy="2094284"/>
          </a:xfrm>
        </p:grpSpPr>
        <p:cxnSp>
          <p:nvCxnSpPr>
            <p:cNvPr id="80" name="Straight Arrow Connector 79">
              <a:extLst>
                <a:ext uri="{FF2B5EF4-FFF2-40B4-BE49-F238E27FC236}">
                  <a16:creationId xmlns:a16="http://schemas.microsoft.com/office/drawing/2014/main" id="{3643AD93-FA08-C864-C0F1-8CE64ED6F2C8}"/>
                </a:ext>
              </a:extLst>
            </p:cNvPr>
            <p:cNvCxnSpPr>
              <a:stCxn id="32" idx="7"/>
              <a:endCxn id="38" idx="2"/>
            </p:cNvCxnSpPr>
            <p:nvPr/>
          </p:nvCxnSpPr>
          <p:spPr>
            <a:xfrm flipV="1">
              <a:off x="2792194" y="899915"/>
              <a:ext cx="851665" cy="61578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1" name="Straight Arrow Connector 80">
              <a:extLst>
                <a:ext uri="{FF2B5EF4-FFF2-40B4-BE49-F238E27FC236}">
                  <a16:creationId xmlns:a16="http://schemas.microsoft.com/office/drawing/2014/main" id="{B5AE51FA-4FD9-20DF-BB85-BC676BF787A9}"/>
                </a:ext>
              </a:extLst>
            </p:cNvPr>
            <p:cNvCxnSpPr>
              <a:cxnSpLocks/>
              <a:stCxn id="32" idx="6"/>
              <a:endCxn id="66" idx="2"/>
            </p:cNvCxnSpPr>
            <p:nvPr/>
          </p:nvCxnSpPr>
          <p:spPr>
            <a:xfrm>
              <a:off x="2831864" y="1611476"/>
              <a:ext cx="811995" cy="18458"/>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AF8B0E8F-8D42-F80B-0D4A-CB728075947D}"/>
                </a:ext>
              </a:extLst>
            </p:cNvPr>
            <p:cNvCxnSpPr>
              <a:cxnSpLocks/>
              <a:stCxn id="32" idx="6"/>
              <a:endCxn id="68" idx="1"/>
            </p:cNvCxnSpPr>
            <p:nvPr/>
          </p:nvCxnSpPr>
          <p:spPr>
            <a:xfrm>
              <a:off x="2831864" y="1611476"/>
              <a:ext cx="851665" cy="652705"/>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7" name="Straight Arrow Connector 86">
              <a:extLst>
                <a:ext uri="{FF2B5EF4-FFF2-40B4-BE49-F238E27FC236}">
                  <a16:creationId xmlns:a16="http://schemas.microsoft.com/office/drawing/2014/main" id="{F5DD14D7-C8B6-8CBD-AA84-A41B89E4678A}"/>
                </a:ext>
              </a:extLst>
            </p:cNvPr>
            <p:cNvCxnSpPr>
              <a:cxnSpLocks/>
              <a:stCxn id="32" idx="5"/>
              <a:endCxn id="70" idx="1"/>
            </p:cNvCxnSpPr>
            <p:nvPr/>
          </p:nvCxnSpPr>
          <p:spPr>
            <a:xfrm>
              <a:off x="2792194" y="1707248"/>
              <a:ext cx="891335" cy="1286951"/>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grpSp>
        <p:nvGrpSpPr>
          <p:cNvPr id="105" name="Group 104">
            <a:extLst>
              <a:ext uri="{FF2B5EF4-FFF2-40B4-BE49-F238E27FC236}">
                <a16:creationId xmlns:a16="http://schemas.microsoft.com/office/drawing/2014/main" id="{7C218CFE-DA36-C4D4-941E-3931C506559B}"/>
              </a:ext>
            </a:extLst>
          </p:cNvPr>
          <p:cNvGrpSpPr/>
          <p:nvPr/>
        </p:nvGrpSpPr>
        <p:grpSpPr>
          <a:xfrm>
            <a:off x="2696422" y="995687"/>
            <a:ext cx="987107" cy="2094284"/>
            <a:chOff x="2696422" y="995687"/>
            <a:chExt cx="987107" cy="2094284"/>
          </a:xfrm>
        </p:grpSpPr>
        <p:cxnSp>
          <p:nvCxnSpPr>
            <p:cNvPr id="91" name="Straight Arrow Connector 90">
              <a:extLst>
                <a:ext uri="{FF2B5EF4-FFF2-40B4-BE49-F238E27FC236}">
                  <a16:creationId xmlns:a16="http://schemas.microsoft.com/office/drawing/2014/main" id="{C2D30D5E-C1A0-C623-BD29-FA10F609E13A}"/>
                </a:ext>
              </a:extLst>
            </p:cNvPr>
            <p:cNvCxnSpPr>
              <a:cxnSpLocks/>
              <a:stCxn id="34" idx="0"/>
              <a:endCxn id="38" idx="3"/>
            </p:cNvCxnSpPr>
            <p:nvPr/>
          </p:nvCxnSpPr>
          <p:spPr>
            <a:xfrm flipV="1">
              <a:off x="2696422" y="995687"/>
              <a:ext cx="987107" cy="1340343"/>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5" name="Straight Arrow Connector 94">
              <a:extLst>
                <a:ext uri="{FF2B5EF4-FFF2-40B4-BE49-F238E27FC236}">
                  <a16:creationId xmlns:a16="http://schemas.microsoft.com/office/drawing/2014/main" id="{F5B2FC49-1045-64FD-585E-3749FA968303}"/>
                </a:ext>
              </a:extLst>
            </p:cNvPr>
            <p:cNvCxnSpPr>
              <a:cxnSpLocks/>
              <a:stCxn id="34" idx="7"/>
              <a:endCxn id="66" idx="3"/>
            </p:cNvCxnSpPr>
            <p:nvPr/>
          </p:nvCxnSpPr>
          <p:spPr>
            <a:xfrm flipV="1">
              <a:off x="2792194" y="1725706"/>
              <a:ext cx="891335" cy="649994"/>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010AEF2-0312-641C-6A40-662FDF3BCEDB}"/>
                </a:ext>
              </a:extLst>
            </p:cNvPr>
            <p:cNvCxnSpPr>
              <a:cxnSpLocks/>
              <a:stCxn id="34" idx="6"/>
              <a:endCxn id="68" idx="2"/>
            </p:cNvCxnSpPr>
            <p:nvPr/>
          </p:nvCxnSpPr>
          <p:spPr>
            <a:xfrm flipV="1">
              <a:off x="2831864" y="2359953"/>
              <a:ext cx="811995" cy="11151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AB410A25-D049-35A1-0C47-54CD13055C76}"/>
                </a:ext>
              </a:extLst>
            </p:cNvPr>
            <p:cNvCxnSpPr>
              <a:cxnSpLocks/>
              <a:stCxn id="34" idx="5"/>
              <a:endCxn id="70" idx="2"/>
            </p:cNvCxnSpPr>
            <p:nvPr/>
          </p:nvCxnSpPr>
          <p:spPr>
            <a:xfrm>
              <a:off x="2792194" y="2567244"/>
              <a:ext cx="851665" cy="52272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grpSp>
        <p:nvGrpSpPr>
          <p:cNvPr id="133" name="Group 132">
            <a:extLst>
              <a:ext uri="{FF2B5EF4-FFF2-40B4-BE49-F238E27FC236}">
                <a16:creationId xmlns:a16="http://schemas.microsoft.com/office/drawing/2014/main" id="{32F38404-C0E5-184F-ACB3-192C89A02080}"/>
              </a:ext>
            </a:extLst>
          </p:cNvPr>
          <p:cNvGrpSpPr/>
          <p:nvPr/>
        </p:nvGrpSpPr>
        <p:grpSpPr>
          <a:xfrm>
            <a:off x="3875073" y="899915"/>
            <a:ext cx="1056202" cy="2190056"/>
            <a:chOff x="3875073" y="899915"/>
            <a:chExt cx="1056202" cy="2190056"/>
          </a:xfrm>
        </p:grpSpPr>
        <p:cxnSp>
          <p:nvCxnSpPr>
            <p:cNvPr id="106" name="Straight Arrow Connector 105">
              <a:extLst>
                <a:ext uri="{FF2B5EF4-FFF2-40B4-BE49-F238E27FC236}">
                  <a16:creationId xmlns:a16="http://schemas.microsoft.com/office/drawing/2014/main" id="{5574CABB-99CD-25D2-65D8-9C8774DAD207}"/>
                </a:ext>
              </a:extLst>
            </p:cNvPr>
            <p:cNvCxnSpPr>
              <a:cxnSpLocks/>
              <a:stCxn id="38" idx="6"/>
              <a:endCxn id="76" idx="1"/>
            </p:cNvCxnSpPr>
            <p:nvPr/>
          </p:nvCxnSpPr>
          <p:spPr>
            <a:xfrm>
              <a:off x="3914743" y="899915"/>
              <a:ext cx="920760" cy="61451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09" name="Straight Arrow Connector 108">
              <a:extLst>
                <a:ext uri="{FF2B5EF4-FFF2-40B4-BE49-F238E27FC236}">
                  <a16:creationId xmlns:a16="http://schemas.microsoft.com/office/drawing/2014/main" id="{6577866D-8DA6-9EF4-A664-4EDE1DE1AD2E}"/>
                </a:ext>
              </a:extLst>
            </p:cNvPr>
            <p:cNvCxnSpPr>
              <a:cxnSpLocks/>
              <a:stCxn id="38" idx="5"/>
              <a:endCxn id="78" idx="0"/>
            </p:cNvCxnSpPr>
            <p:nvPr/>
          </p:nvCxnSpPr>
          <p:spPr>
            <a:xfrm>
              <a:off x="3875073" y="995687"/>
              <a:ext cx="1056202" cy="1339071"/>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12" name="Straight Arrow Connector 111">
              <a:extLst>
                <a:ext uri="{FF2B5EF4-FFF2-40B4-BE49-F238E27FC236}">
                  <a16:creationId xmlns:a16="http://schemas.microsoft.com/office/drawing/2014/main" id="{17135692-6207-418F-22DE-20C9E5EF4542}"/>
                </a:ext>
              </a:extLst>
            </p:cNvPr>
            <p:cNvCxnSpPr>
              <a:cxnSpLocks/>
              <a:stCxn id="66" idx="6"/>
              <a:endCxn id="76" idx="2"/>
            </p:cNvCxnSpPr>
            <p:nvPr/>
          </p:nvCxnSpPr>
          <p:spPr>
            <a:xfrm flipV="1">
              <a:off x="3914743" y="1610204"/>
              <a:ext cx="881090" cy="1973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16" name="Straight Arrow Connector 115">
              <a:extLst>
                <a:ext uri="{FF2B5EF4-FFF2-40B4-BE49-F238E27FC236}">
                  <a16:creationId xmlns:a16="http://schemas.microsoft.com/office/drawing/2014/main" id="{BA5136F7-B1FF-E1DB-826E-968BB08B8AD9}"/>
                </a:ext>
              </a:extLst>
            </p:cNvPr>
            <p:cNvCxnSpPr>
              <a:cxnSpLocks/>
              <a:stCxn id="66" idx="6"/>
              <a:endCxn id="78" idx="1"/>
            </p:cNvCxnSpPr>
            <p:nvPr/>
          </p:nvCxnSpPr>
          <p:spPr>
            <a:xfrm>
              <a:off x="3914743" y="1629934"/>
              <a:ext cx="920760" cy="744494"/>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19" name="Straight Arrow Connector 118">
              <a:extLst>
                <a:ext uri="{FF2B5EF4-FFF2-40B4-BE49-F238E27FC236}">
                  <a16:creationId xmlns:a16="http://schemas.microsoft.com/office/drawing/2014/main" id="{64C376D1-9EEA-A252-AADB-5D841A262E26}"/>
                </a:ext>
              </a:extLst>
            </p:cNvPr>
            <p:cNvCxnSpPr>
              <a:cxnSpLocks/>
              <a:stCxn id="68" idx="6"/>
              <a:endCxn id="76" idx="3"/>
            </p:cNvCxnSpPr>
            <p:nvPr/>
          </p:nvCxnSpPr>
          <p:spPr>
            <a:xfrm flipV="1">
              <a:off x="3914743" y="1705976"/>
              <a:ext cx="920760" cy="65397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22" name="Straight Arrow Connector 121">
              <a:extLst>
                <a:ext uri="{FF2B5EF4-FFF2-40B4-BE49-F238E27FC236}">
                  <a16:creationId xmlns:a16="http://schemas.microsoft.com/office/drawing/2014/main" id="{F688AC08-887F-519D-53EF-41CA05AA5EE3}"/>
                </a:ext>
              </a:extLst>
            </p:cNvPr>
            <p:cNvCxnSpPr>
              <a:cxnSpLocks/>
              <a:stCxn id="68" idx="6"/>
              <a:endCxn id="78" idx="2"/>
            </p:cNvCxnSpPr>
            <p:nvPr/>
          </p:nvCxnSpPr>
          <p:spPr>
            <a:xfrm>
              <a:off x="3914743" y="2359953"/>
              <a:ext cx="881090" cy="11024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25" name="Straight Arrow Connector 124">
              <a:extLst>
                <a:ext uri="{FF2B5EF4-FFF2-40B4-BE49-F238E27FC236}">
                  <a16:creationId xmlns:a16="http://schemas.microsoft.com/office/drawing/2014/main" id="{F9749B87-B2C0-A6C8-6BDD-CFB2EBCD58F0}"/>
                </a:ext>
              </a:extLst>
            </p:cNvPr>
            <p:cNvCxnSpPr>
              <a:cxnSpLocks/>
              <a:stCxn id="70" idx="7"/>
              <a:endCxn id="76" idx="4"/>
            </p:cNvCxnSpPr>
            <p:nvPr/>
          </p:nvCxnSpPr>
          <p:spPr>
            <a:xfrm flipV="1">
              <a:off x="3875073" y="1745646"/>
              <a:ext cx="1056202" cy="1248553"/>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72198BE4-0B6F-DFE5-9975-DBEDEF62D53B}"/>
                </a:ext>
              </a:extLst>
            </p:cNvPr>
            <p:cNvCxnSpPr>
              <a:cxnSpLocks/>
              <a:stCxn id="70" idx="6"/>
              <a:endCxn id="78" idx="3"/>
            </p:cNvCxnSpPr>
            <p:nvPr/>
          </p:nvCxnSpPr>
          <p:spPr>
            <a:xfrm flipV="1">
              <a:off x="3914743" y="2565972"/>
              <a:ext cx="920760" cy="52399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cxnSp>
        <p:nvCxnSpPr>
          <p:cNvPr id="134" name="Straight Arrow Connector 133">
            <a:extLst>
              <a:ext uri="{FF2B5EF4-FFF2-40B4-BE49-F238E27FC236}">
                <a16:creationId xmlns:a16="http://schemas.microsoft.com/office/drawing/2014/main" id="{DF1418E8-4DFF-233D-B353-697EAC383FC5}"/>
              </a:ext>
            </a:extLst>
          </p:cNvPr>
          <p:cNvCxnSpPr>
            <a:cxnSpLocks/>
            <a:endCxn id="32" idx="2"/>
          </p:cNvCxnSpPr>
          <p:nvPr/>
        </p:nvCxnSpPr>
        <p:spPr>
          <a:xfrm>
            <a:off x="1920240" y="1601620"/>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37" name="Straight Arrow Connector 136">
            <a:extLst>
              <a:ext uri="{FF2B5EF4-FFF2-40B4-BE49-F238E27FC236}">
                <a16:creationId xmlns:a16="http://schemas.microsoft.com/office/drawing/2014/main" id="{60000937-AA89-2110-C21B-CD91EFFEFDF3}"/>
              </a:ext>
            </a:extLst>
          </p:cNvPr>
          <p:cNvCxnSpPr>
            <a:cxnSpLocks/>
          </p:cNvCxnSpPr>
          <p:nvPr/>
        </p:nvCxnSpPr>
        <p:spPr>
          <a:xfrm>
            <a:off x="1920240" y="2464938"/>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38" name="Straight Arrow Connector 137">
            <a:extLst>
              <a:ext uri="{FF2B5EF4-FFF2-40B4-BE49-F238E27FC236}">
                <a16:creationId xmlns:a16="http://schemas.microsoft.com/office/drawing/2014/main" id="{F193E308-86E1-FCB9-71AA-EC4473B6E440}"/>
              </a:ext>
            </a:extLst>
          </p:cNvPr>
          <p:cNvCxnSpPr>
            <a:cxnSpLocks/>
          </p:cNvCxnSpPr>
          <p:nvPr/>
        </p:nvCxnSpPr>
        <p:spPr>
          <a:xfrm>
            <a:off x="5056466" y="1601620"/>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39" name="Straight Arrow Connector 138">
            <a:extLst>
              <a:ext uri="{FF2B5EF4-FFF2-40B4-BE49-F238E27FC236}">
                <a16:creationId xmlns:a16="http://schemas.microsoft.com/office/drawing/2014/main" id="{801E7704-2DA6-2DA6-7555-6D54E0BE6821}"/>
              </a:ext>
            </a:extLst>
          </p:cNvPr>
          <p:cNvCxnSpPr>
            <a:cxnSpLocks/>
          </p:cNvCxnSpPr>
          <p:nvPr/>
        </p:nvCxnSpPr>
        <p:spPr>
          <a:xfrm>
            <a:off x="5066717" y="2464938"/>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sp>
        <p:nvSpPr>
          <p:cNvPr id="140" name="TextBox 139">
            <a:extLst>
              <a:ext uri="{FF2B5EF4-FFF2-40B4-BE49-F238E27FC236}">
                <a16:creationId xmlns:a16="http://schemas.microsoft.com/office/drawing/2014/main" id="{AA359886-6A8F-4522-BA6A-4D9170AAA0D1}"/>
              </a:ext>
            </a:extLst>
          </p:cNvPr>
          <p:cNvSpPr txBox="1"/>
          <p:nvPr/>
        </p:nvSpPr>
        <p:spPr>
          <a:xfrm>
            <a:off x="34959" y="166853"/>
            <a:ext cx="3993657" cy="461665"/>
          </a:xfrm>
          <a:prstGeom prst="rect">
            <a:avLst/>
          </a:prstGeom>
          <a:noFill/>
        </p:spPr>
        <p:txBody>
          <a:bodyPr wrap="none" rtlCol="0">
            <a:spAutoFit/>
          </a:bodyPr>
          <a:lstStyle/>
          <a:p>
            <a:r>
              <a:rPr lang="en-US" sz="2400" dirty="0"/>
              <a:t>Feedforward Neural Network</a:t>
            </a:r>
          </a:p>
        </p:txBody>
      </p:sp>
      <p:grpSp>
        <p:nvGrpSpPr>
          <p:cNvPr id="148" name="Group 147">
            <a:extLst>
              <a:ext uri="{FF2B5EF4-FFF2-40B4-BE49-F238E27FC236}">
                <a16:creationId xmlns:a16="http://schemas.microsoft.com/office/drawing/2014/main" id="{AE1E232B-FE86-E033-A5EC-3DA6C1981CA0}"/>
              </a:ext>
            </a:extLst>
          </p:cNvPr>
          <p:cNvGrpSpPr/>
          <p:nvPr/>
        </p:nvGrpSpPr>
        <p:grpSpPr>
          <a:xfrm>
            <a:off x="2845847" y="3185743"/>
            <a:ext cx="7920766" cy="3503023"/>
            <a:chOff x="2845847" y="3185743"/>
            <a:chExt cx="7920766" cy="3503023"/>
          </a:xfrm>
        </p:grpSpPr>
        <p:grpSp>
          <p:nvGrpSpPr>
            <p:cNvPr id="141" name="Group 140">
              <a:extLst>
                <a:ext uri="{FF2B5EF4-FFF2-40B4-BE49-F238E27FC236}">
                  <a16:creationId xmlns:a16="http://schemas.microsoft.com/office/drawing/2014/main" id="{75B9E58D-0DF1-596A-5AD1-306231C80065}"/>
                </a:ext>
              </a:extLst>
            </p:cNvPr>
            <p:cNvGrpSpPr/>
            <p:nvPr/>
          </p:nvGrpSpPr>
          <p:grpSpPr>
            <a:xfrm>
              <a:off x="2845847" y="3788030"/>
              <a:ext cx="7920766" cy="2900736"/>
              <a:chOff x="2845847" y="3788030"/>
              <a:chExt cx="7920766" cy="2900736"/>
            </a:xfrm>
          </p:grpSpPr>
          <p:cxnSp>
            <p:nvCxnSpPr>
              <p:cNvPr id="3" name="Straight Arrow Connector 2">
                <a:extLst>
                  <a:ext uri="{FF2B5EF4-FFF2-40B4-BE49-F238E27FC236}">
                    <a16:creationId xmlns:a16="http://schemas.microsoft.com/office/drawing/2014/main" id="{31B294EB-1965-4F8C-B2B2-718C625404E4}"/>
                  </a:ext>
                </a:extLst>
              </p:cNvPr>
              <p:cNvCxnSpPr>
                <a:cxnSpLocks/>
                <a:stCxn id="26" idx="3"/>
                <a:endCxn id="4" idx="0"/>
              </p:cNvCxnSpPr>
              <p:nvPr/>
            </p:nvCxnSpPr>
            <p:spPr>
              <a:xfrm>
                <a:off x="3155331" y="5870555"/>
                <a:ext cx="2059744" cy="6609"/>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p:sp>
            <p:nvSpPr>
              <p:cNvPr id="4" name="Oval 3">
                <a:extLst>
                  <a:ext uri="{FF2B5EF4-FFF2-40B4-BE49-F238E27FC236}">
                    <a16:creationId xmlns:a16="http://schemas.microsoft.com/office/drawing/2014/main" id="{122B7FA5-7091-E957-A599-CADEF231D80D}"/>
                  </a:ext>
                </a:extLst>
              </p:cNvPr>
              <p:cNvSpPr>
                <a:spLocks noChangeAspect="1"/>
              </p:cNvSpPr>
              <p:nvPr/>
            </p:nvSpPr>
            <p:spPr bwMode="auto">
              <a:xfrm rot="16200000">
                <a:off x="5219651" y="5661964"/>
                <a:ext cx="421247" cy="430400"/>
              </a:xfrm>
              <a:prstGeom prst="ellipse">
                <a:avLst/>
              </a:prstGeom>
              <a:noFill/>
              <a:ln w="25400">
                <a:solidFill>
                  <a:schemeClr val="tx1"/>
                </a:solidFill>
                <a:miter lim="800000"/>
                <a:headEnd/>
                <a:tailEnd/>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DE" sz="16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1F34837-F74D-4FC0-A0BE-C3AB06648142}"/>
                      </a:ext>
                    </a:extLst>
                  </p:cNvPr>
                  <p:cNvSpPr txBox="1"/>
                  <p:nvPr/>
                </p:nvSpPr>
                <p:spPr>
                  <a:xfrm>
                    <a:off x="5249506" y="5683320"/>
                    <a:ext cx="27344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oMath>
                      </m:oMathPara>
                    </a14:m>
                    <a:endParaRPr kumimoji="0" lang="en-DE"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5" name="TextBox 4">
                    <a:extLst>
                      <a:ext uri="{FF2B5EF4-FFF2-40B4-BE49-F238E27FC236}">
                        <a16:creationId xmlns:a16="http://schemas.microsoft.com/office/drawing/2014/main" id="{11F34837-F74D-4FC0-A0BE-C3AB06648142}"/>
                      </a:ext>
                    </a:extLst>
                  </p:cNvPr>
                  <p:cNvSpPr txBox="1">
                    <a:spLocks noRot="1" noChangeAspect="1" noMove="1" noResize="1" noEditPoints="1" noAdjustHandles="1" noChangeArrowheads="1" noChangeShapeType="1" noTextEdit="1"/>
                  </p:cNvSpPr>
                  <p:nvPr/>
                </p:nvSpPr>
                <p:spPr>
                  <a:xfrm>
                    <a:off x="5249506" y="5683320"/>
                    <a:ext cx="273441" cy="369332"/>
                  </a:xfrm>
                  <a:prstGeom prst="rect">
                    <a:avLst/>
                  </a:prstGeom>
                  <a:blipFill>
                    <a:blip r:embed="rId2"/>
                    <a:stretch>
                      <a:fillRect r="-24444"/>
                    </a:stretch>
                  </a:blipFill>
                </p:spPr>
                <p:txBody>
                  <a:bodyPr/>
                  <a:lstStyle/>
                  <a:p>
                    <a:r>
                      <a:rPr lang="en-US">
                        <a:noFill/>
                      </a:rPr>
                      <a:t> </a:t>
                    </a:r>
                  </a:p>
                </p:txBody>
              </p:sp>
            </mc:Fallback>
          </mc:AlternateContent>
          <p:cxnSp>
            <p:nvCxnSpPr>
              <p:cNvPr id="8" name="Connector: Elbow 7">
                <a:extLst>
                  <a:ext uri="{FF2B5EF4-FFF2-40B4-BE49-F238E27FC236}">
                    <a16:creationId xmlns:a16="http://schemas.microsoft.com/office/drawing/2014/main" id="{BC90F29D-C2A9-077A-50AC-1FF822157E23}"/>
                  </a:ext>
                </a:extLst>
              </p:cNvPr>
              <p:cNvCxnSpPr>
                <a:cxnSpLocks/>
                <a:stCxn id="25" idx="3"/>
                <a:endCxn id="4" idx="1"/>
              </p:cNvCxnSpPr>
              <p:nvPr/>
            </p:nvCxnSpPr>
            <p:spPr>
              <a:xfrm flipV="1">
                <a:off x="3289309" y="6026098"/>
                <a:ext cx="1988797" cy="431632"/>
              </a:xfrm>
              <a:prstGeom prst="bentConnector3">
                <a:avLst>
                  <a:gd name="adj1" fmla="val 74692"/>
                </a:avLst>
              </a:prstGeom>
              <a:ln w="22225">
                <a:tailEnd type="triangle" w="lg" len="lg"/>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7529AB98-3BC7-73AC-0514-C55579150CA4}"/>
                  </a:ext>
                </a:extLst>
              </p:cNvPr>
              <p:cNvCxnSpPr>
                <a:cxnSpLocks/>
                <a:stCxn id="23" idx="3"/>
                <a:endCxn id="4" idx="7"/>
              </p:cNvCxnSpPr>
              <p:nvPr/>
            </p:nvCxnSpPr>
            <p:spPr>
              <a:xfrm>
                <a:off x="3213359" y="5057505"/>
                <a:ext cx="2064747" cy="670726"/>
              </a:xfrm>
              <a:prstGeom prst="bentConnector3">
                <a:avLst>
                  <a:gd name="adj1" fmla="val 72963"/>
                </a:avLst>
              </a:prstGeom>
              <a:ln w="22225">
                <a:tailEnd type="triangle" w="lg" len="lg"/>
              </a:ln>
            </p:spPr>
            <p:style>
              <a:lnRef idx="1">
                <a:schemeClr val="accent1"/>
              </a:lnRef>
              <a:fillRef idx="0">
                <a:schemeClr val="accent1"/>
              </a:fillRef>
              <a:effectRef idx="0">
                <a:schemeClr val="accent1"/>
              </a:effectRef>
              <a:fontRef idx="minor">
                <a:schemeClr val="tx1"/>
              </a:fontRef>
            </p:style>
          </p:cxnSp>
          <p:cxnSp>
            <p:nvCxnSpPr>
              <p:cNvPr id="10" name="Connector: Elbow 9">
                <a:extLst>
                  <a:ext uri="{FF2B5EF4-FFF2-40B4-BE49-F238E27FC236}">
                    <a16:creationId xmlns:a16="http://schemas.microsoft.com/office/drawing/2014/main" id="{FC1791E2-4E6D-9101-6307-BBD6A143A277}"/>
                  </a:ext>
                </a:extLst>
              </p:cNvPr>
              <p:cNvCxnSpPr>
                <a:cxnSpLocks/>
                <a:stCxn id="27" idx="3"/>
                <a:endCxn id="4" idx="6"/>
              </p:cNvCxnSpPr>
              <p:nvPr/>
            </p:nvCxnSpPr>
            <p:spPr>
              <a:xfrm>
                <a:off x="3155344" y="4521925"/>
                <a:ext cx="2274931" cy="1144616"/>
              </a:xfrm>
              <a:prstGeom prst="bentConnector2">
                <a:avLst/>
              </a:prstGeom>
              <a:ln w="22225">
                <a:tailEnd type="triangle" w="lg" len="lg"/>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CCF47D82-18C5-6C66-B7C8-1963AAB73FE9}"/>
                  </a:ext>
                </a:extLst>
              </p:cNvPr>
              <p:cNvCxnSpPr>
                <a:cxnSpLocks/>
                <a:stCxn id="12" idx="0"/>
                <a:endCxn id="4" idx="4"/>
              </p:cNvCxnSpPr>
              <p:nvPr/>
            </p:nvCxnSpPr>
            <p:spPr>
              <a:xfrm flipH="1" flipV="1">
                <a:off x="5645475" y="5877164"/>
                <a:ext cx="2655081" cy="7997"/>
              </a:xfrm>
              <a:prstGeom prst="straightConnector1">
                <a:avLst/>
              </a:prstGeom>
              <a:ln w="25400">
                <a:headEnd type="triangle" w="lg" len="lg"/>
                <a:tailEnd type="none"/>
              </a:ln>
            </p:spPr>
            <p:style>
              <a:lnRef idx="1">
                <a:schemeClr val="accent1"/>
              </a:lnRef>
              <a:fillRef idx="0">
                <a:schemeClr val="accent1"/>
              </a:fillRef>
              <a:effectRef idx="0">
                <a:schemeClr val="accent1"/>
              </a:effectRef>
              <a:fontRef idx="minor">
                <a:schemeClr val="tx1"/>
              </a:fontRef>
            </p:style>
          </p:cxnSp>
          <p:sp>
            <p:nvSpPr>
              <p:cNvPr id="12" name="Rectangle: Rounded Corners 11">
                <a:extLst>
                  <a:ext uri="{FF2B5EF4-FFF2-40B4-BE49-F238E27FC236}">
                    <a16:creationId xmlns:a16="http://schemas.microsoft.com/office/drawing/2014/main" id="{C0320888-DC53-434A-CFD0-6E9EA3E0F2E5}"/>
                  </a:ext>
                </a:extLst>
              </p:cNvPr>
              <p:cNvSpPr/>
              <p:nvPr/>
            </p:nvSpPr>
            <p:spPr>
              <a:xfrm rot="16200000">
                <a:off x="8143349" y="5402269"/>
                <a:ext cx="1280197" cy="965784"/>
              </a:xfrm>
              <a:prstGeom prst="round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D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4" name="Straight Arrow Connector 13">
                <a:extLst>
                  <a:ext uri="{FF2B5EF4-FFF2-40B4-BE49-F238E27FC236}">
                    <a16:creationId xmlns:a16="http://schemas.microsoft.com/office/drawing/2014/main" id="{AA14A9D5-6960-93B7-9F23-41D9CD09EC39}"/>
                  </a:ext>
                </a:extLst>
              </p:cNvPr>
              <p:cNvCxnSpPr>
                <a:cxnSpLocks/>
              </p:cNvCxnSpPr>
              <p:nvPr/>
            </p:nvCxnSpPr>
            <p:spPr>
              <a:xfrm rot="5400000" flipH="1">
                <a:off x="8738685" y="5496351"/>
                <a:ext cx="0" cy="765155"/>
              </a:xfrm>
              <a:prstGeom prst="straightConnector1">
                <a:avLst/>
              </a:prstGeom>
              <a:ln w="25400">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E6747E6-0665-383F-9F21-ECFE1F1E5E1A}"/>
                  </a:ext>
                </a:extLst>
              </p:cNvPr>
              <p:cNvCxnSpPr>
                <a:cxnSpLocks/>
              </p:cNvCxnSpPr>
              <p:nvPr/>
            </p:nvCxnSpPr>
            <p:spPr>
              <a:xfrm rot="16200000" flipH="1">
                <a:off x="8270735" y="5821441"/>
                <a:ext cx="1020917" cy="0"/>
              </a:xfrm>
              <a:prstGeom prst="straightConnector1">
                <a:avLst/>
              </a:prstGeom>
              <a:ln w="25400">
                <a:headEnd type="triangle" w="lg" len="lg"/>
                <a:tailEnd type="none" w="lg" len="lg"/>
              </a:ln>
            </p:spPr>
            <p:style>
              <a:lnRef idx="1">
                <a:schemeClr val="accent1"/>
              </a:lnRef>
              <a:fillRef idx="0">
                <a:schemeClr val="accent1"/>
              </a:fillRef>
              <a:effectRef idx="0">
                <a:schemeClr val="accent1"/>
              </a:effectRef>
              <a:fontRef idx="minor">
                <a:schemeClr val="tx1"/>
              </a:fontRef>
            </p:style>
          </p:cxnSp>
          <p:sp>
            <p:nvSpPr>
              <p:cNvPr id="16" name="Freeform: Shape 15">
                <a:extLst>
                  <a:ext uri="{FF2B5EF4-FFF2-40B4-BE49-F238E27FC236}">
                    <a16:creationId xmlns:a16="http://schemas.microsoft.com/office/drawing/2014/main" id="{BC415451-F863-3CF7-5A9B-684583E5E83B}"/>
                  </a:ext>
                </a:extLst>
              </p:cNvPr>
              <p:cNvSpPr/>
              <p:nvPr/>
            </p:nvSpPr>
            <p:spPr>
              <a:xfrm>
                <a:off x="8384841" y="5636711"/>
                <a:ext cx="805338" cy="511084"/>
              </a:xfrm>
              <a:custGeom>
                <a:avLst/>
                <a:gdLst>
                  <a:gd name="connsiteX0" fmla="*/ 0 w 307975"/>
                  <a:gd name="connsiteY0" fmla="*/ 195263 h 195447"/>
                  <a:gd name="connsiteX1" fmla="*/ 88900 w 307975"/>
                  <a:gd name="connsiteY1" fmla="*/ 179388 h 195447"/>
                  <a:gd name="connsiteX2" fmla="*/ 155575 w 307975"/>
                  <a:gd name="connsiteY2" fmla="*/ 93663 h 195447"/>
                  <a:gd name="connsiteX3" fmla="*/ 209550 w 307975"/>
                  <a:gd name="connsiteY3" fmla="*/ 19050 h 195447"/>
                  <a:gd name="connsiteX4" fmla="*/ 307975 w 307975"/>
                  <a:gd name="connsiteY4" fmla="*/ 0 h 1954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7975" h="195447">
                    <a:moveTo>
                      <a:pt x="0" y="195263"/>
                    </a:moveTo>
                    <a:cubicBezTo>
                      <a:pt x="31485" y="195792"/>
                      <a:pt x="62971" y="196321"/>
                      <a:pt x="88900" y="179388"/>
                    </a:cubicBezTo>
                    <a:cubicBezTo>
                      <a:pt x="114829" y="162455"/>
                      <a:pt x="135467" y="120386"/>
                      <a:pt x="155575" y="93663"/>
                    </a:cubicBezTo>
                    <a:cubicBezTo>
                      <a:pt x="175683" y="66940"/>
                      <a:pt x="184150" y="34661"/>
                      <a:pt x="209550" y="19050"/>
                    </a:cubicBezTo>
                    <a:cubicBezTo>
                      <a:pt x="234950" y="3439"/>
                      <a:pt x="271462" y="1719"/>
                      <a:pt x="307975" y="0"/>
                    </a:cubicBez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D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7" name="Straight Arrow Connector 16">
                <a:extLst>
                  <a:ext uri="{FF2B5EF4-FFF2-40B4-BE49-F238E27FC236}">
                    <a16:creationId xmlns:a16="http://schemas.microsoft.com/office/drawing/2014/main" id="{80D2A58A-3A4D-84E5-DEDC-8E90DCF41597}"/>
                  </a:ext>
                </a:extLst>
              </p:cNvPr>
              <p:cNvCxnSpPr>
                <a:cxnSpLocks/>
                <a:endCxn id="12" idx="2"/>
              </p:cNvCxnSpPr>
              <p:nvPr/>
            </p:nvCxnSpPr>
            <p:spPr>
              <a:xfrm rot="16200000" flipV="1">
                <a:off x="9623964" y="5527546"/>
                <a:ext cx="7092" cy="722330"/>
              </a:xfrm>
              <a:prstGeom prst="straightConnector1">
                <a:avLst/>
              </a:prstGeom>
              <a:ln w="25400">
                <a:headEnd type="triangle" w="lg" len="lg"/>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D90D1628-4637-8279-1501-17B0CAB14CFA}"/>
                      </a:ext>
                    </a:extLst>
                  </p:cNvPr>
                  <p:cNvSpPr txBox="1"/>
                  <p:nvPr/>
                </p:nvSpPr>
                <p:spPr>
                  <a:xfrm>
                    <a:off x="9400463" y="5762812"/>
                    <a:ext cx="1366150"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𝑧</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𝜎</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𝑦</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8" name="TextBox 17">
                    <a:extLst>
                      <a:ext uri="{FF2B5EF4-FFF2-40B4-BE49-F238E27FC236}">
                        <a16:creationId xmlns:a16="http://schemas.microsoft.com/office/drawing/2014/main" id="{D90D1628-4637-8279-1501-17B0CAB14CFA}"/>
                      </a:ext>
                    </a:extLst>
                  </p:cNvPr>
                  <p:cNvSpPr txBox="1">
                    <a:spLocks noRot="1" noChangeAspect="1" noMove="1" noResize="1" noEditPoints="1" noAdjustHandles="1" noChangeArrowheads="1" noChangeShapeType="1" noTextEdit="1"/>
                  </p:cNvSpPr>
                  <p:nvPr/>
                </p:nvSpPr>
                <p:spPr>
                  <a:xfrm>
                    <a:off x="9400463" y="5762812"/>
                    <a:ext cx="1366150" cy="400110"/>
                  </a:xfrm>
                  <a:prstGeom prst="rect">
                    <a:avLst/>
                  </a:prstGeom>
                  <a:blipFill>
                    <a:blip r:embed="rId3"/>
                    <a:stretch>
                      <a:fillRect b="-15152"/>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6ABA89FF-30D4-2588-4586-E94F157F55F8}"/>
                  </a:ext>
                </a:extLst>
              </p:cNvPr>
              <p:cNvSpPr txBox="1"/>
              <p:nvPr/>
            </p:nvSpPr>
            <p:spPr>
              <a:xfrm>
                <a:off x="8142509" y="4552650"/>
                <a:ext cx="1266942"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Activation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Function</a:t>
                </a:r>
                <a:endParaRPr kumimoji="0" lang="en-DE"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F52CEFE4-E0B3-1E35-3B49-0D74E5A51BC6}"/>
                      </a:ext>
                    </a:extLst>
                  </p:cNvPr>
                  <p:cNvSpPr txBox="1"/>
                  <p:nvPr/>
                </p:nvSpPr>
                <p:spPr>
                  <a:xfrm>
                    <a:off x="5821717" y="4999887"/>
                    <a:ext cx="1660944" cy="67223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nary>
                            <m:naryPr>
                              <m:chr m:val="∑"/>
                              <m:supHide m:val="on"/>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m:rPr>
                                  <m:brk m:alnAt="7"/>
                                </m:r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up/>
                            <m:e>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nary>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oMath>
                      </m:oMathPara>
                    </a14:m>
                    <a:endParaRPr kumimoji="0" lang="en-DE"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0" name="TextBox 19">
                    <a:extLst>
                      <a:ext uri="{FF2B5EF4-FFF2-40B4-BE49-F238E27FC236}">
                        <a16:creationId xmlns:a16="http://schemas.microsoft.com/office/drawing/2014/main" id="{F52CEFE4-E0B3-1E35-3B49-0D74E5A51BC6}"/>
                      </a:ext>
                    </a:extLst>
                  </p:cNvPr>
                  <p:cNvSpPr txBox="1">
                    <a:spLocks noRot="1" noChangeAspect="1" noMove="1" noResize="1" noEditPoints="1" noAdjustHandles="1" noChangeArrowheads="1" noChangeShapeType="1" noTextEdit="1"/>
                  </p:cNvSpPr>
                  <p:nvPr/>
                </p:nvSpPr>
                <p:spPr>
                  <a:xfrm>
                    <a:off x="5821717" y="4999887"/>
                    <a:ext cx="1660944" cy="67223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C83E720-B1B1-FECF-327C-A86D213E06AD}"/>
                      </a:ext>
                    </a:extLst>
                  </p:cNvPr>
                  <p:cNvSpPr txBox="1"/>
                  <p:nvPr/>
                </p:nvSpPr>
                <p:spPr>
                  <a:xfrm>
                    <a:off x="4101717" y="5619263"/>
                    <a:ext cx="358495"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1" name="TextBox 20">
                    <a:extLst>
                      <a:ext uri="{FF2B5EF4-FFF2-40B4-BE49-F238E27FC236}">
                        <a16:creationId xmlns:a16="http://schemas.microsoft.com/office/drawing/2014/main" id="{BC83E720-B1B1-FECF-327C-A86D213E06AD}"/>
                      </a:ext>
                    </a:extLst>
                  </p:cNvPr>
                  <p:cNvSpPr txBox="1">
                    <a:spLocks noRot="1" noChangeAspect="1" noMove="1" noResize="1" noEditPoints="1" noAdjustHandles="1" noChangeArrowheads="1" noChangeShapeType="1" noTextEdit="1"/>
                  </p:cNvSpPr>
                  <p:nvPr/>
                </p:nvSpPr>
                <p:spPr>
                  <a:xfrm>
                    <a:off x="4101717" y="5619263"/>
                    <a:ext cx="358495" cy="307777"/>
                  </a:xfrm>
                  <a:prstGeom prst="rect">
                    <a:avLst/>
                  </a:prstGeom>
                  <a:blipFill>
                    <a:blip r:embed="rId5"/>
                    <a:stretch>
                      <a:fillRect l="-11864" r="-3390"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7B35BD94-4386-77B5-107C-05B0D5B283BA}"/>
                      </a:ext>
                    </a:extLst>
                  </p:cNvPr>
                  <p:cNvSpPr txBox="1"/>
                  <p:nvPr/>
                </p:nvSpPr>
                <p:spPr>
                  <a:xfrm>
                    <a:off x="4085630" y="6287115"/>
                    <a:ext cx="352532"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2" name="TextBox 21">
                    <a:extLst>
                      <a:ext uri="{FF2B5EF4-FFF2-40B4-BE49-F238E27FC236}">
                        <a16:creationId xmlns:a16="http://schemas.microsoft.com/office/drawing/2014/main" id="{7B35BD94-4386-77B5-107C-05B0D5B283BA}"/>
                      </a:ext>
                    </a:extLst>
                  </p:cNvPr>
                  <p:cNvSpPr txBox="1">
                    <a:spLocks noRot="1" noChangeAspect="1" noMove="1" noResize="1" noEditPoints="1" noAdjustHandles="1" noChangeArrowheads="1" noChangeShapeType="1" noTextEdit="1"/>
                  </p:cNvSpPr>
                  <p:nvPr/>
                </p:nvSpPr>
                <p:spPr>
                  <a:xfrm>
                    <a:off x="4085630" y="6287115"/>
                    <a:ext cx="352532" cy="307777"/>
                  </a:xfrm>
                  <a:prstGeom prst="rect">
                    <a:avLst/>
                  </a:prstGeom>
                  <a:blipFill>
                    <a:blip r:embed="rId6"/>
                    <a:stretch>
                      <a:fillRect l="-8621" r="-5172" b="-137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C199D8BB-B3D4-E713-BA88-5938BDBE4A33}"/>
                      </a:ext>
                    </a:extLst>
                  </p:cNvPr>
                  <p:cNvSpPr txBox="1"/>
                  <p:nvPr/>
                </p:nvSpPr>
                <p:spPr>
                  <a:xfrm>
                    <a:off x="2913020" y="4903616"/>
                    <a:ext cx="300339"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3" name="TextBox 22">
                    <a:extLst>
                      <a:ext uri="{FF2B5EF4-FFF2-40B4-BE49-F238E27FC236}">
                        <a16:creationId xmlns:a16="http://schemas.microsoft.com/office/drawing/2014/main" id="{C199D8BB-B3D4-E713-BA88-5938BDBE4A33}"/>
                      </a:ext>
                    </a:extLst>
                  </p:cNvPr>
                  <p:cNvSpPr txBox="1">
                    <a:spLocks noRot="1" noChangeAspect="1" noMove="1" noResize="1" noEditPoints="1" noAdjustHandles="1" noChangeArrowheads="1" noChangeShapeType="1" noTextEdit="1"/>
                  </p:cNvSpPr>
                  <p:nvPr/>
                </p:nvSpPr>
                <p:spPr>
                  <a:xfrm>
                    <a:off x="2913020" y="4903616"/>
                    <a:ext cx="300339" cy="307777"/>
                  </a:xfrm>
                  <a:prstGeom prst="rect">
                    <a:avLst/>
                  </a:prstGeom>
                  <a:blipFill>
                    <a:blip r:embed="rId7"/>
                    <a:stretch>
                      <a:fillRect l="-12245" r="-8163" b="-137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D3119796-DC00-24B5-8A83-454AAB5C9079}"/>
                      </a:ext>
                    </a:extLst>
                  </p:cNvPr>
                  <p:cNvSpPr txBox="1"/>
                  <p:nvPr/>
                </p:nvSpPr>
                <p:spPr>
                  <a:xfrm>
                    <a:off x="4052255" y="4866961"/>
                    <a:ext cx="394916"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𝑁</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4" name="TextBox 23">
                    <a:extLst>
                      <a:ext uri="{FF2B5EF4-FFF2-40B4-BE49-F238E27FC236}">
                        <a16:creationId xmlns:a16="http://schemas.microsoft.com/office/drawing/2014/main" id="{D3119796-DC00-24B5-8A83-454AAB5C9079}"/>
                      </a:ext>
                    </a:extLst>
                  </p:cNvPr>
                  <p:cNvSpPr txBox="1">
                    <a:spLocks noRot="1" noChangeAspect="1" noMove="1" noResize="1" noEditPoints="1" noAdjustHandles="1" noChangeArrowheads="1" noChangeShapeType="1" noTextEdit="1"/>
                  </p:cNvSpPr>
                  <p:nvPr/>
                </p:nvSpPr>
                <p:spPr>
                  <a:xfrm>
                    <a:off x="4052255" y="4866961"/>
                    <a:ext cx="394916" cy="307777"/>
                  </a:xfrm>
                  <a:prstGeom prst="rect">
                    <a:avLst/>
                  </a:prstGeom>
                  <a:blipFill>
                    <a:blip r:embed="rId8"/>
                    <a:stretch>
                      <a:fillRect l="-9231" r="-4615" b="-137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EBCA43B-FBE1-3E62-A60B-1008FCB8FE8C}"/>
                      </a:ext>
                    </a:extLst>
                  </p:cNvPr>
                  <p:cNvSpPr txBox="1"/>
                  <p:nvPr/>
                </p:nvSpPr>
                <p:spPr>
                  <a:xfrm>
                    <a:off x="2946586" y="6303841"/>
                    <a:ext cx="342723"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𝑁</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5" name="TextBox 24">
                    <a:extLst>
                      <a:ext uri="{FF2B5EF4-FFF2-40B4-BE49-F238E27FC236}">
                        <a16:creationId xmlns:a16="http://schemas.microsoft.com/office/drawing/2014/main" id="{8EBCA43B-FBE1-3E62-A60B-1008FCB8FE8C}"/>
                      </a:ext>
                    </a:extLst>
                  </p:cNvPr>
                  <p:cNvSpPr txBox="1">
                    <a:spLocks noRot="1" noChangeAspect="1" noMove="1" noResize="1" noEditPoints="1" noAdjustHandles="1" noChangeArrowheads="1" noChangeShapeType="1" noTextEdit="1"/>
                  </p:cNvSpPr>
                  <p:nvPr/>
                </p:nvSpPr>
                <p:spPr>
                  <a:xfrm>
                    <a:off x="2946586" y="6303841"/>
                    <a:ext cx="342723" cy="307777"/>
                  </a:xfrm>
                  <a:prstGeom prst="rect">
                    <a:avLst/>
                  </a:prstGeom>
                  <a:blipFill>
                    <a:blip r:embed="rId9"/>
                    <a:stretch>
                      <a:fillRect l="-10526" r="-3509" b="-137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B8759100-114F-BCAB-A70E-F1BD05E95CAE}"/>
                      </a:ext>
                    </a:extLst>
                  </p:cNvPr>
                  <p:cNvSpPr txBox="1"/>
                  <p:nvPr/>
                </p:nvSpPr>
                <p:spPr>
                  <a:xfrm>
                    <a:off x="2849029" y="5716666"/>
                    <a:ext cx="306302"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6" name="TextBox 25">
                    <a:extLst>
                      <a:ext uri="{FF2B5EF4-FFF2-40B4-BE49-F238E27FC236}">
                        <a16:creationId xmlns:a16="http://schemas.microsoft.com/office/drawing/2014/main" id="{B8759100-114F-BCAB-A70E-F1BD05E95CAE}"/>
                      </a:ext>
                    </a:extLst>
                  </p:cNvPr>
                  <p:cNvSpPr txBox="1">
                    <a:spLocks noRot="1" noChangeAspect="1" noMove="1" noResize="1" noEditPoints="1" noAdjustHandles="1" noChangeArrowheads="1" noChangeShapeType="1" noTextEdit="1"/>
                  </p:cNvSpPr>
                  <p:nvPr/>
                </p:nvSpPr>
                <p:spPr>
                  <a:xfrm>
                    <a:off x="2849029" y="5716666"/>
                    <a:ext cx="306302" cy="307777"/>
                  </a:xfrm>
                  <a:prstGeom prst="rect">
                    <a:avLst/>
                  </a:prstGeom>
                  <a:blipFill>
                    <a:blip r:embed="rId10"/>
                    <a:stretch>
                      <a:fillRect l="-11765" r="-3922"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41267B2-B654-B122-9529-97E5F0EF0E34}"/>
                      </a:ext>
                    </a:extLst>
                  </p:cNvPr>
                  <p:cNvSpPr txBox="1"/>
                  <p:nvPr/>
                </p:nvSpPr>
                <p:spPr>
                  <a:xfrm>
                    <a:off x="2958944" y="4368036"/>
                    <a:ext cx="196400"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7" name="TextBox 26">
                    <a:extLst>
                      <a:ext uri="{FF2B5EF4-FFF2-40B4-BE49-F238E27FC236}">
                        <a16:creationId xmlns:a16="http://schemas.microsoft.com/office/drawing/2014/main" id="{441267B2-B654-B122-9529-97E5F0EF0E34}"/>
                      </a:ext>
                    </a:extLst>
                  </p:cNvPr>
                  <p:cNvSpPr txBox="1">
                    <a:spLocks noRot="1" noChangeAspect="1" noMove="1" noResize="1" noEditPoints="1" noAdjustHandles="1" noChangeArrowheads="1" noChangeShapeType="1" noTextEdit="1"/>
                  </p:cNvSpPr>
                  <p:nvPr/>
                </p:nvSpPr>
                <p:spPr>
                  <a:xfrm>
                    <a:off x="2958944" y="4368036"/>
                    <a:ext cx="196400" cy="307777"/>
                  </a:xfrm>
                  <a:prstGeom prst="rect">
                    <a:avLst/>
                  </a:prstGeom>
                  <a:blipFill>
                    <a:blip r:embed="rId11"/>
                    <a:stretch>
                      <a:fillRect l="-33333" r="-27273" b="-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292A43F7-4D63-E3F1-F786-5C7152AAF434}"/>
                      </a:ext>
                    </a:extLst>
                  </p:cNvPr>
                  <p:cNvSpPr txBox="1"/>
                  <p:nvPr/>
                </p:nvSpPr>
                <p:spPr>
                  <a:xfrm rot="5400000">
                    <a:off x="2819592" y="5947740"/>
                    <a:ext cx="452620"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DE" sz="20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oMath>
                      </m:oMathPara>
                    </a14:m>
                    <a:endParaRPr kumimoji="0" lang="en-GB"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8" name="TextBox 27">
                    <a:extLst>
                      <a:ext uri="{FF2B5EF4-FFF2-40B4-BE49-F238E27FC236}">
                        <a16:creationId xmlns:a16="http://schemas.microsoft.com/office/drawing/2014/main" id="{292A43F7-4D63-E3F1-F786-5C7152AAF434}"/>
                      </a:ext>
                    </a:extLst>
                  </p:cNvPr>
                  <p:cNvSpPr txBox="1">
                    <a:spLocks noRot="1" noChangeAspect="1" noMove="1" noResize="1" noEditPoints="1" noAdjustHandles="1" noChangeArrowheads="1" noChangeShapeType="1" noTextEdit="1"/>
                  </p:cNvSpPr>
                  <p:nvPr/>
                </p:nvSpPr>
                <p:spPr>
                  <a:xfrm rot="5400000">
                    <a:off x="2819592" y="5947740"/>
                    <a:ext cx="452620" cy="400110"/>
                  </a:xfrm>
                  <a:prstGeom prst="rect">
                    <a:avLst/>
                  </a:prstGeom>
                  <a:blipFill>
                    <a:blip r:embed="rId12"/>
                    <a:stretch>
                      <a:fillRect/>
                    </a:stretch>
                  </a:blipFill>
                </p:spPr>
                <p:txBody>
                  <a:bodyPr/>
                  <a:lstStyle/>
                  <a:p>
                    <a:r>
                      <a:rPr lang="en-US">
                        <a:noFill/>
                      </a:rPr>
                      <a:t> </a:t>
                    </a:r>
                  </a:p>
                </p:txBody>
              </p:sp>
            </mc:Fallback>
          </mc:AlternateContent>
          <p:sp>
            <p:nvSpPr>
              <p:cNvPr id="29" name="Rectangle: Rounded Corners 28">
                <a:extLst>
                  <a:ext uri="{FF2B5EF4-FFF2-40B4-BE49-F238E27FC236}">
                    <a16:creationId xmlns:a16="http://schemas.microsoft.com/office/drawing/2014/main" id="{E5DE9B09-BB8D-9179-935F-6ABD20C34CF8}"/>
                  </a:ext>
                </a:extLst>
              </p:cNvPr>
              <p:cNvSpPr/>
              <p:nvPr/>
            </p:nvSpPr>
            <p:spPr>
              <a:xfrm>
                <a:off x="3411057" y="4368036"/>
                <a:ext cx="4411406" cy="2320730"/>
              </a:xfrm>
              <a:prstGeom prst="roundRect">
                <a:avLst>
                  <a:gd name="adj" fmla="val 11786"/>
                </a:avLst>
              </a:prstGeom>
              <a:noFill/>
              <a:ln w="254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TextBox 34">
                <a:extLst>
                  <a:ext uri="{FF2B5EF4-FFF2-40B4-BE49-F238E27FC236}">
                    <a16:creationId xmlns:a16="http://schemas.microsoft.com/office/drawing/2014/main" id="{A583F16E-8DFE-80A0-05A0-531301C89A75}"/>
                  </a:ext>
                </a:extLst>
              </p:cNvPr>
              <p:cNvSpPr txBox="1"/>
              <p:nvPr/>
            </p:nvSpPr>
            <p:spPr>
              <a:xfrm>
                <a:off x="5134758" y="3788030"/>
                <a:ext cx="354916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Single Neuron Scheme</a:t>
                </a:r>
                <a:endParaRPr kumimoji="0" lang="en-DE"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cxnSp>
          <p:nvCxnSpPr>
            <p:cNvPr id="143" name="Straight Connector 142">
              <a:extLst>
                <a:ext uri="{FF2B5EF4-FFF2-40B4-BE49-F238E27FC236}">
                  <a16:creationId xmlns:a16="http://schemas.microsoft.com/office/drawing/2014/main" id="{ACA343A4-2AFA-2CF0-A3DD-7106415E30A5}"/>
                </a:ext>
              </a:extLst>
            </p:cNvPr>
            <p:cNvCxnSpPr>
              <a:cxnSpLocks/>
              <a:stCxn id="70" idx="3"/>
            </p:cNvCxnSpPr>
            <p:nvPr/>
          </p:nvCxnSpPr>
          <p:spPr>
            <a:xfrm flipH="1">
              <a:off x="3155331" y="3185743"/>
              <a:ext cx="528198" cy="1012282"/>
            </a:xfrm>
            <a:prstGeom prst="line">
              <a:avLst/>
            </a:prstGeom>
            <a:ln>
              <a:prstDash val="dash"/>
            </a:ln>
          </p:spPr>
          <p:style>
            <a:lnRef idx="2">
              <a:schemeClr val="accent1"/>
            </a:lnRef>
            <a:fillRef idx="0">
              <a:schemeClr val="accent1"/>
            </a:fillRef>
            <a:effectRef idx="1">
              <a:schemeClr val="accent1"/>
            </a:effectRef>
            <a:fontRef idx="minor">
              <a:schemeClr val="tx1"/>
            </a:fontRef>
          </p:style>
        </p:cxnSp>
        <p:cxnSp>
          <p:nvCxnSpPr>
            <p:cNvPr id="145" name="Straight Connector 144">
              <a:extLst>
                <a:ext uri="{FF2B5EF4-FFF2-40B4-BE49-F238E27FC236}">
                  <a16:creationId xmlns:a16="http://schemas.microsoft.com/office/drawing/2014/main" id="{19FF7BD9-56BB-FBC4-05E7-51F8BE6AB644}"/>
                </a:ext>
              </a:extLst>
            </p:cNvPr>
            <p:cNvCxnSpPr>
              <a:cxnSpLocks/>
              <a:stCxn id="70" idx="5"/>
            </p:cNvCxnSpPr>
            <p:nvPr/>
          </p:nvCxnSpPr>
          <p:spPr>
            <a:xfrm>
              <a:off x="3875073" y="3185743"/>
              <a:ext cx="2660481" cy="356503"/>
            </a:xfrm>
            <a:prstGeom prst="line">
              <a:avLst/>
            </a:prstGeom>
            <a:ln>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9486185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nodeType="withEffect">
                                  <p:stCondLst>
                                    <p:cond delay="0"/>
                                  </p:stCondLst>
                                  <p:childTnLst>
                                    <p:set>
                                      <p:cBhvr>
                                        <p:cTn id="14" dur="1" fill="hold">
                                          <p:stCondLst>
                                            <p:cond delay="0"/>
                                          </p:stCondLst>
                                        </p:cTn>
                                        <p:tgtEl>
                                          <p:spTgt spid="133"/>
                                        </p:tgtEl>
                                        <p:attrNameLst>
                                          <p:attrName>style.visibility</p:attrName>
                                        </p:attrNameLst>
                                      </p:cBhvr>
                                      <p:to>
                                        <p:strVal val="visible"/>
                                      </p:to>
                                    </p:set>
                                    <p:animEffect transition="in" filter="fade">
                                      <p:cBhvr>
                                        <p:cTn id="15" dur="500"/>
                                        <p:tgtEl>
                                          <p:spTgt spid="1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8"/>
                                        </p:tgtEl>
                                        <p:attrNameLst>
                                          <p:attrName>style.visibility</p:attrName>
                                        </p:attrNameLst>
                                      </p:cBhvr>
                                      <p:to>
                                        <p:strVal val="visible"/>
                                      </p:to>
                                    </p:set>
                                    <p:animEffect transition="in" filter="fade">
                                      <p:cBhvr>
                                        <p:cTn id="20" dur="500"/>
                                        <p:tgtEl>
                                          <p:spTgt spid="1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rgbClr val="F2EADA">
                <a:alpha val="61000"/>
              </a:srgbClr>
            </a:gs>
            <a:gs pos="80000">
              <a:srgbClr val="DFCBA2">
                <a:alpha val="61000"/>
              </a:srgbClr>
            </a:gs>
            <a:gs pos="100000">
              <a:srgbClr val="E1CEA9">
                <a:alpha val="61000"/>
              </a:srgbClr>
            </a:gs>
          </a:gsLst>
          <a:lin ang="2700000" scaled="1"/>
        </a:gra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D67BA44A-9CEB-7C54-275E-0A55224CE137}"/>
              </a:ext>
            </a:extLst>
          </p:cNvPr>
          <p:cNvSpPr txBox="1"/>
          <p:nvPr/>
        </p:nvSpPr>
        <p:spPr>
          <a:xfrm>
            <a:off x="-52323" y="275098"/>
            <a:ext cx="1756598"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Substrate ↓ ▪  Stage →</a:t>
            </a:r>
          </a:p>
        </p:txBody>
      </p:sp>
      <p:cxnSp>
        <p:nvCxnSpPr>
          <p:cNvPr id="21" name="Straight Connector 20">
            <a:extLst>
              <a:ext uri="{FF2B5EF4-FFF2-40B4-BE49-F238E27FC236}">
                <a16:creationId xmlns:a16="http://schemas.microsoft.com/office/drawing/2014/main" id="{A8FF26A5-3797-1250-4ABC-29A1C52E295D}"/>
              </a:ext>
            </a:extLst>
          </p:cNvPr>
          <p:cNvCxnSpPr>
            <a:cxnSpLocks/>
          </p:cNvCxnSpPr>
          <p:nvPr/>
        </p:nvCxnSpPr>
        <p:spPr>
          <a:xfrm>
            <a:off x="34139" y="647339"/>
            <a:ext cx="12157861" cy="323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9313E03A-ECC7-C5F1-F360-334B94A3F6D8}"/>
              </a:ext>
            </a:extLst>
          </p:cNvPr>
          <p:cNvSpPr txBox="1"/>
          <p:nvPr/>
        </p:nvSpPr>
        <p:spPr>
          <a:xfrm>
            <a:off x="-41076" y="669192"/>
            <a:ext cx="1087158"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rPr>
              <a:t>ELECTRONIC</a:t>
            </a:r>
          </a:p>
        </p:txBody>
      </p:sp>
      <p:cxnSp>
        <p:nvCxnSpPr>
          <p:cNvPr id="33" name="Straight Connector 32">
            <a:extLst>
              <a:ext uri="{FF2B5EF4-FFF2-40B4-BE49-F238E27FC236}">
                <a16:creationId xmlns:a16="http://schemas.microsoft.com/office/drawing/2014/main" id="{74A64DDE-D9E7-0514-D9C3-CA28F0526844}"/>
              </a:ext>
            </a:extLst>
          </p:cNvPr>
          <p:cNvCxnSpPr>
            <a:cxnSpLocks/>
          </p:cNvCxnSpPr>
          <p:nvPr/>
        </p:nvCxnSpPr>
        <p:spPr>
          <a:xfrm flipV="1">
            <a:off x="34139" y="2078423"/>
            <a:ext cx="12157861" cy="1486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3B90768C-926F-CAE5-55E6-5D9DA30B3C75}"/>
              </a:ext>
            </a:extLst>
          </p:cNvPr>
          <p:cNvSpPr txBox="1"/>
          <p:nvPr/>
        </p:nvSpPr>
        <p:spPr>
          <a:xfrm>
            <a:off x="34220" y="975191"/>
            <a:ext cx="1237225"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Graphene bio-FET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DSP circuit</a:t>
            </a:r>
          </a:p>
        </p:txBody>
      </p:sp>
      <p:sp>
        <p:nvSpPr>
          <p:cNvPr id="35" name="TextBox 34">
            <a:extLst>
              <a:ext uri="{FF2B5EF4-FFF2-40B4-BE49-F238E27FC236}">
                <a16:creationId xmlns:a16="http://schemas.microsoft.com/office/drawing/2014/main" id="{C27E3AE2-A211-EF18-2416-F9E391FB965A}"/>
              </a:ext>
            </a:extLst>
          </p:cNvPr>
          <p:cNvSpPr txBox="1"/>
          <p:nvPr/>
        </p:nvSpPr>
        <p:spPr>
          <a:xfrm>
            <a:off x="26946" y="1318103"/>
            <a:ext cx="1303283"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Bridge the chemical and electric domains,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then computation in the electric domain.</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sp>
        <p:nvSpPr>
          <p:cNvPr id="120" name="TextBox 119">
            <a:extLst>
              <a:ext uri="{FF2B5EF4-FFF2-40B4-BE49-F238E27FC236}">
                <a16:creationId xmlns:a16="http://schemas.microsoft.com/office/drawing/2014/main" id="{CDB7054F-4445-CFAC-7A1C-0A1FA54063F8}"/>
              </a:ext>
            </a:extLst>
          </p:cNvPr>
          <p:cNvSpPr txBox="1"/>
          <p:nvPr/>
        </p:nvSpPr>
        <p:spPr>
          <a:xfrm>
            <a:off x="-41076" y="2103158"/>
            <a:ext cx="1192955"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MICROFLUIDIC</a:t>
            </a:r>
            <a:endPar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endParaRPr>
          </a:p>
        </p:txBody>
      </p:sp>
      <p:sp>
        <p:nvSpPr>
          <p:cNvPr id="121" name="TextBox 120">
            <a:extLst>
              <a:ext uri="{FF2B5EF4-FFF2-40B4-BE49-F238E27FC236}">
                <a16:creationId xmlns:a16="http://schemas.microsoft.com/office/drawing/2014/main" id="{4FA9C7B7-19C6-79C7-7773-0EAE1F6E3E35}"/>
              </a:ext>
            </a:extLst>
          </p:cNvPr>
          <p:cNvSpPr txBox="1"/>
          <p:nvPr/>
        </p:nvSpPr>
        <p:spPr>
          <a:xfrm>
            <a:off x="-28037" y="2400654"/>
            <a:ext cx="148088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FIR-shaped channels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in-channel reactions</a:t>
            </a:r>
          </a:p>
        </p:txBody>
      </p:sp>
      <p:cxnSp>
        <p:nvCxnSpPr>
          <p:cNvPr id="161" name="Straight Connector 160">
            <a:extLst>
              <a:ext uri="{FF2B5EF4-FFF2-40B4-BE49-F238E27FC236}">
                <a16:creationId xmlns:a16="http://schemas.microsoft.com/office/drawing/2014/main" id="{5A5426D8-1D12-EC39-BC13-BAAEC6CEB84A}"/>
              </a:ext>
            </a:extLst>
          </p:cNvPr>
          <p:cNvCxnSpPr>
            <a:cxnSpLocks/>
          </p:cNvCxnSpPr>
          <p:nvPr/>
        </p:nvCxnSpPr>
        <p:spPr>
          <a:xfrm flipV="1">
            <a:off x="39817" y="3601774"/>
            <a:ext cx="12152183" cy="442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62" name="TextBox 161">
            <a:extLst>
              <a:ext uri="{FF2B5EF4-FFF2-40B4-BE49-F238E27FC236}">
                <a16:creationId xmlns:a16="http://schemas.microsoft.com/office/drawing/2014/main" id="{AC72EACA-E4AF-0A93-1786-79E056A787AA}"/>
              </a:ext>
            </a:extLst>
          </p:cNvPr>
          <p:cNvSpPr txBox="1"/>
          <p:nvPr/>
        </p:nvSpPr>
        <p:spPr>
          <a:xfrm>
            <a:off x="-41076" y="3608440"/>
            <a:ext cx="94448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CHEMICAL</a:t>
            </a:r>
          </a:p>
        </p:txBody>
      </p:sp>
      <p:sp>
        <p:nvSpPr>
          <p:cNvPr id="163" name="TextBox 162">
            <a:extLst>
              <a:ext uri="{FF2B5EF4-FFF2-40B4-BE49-F238E27FC236}">
                <a16:creationId xmlns:a16="http://schemas.microsoft.com/office/drawing/2014/main" id="{E97804FB-67F1-19F5-4CC6-A0F6A7581519}"/>
              </a:ext>
            </a:extLst>
          </p:cNvPr>
          <p:cNvSpPr txBox="1"/>
          <p:nvPr/>
        </p:nvSpPr>
        <p:spPr>
          <a:xfrm>
            <a:off x="45294" y="3885572"/>
            <a:ext cx="127890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Reaction Networks</a:t>
            </a:r>
          </a:p>
        </p:txBody>
      </p:sp>
      <p:sp>
        <p:nvSpPr>
          <p:cNvPr id="164" name="TextBox 163">
            <a:extLst>
              <a:ext uri="{FF2B5EF4-FFF2-40B4-BE49-F238E27FC236}">
                <a16:creationId xmlns:a16="http://schemas.microsoft.com/office/drawing/2014/main" id="{EA57945D-433F-3FD1-8193-F78AECA8292B}"/>
              </a:ext>
            </a:extLst>
          </p:cNvPr>
          <p:cNvSpPr txBox="1"/>
          <p:nvPr/>
        </p:nvSpPr>
        <p:spPr>
          <a:xfrm>
            <a:off x="26946" y="2760680"/>
            <a:ext cx="1481154"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Geometry of microfluidic pipes sets the weights, chemistry sets non-linearity</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cxnSp>
        <p:nvCxnSpPr>
          <p:cNvPr id="165" name="Straight Connector 164">
            <a:extLst>
              <a:ext uri="{FF2B5EF4-FFF2-40B4-BE49-F238E27FC236}">
                <a16:creationId xmlns:a16="http://schemas.microsoft.com/office/drawing/2014/main" id="{E0D17952-CA59-2675-B5DB-9A181CA69B78}"/>
              </a:ext>
            </a:extLst>
          </p:cNvPr>
          <p:cNvCxnSpPr>
            <a:cxnSpLocks/>
          </p:cNvCxnSpPr>
          <p:nvPr/>
        </p:nvCxnSpPr>
        <p:spPr>
          <a:xfrm flipV="1">
            <a:off x="29018" y="5237265"/>
            <a:ext cx="7117256" cy="1927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80" name="TextBox 179">
            <a:extLst>
              <a:ext uri="{FF2B5EF4-FFF2-40B4-BE49-F238E27FC236}">
                <a16:creationId xmlns:a16="http://schemas.microsoft.com/office/drawing/2014/main" id="{95BE157D-7133-67FD-A558-D68A12FACD41}"/>
              </a:ext>
            </a:extLst>
          </p:cNvPr>
          <p:cNvSpPr txBox="1"/>
          <p:nvPr/>
        </p:nvSpPr>
        <p:spPr>
          <a:xfrm>
            <a:off x="-41076" y="5301377"/>
            <a:ext cx="1181734"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GB" sz="1000" b="1" i="0" u="none" strike="noStrike" kern="1200" cap="none" spc="0" normalizeH="0" baseline="0" noProof="0" dirty="0">
                <a:ln>
                  <a:noFill/>
                </a:ln>
                <a:solidFill>
                  <a:prstClr val="black"/>
                </a:solidFill>
                <a:effectLst/>
                <a:uLnTx/>
                <a:uFillTx/>
                <a:latin typeface="Arial Nova" panose="020F0502020204030204" pitchFamily="34" charset="0"/>
                <a:ea typeface="+mn-ea"/>
                <a:cs typeface="Arial" panose="020B0604020202020204" pitchFamily="34" charset="0"/>
              </a:rPr>
              <a:t>CELLULAR / WET</a:t>
            </a:r>
          </a:p>
        </p:txBody>
      </p:sp>
      <p:sp>
        <p:nvSpPr>
          <p:cNvPr id="181" name="TextBox 180">
            <a:extLst>
              <a:ext uri="{FF2B5EF4-FFF2-40B4-BE49-F238E27FC236}">
                <a16:creationId xmlns:a16="http://schemas.microsoft.com/office/drawing/2014/main" id="{2735CCD8-9764-10A6-410B-049C1F205426}"/>
              </a:ext>
            </a:extLst>
          </p:cNvPr>
          <p:cNvSpPr txBox="1"/>
          <p:nvPr/>
        </p:nvSpPr>
        <p:spPr>
          <a:xfrm>
            <a:off x="467028" y="1875541"/>
            <a:ext cx="1303283"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Refs. [141], [142]</a:t>
            </a:r>
            <a:endPar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sp>
        <p:nvSpPr>
          <p:cNvPr id="182" name="TextBox 181">
            <a:extLst>
              <a:ext uri="{FF2B5EF4-FFF2-40B4-BE49-F238E27FC236}">
                <a16:creationId xmlns:a16="http://schemas.microsoft.com/office/drawing/2014/main" id="{2382DF89-9997-FA83-65CC-D2BF2F41A539}"/>
              </a:ext>
            </a:extLst>
          </p:cNvPr>
          <p:cNvSpPr txBox="1"/>
          <p:nvPr/>
        </p:nvSpPr>
        <p:spPr>
          <a:xfrm>
            <a:off x="736277" y="3366614"/>
            <a:ext cx="1303283"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Refs. [136]</a:t>
            </a:r>
            <a:endPar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sp>
        <p:nvSpPr>
          <p:cNvPr id="183" name="TextBox 182">
            <a:extLst>
              <a:ext uri="{FF2B5EF4-FFF2-40B4-BE49-F238E27FC236}">
                <a16:creationId xmlns:a16="http://schemas.microsoft.com/office/drawing/2014/main" id="{771EB563-58D9-C0AE-6AC8-89A53E78A970}"/>
              </a:ext>
            </a:extLst>
          </p:cNvPr>
          <p:cNvSpPr txBox="1"/>
          <p:nvPr/>
        </p:nvSpPr>
        <p:spPr>
          <a:xfrm>
            <a:off x="736277" y="5006433"/>
            <a:ext cx="1303283"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Refs. [160]</a:t>
            </a:r>
            <a:endPar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sp>
        <p:nvSpPr>
          <p:cNvPr id="237" name="TextBox 236">
            <a:extLst>
              <a:ext uri="{FF2B5EF4-FFF2-40B4-BE49-F238E27FC236}">
                <a16:creationId xmlns:a16="http://schemas.microsoft.com/office/drawing/2014/main" id="{80827F70-F0EC-5901-681D-920520E83B68}"/>
              </a:ext>
            </a:extLst>
          </p:cNvPr>
          <p:cNvSpPr txBox="1"/>
          <p:nvPr/>
        </p:nvSpPr>
        <p:spPr>
          <a:xfrm>
            <a:off x="26946" y="4344304"/>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lives in stoichiometry and reaction-rate ratios.</a:t>
            </a:r>
          </a:p>
        </p:txBody>
      </p:sp>
      <p:sp>
        <p:nvSpPr>
          <p:cNvPr id="238" name="TextBox 237">
            <a:extLst>
              <a:ext uri="{FF2B5EF4-FFF2-40B4-BE49-F238E27FC236}">
                <a16:creationId xmlns:a16="http://schemas.microsoft.com/office/drawing/2014/main" id="{5B62C20F-4CA6-3532-0B10-CFFDF98AB53E}"/>
              </a:ext>
            </a:extLst>
          </p:cNvPr>
          <p:cNvSpPr txBox="1"/>
          <p:nvPr/>
        </p:nvSpPr>
        <p:spPr>
          <a:xfrm>
            <a:off x="26946" y="5603338"/>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embedded in living gene-regulatory networks.</a:t>
            </a:r>
          </a:p>
        </p:txBody>
      </p:sp>
      <p:sp>
        <p:nvSpPr>
          <p:cNvPr id="239" name="TextBox 238">
            <a:extLst>
              <a:ext uri="{FF2B5EF4-FFF2-40B4-BE49-F238E27FC236}">
                <a16:creationId xmlns:a16="http://schemas.microsoft.com/office/drawing/2014/main" id="{A9517528-356F-3571-492A-4E06E5C05D4B}"/>
              </a:ext>
            </a:extLst>
          </p:cNvPr>
          <p:cNvSpPr txBox="1"/>
          <p:nvPr/>
        </p:nvSpPr>
        <p:spPr>
          <a:xfrm>
            <a:off x="706216" y="6557955"/>
            <a:ext cx="773700"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Refs. </a:t>
            </a:r>
            <a:r>
              <a:rPr kumimoji="0" lang="en-GB" sz="900" b="0" i="0" u="none" strike="noStrike" kern="1200" cap="none" spc="0" normalizeH="0" baseline="0" noProof="0">
                <a:ln>
                  <a:noFill/>
                </a:ln>
                <a:solidFill>
                  <a:prstClr val="white">
                    <a:lumMod val="50000"/>
                  </a:prstClr>
                </a:solidFill>
                <a:effectLst/>
                <a:uLnTx/>
                <a:uFillTx/>
                <a:latin typeface="Aptos Light" panose="020B0004020202020204" pitchFamily="34" charset="0"/>
                <a:ea typeface="+mn-ea"/>
                <a:cs typeface="+mn-cs"/>
              </a:rPr>
              <a:t>[157]</a:t>
            </a:r>
            <a:endPar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spTree>
    <p:extLst>
      <p:ext uri="{BB962C8B-B14F-4D97-AF65-F5344CB8AC3E}">
        <p14:creationId xmlns:p14="http://schemas.microsoft.com/office/powerpoint/2010/main" val="41645225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rgbClr val="F2EADA">
                <a:alpha val="61000"/>
              </a:srgbClr>
            </a:gs>
            <a:gs pos="80000">
              <a:srgbClr val="DFCBA2">
                <a:alpha val="61000"/>
              </a:srgbClr>
            </a:gs>
            <a:gs pos="100000">
              <a:srgbClr val="E1CEA9">
                <a:alpha val="61000"/>
              </a:srgbClr>
            </a:gs>
          </a:gsLst>
          <a:lin ang="2700000" scaled="1"/>
        </a:gradFill>
        <a:effectLst/>
      </p:bgPr>
    </p:bg>
    <p:spTree>
      <p:nvGrpSpPr>
        <p:cNvPr id="1" name="">
          <a:extLst>
            <a:ext uri="{FF2B5EF4-FFF2-40B4-BE49-F238E27FC236}">
              <a16:creationId xmlns:a16="http://schemas.microsoft.com/office/drawing/2014/main" id="{59CDD75E-4681-980F-D3CB-991D997BD9C3}"/>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ACE216D0-09DB-81CC-BDE4-665FE64364BD}"/>
              </a:ext>
            </a:extLst>
          </p:cNvPr>
          <p:cNvSpPr/>
          <p:nvPr/>
        </p:nvSpPr>
        <p:spPr>
          <a:xfrm>
            <a:off x="1865524" y="3730283"/>
            <a:ext cx="2449543"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 name="Straight Connector 5">
            <a:extLst>
              <a:ext uri="{FF2B5EF4-FFF2-40B4-BE49-F238E27FC236}">
                <a16:creationId xmlns:a16="http://schemas.microsoft.com/office/drawing/2014/main" id="{A8015F2A-04EE-2DC2-DC69-4BF479028C41}"/>
              </a:ext>
            </a:extLst>
          </p:cNvPr>
          <p:cNvCxnSpPr>
            <a:cxnSpLocks/>
          </p:cNvCxnSpPr>
          <p:nvPr/>
        </p:nvCxnSpPr>
        <p:spPr>
          <a:xfrm flipH="1">
            <a:off x="1746380" y="14192"/>
            <a:ext cx="12495" cy="6801680"/>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285F3B16-3518-BD70-142D-44D3561B90B4}"/>
              </a:ext>
            </a:extLst>
          </p:cNvPr>
          <p:cNvSpPr/>
          <p:nvPr/>
        </p:nvSpPr>
        <p:spPr>
          <a:xfrm>
            <a:off x="1877759" y="2141070"/>
            <a:ext cx="2447209"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2" name="Group 11">
            <a:extLst>
              <a:ext uri="{FF2B5EF4-FFF2-40B4-BE49-F238E27FC236}">
                <a16:creationId xmlns:a16="http://schemas.microsoft.com/office/drawing/2014/main" id="{1BC75BFF-9B20-D9A6-2C4E-AA585FB22DED}"/>
              </a:ext>
            </a:extLst>
          </p:cNvPr>
          <p:cNvGrpSpPr/>
          <p:nvPr/>
        </p:nvGrpSpPr>
        <p:grpSpPr>
          <a:xfrm>
            <a:off x="1808379" y="3694592"/>
            <a:ext cx="2506686" cy="674688"/>
            <a:chOff x="43766" y="2027777"/>
            <a:chExt cx="1516466" cy="408165"/>
          </a:xfrm>
        </p:grpSpPr>
        <p:sp>
          <p:nvSpPr>
            <p:cNvPr id="13" name="TextBox 12">
              <a:extLst>
                <a:ext uri="{FF2B5EF4-FFF2-40B4-BE49-F238E27FC236}">
                  <a16:creationId xmlns:a16="http://schemas.microsoft.com/office/drawing/2014/main" id="{51D1A10F-F7AC-3B0C-93EA-93DC3B7DBCFD}"/>
                </a:ext>
              </a:extLst>
            </p:cNvPr>
            <p:cNvSpPr txBox="1"/>
            <p:nvPr/>
          </p:nvSpPr>
          <p:spPr>
            <a:xfrm>
              <a:off x="43766" y="2027777"/>
              <a:ext cx="86388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Metabolites as inputs</a:t>
              </a:r>
            </a:p>
          </p:txBody>
        </p:sp>
        <p:sp>
          <p:nvSpPr>
            <p:cNvPr id="14" name="TextBox 13">
              <a:extLst>
                <a:ext uri="{FF2B5EF4-FFF2-40B4-BE49-F238E27FC236}">
                  <a16:creationId xmlns:a16="http://schemas.microsoft.com/office/drawing/2014/main" id="{7ADFBA69-14B2-8D9E-8077-D838B65BDEC7}"/>
                </a:ext>
              </a:extLst>
            </p:cNvPr>
            <p:cNvSpPr txBox="1"/>
            <p:nvPr/>
          </p:nvSpPr>
          <p:spPr>
            <a:xfrm>
              <a:off x="50754" y="2145876"/>
              <a:ext cx="1509478"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Inputs are encoded in the concentration level of metabolites</a:t>
              </a:r>
            </a:p>
          </p:txBody>
        </p:sp>
      </p:grpSp>
      <p:sp>
        <p:nvSpPr>
          <p:cNvPr id="15" name="Rectangle: Rounded Corners 14">
            <a:extLst>
              <a:ext uri="{FF2B5EF4-FFF2-40B4-BE49-F238E27FC236}">
                <a16:creationId xmlns:a16="http://schemas.microsoft.com/office/drawing/2014/main" id="{0E86D160-3E86-0DB2-54C9-A648DFE51C5B}"/>
              </a:ext>
            </a:extLst>
          </p:cNvPr>
          <p:cNvSpPr/>
          <p:nvPr/>
        </p:nvSpPr>
        <p:spPr>
          <a:xfrm>
            <a:off x="1878609" y="679688"/>
            <a:ext cx="246732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0143ECBC-4B9B-0346-B3C4-E5E9FAE1B173}"/>
              </a:ext>
            </a:extLst>
          </p:cNvPr>
          <p:cNvSpPr txBox="1"/>
          <p:nvPr/>
        </p:nvSpPr>
        <p:spPr>
          <a:xfrm>
            <a:off x="-52323" y="275098"/>
            <a:ext cx="1756598"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Substrate ↓ ▪  Stage →</a:t>
            </a:r>
          </a:p>
        </p:txBody>
      </p:sp>
      <p:sp>
        <p:nvSpPr>
          <p:cNvPr id="17" name="TextBox 16">
            <a:extLst>
              <a:ext uri="{FF2B5EF4-FFF2-40B4-BE49-F238E27FC236}">
                <a16:creationId xmlns:a16="http://schemas.microsoft.com/office/drawing/2014/main" id="{858C0CA7-CA7F-70B1-B9E4-56FA5533E477}"/>
              </a:ext>
            </a:extLst>
          </p:cNvPr>
          <p:cNvSpPr txBox="1"/>
          <p:nvPr/>
        </p:nvSpPr>
        <p:spPr>
          <a:xfrm>
            <a:off x="2406406" y="36999"/>
            <a:ext cx="1607520" cy="279418"/>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solidFill>
                  <a:srgbClr val="000000"/>
                </a:solidFill>
                <a:effectLst/>
                <a:uLnTx/>
                <a:uFillTx/>
                <a:latin typeface="Arial"/>
                <a:ea typeface="+mn-ea"/>
                <a:cs typeface="Arial"/>
                <a:sym typeface="Arial"/>
                <a:rtl val="0"/>
              </a:rPr>
              <a:t>Input </a:t>
            </a:r>
            <a:r>
              <a:rPr kumimoji="0" lang="en-GB" sz="14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 </a:t>
            </a:r>
            <a:r>
              <a:rPr kumimoji="0" lang="en-GB" sz="1400" b="1" i="0" u="none" strike="noStrike" kern="1200" cap="none" spc="0" normalizeH="0" baseline="0" noProof="0" dirty="0">
                <a:ln/>
                <a:solidFill>
                  <a:srgbClr val="000000"/>
                </a:solidFill>
                <a:effectLst/>
                <a:uLnTx/>
                <a:uFillTx/>
                <a:latin typeface="Arial"/>
                <a:ea typeface="+mn-ea"/>
                <a:cs typeface="Arial"/>
                <a:sym typeface="Arial"/>
                <a:rtl val="0"/>
              </a:rPr>
              <a:t>Interface</a:t>
            </a:r>
          </a:p>
        </p:txBody>
      </p:sp>
      <p:cxnSp>
        <p:nvCxnSpPr>
          <p:cNvPr id="21" name="Straight Connector 20">
            <a:extLst>
              <a:ext uri="{FF2B5EF4-FFF2-40B4-BE49-F238E27FC236}">
                <a16:creationId xmlns:a16="http://schemas.microsoft.com/office/drawing/2014/main" id="{684583D6-DE8D-DD38-0BDD-C38E70494F9C}"/>
              </a:ext>
            </a:extLst>
          </p:cNvPr>
          <p:cNvCxnSpPr>
            <a:cxnSpLocks/>
          </p:cNvCxnSpPr>
          <p:nvPr/>
        </p:nvCxnSpPr>
        <p:spPr>
          <a:xfrm>
            <a:off x="34139" y="647339"/>
            <a:ext cx="12157861" cy="323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E9BE3E60-1D14-D743-2221-49574B148A5E}"/>
              </a:ext>
            </a:extLst>
          </p:cNvPr>
          <p:cNvSpPr txBox="1"/>
          <p:nvPr/>
        </p:nvSpPr>
        <p:spPr>
          <a:xfrm>
            <a:off x="-41076" y="669192"/>
            <a:ext cx="1087158"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rPr>
              <a:t>ELECTRONIC</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5C22234F-B1CE-AF99-03C6-6C5534D2769E}"/>
                  </a:ext>
                </a:extLst>
              </p:cNvPr>
              <p:cNvSpPr txBox="1"/>
              <p:nvPr/>
            </p:nvSpPr>
            <p:spPr>
              <a:xfrm>
                <a:off x="3034104" y="314256"/>
                <a:ext cx="258339" cy="16927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begChr m:val="{"/>
                          <m:endChr m:val="}"/>
                          <m:ctrlPr>
                            <a:rPr kumimoji="0" lang="en-GB" sz="11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GB" sz="11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GB" sz="11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GB" sz="11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oMath>
                  </m:oMathPara>
                </a14:m>
                <a:endParaRPr kumimoji="0" lang="en-GB" sz="3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32" name="TextBox 31">
                <a:extLst>
                  <a:ext uri="{FF2B5EF4-FFF2-40B4-BE49-F238E27FC236}">
                    <a16:creationId xmlns:a16="http://schemas.microsoft.com/office/drawing/2014/main" id="{5C22234F-B1CE-AF99-03C6-6C5534D2769E}"/>
                  </a:ext>
                </a:extLst>
              </p:cNvPr>
              <p:cNvSpPr txBox="1">
                <a:spLocks noRot="1" noChangeAspect="1" noMove="1" noResize="1" noEditPoints="1" noAdjustHandles="1" noChangeArrowheads="1" noChangeShapeType="1" noTextEdit="1"/>
              </p:cNvSpPr>
              <p:nvPr/>
            </p:nvSpPr>
            <p:spPr>
              <a:xfrm>
                <a:off x="3034104" y="314256"/>
                <a:ext cx="258339" cy="169277"/>
              </a:xfrm>
              <a:prstGeom prst="rect">
                <a:avLst/>
              </a:prstGeom>
              <a:blipFill>
                <a:blip r:embed="rId2"/>
                <a:stretch>
                  <a:fillRect b="-18519"/>
                </a:stretch>
              </a:blipFill>
            </p:spPr>
            <p:txBody>
              <a:bodyPr/>
              <a:lstStyle/>
              <a:p>
                <a:r>
                  <a:rPr lang="en-US">
                    <a:noFill/>
                  </a:rPr>
                  <a:t> </a:t>
                </a:r>
              </a:p>
            </p:txBody>
          </p:sp>
        </mc:Fallback>
      </mc:AlternateContent>
      <p:cxnSp>
        <p:nvCxnSpPr>
          <p:cNvPr id="33" name="Straight Connector 32">
            <a:extLst>
              <a:ext uri="{FF2B5EF4-FFF2-40B4-BE49-F238E27FC236}">
                <a16:creationId xmlns:a16="http://schemas.microsoft.com/office/drawing/2014/main" id="{0FD1F508-F24B-35F8-FE8A-E11D920E3138}"/>
              </a:ext>
            </a:extLst>
          </p:cNvPr>
          <p:cNvCxnSpPr>
            <a:cxnSpLocks/>
          </p:cNvCxnSpPr>
          <p:nvPr/>
        </p:nvCxnSpPr>
        <p:spPr>
          <a:xfrm flipV="1">
            <a:off x="34139" y="2078423"/>
            <a:ext cx="12157861" cy="1486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AC544E87-F98F-36B0-9B5E-87050AFE3693}"/>
              </a:ext>
            </a:extLst>
          </p:cNvPr>
          <p:cNvSpPr txBox="1"/>
          <p:nvPr/>
        </p:nvSpPr>
        <p:spPr>
          <a:xfrm>
            <a:off x="34220" y="975191"/>
            <a:ext cx="1237225"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Graphene bio-FET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DSP circuit</a:t>
            </a:r>
          </a:p>
        </p:txBody>
      </p:sp>
      <p:sp>
        <p:nvSpPr>
          <p:cNvPr id="35" name="TextBox 34">
            <a:extLst>
              <a:ext uri="{FF2B5EF4-FFF2-40B4-BE49-F238E27FC236}">
                <a16:creationId xmlns:a16="http://schemas.microsoft.com/office/drawing/2014/main" id="{F76A9825-D49F-FFAF-62DF-FDA93612219D}"/>
              </a:ext>
            </a:extLst>
          </p:cNvPr>
          <p:cNvSpPr txBox="1"/>
          <p:nvPr/>
        </p:nvSpPr>
        <p:spPr>
          <a:xfrm>
            <a:off x="26946" y="1318103"/>
            <a:ext cx="1303283"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Bridge the chemical and electric domains,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then computation in the electric domain.</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grpSp>
        <p:nvGrpSpPr>
          <p:cNvPr id="37" name="Group 36">
            <a:extLst>
              <a:ext uri="{FF2B5EF4-FFF2-40B4-BE49-F238E27FC236}">
                <a16:creationId xmlns:a16="http://schemas.microsoft.com/office/drawing/2014/main" id="{F4DE171F-9F89-3357-B15E-A45FFAF910F4}"/>
              </a:ext>
            </a:extLst>
          </p:cNvPr>
          <p:cNvGrpSpPr/>
          <p:nvPr/>
        </p:nvGrpSpPr>
        <p:grpSpPr>
          <a:xfrm>
            <a:off x="1871988" y="960694"/>
            <a:ext cx="1572755" cy="1089616"/>
            <a:chOff x="832080" y="441050"/>
            <a:chExt cx="951467" cy="659183"/>
          </a:xfrm>
        </p:grpSpPr>
        <p:sp>
          <p:nvSpPr>
            <p:cNvPr id="38" name="Cylinder 37">
              <a:extLst>
                <a:ext uri="{FF2B5EF4-FFF2-40B4-BE49-F238E27FC236}">
                  <a16:creationId xmlns:a16="http://schemas.microsoft.com/office/drawing/2014/main" id="{A8340E29-58EA-3FBD-50B5-6B7A63163EEE}"/>
                </a:ext>
              </a:extLst>
            </p:cNvPr>
            <p:cNvSpPr/>
            <p:nvPr/>
          </p:nvSpPr>
          <p:spPr>
            <a:xfrm rot="5400000">
              <a:off x="1209082" y="272381"/>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9" name="TextBox 38">
              <a:extLst>
                <a:ext uri="{FF2B5EF4-FFF2-40B4-BE49-F238E27FC236}">
                  <a16:creationId xmlns:a16="http://schemas.microsoft.com/office/drawing/2014/main" id="{E811C40B-D212-0510-73BF-DB7D5E6B07CF}"/>
                </a:ext>
              </a:extLst>
            </p:cNvPr>
            <p:cNvSpPr txBox="1"/>
            <p:nvPr/>
          </p:nvSpPr>
          <p:spPr>
            <a:xfrm>
              <a:off x="832080" y="441050"/>
              <a:ext cx="687497"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Molecular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0" name="TextBox 39">
              <a:extLst>
                <a:ext uri="{FF2B5EF4-FFF2-40B4-BE49-F238E27FC236}">
                  <a16:creationId xmlns:a16="http://schemas.microsoft.com/office/drawing/2014/main" id="{C1990454-1773-C736-5422-6D1DB31A6312}"/>
                </a:ext>
              </a:extLst>
            </p:cNvPr>
            <p:cNvSpPr txBox="1"/>
            <p:nvPr/>
          </p:nvSpPr>
          <p:spPr>
            <a:xfrm>
              <a:off x="886882" y="960587"/>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Electric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41" name="Graphic 40" descr="DNA outline">
              <a:extLst>
                <a:ext uri="{FF2B5EF4-FFF2-40B4-BE49-F238E27FC236}">
                  <a16:creationId xmlns:a16="http://schemas.microsoft.com/office/drawing/2014/main" id="{B421D2EC-8300-9D5F-8EE6-ED99521B67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45088">
              <a:off x="934548" y="645118"/>
              <a:ext cx="100584" cy="100584"/>
            </a:xfrm>
            <a:prstGeom prst="rect">
              <a:avLst/>
            </a:prstGeom>
          </p:spPr>
        </p:pic>
        <p:pic>
          <p:nvPicPr>
            <p:cNvPr id="42" name="Graphic 41" descr="DNA outline">
              <a:extLst>
                <a:ext uri="{FF2B5EF4-FFF2-40B4-BE49-F238E27FC236}">
                  <a16:creationId xmlns:a16="http://schemas.microsoft.com/office/drawing/2014/main" id="{755CA17E-AE43-07D5-C2A4-DD4CCD62DF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7372733">
              <a:off x="1107095" y="624831"/>
              <a:ext cx="100584" cy="100584"/>
            </a:xfrm>
            <a:prstGeom prst="rect">
              <a:avLst/>
            </a:prstGeom>
          </p:spPr>
        </p:pic>
        <p:pic>
          <p:nvPicPr>
            <p:cNvPr id="43" name="Graphic 42" descr="DNA outline">
              <a:extLst>
                <a:ext uri="{FF2B5EF4-FFF2-40B4-BE49-F238E27FC236}">
                  <a16:creationId xmlns:a16="http://schemas.microsoft.com/office/drawing/2014/main" id="{908ED7AE-BE97-3050-6DBC-48BC050E38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6139420">
              <a:off x="1472103" y="581732"/>
              <a:ext cx="100584" cy="100584"/>
            </a:xfrm>
            <a:prstGeom prst="rect">
              <a:avLst/>
            </a:prstGeom>
          </p:spPr>
        </p:pic>
        <p:grpSp>
          <p:nvGrpSpPr>
            <p:cNvPr id="44" name="Group 43">
              <a:extLst>
                <a:ext uri="{FF2B5EF4-FFF2-40B4-BE49-F238E27FC236}">
                  <a16:creationId xmlns:a16="http://schemas.microsoft.com/office/drawing/2014/main" id="{B3D3A915-E979-34E6-FE1F-5A23BDE67992}"/>
                </a:ext>
              </a:extLst>
            </p:cNvPr>
            <p:cNvGrpSpPr/>
            <p:nvPr/>
          </p:nvGrpSpPr>
          <p:grpSpPr>
            <a:xfrm>
              <a:off x="1415778" y="785765"/>
              <a:ext cx="18819" cy="45720"/>
              <a:chOff x="1639649" y="1052940"/>
              <a:chExt cx="18819" cy="45720"/>
            </a:xfrm>
          </p:grpSpPr>
          <p:cxnSp>
            <p:nvCxnSpPr>
              <p:cNvPr id="93" name="Straight Connector 92">
                <a:extLst>
                  <a:ext uri="{FF2B5EF4-FFF2-40B4-BE49-F238E27FC236}">
                    <a16:creationId xmlns:a16="http://schemas.microsoft.com/office/drawing/2014/main" id="{CB78D0C1-55F9-3C6E-90ED-17DC06EF2427}"/>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8398E3B6-DE90-C119-CC8F-35602A09FDFF}"/>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A6F4309B-77CD-21C4-1B26-23889609FC63}"/>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AD42AF7B-220F-EAD3-8623-59B1529403C4}"/>
                </a:ext>
              </a:extLst>
            </p:cNvPr>
            <p:cNvGrpSpPr/>
            <p:nvPr/>
          </p:nvGrpSpPr>
          <p:grpSpPr>
            <a:xfrm>
              <a:off x="1442567" y="723305"/>
              <a:ext cx="18819" cy="45720"/>
              <a:chOff x="1639649" y="1052940"/>
              <a:chExt cx="18819" cy="45720"/>
            </a:xfrm>
          </p:grpSpPr>
          <p:cxnSp>
            <p:nvCxnSpPr>
              <p:cNvPr id="90" name="Straight Connector 89">
                <a:extLst>
                  <a:ext uri="{FF2B5EF4-FFF2-40B4-BE49-F238E27FC236}">
                    <a16:creationId xmlns:a16="http://schemas.microsoft.com/office/drawing/2014/main" id="{693FFEF9-6166-4D6B-CEFE-D7248B7779E9}"/>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DE08DCA1-49EA-F87E-79D6-2E29A35ED1B9}"/>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6793708B-9781-7433-26E7-9D80319200B1}"/>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6" name="Group 45">
              <a:extLst>
                <a:ext uri="{FF2B5EF4-FFF2-40B4-BE49-F238E27FC236}">
                  <a16:creationId xmlns:a16="http://schemas.microsoft.com/office/drawing/2014/main" id="{FAE1792C-AEBF-12A8-1261-950221E831DA}"/>
                </a:ext>
              </a:extLst>
            </p:cNvPr>
            <p:cNvGrpSpPr/>
            <p:nvPr/>
          </p:nvGrpSpPr>
          <p:grpSpPr>
            <a:xfrm>
              <a:off x="1468617" y="663272"/>
              <a:ext cx="18819" cy="45720"/>
              <a:chOff x="1639649" y="1052940"/>
              <a:chExt cx="18819" cy="45720"/>
            </a:xfrm>
          </p:grpSpPr>
          <p:cxnSp>
            <p:nvCxnSpPr>
              <p:cNvPr id="87" name="Straight Connector 86">
                <a:extLst>
                  <a:ext uri="{FF2B5EF4-FFF2-40B4-BE49-F238E27FC236}">
                    <a16:creationId xmlns:a16="http://schemas.microsoft.com/office/drawing/2014/main" id="{0773FF09-84D1-F1F3-5457-8544E5C7E840}"/>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CDFCEF3-B80A-CF2E-DDB1-D477E8F7F136}"/>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46CD77D8-5E5A-F55E-2E8D-84485E253691}"/>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pic>
          <p:nvPicPr>
            <p:cNvPr id="47" name="Graphic 46" descr="DNA outline">
              <a:extLst>
                <a:ext uri="{FF2B5EF4-FFF2-40B4-BE49-F238E27FC236}">
                  <a16:creationId xmlns:a16="http://schemas.microsoft.com/office/drawing/2014/main" id="{02DC9C99-54FC-6F55-F22B-4A957372483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4081304">
              <a:off x="1302122" y="731095"/>
              <a:ext cx="100584" cy="100584"/>
            </a:xfrm>
            <a:prstGeom prst="rect">
              <a:avLst/>
            </a:prstGeom>
          </p:spPr>
        </p:pic>
        <p:grpSp>
          <p:nvGrpSpPr>
            <p:cNvPr id="48" name="Group 47">
              <a:extLst>
                <a:ext uri="{FF2B5EF4-FFF2-40B4-BE49-F238E27FC236}">
                  <a16:creationId xmlns:a16="http://schemas.microsoft.com/office/drawing/2014/main" id="{37BF980F-8876-3C0F-B390-5C34009AD4A9}"/>
                </a:ext>
              </a:extLst>
            </p:cNvPr>
            <p:cNvGrpSpPr/>
            <p:nvPr/>
          </p:nvGrpSpPr>
          <p:grpSpPr>
            <a:xfrm>
              <a:off x="1489388" y="785765"/>
              <a:ext cx="18819" cy="45720"/>
              <a:chOff x="1639649" y="1052940"/>
              <a:chExt cx="18819" cy="45720"/>
            </a:xfrm>
          </p:grpSpPr>
          <p:cxnSp>
            <p:nvCxnSpPr>
              <p:cNvPr id="84" name="Straight Connector 83">
                <a:extLst>
                  <a:ext uri="{FF2B5EF4-FFF2-40B4-BE49-F238E27FC236}">
                    <a16:creationId xmlns:a16="http://schemas.microsoft.com/office/drawing/2014/main" id="{1EFFA580-CA60-A953-E345-E32666F30AC3}"/>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7B809817-59E4-AC07-7FAB-11CDA05D32AC}"/>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0F47690B-D39E-AF8C-E1E5-9EA465A83A3A}"/>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9" name="Group 48">
              <a:extLst>
                <a:ext uri="{FF2B5EF4-FFF2-40B4-BE49-F238E27FC236}">
                  <a16:creationId xmlns:a16="http://schemas.microsoft.com/office/drawing/2014/main" id="{0C45D8CB-ACE2-7811-816D-6368F8690898}"/>
                </a:ext>
              </a:extLst>
            </p:cNvPr>
            <p:cNvGrpSpPr/>
            <p:nvPr/>
          </p:nvGrpSpPr>
          <p:grpSpPr>
            <a:xfrm>
              <a:off x="1516177" y="723305"/>
              <a:ext cx="18819" cy="45720"/>
              <a:chOff x="1639649" y="1052940"/>
              <a:chExt cx="18819" cy="45720"/>
            </a:xfrm>
          </p:grpSpPr>
          <p:cxnSp>
            <p:nvCxnSpPr>
              <p:cNvPr id="81" name="Straight Connector 80">
                <a:extLst>
                  <a:ext uri="{FF2B5EF4-FFF2-40B4-BE49-F238E27FC236}">
                    <a16:creationId xmlns:a16="http://schemas.microsoft.com/office/drawing/2014/main" id="{AFA4116D-6091-2D27-A2C1-2B672D2916AC}"/>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EC00C979-1078-D047-F600-3577DF7A0B17}"/>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4DF32137-024A-1024-A683-8C5E92747FA4}"/>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0" name="Group 49">
              <a:extLst>
                <a:ext uri="{FF2B5EF4-FFF2-40B4-BE49-F238E27FC236}">
                  <a16:creationId xmlns:a16="http://schemas.microsoft.com/office/drawing/2014/main" id="{89CAFE6F-1214-AA6C-2B66-A2B346BF2E68}"/>
                </a:ext>
              </a:extLst>
            </p:cNvPr>
            <p:cNvGrpSpPr/>
            <p:nvPr/>
          </p:nvGrpSpPr>
          <p:grpSpPr>
            <a:xfrm>
              <a:off x="1542227" y="663272"/>
              <a:ext cx="18819" cy="45720"/>
              <a:chOff x="1639649" y="1052940"/>
              <a:chExt cx="18819" cy="45720"/>
            </a:xfrm>
          </p:grpSpPr>
          <p:cxnSp>
            <p:nvCxnSpPr>
              <p:cNvPr id="78" name="Straight Connector 77">
                <a:extLst>
                  <a:ext uri="{FF2B5EF4-FFF2-40B4-BE49-F238E27FC236}">
                    <a16:creationId xmlns:a16="http://schemas.microsoft.com/office/drawing/2014/main" id="{92AC7B49-BC87-1503-4730-D005CED45546}"/>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B30F7634-D5C4-7C9F-D769-966D23B84375}"/>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5B4BA91-E62B-519E-973F-781452699601}"/>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1" name="Group 50">
              <a:extLst>
                <a:ext uri="{FF2B5EF4-FFF2-40B4-BE49-F238E27FC236}">
                  <a16:creationId xmlns:a16="http://schemas.microsoft.com/office/drawing/2014/main" id="{348F13E4-9AFB-2875-D60E-45F54080543A}"/>
                </a:ext>
              </a:extLst>
            </p:cNvPr>
            <p:cNvGrpSpPr/>
            <p:nvPr/>
          </p:nvGrpSpPr>
          <p:grpSpPr>
            <a:xfrm>
              <a:off x="1579486" y="785765"/>
              <a:ext cx="18819" cy="45720"/>
              <a:chOff x="1639649" y="1052940"/>
              <a:chExt cx="18819" cy="45720"/>
            </a:xfrm>
          </p:grpSpPr>
          <p:cxnSp>
            <p:nvCxnSpPr>
              <p:cNvPr id="75" name="Straight Connector 74">
                <a:extLst>
                  <a:ext uri="{FF2B5EF4-FFF2-40B4-BE49-F238E27FC236}">
                    <a16:creationId xmlns:a16="http://schemas.microsoft.com/office/drawing/2014/main" id="{9D47E686-02D0-4FCD-0689-3C15F686284D}"/>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700537E1-566A-C2A7-9ABF-260F2728F733}"/>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65AF8D10-8D9B-8CB3-22F0-09A1C35D48C4}"/>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2" name="Group 51">
              <a:extLst>
                <a:ext uri="{FF2B5EF4-FFF2-40B4-BE49-F238E27FC236}">
                  <a16:creationId xmlns:a16="http://schemas.microsoft.com/office/drawing/2014/main" id="{C23112C0-72CB-3091-AE8B-21B2F3C0AA86}"/>
                </a:ext>
              </a:extLst>
            </p:cNvPr>
            <p:cNvGrpSpPr/>
            <p:nvPr/>
          </p:nvGrpSpPr>
          <p:grpSpPr>
            <a:xfrm>
              <a:off x="1606275" y="723305"/>
              <a:ext cx="18819" cy="45720"/>
              <a:chOff x="1639649" y="1052940"/>
              <a:chExt cx="18819" cy="45720"/>
            </a:xfrm>
          </p:grpSpPr>
          <p:cxnSp>
            <p:nvCxnSpPr>
              <p:cNvPr id="72" name="Straight Connector 71">
                <a:extLst>
                  <a:ext uri="{FF2B5EF4-FFF2-40B4-BE49-F238E27FC236}">
                    <a16:creationId xmlns:a16="http://schemas.microsoft.com/office/drawing/2014/main" id="{BDA022D4-B952-8414-0487-14D57FE1F427}"/>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B56C3D76-E2D5-F0C6-CC00-5880383BC14C}"/>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DFAFDA5C-8453-ABF8-2E21-B8F3B3893375}"/>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3" name="Group 52">
              <a:extLst>
                <a:ext uri="{FF2B5EF4-FFF2-40B4-BE49-F238E27FC236}">
                  <a16:creationId xmlns:a16="http://schemas.microsoft.com/office/drawing/2014/main" id="{5559DE75-DECB-EA05-466B-FE79B56F53FB}"/>
                </a:ext>
              </a:extLst>
            </p:cNvPr>
            <p:cNvGrpSpPr/>
            <p:nvPr/>
          </p:nvGrpSpPr>
          <p:grpSpPr>
            <a:xfrm>
              <a:off x="1632325" y="663272"/>
              <a:ext cx="18819" cy="45720"/>
              <a:chOff x="1639649" y="1052940"/>
              <a:chExt cx="18819" cy="45720"/>
            </a:xfrm>
          </p:grpSpPr>
          <p:cxnSp>
            <p:nvCxnSpPr>
              <p:cNvPr id="69" name="Straight Connector 68">
                <a:extLst>
                  <a:ext uri="{FF2B5EF4-FFF2-40B4-BE49-F238E27FC236}">
                    <a16:creationId xmlns:a16="http://schemas.microsoft.com/office/drawing/2014/main" id="{44EDB0FE-E7C0-CFF0-7242-B4DF69706143}"/>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AC7E8241-7800-6781-4248-9C0BC47BD7DA}"/>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41BD8890-98A0-104E-7F4B-FE7156BBA940}"/>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cxnSp>
          <p:nvCxnSpPr>
            <p:cNvPr id="54" name="Straight Connector 53">
              <a:extLst>
                <a:ext uri="{FF2B5EF4-FFF2-40B4-BE49-F238E27FC236}">
                  <a16:creationId xmlns:a16="http://schemas.microsoft.com/office/drawing/2014/main" id="{493F5383-A1D3-FE29-B2DC-CF75F0AC6416}"/>
                </a:ext>
              </a:extLst>
            </p:cNvPr>
            <p:cNvCxnSpPr>
              <a:cxnSpLocks/>
            </p:cNvCxnSpPr>
            <p:nvPr/>
          </p:nvCxnSpPr>
          <p:spPr>
            <a:xfrm flipV="1">
              <a:off x="1357047" y="830690"/>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3AE8A221-81E3-28D6-92B6-F200FC68A974}"/>
                </a:ext>
              </a:extLst>
            </p:cNvPr>
            <p:cNvCxnSpPr>
              <a:cxnSpLocks/>
            </p:cNvCxnSpPr>
            <p:nvPr/>
          </p:nvCxnSpPr>
          <p:spPr>
            <a:xfrm flipV="1">
              <a:off x="1418728" y="711235"/>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56" name="Freeform: Shape 55">
              <a:extLst>
                <a:ext uri="{FF2B5EF4-FFF2-40B4-BE49-F238E27FC236}">
                  <a16:creationId xmlns:a16="http://schemas.microsoft.com/office/drawing/2014/main" id="{B54CD8F8-4C66-E6B8-4D2A-B08D50EA1F48}"/>
                </a:ext>
              </a:extLst>
            </p:cNvPr>
            <p:cNvSpPr/>
            <p:nvPr/>
          </p:nvSpPr>
          <p:spPr>
            <a:xfrm>
              <a:off x="1357308"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7" name="Freeform: Shape 56">
              <a:extLst>
                <a:ext uri="{FF2B5EF4-FFF2-40B4-BE49-F238E27FC236}">
                  <a16:creationId xmlns:a16="http://schemas.microsoft.com/office/drawing/2014/main" id="{A56A1CB5-D01F-2FD8-583E-C7BA03FEADC1}"/>
                </a:ext>
              </a:extLst>
            </p:cNvPr>
            <p:cNvSpPr/>
            <p:nvPr/>
          </p:nvSpPr>
          <p:spPr>
            <a:xfrm>
              <a:off x="1643612"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58" name="Group 57">
              <a:extLst>
                <a:ext uri="{FF2B5EF4-FFF2-40B4-BE49-F238E27FC236}">
                  <a16:creationId xmlns:a16="http://schemas.microsoft.com/office/drawing/2014/main" id="{8FE79964-89CF-1B06-D071-CFEB19CA674F}"/>
                </a:ext>
              </a:extLst>
            </p:cNvPr>
            <p:cNvGrpSpPr/>
            <p:nvPr/>
          </p:nvGrpSpPr>
          <p:grpSpPr>
            <a:xfrm flipH="1">
              <a:off x="1511479" y="762715"/>
              <a:ext cx="53435" cy="145529"/>
              <a:chOff x="1640890" y="915718"/>
              <a:chExt cx="0" cy="199245"/>
            </a:xfrm>
          </p:grpSpPr>
          <p:cxnSp>
            <p:nvCxnSpPr>
              <p:cNvPr id="67" name="Straight Connector 66">
                <a:extLst>
                  <a:ext uri="{FF2B5EF4-FFF2-40B4-BE49-F238E27FC236}">
                    <a16:creationId xmlns:a16="http://schemas.microsoft.com/office/drawing/2014/main" id="{3F98E599-68B3-FE24-2AB8-8EC2A0269AFF}"/>
                  </a:ext>
                </a:extLst>
              </p:cNvPr>
              <p:cNvCxnSpPr>
                <a:cxnSpLocks/>
              </p:cNvCxnSpPr>
              <p:nvPr/>
            </p:nvCxnSpPr>
            <p:spPr>
              <a:xfrm>
                <a:off x="1640890" y="915718"/>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717E5B91-AAC3-3400-0BB1-695B59EE064F}"/>
                  </a:ext>
                </a:extLst>
              </p:cNvPr>
              <p:cNvCxnSpPr>
                <a:cxnSpLocks/>
              </p:cNvCxnSpPr>
              <p:nvPr/>
            </p:nvCxnSpPr>
            <p:spPr>
              <a:xfrm>
                <a:off x="164089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grpSp>
          <p:nvGrpSpPr>
            <p:cNvPr id="59" name="Group 58">
              <a:extLst>
                <a:ext uri="{FF2B5EF4-FFF2-40B4-BE49-F238E27FC236}">
                  <a16:creationId xmlns:a16="http://schemas.microsoft.com/office/drawing/2014/main" id="{DCE15EC4-CF56-2F14-2B8A-0A59320DD6FB}"/>
                </a:ext>
              </a:extLst>
            </p:cNvPr>
            <p:cNvGrpSpPr/>
            <p:nvPr/>
          </p:nvGrpSpPr>
          <p:grpSpPr>
            <a:xfrm>
              <a:off x="1470798" y="758412"/>
              <a:ext cx="53435" cy="150410"/>
              <a:chOff x="1475910" y="909035"/>
              <a:chExt cx="0" cy="205928"/>
            </a:xfrm>
          </p:grpSpPr>
          <p:cxnSp>
            <p:nvCxnSpPr>
              <p:cNvPr id="65" name="Straight Connector 64">
                <a:extLst>
                  <a:ext uri="{FF2B5EF4-FFF2-40B4-BE49-F238E27FC236}">
                    <a16:creationId xmlns:a16="http://schemas.microsoft.com/office/drawing/2014/main" id="{70FFCCA7-A978-8D25-0860-0AC3E4D55190}"/>
                  </a:ext>
                </a:extLst>
              </p:cNvPr>
              <p:cNvCxnSpPr>
                <a:cxnSpLocks/>
              </p:cNvCxnSpPr>
              <p:nvPr/>
            </p:nvCxnSpPr>
            <p:spPr>
              <a:xfrm>
                <a:off x="1475910" y="909035"/>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7F876FDB-52A5-39A9-BB0E-CCFD4053E31C}"/>
                  </a:ext>
                </a:extLst>
              </p:cNvPr>
              <p:cNvCxnSpPr>
                <a:cxnSpLocks/>
              </p:cNvCxnSpPr>
              <p:nvPr/>
            </p:nvCxnSpPr>
            <p:spPr>
              <a:xfrm>
                <a:off x="147591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60" name="Oval 59">
              <a:extLst>
                <a:ext uri="{FF2B5EF4-FFF2-40B4-BE49-F238E27FC236}">
                  <a16:creationId xmlns:a16="http://schemas.microsoft.com/office/drawing/2014/main" id="{77321096-C4CA-55D6-61A2-E72C457BB97E}"/>
                </a:ext>
              </a:extLst>
            </p:cNvPr>
            <p:cNvSpPr>
              <a:spLocks noChangeAspect="1"/>
            </p:cNvSpPr>
            <p:nvPr/>
          </p:nvSpPr>
          <p:spPr>
            <a:xfrm>
              <a:off x="1547151" y="1052005"/>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Isosceles Triangle 60">
              <a:extLst>
                <a:ext uri="{FF2B5EF4-FFF2-40B4-BE49-F238E27FC236}">
                  <a16:creationId xmlns:a16="http://schemas.microsoft.com/office/drawing/2014/main" id="{DFCB3FC4-C35A-E01C-89CB-FA5CCEBA0D30}"/>
                </a:ext>
              </a:extLst>
            </p:cNvPr>
            <p:cNvSpPr/>
            <p:nvPr/>
          </p:nvSpPr>
          <p:spPr>
            <a:xfrm flipV="1">
              <a:off x="1426547" y="905177"/>
              <a:ext cx="182880" cy="127249"/>
            </a:xfrm>
            <a:prstGeom prst="triangl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2" name="Oval 61">
              <a:extLst>
                <a:ext uri="{FF2B5EF4-FFF2-40B4-BE49-F238E27FC236}">
                  <a16:creationId xmlns:a16="http://schemas.microsoft.com/office/drawing/2014/main" id="{9E81A959-4AA9-1B1D-95BF-8141A72F72B6}"/>
                </a:ext>
              </a:extLst>
            </p:cNvPr>
            <p:cNvSpPr>
              <a:spLocks noChangeAspect="1"/>
            </p:cNvSpPr>
            <p:nvPr/>
          </p:nvSpPr>
          <p:spPr>
            <a:xfrm>
              <a:off x="1459682" y="1051011"/>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3" name="Straight Connector 62">
              <a:extLst>
                <a:ext uri="{FF2B5EF4-FFF2-40B4-BE49-F238E27FC236}">
                  <a16:creationId xmlns:a16="http://schemas.microsoft.com/office/drawing/2014/main" id="{0209114C-658E-1486-D91E-0C7C5DE5397C}"/>
                </a:ext>
              </a:extLst>
            </p:cNvPr>
            <p:cNvCxnSpPr>
              <a:cxnSpLocks/>
            </p:cNvCxnSpPr>
            <p:nvPr/>
          </p:nvCxnSpPr>
          <p:spPr>
            <a:xfrm>
              <a:off x="1478305" y="980105"/>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1CFFEC1B-40CF-8B5C-9D09-41D6CFF648EC}"/>
                </a:ext>
              </a:extLst>
            </p:cNvPr>
            <p:cNvCxnSpPr>
              <a:cxnSpLocks/>
            </p:cNvCxnSpPr>
            <p:nvPr/>
          </p:nvCxnSpPr>
          <p:spPr>
            <a:xfrm>
              <a:off x="1561811" y="979348"/>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96" name="TextBox 95">
            <a:extLst>
              <a:ext uri="{FF2B5EF4-FFF2-40B4-BE49-F238E27FC236}">
                <a16:creationId xmlns:a16="http://schemas.microsoft.com/office/drawing/2014/main" id="{D196C7F0-F044-A5B7-990D-885B2A93A0F7}"/>
              </a:ext>
            </a:extLst>
          </p:cNvPr>
          <p:cNvSpPr txBox="1"/>
          <p:nvPr/>
        </p:nvSpPr>
        <p:spPr>
          <a:xfrm>
            <a:off x="1954862" y="715458"/>
            <a:ext cx="2130098" cy="217863"/>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Molecular-electrical transduction</a:t>
            </a:r>
          </a:p>
        </p:txBody>
      </p:sp>
      <p:sp>
        <p:nvSpPr>
          <p:cNvPr id="120" name="TextBox 119">
            <a:extLst>
              <a:ext uri="{FF2B5EF4-FFF2-40B4-BE49-F238E27FC236}">
                <a16:creationId xmlns:a16="http://schemas.microsoft.com/office/drawing/2014/main" id="{AA169EAC-0EB5-C4B1-D0C3-BE411FA6331E}"/>
              </a:ext>
            </a:extLst>
          </p:cNvPr>
          <p:cNvSpPr txBox="1"/>
          <p:nvPr/>
        </p:nvSpPr>
        <p:spPr>
          <a:xfrm>
            <a:off x="-41076" y="2103158"/>
            <a:ext cx="1192955"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MICROFLUIDIC</a:t>
            </a:r>
            <a:endPar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endParaRPr>
          </a:p>
        </p:txBody>
      </p:sp>
      <p:sp>
        <p:nvSpPr>
          <p:cNvPr id="121" name="TextBox 120">
            <a:extLst>
              <a:ext uri="{FF2B5EF4-FFF2-40B4-BE49-F238E27FC236}">
                <a16:creationId xmlns:a16="http://schemas.microsoft.com/office/drawing/2014/main" id="{B692EBE3-C930-57B0-3385-267E0AF1E476}"/>
              </a:ext>
            </a:extLst>
          </p:cNvPr>
          <p:cNvSpPr txBox="1"/>
          <p:nvPr/>
        </p:nvSpPr>
        <p:spPr>
          <a:xfrm>
            <a:off x="-28037" y="2400654"/>
            <a:ext cx="148088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FIR-shaped channels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in-channel reactions</a:t>
            </a:r>
          </a:p>
        </p:txBody>
      </p:sp>
      <p:grpSp>
        <p:nvGrpSpPr>
          <p:cNvPr id="122" name="Group 121">
            <a:extLst>
              <a:ext uri="{FF2B5EF4-FFF2-40B4-BE49-F238E27FC236}">
                <a16:creationId xmlns:a16="http://schemas.microsoft.com/office/drawing/2014/main" id="{D77742C0-C80A-4249-090D-360469714984}"/>
              </a:ext>
            </a:extLst>
          </p:cNvPr>
          <p:cNvGrpSpPr/>
          <p:nvPr/>
        </p:nvGrpSpPr>
        <p:grpSpPr>
          <a:xfrm>
            <a:off x="2055272" y="2952382"/>
            <a:ext cx="1482051" cy="417106"/>
            <a:chOff x="902563" y="1366361"/>
            <a:chExt cx="896594" cy="252336"/>
          </a:xfrm>
        </p:grpSpPr>
        <p:sp>
          <p:nvSpPr>
            <p:cNvPr id="123" name="Cylinder 122">
              <a:extLst>
                <a:ext uri="{FF2B5EF4-FFF2-40B4-BE49-F238E27FC236}">
                  <a16:creationId xmlns:a16="http://schemas.microsoft.com/office/drawing/2014/main" id="{EDC843FC-30E7-52AD-E05C-4DA07EAA3AA5}"/>
                </a:ext>
              </a:extLst>
            </p:cNvPr>
            <p:cNvSpPr/>
            <p:nvPr/>
          </p:nvSpPr>
          <p:spPr>
            <a:xfrm rot="5400000">
              <a:off x="1224692" y="1044232"/>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4" name="Oval 123">
              <a:extLst>
                <a:ext uri="{FF2B5EF4-FFF2-40B4-BE49-F238E27FC236}">
                  <a16:creationId xmlns:a16="http://schemas.microsoft.com/office/drawing/2014/main" id="{2A4CE93E-AA8A-34DB-975A-ACD00D988D7C}"/>
                </a:ext>
              </a:extLst>
            </p:cNvPr>
            <p:cNvSpPr>
              <a:spLocks noChangeAspect="1"/>
            </p:cNvSpPr>
            <p:nvPr/>
          </p:nvSpPr>
          <p:spPr>
            <a:xfrm>
              <a:off x="987864" y="1421561"/>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5" name="Oval 124">
              <a:extLst>
                <a:ext uri="{FF2B5EF4-FFF2-40B4-BE49-F238E27FC236}">
                  <a16:creationId xmlns:a16="http://schemas.microsoft.com/office/drawing/2014/main" id="{D4D4B906-C4B4-2947-728D-31363CBCDF55}"/>
                </a:ext>
              </a:extLst>
            </p:cNvPr>
            <p:cNvSpPr>
              <a:spLocks noChangeAspect="1"/>
            </p:cNvSpPr>
            <p:nvPr/>
          </p:nvSpPr>
          <p:spPr>
            <a:xfrm>
              <a:off x="987864" y="14986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6" name="Oval 125">
              <a:extLst>
                <a:ext uri="{FF2B5EF4-FFF2-40B4-BE49-F238E27FC236}">
                  <a16:creationId xmlns:a16="http://schemas.microsoft.com/office/drawing/2014/main" id="{170D0AB3-4EF0-81D5-E503-6893EB8A22BC}"/>
                </a:ext>
              </a:extLst>
            </p:cNvPr>
            <p:cNvSpPr>
              <a:spLocks noChangeAspect="1"/>
            </p:cNvSpPr>
            <p:nvPr/>
          </p:nvSpPr>
          <p:spPr>
            <a:xfrm>
              <a:off x="952163" y="14605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7" name="Oval 126">
              <a:extLst>
                <a:ext uri="{FF2B5EF4-FFF2-40B4-BE49-F238E27FC236}">
                  <a16:creationId xmlns:a16="http://schemas.microsoft.com/office/drawing/2014/main" id="{A3DB8A1E-14DD-6F24-1FD4-BFFFF1FC8AB3}"/>
                </a:ext>
              </a:extLst>
            </p:cNvPr>
            <p:cNvSpPr>
              <a:spLocks noChangeAspect="1"/>
            </p:cNvSpPr>
            <p:nvPr/>
          </p:nvSpPr>
          <p:spPr>
            <a:xfrm>
              <a:off x="958349" y="15538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8" name="Oval 127">
              <a:extLst>
                <a:ext uri="{FF2B5EF4-FFF2-40B4-BE49-F238E27FC236}">
                  <a16:creationId xmlns:a16="http://schemas.microsoft.com/office/drawing/2014/main" id="{FDCC7CCB-27F6-9C5B-88F5-5C61DE8D295F}"/>
                </a:ext>
              </a:extLst>
            </p:cNvPr>
            <p:cNvSpPr>
              <a:spLocks noChangeAspect="1"/>
            </p:cNvSpPr>
            <p:nvPr/>
          </p:nvSpPr>
          <p:spPr>
            <a:xfrm>
              <a:off x="1068946" y="1459256"/>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9" name="Oval 128">
              <a:extLst>
                <a:ext uri="{FF2B5EF4-FFF2-40B4-BE49-F238E27FC236}">
                  <a16:creationId xmlns:a16="http://schemas.microsoft.com/office/drawing/2014/main" id="{91B56C8D-A568-04A8-7C65-9CC75E98A5FA}"/>
                </a:ext>
              </a:extLst>
            </p:cNvPr>
            <p:cNvSpPr>
              <a:spLocks noChangeAspect="1"/>
            </p:cNvSpPr>
            <p:nvPr/>
          </p:nvSpPr>
          <p:spPr>
            <a:xfrm>
              <a:off x="1057404" y="1522575"/>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0" name="Oval 129">
              <a:extLst>
                <a:ext uri="{FF2B5EF4-FFF2-40B4-BE49-F238E27FC236}">
                  <a16:creationId xmlns:a16="http://schemas.microsoft.com/office/drawing/2014/main" id="{6ABC61C6-0638-E9E4-E656-99D2AAFF8A2D}"/>
                </a:ext>
              </a:extLst>
            </p:cNvPr>
            <p:cNvSpPr>
              <a:spLocks noChangeAspect="1"/>
            </p:cNvSpPr>
            <p:nvPr/>
          </p:nvSpPr>
          <p:spPr>
            <a:xfrm>
              <a:off x="1152176" y="1480419"/>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31" name="Straight Arrow Connector 130">
              <a:extLst>
                <a:ext uri="{FF2B5EF4-FFF2-40B4-BE49-F238E27FC236}">
                  <a16:creationId xmlns:a16="http://schemas.microsoft.com/office/drawing/2014/main" id="{238E3FAF-DEBC-4661-0F7E-342B9526701F}"/>
                </a:ext>
              </a:extLst>
            </p:cNvPr>
            <p:cNvCxnSpPr/>
            <p:nvPr/>
          </p:nvCxnSpPr>
          <p:spPr>
            <a:xfrm>
              <a:off x="1470423" y="1492807"/>
              <a:ext cx="18288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6D6F944C-85B3-5BE0-5264-3505B2ABA00E}"/>
                </a:ext>
              </a:extLst>
            </p:cNvPr>
            <p:cNvCxnSpPr/>
            <p:nvPr/>
          </p:nvCxnSpPr>
          <p:spPr>
            <a:xfrm>
              <a:off x="1470423" y="1421561"/>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22B1A042-9982-8F76-6D29-A4B204D40D0E}"/>
                </a:ext>
              </a:extLst>
            </p:cNvPr>
            <p:cNvCxnSpPr/>
            <p:nvPr/>
          </p:nvCxnSpPr>
          <p:spPr>
            <a:xfrm>
              <a:off x="1470423" y="1564803"/>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p:grpSp>
        <p:nvGrpSpPr>
          <p:cNvPr id="134" name="Group 133">
            <a:extLst>
              <a:ext uri="{FF2B5EF4-FFF2-40B4-BE49-F238E27FC236}">
                <a16:creationId xmlns:a16="http://schemas.microsoft.com/office/drawing/2014/main" id="{018D08A0-9BBF-585D-D0EA-8370953C3D82}"/>
              </a:ext>
            </a:extLst>
          </p:cNvPr>
          <p:cNvGrpSpPr/>
          <p:nvPr/>
        </p:nvGrpSpPr>
        <p:grpSpPr>
          <a:xfrm>
            <a:off x="1824994" y="2132544"/>
            <a:ext cx="2380426" cy="674688"/>
            <a:chOff x="43766" y="2027777"/>
            <a:chExt cx="1440082" cy="408165"/>
          </a:xfrm>
        </p:grpSpPr>
        <p:sp>
          <p:nvSpPr>
            <p:cNvPr id="135" name="TextBox 134">
              <a:extLst>
                <a:ext uri="{FF2B5EF4-FFF2-40B4-BE49-F238E27FC236}">
                  <a16:creationId xmlns:a16="http://schemas.microsoft.com/office/drawing/2014/main" id="{E9DC35FA-5D53-F4C7-5C03-EC8E1BA3CF75}"/>
                </a:ext>
              </a:extLst>
            </p:cNvPr>
            <p:cNvSpPr txBox="1"/>
            <p:nvPr/>
          </p:nvSpPr>
          <p:spPr>
            <a:xfrm>
              <a:off x="43766" y="2027777"/>
              <a:ext cx="1237244"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 concentration pulses</a:t>
              </a:r>
            </a:p>
          </p:txBody>
        </p:sp>
        <p:sp>
          <p:nvSpPr>
            <p:cNvPr id="136" name="TextBox 135">
              <a:extLst>
                <a:ext uri="{FF2B5EF4-FFF2-40B4-BE49-F238E27FC236}">
                  <a16:creationId xmlns:a16="http://schemas.microsoft.com/office/drawing/2014/main" id="{9C345CA8-CCE3-CBD5-5992-CAECF23112B5}"/>
                </a:ext>
              </a:extLst>
            </p:cNvPr>
            <p:cNvSpPr txBox="1"/>
            <p:nvPr/>
          </p:nvSpPr>
          <p:spPr>
            <a:xfrm>
              <a:off x="50753" y="2145876"/>
              <a:ext cx="1433095"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Signalling molecules are injected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into a laminar-flow channel</a:t>
              </a:r>
            </a:p>
          </p:txBody>
        </p:sp>
      </p:grpSp>
      <p:cxnSp>
        <p:nvCxnSpPr>
          <p:cNvPr id="161" name="Straight Connector 160">
            <a:extLst>
              <a:ext uri="{FF2B5EF4-FFF2-40B4-BE49-F238E27FC236}">
                <a16:creationId xmlns:a16="http://schemas.microsoft.com/office/drawing/2014/main" id="{A95586A3-664E-899A-3631-20B23E86D4B3}"/>
              </a:ext>
            </a:extLst>
          </p:cNvPr>
          <p:cNvCxnSpPr>
            <a:cxnSpLocks/>
          </p:cNvCxnSpPr>
          <p:nvPr/>
        </p:nvCxnSpPr>
        <p:spPr>
          <a:xfrm flipV="1">
            <a:off x="39817" y="3601774"/>
            <a:ext cx="12152183" cy="442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62" name="TextBox 161">
            <a:extLst>
              <a:ext uri="{FF2B5EF4-FFF2-40B4-BE49-F238E27FC236}">
                <a16:creationId xmlns:a16="http://schemas.microsoft.com/office/drawing/2014/main" id="{B6D027CB-0D1A-E9A2-EDFD-BF0E9BDC4866}"/>
              </a:ext>
            </a:extLst>
          </p:cNvPr>
          <p:cNvSpPr txBox="1"/>
          <p:nvPr/>
        </p:nvSpPr>
        <p:spPr>
          <a:xfrm>
            <a:off x="-41076" y="3608440"/>
            <a:ext cx="94448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CHEMICAL</a:t>
            </a:r>
          </a:p>
        </p:txBody>
      </p:sp>
      <p:sp>
        <p:nvSpPr>
          <p:cNvPr id="163" name="TextBox 162">
            <a:extLst>
              <a:ext uri="{FF2B5EF4-FFF2-40B4-BE49-F238E27FC236}">
                <a16:creationId xmlns:a16="http://schemas.microsoft.com/office/drawing/2014/main" id="{5128FC95-5866-1EB6-56F8-20EF7D1C622E}"/>
              </a:ext>
            </a:extLst>
          </p:cNvPr>
          <p:cNvSpPr txBox="1"/>
          <p:nvPr/>
        </p:nvSpPr>
        <p:spPr>
          <a:xfrm>
            <a:off x="45294" y="3885572"/>
            <a:ext cx="127890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Reaction Networks</a:t>
            </a:r>
          </a:p>
        </p:txBody>
      </p:sp>
      <p:sp>
        <p:nvSpPr>
          <p:cNvPr id="164" name="TextBox 163">
            <a:extLst>
              <a:ext uri="{FF2B5EF4-FFF2-40B4-BE49-F238E27FC236}">
                <a16:creationId xmlns:a16="http://schemas.microsoft.com/office/drawing/2014/main" id="{D88AE282-0D18-1B9B-0510-58123D93ABE4}"/>
              </a:ext>
            </a:extLst>
          </p:cNvPr>
          <p:cNvSpPr txBox="1"/>
          <p:nvPr/>
        </p:nvSpPr>
        <p:spPr>
          <a:xfrm>
            <a:off x="26946" y="2760680"/>
            <a:ext cx="1481154"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Geometry of microfluidic pipes sets the weights, chemistry sets non-linearity</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cxnSp>
        <p:nvCxnSpPr>
          <p:cNvPr id="165" name="Straight Connector 164">
            <a:extLst>
              <a:ext uri="{FF2B5EF4-FFF2-40B4-BE49-F238E27FC236}">
                <a16:creationId xmlns:a16="http://schemas.microsoft.com/office/drawing/2014/main" id="{10BEAB44-2858-B6AD-F544-6282A20E8533}"/>
              </a:ext>
            </a:extLst>
          </p:cNvPr>
          <p:cNvCxnSpPr>
            <a:cxnSpLocks/>
          </p:cNvCxnSpPr>
          <p:nvPr/>
        </p:nvCxnSpPr>
        <p:spPr>
          <a:xfrm flipV="1">
            <a:off x="29018" y="5237265"/>
            <a:ext cx="7117256" cy="1927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pic>
        <p:nvPicPr>
          <p:cNvPr id="166" name="Graphic 165" descr="Germ outline">
            <a:extLst>
              <a:ext uri="{FF2B5EF4-FFF2-40B4-BE49-F238E27FC236}">
                <a16:creationId xmlns:a16="http://schemas.microsoft.com/office/drawing/2014/main" id="{489192C1-77A1-82B5-0925-9EF1B382D25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9911" y="4458473"/>
            <a:ext cx="375261" cy="375261"/>
          </a:xfrm>
          <a:prstGeom prst="rect">
            <a:avLst/>
          </a:prstGeom>
        </p:spPr>
      </p:pic>
      <p:pic>
        <p:nvPicPr>
          <p:cNvPr id="167" name="Graphic 166" descr="Germ outline">
            <a:extLst>
              <a:ext uri="{FF2B5EF4-FFF2-40B4-BE49-F238E27FC236}">
                <a16:creationId xmlns:a16="http://schemas.microsoft.com/office/drawing/2014/main" id="{6CB2B9B9-D30C-5670-21ED-90E5A13E8CE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246808">
            <a:off x="3395135" y="4379803"/>
            <a:ext cx="273249" cy="273249"/>
          </a:xfrm>
          <a:prstGeom prst="rect">
            <a:avLst/>
          </a:prstGeom>
        </p:spPr>
      </p:pic>
      <p:pic>
        <p:nvPicPr>
          <p:cNvPr id="168" name="Graphic 167" descr="Germ outline">
            <a:extLst>
              <a:ext uri="{FF2B5EF4-FFF2-40B4-BE49-F238E27FC236}">
                <a16:creationId xmlns:a16="http://schemas.microsoft.com/office/drawing/2014/main" id="{E78FB8FC-4AA3-8012-EE9D-058C1E36D2D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600580">
            <a:off x="3405942" y="4656702"/>
            <a:ext cx="173113" cy="173113"/>
          </a:xfrm>
          <a:prstGeom prst="rect">
            <a:avLst/>
          </a:prstGeom>
        </p:spPr>
      </p:pic>
      <p:sp>
        <p:nvSpPr>
          <p:cNvPr id="180" name="TextBox 179">
            <a:extLst>
              <a:ext uri="{FF2B5EF4-FFF2-40B4-BE49-F238E27FC236}">
                <a16:creationId xmlns:a16="http://schemas.microsoft.com/office/drawing/2014/main" id="{2CAFAAA1-545A-F5A4-E1F5-DB288587B877}"/>
              </a:ext>
            </a:extLst>
          </p:cNvPr>
          <p:cNvSpPr txBox="1"/>
          <p:nvPr/>
        </p:nvSpPr>
        <p:spPr>
          <a:xfrm>
            <a:off x="-41076" y="5301377"/>
            <a:ext cx="1181734"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GB" sz="1000" b="1" i="0" u="none" strike="noStrike" kern="1200" cap="none" spc="0" normalizeH="0" baseline="0" noProof="0" dirty="0">
                <a:ln>
                  <a:noFill/>
                </a:ln>
                <a:solidFill>
                  <a:prstClr val="black"/>
                </a:solidFill>
                <a:effectLst/>
                <a:uLnTx/>
                <a:uFillTx/>
                <a:latin typeface="Arial Nova" panose="020F0502020204030204" pitchFamily="34" charset="0"/>
                <a:ea typeface="+mn-ea"/>
                <a:cs typeface="Arial" panose="020B0604020202020204" pitchFamily="34" charset="0"/>
              </a:rPr>
              <a:t>CELLULAR / WET</a:t>
            </a:r>
          </a:p>
        </p:txBody>
      </p:sp>
      <p:sp>
        <p:nvSpPr>
          <p:cNvPr id="184" name="Rectangle: Rounded Corners 183">
            <a:extLst>
              <a:ext uri="{FF2B5EF4-FFF2-40B4-BE49-F238E27FC236}">
                <a16:creationId xmlns:a16="http://schemas.microsoft.com/office/drawing/2014/main" id="{D1FEB1AD-6BFF-DA67-3208-F37B39BB1C69}"/>
              </a:ext>
            </a:extLst>
          </p:cNvPr>
          <p:cNvSpPr/>
          <p:nvPr/>
        </p:nvSpPr>
        <p:spPr>
          <a:xfrm>
            <a:off x="1882979" y="5320556"/>
            <a:ext cx="2432087"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185" name="Graphic 184" descr="Germ outline">
            <a:extLst>
              <a:ext uri="{FF2B5EF4-FFF2-40B4-BE49-F238E27FC236}">
                <a16:creationId xmlns:a16="http://schemas.microsoft.com/office/drawing/2014/main" id="{9FF138F9-DECA-B6C4-E554-ED29020B4AC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94897" y="5949342"/>
            <a:ext cx="645204" cy="645204"/>
          </a:xfrm>
          <a:prstGeom prst="rect">
            <a:avLst/>
          </a:prstGeom>
        </p:spPr>
      </p:pic>
      <p:sp>
        <p:nvSpPr>
          <p:cNvPr id="186" name="Oval 185">
            <a:extLst>
              <a:ext uri="{FF2B5EF4-FFF2-40B4-BE49-F238E27FC236}">
                <a16:creationId xmlns:a16="http://schemas.microsoft.com/office/drawing/2014/main" id="{50EB3469-E31B-DCAE-80B0-FA6AF160205C}"/>
              </a:ext>
            </a:extLst>
          </p:cNvPr>
          <p:cNvSpPr>
            <a:spLocks noChangeAspect="1"/>
          </p:cNvSpPr>
          <p:nvPr/>
        </p:nvSpPr>
        <p:spPr>
          <a:xfrm>
            <a:off x="2042089" y="6359831"/>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7" name="Oval 186">
            <a:extLst>
              <a:ext uri="{FF2B5EF4-FFF2-40B4-BE49-F238E27FC236}">
                <a16:creationId xmlns:a16="http://schemas.microsoft.com/office/drawing/2014/main" id="{B016A497-3792-0820-7825-21C7DE394E04}"/>
              </a:ext>
            </a:extLst>
          </p:cNvPr>
          <p:cNvSpPr>
            <a:spLocks noChangeAspect="1"/>
          </p:cNvSpPr>
          <p:nvPr/>
        </p:nvSpPr>
        <p:spPr>
          <a:xfrm>
            <a:off x="2491286" y="646028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8" name="Oval 187">
            <a:extLst>
              <a:ext uri="{FF2B5EF4-FFF2-40B4-BE49-F238E27FC236}">
                <a16:creationId xmlns:a16="http://schemas.microsoft.com/office/drawing/2014/main" id="{56A2DE76-A31F-2123-AFB7-49F61A4E0658}"/>
              </a:ext>
            </a:extLst>
          </p:cNvPr>
          <p:cNvSpPr>
            <a:spLocks noChangeAspect="1"/>
          </p:cNvSpPr>
          <p:nvPr/>
        </p:nvSpPr>
        <p:spPr>
          <a:xfrm>
            <a:off x="2098841" y="651451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9" name="Oval 188">
            <a:extLst>
              <a:ext uri="{FF2B5EF4-FFF2-40B4-BE49-F238E27FC236}">
                <a16:creationId xmlns:a16="http://schemas.microsoft.com/office/drawing/2014/main" id="{B3BC298C-4E15-2E46-978B-9A6B0B784FAD}"/>
              </a:ext>
            </a:extLst>
          </p:cNvPr>
          <p:cNvSpPr>
            <a:spLocks noChangeAspect="1"/>
          </p:cNvSpPr>
          <p:nvPr/>
        </p:nvSpPr>
        <p:spPr>
          <a:xfrm>
            <a:off x="2590351"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0" name="Oval 189">
            <a:extLst>
              <a:ext uri="{FF2B5EF4-FFF2-40B4-BE49-F238E27FC236}">
                <a16:creationId xmlns:a16="http://schemas.microsoft.com/office/drawing/2014/main" id="{52975283-FCBA-A2C6-48B0-9293074FBECD}"/>
              </a:ext>
            </a:extLst>
          </p:cNvPr>
          <p:cNvSpPr>
            <a:spLocks noChangeAspect="1"/>
          </p:cNvSpPr>
          <p:nvPr/>
        </p:nvSpPr>
        <p:spPr>
          <a:xfrm>
            <a:off x="2245214"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1" name="Oval 190">
            <a:extLst>
              <a:ext uri="{FF2B5EF4-FFF2-40B4-BE49-F238E27FC236}">
                <a16:creationId xmlns:a16="http://schemas.microsoft.com/office/drawing/2014/main" id="{BB050978-A4C2-EB0F-568E-EA889BC45F7A}"/>
              </a:ext>
            </a:extLst>
          </p:cNvPr>
          <p:cNvSpPr>
            <a:spLocks noChangeAspect="1"/>
          </p:cNvSpPr>
          <p:nvPr/>
        </p:nvSpPr>
        <p:spPr>
          <a:xfrm>
            <a:off x="2190990" y="627484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2" name="Oval 191">
            <a:extLst>
              <a:ext uri="{FF2B5EF4-FFF2-40B4-BE49-F238E27FC236}">
                <a16:creationId xmlns:a16="http://schemas.microsoft.com/office/drawing/2014/main" id="{3FB89A21-CA44-37A3-4BA3-37CAAEF6B692}"/>
              </a:ext>
            </a:extLst>
          </p:cNvPr>
          <p:cNvSpPr>
            <a:spLocks noChangeAspect="1"/>
          </p:cNvSpPr>
          <p:nvPr/>
        </p:nvSpPr>
        <p:spPr>
          <a:xfrm>
            <a:off x="2697661"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93" name="Group 192">
            <a:extLst>
              <a:ext uri="{FF2B5EF4-FFF2-40B4-BE49-F238E27FC236}">
                <a16:creationId xmlns:a16="http://schemas.microsoft.com/office/drawing/2014/main" id="{20EA8096-1A69-0456-0289-445A8C2B9F0C}"/>
              </a:ext>
            </a:extLst>
          </p:cNvPr>
          <p:cNvGrpSpPr/>
          <p:nvPr/>
        </p:nvGrpSpPr>
        <p:grpSpPr>
          <a:xfrm>
            <a:off x="1845762" y="5295846"/>
            <a:ext cx="1885791" cy="674688"/>
            <a:chOff x="43766" y="2027777"/>
            <a:chExt cx="1140844" cy="408165"/>
          </a:xfrm>
        </p:grpSpPr>
        <p:sp>
          <p:nvSpPr>
            <p:cNvPr id="194" name="TextBox 193">
              <a:extLst>
                <a:ext uri="{FF2B5EF4-FFF2-40B4-BE49-F238E27FC236}">
                  <a16:creationId xmlns:a16="http://schemas.microsoft.com/office/drawing/2014/main" id="{B79ED1BC-DB84-8E58-92C5-30467625E6D7}"/>
                </a:ext>
              </a:extLst>
            </p:cNvPr>
            <p:cNvSpPr txBox="1"/>
            <p:nvPr/>
          </p:nvSpPr>
          <p:spPr>
            <a:xfrm>
              <a:off x="43766" y="2027777"/>
              <a:ext cx="763998"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 inducers</a:t>
              </a:r>
            </a:p>
          </p:txBody>
        </p:sp>
        <p:sp>
          <p:nvSpPr>
            <p:cNvPr id="195" name="TextBox 194">
              <a:extLst>
                <a:ext uri="{FF2B5EF4-FFF2-40B4-BE49-F238E27FC236}">
                  <a16:creationId xmlns:a16="http://schemas.microsoft.com/office/drawing/2014/main" id="{9DC1021B-8984-14DD-F6E0-1A4E1845F0F3}"/>
                </a:ext>
              </a:extLst>
            </p:cNvPr>
            <p:cNvSpPr txBox="1"/>
            <p:nvPr/>
          </p:nvSpPr>
          <p:spPr>
            <a:xfrm>
              <a:off x="50754" y="2145876"/>
              <a:ext cx="1133856"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Chemical inducers activate bacteria to release signalling molecules</a:t>
              </a:r>
            </a:p>
          </p:txBody>
        </p:sp>
      </p:grpSp>
      <p:sp>
        <p:nvSpPr>
          <p:cNvPr id="237" name="TextBox 236">
            <a:extLst>
              <a:ext uri="{FF2B5EF4-FFF2-40B4-BE49-F238E27FC236}">
                <a16:creationId xmlns:a16="http://schemas.microsoft.com/office/drawing/2014/main" id="{1FDF869D-9B04-0CA1-818B-DEA80BE14DD5}"/>
              </a:ext>
            </a:extLst>
          </p:cNvPr>
          <p:cNvSpPr txBox="1"/>
          <p:nvPr/>
        </p:nvSpPr>
        <p:spPr>
          <a:xfrm>
            <a:off x="26946" y="4344304"/>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lives in stoichiometry and reaction-rate ratios.</a:t>
            </a:r>
          </a:p>
        </p:txBody>
      </p:sp>
      <p:sp>
        <p:nvSpPr>
          <p:cNvPr id="238" name="TextBox 237">
            <a:extLst>
              <a:ext uri="{FF2B5EF4-FFF2-40B4-BE49-F238E27FC236}">
                <a16:creationId xmlns:a16="http://schemas.microsoft.com/office/drawing/2014/main" id="{D2BA30C5-6487-684F-6F35-1740C6880154}"/>
              </a:ext>
            </a:extLst>
          </p:cNvPr>
          <p:cNvSpPr txBox="1"/>
          <p:nvPr/>
        </p:nvSpPr>
        <p:spPr>
          <a:xfrm>
            <a:off x="26946" y="5603338"/>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embedded in living gene-regulatory networks.</a:t>
            </a:r>
          </a:p>
        </p:txBody>
      </p:sp>
      <p:sp>
        <p:nvSpPr>
          <p:cNvPr id="257" name="TextBox 256">
            <a:extLst>
              <a:ext uri="{FF2B5EF4-FFF2-40B4-BE49-F238E27FC236}">
                <a16:creationId xmlns:a16="http://schemas.microsoft.com/office/drawing/2014/main" id="{AC25FD2E-3C80-E660-5099-9284DFC7E06F}"/>
              </a:ext>
            </a:extLst>
          </p:cNvPr>
          <p:cNvSpPr txBox="1"/>
          <p:nvPr/>
        </p:nvSpPr>
        <p:spPr>
          <a:xfrm>
            <a:off x="3168980" y="1735704"/>
            <a:ext cx="643287"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bio</a:t>
            </a:r>
            <a:r>
              <a:rPr kumimoji="0" lang="de-DE"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-FET</a:t>
            </a: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58" name="Straight Arrow Connector 257">
            <a:extLst>
              <a:ext uri="{FF2B5EF4-FFF2-40B4-BE49-F238E27FC236}">
                <a16:creationId xmlns:a16="http://schemas.microsoft.com/office/drawing/2014/main" id="{C0FD47F2-7DA1-EE69-0A74-3F6DA1D8CD37}"/>
              </a:ext>
            </a:extLst>
          </p:cNvPr>
          <p:cNvCxnSpPr>
            <a:cxnSpLocks/>
          </p:cNvCxnSpPr>
          <p:nvPr/>
        </p:nvCxnSpPr>
        <p:spPr>
          <a:xfrm rot="2220000">
            <a:off x="3227852" y="1608805"/>
            <a:ext cx="262771" cy="98027"/>
          </a:xfrm>
          <a:prstGeom prst="straightConnector1">
            <a:avLst/>
          </a:prstGeom>
          <a:ln w="6350">
            <a:solidFill>
              <a:schemeClr val="bg1">
                <a:lumMod val="50000"/>
              </a:schemeClr>
            </a:solidFill>
            <a:tailEnd type="triangle" w="sm" len="sm"/>
          </a:ln>
        </p:spPr>
        <p:style>
          <a:lnRef idx="2">
            <a:schemeClr val="accent1"/>
          </a:lnRef>
          <a:fillRef idx="0">
            <a:schemeClr val="accent1"/>
          </a:fillRef>
          <a:effectRef idx="1">
            <a:schemeClr val="accent1"/>
          </a:effectRef>
          <a:fontRef idx="minor">
            <a:schemeClr val="tx1"/>
          </a:fontRef>
        </p:style>
      </p:cxnSp>
      <p:sp>
        <p:nvSpPr>
          <p:cNvPr id="260" name="TextBox 259">
            <a:extLst>
              <a:ext uri="{FF2B5EF4-FFF2-40B4-BE49-F238E27FC236}">
                <a16:creationId xmlns:a16="http://schemas.microsoft.com/office/drawing/2014/main" id="{BD300BD3-6FFE-424B-489F-5E44E6E08260}"/>
              </a:ext>
            </a:extLst>
          </p:cNvPr>
          <p:cNvSpPr txBox="1"/>
          <p:nvPr/>
        </p:nvSpPr>
        <p:spPr>
          <a:xfrm>
            <a:off x="2962281" y="6427188"/>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bacteria</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1" name="TextBox 260">
            <a:extLst>
              <a:ext uri="{FF2B5EF4-FFF2-40B4-BE49-F238E27FC236}">
                <a16:creationId xmlns:a16="http://schemas.microsoft.com/office/drawing/2014/main" id="{BEA871BB-44E6-65A3-107C-6124502075EC}"/>
              </a:ext>
            </a:extLst>
          </p:cNvPr>
          <p:cNvSpPr txBox="1"/>
          <p:nvPr/>
        </p:nvSpPr>
        <p:spPr>
          <a:xfrm>
            <a:off x="1829066" y="6008245"/>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inducers</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2" name="Oval 261">
            <a:extLst>
              <a:ext uri="{FF2B5EF4-FFF2-40B4-BE49-F238E27FC236}">
                <a16:creationId xmlns:a16="http://schemas.microsoft.com/office/drawing/2014/main" id="{E045162A-B3DC-11CC-53BD-1245E3F051E8}"/>
              </a:ext>
            </a:extLst>
          </p:cNvPr>
          <p:cNvSpPr>
            <a:spLocks noChangeAspect="1"/>
          </p:cNvSpPr>
          <p:nvPr/>
        </p:nvSpPr>
        <p:spPr>
          <a:xfrm>
            <a:off x="3058856"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3" name="Oval 262">
            <a:extLst>
              <a:ext uri="{FF2B5EF4-FFF2-40B4-BE49-F238E27FC236}">
                <a16:creationId xmlns:a16="http://schemas.microsoft.com/office/drawing/2014/main" id="{82807C35-FF21-D1E4-A3E6-84C120D22009}"/>
              </a:ext>
            </a:extLst>
          </p:cNvPr>
          <p:cNvSpPr>
            <a:spLocks noChangeAspect="1"/>
          </p:cNvSpPr>
          <p:nvPr/>
        </p:nvSpPr>
        <p:spPr>
          <a:xfrm>
            <a:off x="3168588"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4" name="Oval 263">
            <a:extLst>
              <a:ext uri="{FF2B5EF4-FFF2-40B4-BE49-F238E27FC236}">
                <a16:creationId xmlns:a16="http://schemas.microsoft.com/office/drawing/2014/main" id="{4A928A1F-9A9C-CB88-82F3-E3631264FDEA}"/>
              </a:ext>
            </a:extLst>
          </p:cNvPr>
          <p:cNvSpPr>
            <a:spLocks noChangeAspect="1"/>
          </p:cNvSpPr>
          <p:nvPr/>
        </p:nvSpPr>
        <p:spPr>
          <a:xfrm>
            <a:off x="2349548"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5" name="Oval 264">
            <a:extLst>
              <a:ext uri="{FF2B5EF4-FFF2-40B4-BE49-F238E27FC236}">
                <a16:creationId xmlns:a16="http://schemas.microsoft.com/office/drawing/2014/main" id="{3CE90AE4-8F25-ED80-2840-F8D1AECBB0C6}"/>
              </a:ext>
            </a:extLst>
          </p:cNvPr>
          <p:cNvSpPr>
            <a:spLocks noChangeAspect="1"/>
          </p:cNvSpPr>
          <p:nvPr/>
        </p:nvSpPr>
        <p:spPr>
          <a:xfrm>
            <a:off x="2245510" y="6541626"/>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363276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rgbClr val="F2EADA">
                <a:alpha val="61000"/>
              </a:srgbClr>
            </a:gs>
            <a:gs pos="80000">
              <a:srgbClr val="DFCBA2">
                <a:alpha val="61000"/>
              </a:srgbClr>
            </a:gs>
            <a:gs pos="100000">
              <a:srgbClr val="E1CEA9">
                <a:alpha val="61000"/>
              </a:srgbClr>
            </a:gs>
          </a:gsLst>
          <a:lin ang="2700000" scaled="1"/>
        </a:gradFill>
        <a:effectLst/>
      </p:bgPr>
    </p:bg>
    <p:spTree>
      <p:nvGrpSpPr>
        <p:cNvPr id="1" name="">
          <a:extLst>
            <a:ext uri="{FF2B5EF4-FFF2-40B4-BE49-F238E27FC236}">
              <a16:creationId xmlns:a16="http://schemas.microsoft.com/office/drawing/2014/main" id="{34FFF1F4-DB74-B133-8787-C719F4E9561C}"/>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EDE0542B-D4C1-8D3A-3DBB-81360ACFD609}"/>
              </a:ext>
            </a:extLst>
          </p:cNvPr>
          <p:cNvSpPr/>
          <p:nvPr/>
        </p:nvSpPr>
        <p:spPr>
          <a:xfrm>
            <a:off x="1865524" y="3730283"/>
            <a:ext cx="2449543"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 name="Straight Connector 5">
            <a:extLst>
              <a:ext uri="{FF2B5EF4-FFF2-40B4-BE49-F238E27FC236}">
                <a16:creationId xmlns:a16="http://schemas.microsoft.com/office/drawing/2014/main" id="{25A9C587-1CF2-7BBD-C073-79D74EA6F5A7}"/>
              </a:ext>
            </a:extLst>
          </p:cNvPr>
          <p:cNvCxnSpPr>
            <a:cxnSpLocks/>
          </p:cNvCxnSpPr>
          <p:nvPr/>
        </p:nvCxnSpPr>
        <p:spPr>
          <a:xfrm flipH="1">
            <a:off x="1746380" y="14192"/>
            <a:ext cx="12495" cy="6801680"/>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1" name="Rectangle: Rounded Corners 10">
            <a:extLst>
              <a:ext uri="{FF2B5EF4-FFF2-40B4-BE49-F238E27FC236}">
                <a16:creationId xmlns:a16="http://schemas.microsoft.com/office/drawing/2014/main" id="{BFF76793-021C-E45B-F260-7838C5D8289F}"/>
              </a:ext>
            </a:extLst>
          </p:cNvPr>
          <p:cNvSpPr/>
          <p:nvPr/>
        </p:nvSpPr>
        <p:spPr>
          <a:xfrm>
            <a:off x="1877759" y="2141070"/>
            <a:ext cx="2447209"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2" name="Group 11">
            <a:extLst>
              <a:ext uri="{FF2B5EF4-FFF2-40B4-BE49-F238E27FC236}">
                <a16:creationId xmlns:a16="http://schemas.microsoft.com/office/drawing/2014/main" id="{314F2D55-06E1-5639-EE0B-0229076C2784}"/>
              </a:ext>
            </a:extLst>
          </p:cNvPr>
          <p:cNvGrpSpPr/>
          <p:nvPr/>
        </p:nvGrpSpPr>
        <p:grpSpPr>
          <a:xfrm>
            <a:off x="1808379" y="3694592"/>
            <a:ext cx="2506686" cy="674688"/>
            <a:chOff x="43766" y="2027777"/>
            <a:chExt cx="1516466" cy="408165"/>
          </a:xfrm>
        </p:grpSpPr>
        <p:sp>
          <p:nvSpPr>
            <p:cNvPr id="13" name="TextBox 12">
              <a:extLst>
                <a:ext uri="{FF2B5EF4-FFF2-40B4-BE49-F238E27FC236}">
                  <a16:creationId xmlns:a16="http://schemas.microsoft.com/office/drawing/2014/main" id="{4071B593-785A-20D1-AA0B-7BFD07984002}"/>
                </a:ext>
              </a:extLst>
            </p:cNvPr>
            <p:cNvSpPr txBox="1"/>
            <p:nvPr/>
          </p:nvSpPr>
          <p:spPr>
            <a:xfrm>
              <a:off x="43766" y="2027777"/>
              <a:ext cx="86388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Metabolites as inputs</a:t>
              </a:r>
            </a:p>
          </p:txBody>
        </p:sp>
        <p:sp>
          <p:nvSpPr>
            <p:cNvPr id="14" name="TextBox 13">
              <a:extLst>
                <a:ext uri="{FF2B5EF4-FFF2-40B4-BE49-F238E27FC236}">
                  <a16:creationId xmlns:a16="http://schemas.microsoft.com/office/drawing/2014/main" id="{0A95C49A-2E7D-A087-EA04-9458C33BA034}"/>
                </a:ext>
              </a:extLst>
            </p:cNvPr>
            <p:cNvSpPr txBox="1"/>
            <p:nvPr/>
          </p:nvSpPr>
          <p:spPr>
            <a:xfrm>
              <a:off x="50754" y="2145876"/>
              <a:ext cx="1509478"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Inputs are encoded in the concentration level of metabolites</a:t>
              </a:r>
            </a:p>
          </p:txBody>
        </p:sp>
      </p:grpSp>
      <p:sp>
        <p:nvSpPr>
          <p:cNvPr id="15" name="Rectangle: Rounded Corners 14">
            <a:extLst>
              <a:ext uri="{FF2B5EF4-FFF2-40B4-BE49-F238E27FC236}">
                <a16:creationId xmlns:a16="http://schemas.microsoft.com/office/drawing/2014/main" id="{C0BFF8D8-8131-035A-3EF2-D2478E70D350}"/>
              </a:ext>
            </a:extLst>
          </p:cNvPr>
          <p:cNvSpPr/>
          <p:nvPr/>
        </p:nvSpPr>
        <p:spPr>
          <a:xfrm>
            <a:off x="1878609" y="679688"/>
            <a:ext cx="246732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94E7ABDE-099D-C5E3-A927-0B5FD84C6D56}"/>
              </a:ext>
            </a:extLst>
          </p:cNvPr>
          <p:cNvSpPr txBox="1"/>
          <p:nvPr/>
        </p:nvSpPr>
        <p:spPr>
          <a:xfrm>
            <a:off x="-52323" y="275098"/>
            <a:ext cx="1756598"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Substrate ↓ ▪  Stage →</a:t>
            </a:r>
          </a:p>
        </p:txBody>
      </p:sp>
      <p:sp>
        <p:nvSpPr>
          <p:cNvPr id="17" name="TextBox 16">
            <a:extLst>
              <a:ext uri="{FF2B5EF4-FFF2-40B4-BE49-F238E27FC236}">
                <a16:creationId xmlns:a16="http://schemas.microsoft.com/office/drawing/2014/main" id="{AA57333E-47C5-6DDB-0F65-88998B3372D5}"/>
              </a:ext>
            </a:extLst>
          </p:cNvPr>
          <p:cNvSpPr txBox="1"/>
          <p:nvPr/>
        </p:nvSpPr>
        <p:spPr>
          <a:xfrm>
            <a:off x="2406406" y="36999"/>
            <a:ext cx="1607520" cy="279418"/>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400" b="1" i="0" u="none" strike="noStrike" kern="1200" cap="none" spc="0" normalizeH="0" baseline="0" noProof="0" dirty="0">
                <a:ln/>
                <a:solidFill>
                  <a:srgbClr val="000000"/>
                </a:solidFill>
                <a:effectLst/>
                <a:uLnTx/>
                <a:uFillTx/>
                <a:latin typeface="Arial"/>
                <a:ea typeface="+mn-ea"/>
                <a:cs typeface="Arial"/>
                <a:sym typeface="Arial"/>
                <a:rtl val="0"/>
              </a:rPr>
              <a:t>Input </a:t>
            </a:r>
            <a:r>
              <a:rPr kumimoji="0" lang="en-GB" sz="14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 </a:t>
            </a:r>
            <a:r>
              <a:rPr kumimoji="0" lang="en-GB" sz="1400" b="1" i="0" u="none" strike="noStrike" kern="1200" cap="none" spc="0" normalizeH="0" baseline="0" noProof="0" dirty="0">
                <a:ln/>
                <a:solidFill>
                  <a:srgbClr val="000000"/>
                </a:solidFill>
                <a:effectLst/>
                <a:uLnTx/>
                <a:uFillTx/>
                <a:latin typeface="Arial"/>
                <a:ea typeface="+mn-ea"/>
                <a:cs typeface="Arial"/>
                <a:sym typeface="Arial"/>
                <a:rtl val="0"/>
              </a:rPr>
              <a:t>Interface</a:t>
            </a:r>
          </a:p>
        </p:txBody>
      </p:sp>
      <p:cxnSp>
        <p:nvCxnSpPr>
          <p:cNvPr id="21" name="Straight Connector 20">
            <a:extLst>
              <a:ext uri="{FF2B5EF4-FFF2-40B4-BE49-F238E27FC236}">
                <a16:creationId xmlns:a16="http://schemas.microsoft.com/office/drawing/2014/main" id="{1DFC34D4-4DF0-7989-3028-C23E7B900CB8}"/>
              </a:ext>
            </a:extLst>
          </p:cNvPr>
          <p:cNvCxnSpPr>
            <a:cxnSpLocks/>
          </p:cNvCxnSpPr>
          <p:nvPr/>
        </p:nvCxnSpPr>
        <p:spPr>
          <a:xfrm>
            <a:off x="34139" y="647339"/>
            <a:ext cx="12157861" cy="323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8F0E40F-1764-7BE5-3844-2C64E98F81FA}"/>
              </a:ext>
            </a:extLst>
          </p:cNvPr>
          <p:cNvSpPr txBox="1"/>
          <p:nvPr/>
        </p:nvSpPr>
        <p:spPr>
          <a:xfrm>
            <a:off x="-41076" y="669192"/>
            <a:ext cx="1087158"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rPr>
              <a:t>ELECTRONIC</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18CF77B6-3990-ABD7-14A4-D9B7E97BB852}"/>
                  </a:ext>
                </a:extLst>
              </p:cNvPr>
              <p:cNvSpPr txBox="1"/>
              <p:nvPr/>
            </p:nvSpPr>
            <p:spPr>
              <a:xfrm>
                <a:off x="3034104" y="314256"/>
                <a:ext cx="258339" cy="16927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begChr m:val="{"/>
                          <m:endChr m:val="}"/>
                          <m:ctrlPr>
                            <a:rPr kumimoji="0" lang="en-GB" sz="11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GB" sz="11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GB" sz="11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GB" sz="11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oMath>
                  </m:oMathPara>
                </a14:m>
                <a:endParaRPr kumimoji="0" lang="en-GB" sz="3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32" name="TextBox 31">
                <a:extLst>
                  <a:ext uri="{FF2B5EF4-FFF2-40B4-BE49-F238E27FC236}">
                    <a16:creationId xmlns:a16="http://schemas.microsoft.com/office/drawing/2014/main" id="{18CF77B6-3990-ABD7-14A4-D9B7E97BB852}"/>
                  </a:ext>
                </a:extLst>
              </p:cNvPr>
              <p:cNvSpPr txBox="1">
                <a:spLocks noRot="1" noChangeAspect="1" noMove="1" noResize="1" noEditPoints="1" noAdjustHandles="1" noChangeArrowheads="1" noChangeShapeType="1" noTextEdit="1"/>
              </p:cNvSpPr>
              <p:nvPr/>
            </p:nvSpPr>
            <p:spPr>
              <a:xfrm>
                <a:off x="3034104" y="314256"/>
                <a:ext cx="258339" cy="169277"/>
              </a:xfrm>
              <a:prstGeom prst="rect">
                <a:avLst/>
              </a:prstGeom>
              <a:blipFill>
                <a:blip r:embed="rId2"/>
                <a:stretch>
                  <a:fillRect b="-18519"/>
                </a:stretch>
              </a:blipFill>
            </p:spPr>
            <p:txBody>
              <a:bodyPr/>
              <a:lstStyle/>
              <a:p>
                <a:r>
                  <a:rPr lang="en-US">
                    <a:noFill/>
                  </a:rPr>
                  <a:t> </a:t>
                </a:r>
              </a:p>
            </p:txBody>
          </p:sp>
        </mc:Fallback>
      </mc:AlternateContent>
      <p:cxnSp>
        <p:nvCxnSpPr>
          <p:cNvPr id="33" name="Straight Connector 32">
            <a:extLst>
              <a:ext uri="{FF2B5EF4-FFF2-40B4-BE49-F238E27FC236}">
                <a16:creationId xmlns:a16="http://schemas.microsoft.com/office/drawing/2014/main" id="{97BAA560-FB63-6021-E148-551B719FA1B2}"/>
              </a:ext>
            </a:extLst>
          </p:cNvPr>
          <p:cNvCxnSpPr>
            <a:cxnSpLocks/>
          </p:cNvCxnSpPr>
          <p:nvPr/>
        </p:nvCxnSpPr>
        <p:spPr>
          <a:xfrm flipV="1">
            <a:off x="34139" y="2078423"/>
            <a:ext cx="12157861" cy="1486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0ADAE6E1-BAA5-429C-7434-C8C317DB0E84}"/>
              </a:ext>
            </a:extLst>
          </p:cNvPr>
          <p:cNvSpPr txBox="1"/>
          <p:nvPr/>
        </p:nvSpPr>
        <p:spPr>
          <a:xfrm>
            <a:off x="34220" y="975191"/>
            <a:ext cx="1237225"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Graphene bio-FET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DSP circuit</a:t>
            </a:r>
          </a:p>
        </p:txBody>
      </p:sp>
      <p:sp>
        <p:nvSpPr>
          <p:cNvPr id="35" name="TextBox 34">
            <a:extLst>
              <a:ext uri="{FF2B5EF4-FFF2-40B4-BE49-F238E27FC236}">
                <a16:creationId xmlns:a16="http://schemas.microsoft.com/office/drawing/2014/main" id="{A92A62F9-6835-0D7C-AAC3-3BE21F368C55}"/>
              </a:ext>
            </a:extLst>
          </p:cNvPr>
          <p:cNvSpPr txBox="1"/>
          <p:nvPr/>
        </p:nvSpPr>
        <p:spPr>
          <a:xfrm>
            <a:off x="26946" y="1318103"/>
            <a:ext cx="1303283"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Bridge the chemical and electric domains,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then computation in the electric domain.</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grpSp>
        <p:nvGrpSpPr>
          <p:cNvPr id="37" name="Group 36">
            <a:extLst>
              <a:ext uri="{FF2B5EF4-FFF2-40B4-BE49-F238E27FC236}">
                <a16:creationId xmlns:a16="http://schemas.microsoft.com/office/drawing/2014/main" id="{4EA4A2CD-4E50-D553-534A-0E81AF7181FC}"/>
              </a:ext>
            </a:extLst>
          </p:cNvPr>
          <p:cNvGrpSpPr/>
          <p:nvPr/>
        </p:nvGrpSpPr>
        <p:grpSpPr>
          <a:xfrm>
            <a:off x="1871988" y="960694"/>
            <a:ext cx="1572755" cy="1089616"/>
            <a:chOff x="832080" y="441050"/>
            <a:chExt cx="951467" cy="659183"/>
          </a:xfrm>
        </p:grpSpPr>
        <p:sp>
          <p:nvSpPr>
            <p:cNvPr id="38" name="Cylinder 37">
              <a:extLst>
                <a:ext uri="{FF2B5EF4-FFF2-40B4-BE49-F238E27FC236}">
                  <a16:creationId xmlns:a16="http://schemas.microsoft.com/office/drawing/2014/main" id="{88155D07-00D8-F2ED-DAC8-6861996EEDC7}"/>
                </a:ext>
              </a:extLst>
            </p:cNvPr>
            <p:cNvSpPr/>
            <p:nvPr/>
          </p:nvSpPr>
          <p:spPr>
            <a:xfrm rot="5400000">
              <a:off x="1209082" y="272381"/>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9" name="TextBox 38">
              <a:extLst>
                <a:ext uri="{FF2B5EF4-FFF2-40B4-BE49-F238E27FC236}">
                  <a16:creationId xmlns:a16="http://schemas.microsoft.com/office/drawing/2014/main" id="{F88E9593-A138-17F1-8EB8-5B6E0BBA8EF2}"/>
                </a:ext>
              </a:extLst>
            </p:cNvPr>
            <p:cNvSpPr txBox="1"/>
            <p:nvPr/>
          </p:nvSpPr>
          <p:spPr>
            <a:xfrm>
              <a:off x="832080" y="441050"/>
              <a:ext cx="687497"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Molecular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0" name="TextBox 39">
              <a:extLst>
                <a:ext uri="{FF2B5EF4-FFF2-40B4-BE49-F238E27FC236}">
                  <a16:creationId xmlns:a16="http://schemas.microsoft.com/office/drawing/2014/main" id="{ED653C0C-8D81-2975-8A78-BF3EC64302DD}"/>
                </a:ext>
              </a:extLst>
            </p:cNvPr>
            <p:cNvSpPr txBox="1"/>
            <p:nvPr/>
          </p:nvSpPr>
          <p:spPr>
            <a:xfrm>
              <a:off x="886882" y="960587"/>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Electric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41" name="Graphic 40" descr="DNA outline">
              <a:extLst>
                <a:ext uri="{FF2B5EF4-FFF2-40B4-BE49-F238E27FC236}">
                  <a16:creationId xmlns:a16="http://schemas.microsoft.com/office/drawing/2014/main" id="{A22DBAF7-ADF2-473E-687B-9F736EBE487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45088">
              <a:off x="934548" y="645118"/>
              <a:ext cx="100584" cy="100584"/>
            </a:xfrm>
            <a:prstGeom prst="rect">
              <a:avLst/>
            </a:prstGeom>
          </p:spPr>
        </p:pic>
        <p:pic>
          <p:nvPicPr>
            <p:cNvPr id="42" name="Graphic 41" descr="DNA outline">
              <a:extLst>
                <a:ext uri="{FF2B5EF4-FFF2-40B4-BE49-F238E27FC236}">
                  <a16:creationId xmlns:a16="http://schemas.microsoft.com/office/drawing/2014/main" id="{DBD2503A-5DF3-3183-CD6E-00984FF789B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7372733">
              <a:off x="1107095" y="624831"/>
              <a:ext cx="100584" cy="100584"/>
            </a:xfrm>
            <a:prstGeom prst="rect">
              <a:avLst/>
            </a:prstGeom>
          </p:spPr>
        </p:pic>
        <p:pic>
          <p:nvPicPr>
            <p:cNvPr id="43" name="Graphic 42" descr="DNA outline">
              <a:extLst>
                <a:ext uri="{FF2B5EF4-FFF2-40B4-BE49-F238E27FC236}">
                  <a16:creationId xmlns:a16="http://schemas.microsoft.com/office/drawing/2014/main" id="{DC736700-8E0B-6212-1C02-04DEED569D2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6139420">
              <a:off x="1472103" y="581732"/>
              <a:ext cx="100584" cy="100584"/>
            </a:xfrm>
            <a:prstGeom prst="rect">
              <a:avLst/>
            </a:prstGeom>
          </p:spPr>
        </p:pic>
        <p:grpSp>
          <p:nvGrpSpPr>
            <p:cNvPr id="44" name="Group 43">
              <a:extLst>
                <a:ext uri="{FF2B5EF4-FFF2-40B4-BE49-F238E27FC236}">
                  <a16:creationId xmlns:a16="http://schemas.microsoft.com/office/drawing/2014/main" id="{DE75EB0D-E2DD-6344-A174-327E453FF96E}"/>
                </a:ext>
              </a:extLst>
            </p:cNvPr>
            <p:cNvGrpSpPr/>
            <p:nvPr/>
          </p:nvGrpSpPr>
          <p:grpSpPr>
            <a:xfrm>
              <a:off x="1415778" y="785765"/>
              <a:ext cx="18819" cy="45720"/>
              <a:chOff x="1639649" y="1052940"/>
              <a:chExt cx="18819" cy="45720"/>
            </a:xfrm>
          </p:grpSpPr>
          <p:cxnSp>
            <p:nvCxnSpPr>
              <p:cNvPr id="93" name="Straight Connector 92">
                <a:extLst>
                  <a:ext uri="{FF2B5EF4-FFF2-40B4-BE49-F238E27FC236}">
                    <a16:creationId xmlns:a16="http://schemas.microsoft.com/office/drawing/2014/main" id="{202E7389-71F8-E036-5F17-03D7454D0181}"/>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63CBF0BC-3E1A-D203-60B6-503DC9463C34}"/>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3CF10E1E-D4A4-2A4F-4C36-17960BE786F5}"/>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CE21E20-4774-F720-08A3-74D18C6AEC6E}"/>
                </a:ext>
              </a:extLst>
            </p:cNvPr>
            <p:cNvGrpSpPr/>
            <p:nvPr/>
          </p:nvGrpSpPr>
          <p:grpSpPr>
            <a:xfrm>
              <a:off x="1442567" y="723305"/>
              <a:ext cx="18819" cy="45720"/>
              <a:chOff x="1639649" y="1052940"/>
              <a:chExt cx="18819" cy="45720"/>
            </a:xfrm>
          </p:grpSpPr>
          <p:cxnSp>
            <p:nvCxnSpPr>
              <p:cNvPr id="90" name="Straight Connector 89">
                <a:extLst>
                  <a:ext uri="{FF2B5EF4-FFF2-40B4-BE49-F238E27FC236}">
                    <a16:creationId xmlns:a16="http://schemas.microsoft.com/office/drawing/2014/main" id="{7C05239D-619E-29F7-9FE1-FD91D197006A}"/>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36B39113-1FC5-FCF3-1D41-AE39C3ED81F9}"/>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3914569-5F76-7B95-C647-CC2CA94C3E5E}"/>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6" name="Group 45">
              <a:extLst>
                <a:ext uri="{FF2B5EF4-FFF2-40B4-BE49-F238E27FC236}">
                  <a16:creationId xmlns:a16="http://schemas.microsoft.com/office/drawing/2014/main" id="{64389EAB-4E17-9795-BE9C-EEF31F3860C2}"/>
                </a:ext>
              </a:extLst>
            </p:cNvPr>
            <p:cNvGrpSpPr/>
            <p:nvPr/>
          </p:nvGrpSpPr>
          <p:grpSpPr>
            <a:xfrm>
              <a:off x="1468617" y="663272"/>
              <a:ext cx="18819" cy="45720"/>
              <a:chOff x="1639649" y="1052940"/>
              <a:chExt cx="18819" cy="45720"/>
            </a:xfrm>
          </p:grpSpPr>
          <p:cxnSp>
            <p:nvCxnSpPr>
              <p:cNvPr id="87" name="Straight Connector 86">
                <a:extLst>
                  <a:ext uri="{FF2B5EF4-FFF2-40B4-BE49-F238E27FC236}">
                    <a16:creationId xmlns:a16="http://schemas.microsoft.com/office/drawing/2014/main" id="{A7BA2497-9416-06AD-C2AC-0CEC3391B8C4}"/>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8EE0365B-F993-06B9-E4FE-06B269F7DD19}"/>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529DDAE8-5E6E-E424-9591-088498DE0EF9}"/>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pic>
          <p:nvPicPr>
            <p:cNvPr id="47" name="Graphic 46" descr="DNA outline">
              <a:extLst>
                <a:ext uri="{FF2B5EF4-FFF2-40B4-BE49-F238E27FC236}">
                  <a16:creationId xmlns:a16="http://schemas.microsoft.com/office/drawing/2014/main" id="{8E9E3030-4ECC-46FC-9266-4735D7520F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4081304">
              <a:off x="1302122" y="731095"/>
              <a:ext cx="100584" cy="100584"/>
            </a:xfrm>
            <a:prstGeom prst="rect">
              <a:avLst/>
            </a:prstGeom>
          </p:spPr>
        </p:pic>
        <p:grpSp>
          <p:nvGrpSpPr>
            <p:cNvPr id="48" name="Group 47">
              <a:extLst>
                <a:ext uri="{FF2B5EF4-FFF2-40B4-BE49-F238E27FC236}">
                  <a16:creationId xmlns:a16="http://schemas.microsoft.com/office/drawing/2014/main" id="{8EB55B47-6880-EE4A-E911-004A9C521396}"/>
                </a:ext>
              </a:extLst>
            </p:cNvPr>
            <p:cNvGrpSpPr/>
            <p:nvPr/>
          </p:nvGrpSpPr>
          <p:grpSpPr>
            <a:xfrm>
              <a:off x="1489388" y="785765"/>
              <a:ext cx="18819" cy="45720"/>
              <a:chOff x="1639649" y="1052940"/>
              <a:chExt cx="18819" cy="45720"/>
            </a:xfrm>
          </p:grpSpPr>
          <p:cxnSp>
            <p:nvCxnSpPr>
              <p:cNvPr id="84" name="Straight Connector 83">
                <a:extLst>
                  <a:ext uri="{FF2B5EF4-FFF2-40B4-BE49-F238E27FC236}">
                    <a16:creationId xmlns:a16="http://schemas.microsoft.com/office/drawing/2014/main" id="{E21FE154-294E-3024-6176-F947692DBCA4}"/>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B43CBA45-82F4-9F0E-C25A-A0873DCA2360}"/>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46C9C359-4215-AB2F-4BBE-B002A1B0D421}"/>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9" name="Group 48">
              <a:extLst>
                <a:ext uri="{FF2B5EF4-FFF2-40B4-BE49-F238E27FC236}">
                  <a16:creationId xmlns:a16="http://schemas.microsoft.com/office/drawing/2014/main" id="{97CFB9C6-CF69-72A2-25BB-6BB8F38406BB}"/>
                </a:ext>
              </a:extLst>
            </p:cNvPr>
            <p:cNvGrpSpPr/>
            <p:nvPr/>
          </p:nvGrpSpPr>
          <p:grpSpPr>
            <a:xfrm>
              <a:off x="1516177" y="723305"/>
              <a:ext cx="18819" cy="45720"/>
              <a:chOff x="1639649" y="1052940"/>
              <a:chExt cx="18819" cy="45720"/>
            </a:xfrm>
          </p:grpSpPr>
          <p:cxnSp>
            <p:nvCxnSpPr>
              <p:cNvPr id="81" name="Straight Connector 80">
                <a:extLst>
                  <a:ext uri="{FF2B5EF4-FFF2-40B4-BE49-F238E27FC236}">
                    <a16:creationId xmlns:a16="http://schemas.microsoft.com/office/drawing/2014/main" id="{42FE1DC2-6969-CDF2-2EAA-22E70A36217D}"/>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E9CD96D1-1FB2-10AB-A1C4-CF1B9FFD8A86}"/>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609AED6A-B5A8-3C31-DA5F-FB2E7397A903}"/>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0" name="Group 49">
              <a:extLst>
                <a:ext uri="{FF2B5EF4-FFF2-40B4-BE49-F238E27FC236}">
                  <a16:creationId xmlns:a16="http://schemas.microsoft.com/office/drawing/2014/main" id="{4C27A8D3-E854-F47A-605D-108D11A6FC17}"/>
                </a:ext>
              </a:extLst>
            </p:cNvPr>
            <p:cNvGrpSpPr/>
            <p:nvPr/>
          </p:nvGrpSpPr>
          <p:grpSpPr>
            <a:xfrm>
              <a:off x="1542227" y="663272"/>
              <a:ext cx="18819" cy="45720"/>
              <a:chOff x="1639649" y="1052940"/>
              <a:chExt cx="18819" cy="45720"/>
            </a:xfrm>
          </p:grpSpPr>
          <p:cxnSp>
            <p:nvCxnSpPr>
              <p:cNvPr id="78" name="Straight Connector 77">
                <a:extLst>
                  <a:ext uri="{FF2B5EF4-FFF2-40B4-BE49-F238E27FC236}">
                    <a16:creationId xmlns:a16="http://schemas.microsoft.com/office/drawing/2014/main" id="{B11A705A-CD6B-D3E6-0543-DB7CA44DA673}"/>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BFE89C90-30E3-63CA-5B88-956FE6C6514F}"/>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63C641E6-F66F-1410-78E5-C26989DFB2F8}"/>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1" name="Group 50">
              <a:extLst>
                <a:ext uri="{FF2B5EF4-FFF2-40B4-BE49-F238E27FC236}">
                  <a16:creationId xmlns:a16="http://schemas.microsoft.com/office/drawing/2014/main" id="{D1DC3112-CDA6-0662-8128-7743A7CF81F9}"/>
                </a:ext>
              </a:extLst>
            </p:cNvPr>
            <p:cNvGrpSpPr/>
            <p:nvPr/>
          </p:nvGrpSpPr>
          <p:grpSpPr>
            <a:xfrm>
              <a:off x="1579486" y="785765"/>
              <a:ext cx="18819" cy="45720"/>
              <a:chOff x="1639649" y="1052940"/>
              <a:chExt cx="18819" cy="45720"/>
            </a:xfrm>
          </p:grpSpPr>
          <p:cxnSp>
            <p:nvCxnSpPr>
              <p:cNvPr id="75" name="Straight Connector 74">
                <a:extLst>
                  <a:ext uri="{FF2B5EF4-FFF2-40B4-BE49-F238E27FC236}">
                    <a16:creationId xmlns:a16="http://schemas.microsoft.com/office/drawing/2014/main" id="{417A4DE3-F064-41F2-BE35-8E465EFA9EB7}"/>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EF36649F-67B5-5A8B-A5B6-65EFFC902466}"/>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7591AB1D-D84F-3E0D-8F89-CFBE4503A669}"/>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2" name="Group 51">
              <a:extLst>
                <a:ext uri="{FF2B5EF4-FFF2-40B4-BE49-F238E27FC236}">
                  <a16:creationId xmlns:a16="http://schemas.microsoft.com/office/drawing/2014/main" id="{D8BEF5A0-FE5E-0B5F-F1AC-ACD868B6C730}"/>
                </a:ext>
              </a:extLst>
            </p:cNvPr>
            <p:cNvGrpSpPr/>
            <p:nvPr/>
          </p:nvGrpSpPr>
          <p:grpSpPr>
            <a:xfrm>
              <a:off x="1606275" y="723305"/>
              <a:ext cx="18819" cy="45720"/>
              <a:chOff x="1639649" y="1052940"/>
              <a:chExt cx="18819" cy="45720"/>
            </a:xfrm>
          </p:grpSpPr>
          <p:cxnSp>
            <p:nvCxnSpPr>
              <p:cNvPr id="72" name="Straight Connector 71">
                <a:extLst>
                  <a:ext uri="{FF2B5EF4-FFF2-40B4-BE49-F238E27FC236}">
                    <a16:creationId xmlns:a16="http://schemas.microsoft.com/office/drawing/2014/main" id="{1A6236A7-87BD-671C-30C0-08DB93EF305B}"/>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F5F7EB64-E06E-5553-FD5D-885CC16A512A}"/>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43D33C23-B8E4-EC11-4F00-2E6A1143E741}"/>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3" name="Group 52">
              <a:extLst>
                <a:ext uri="{FF2B5EF4-FFF2-40B4-BE49-F238E27FC236}">
                  <a16:creationId xmlns:a16="http://schemas.microsoft.com/office/drawing/2014/main" id="{3167E0D6-4EB7-95D2-E734-B4E9EF5452A9}"/>
                </a:ext>
              </a:extLst>
            </p:cNvPr>
            <p:cNvGrpSpPr/>
            <p:nvPr/>
          </p:nvGrpSpPr>
          <p:grpSpPr>
            <a:xfrm>
              <a:off x="1632325" y="663272"/>
              <a:ext cx="18819" cy="45720"/>
              <a:chOff x="1639649" y="1052940"/>
              <a:chExt cx="18819" cy="45720"/>
            </a:xfrm>
          </p:grpSpPr>
          <p:cxnSp>
            <p:nvCxnSpPr>
              <p:cNvPr id="69" name="Straight Connector 68">
                <a:extLst>
                  <a:ext uri="{FF2B5EF4-FFF2-40B4-BE49-F238E27FC236}">
                    <a16:creationId xmlns:a16="http://schemas.microsoft.com/office/drawing/2014/main" id="{C351497E-2C02-08AF-035A-AA0E97C057EE}"/>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EFE1737-1914-D18A-7454-08593D99F9FB}"/>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0E7DAAF9-4240-0EBF-580D-D7A6582ADC26}"/>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cxnSp>
          <p:nvCxnSpPr>
            <p:cNvPr id="54" name="Straight Connector 53">
              <a:extLst>
                <a:ext uri="{FF2B5EF4-FFF2-40B4-BE49-F238E27FC236}">
                  <a16:creationId xmlns:a16="http://schemas.microsoft.com/office/drawing/2014/main" id="{34AEAE65-DAE0-F5E6-D540-5331FB68CDA5}"/>
                </a:ext>
              </a:extLst>
            </p:cNvPr>
            <p:cNvCxnSpPr>
              <a:cxnSpLocks/>
            </p:cNvCxnSpPr>
            <p:nvPr/>
          </p:nvCxnSpPr>
          <p:spPr>
            <a:xfrm flipV="1">
              <a:off x="1357047" y="830690"/>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A7FC102-77E5-EF37-DA7E-5979438B4B73}"/>
                </a:ext>
              </a:extLst>
            </p:cNvPr>
            <p:cNvCxnSpPr>
              <a:cxnSpLocks/>
            </p:cNvCxnSpPr>
            <p:nvPr/>
          </p:nvCxnSpPr>
          <p:spPr>
            <a:xfrm flipV="1">
              <a:off x="1418728" y="711235"/>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56" name="Freeform: Shape 55">
              <a:extLst>
                <a:ext uri="{FF2B5EF4-FFF2-40B4-BE49-F238E27FC236}">
                  <a16:creationId xmlns:a16="http://schemas.microsoft.com/office/drawing/2014/main" id="{EA319989-0C93-576D-E7E3-449B625DD289}"/>
                </a:ext>
              </a:extLst>
            </p:cNvPr>
            <p:cNvSpPr/>
            <p:nvPr/>
          </p:nvSpPr>
          <p:spPr>
            <a:xfrm>
              <a:off x="1357308"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7" name="Freeform: Shape 56">
              <a:extLst>
                <a:ext uri="{FF2B5EF4-FFF2-40B4-BE49-F238E27FC236}">
                  <a16:creationId xmlns:a16="http://schemas.microsoft.com/office/drawing/2014/main" id="{A37608A7-78C7-01C0-8358-EDF72CD6F139}"/>
                </a:ext>
              </a:extLst>
            </p:cNvPr>
            <p:cNvSpPr/>
            <p:nvPr/>
          </p:nvSpPr>
          <p:spPr>
            <a:xfrm>
              <a:off x="1643612"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58" name="Group 57">
              <a:extLst>
                <a:ext uri="{FF2B5EF4-FFF2-40B4-BE49-F238E27FC236}">
                  <a16:creationId xmlns:a16="http://schemas.microsoft.com/office/drawing/2014/main" id="{C8A7C35D-7DD9-3643-8F28-C4DADE10CA0D}"/>
                </a:ext>
              </a:extLst>
            </p:cNvPr>
            <p:cNvGrpSpPr/>
            <p:nvPr/>
          </p:nvGrpSpPr>
          <p:grpSpPr>
            <a:xfrm flipH="1">
              <a:off x="1511479" y="762715"/>
              <a:ext cx="53435" cy="145529"/>
              <a:chOff x="1640890" y="915718"/>
              <a:chExt cx="0" cy="199245"/>
            </a:xfrm>
          </p:grpSpPr>
          <p:cxnSp>
            <p:nvCxnSpPr>
              <p:cNvPr id="67" name="Straight Connector 66">
                <a:extLst>
                  <a:ext uri="{FF2B5EF4-FFF2-40B4-BE49-F238E27FC236}">
                    <a16:creationId xmlns:a16="http://schemas.microsoft.com/office/drawing/2014/main" id="{1917B387-E93E-6DCB-9E65-E8F248B2B9E8}"/>
                  </a:ext>
                </a:extLst>
              </p:cNvPr>
              <p:cNvCxnSpPr>
                <a:cxnSpLocks/>
              </p:cNvCxnSpPr>
              <p:nvPr/>
            </p:nvCxnSpPr>
            <p:spPr>
              <a:xfrm>
                <a:off x="1640890" y="915718"/>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F5D3A1F5-3A18-99A3-DD56-69182BC867F6}"/>
                  </a:ext>
                </a:extLst>
              </p:cNvPr>
              <p:cNvCxnSpPr>
                <a:cxnSpLocks/>
              </p:cNvCxnSpPr>
              <p:nvPr/>
            </p:nvCxnSpPr>
            <p:spPr>
              <a:xfrm>
                <a:off x="164089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grpSp>
          <p:nvGrpSpPr>
            <p:cNvPr id="59" name="Group 58">
              <a:extLst>
                <a:ext uri="{FF2B5EF4-FFF2-40B4-BE49-F238E27FC236}">
                  <a16:creationId xmlns:a16="http://schemas.microsoft.com/office/drawing/2014/main" id="{FC4DFAB8-E8A7-AA4F-1561-B8401E353D47}"/>
                </a:ext>
              </a:extLst>
            </p:cNvPr>
            <p:cNvGrpSpPr/>
            <p:nvPr/>
          </p:nvGrpSpPr>
          <p:grpSpPr>
            <a:xfrm>
              <a:off x="1470798" y="758412"/>
              <a:ext cx="53435" cy="150410"/>
              <a:chOff x="1475910" y="909035"/>
              <a:chExt cx="0" cy="205928"/>
            </a:xfrm>
          </p:grpSpPr>
          <p:cxnSp>
            <p:nvCxnSpPr>
              <p:cNvPr id="65" name="Straight Connector 64">
                <a:extLst>
                  <a:ext uri="{FF2B5EF4-FFF2-40B4-BE49-F238E27FC236}">
                    <a16:creationId xmlns:a16="http://schemas.microsoft.com/office/drawing/2014/main" id="{D5B77C36-89A8-CD47-268B-3F86E645C39B}"/>
                  </a:ext>
                </a:extLst>
              </p:cNvPr>
              <p:cNvCxnSpPr>
                <a:cxnSpLocks/>
              </p:cNvCxnSpPr>
              <p:nvPr/>
            </p:nvCxnSpPr>
            <p:spPr>
              <a:xfrm>
                <a:off x="1475910" y="909035"/>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2D62AB1F-120F-C38E-C158-9C7877CB34DA}"/>
                  </a:ext>
                </a:extLst>
              </p:cNvPr>
              <p:cNvCxnSpPr>
                <a:cxnSpLocks/>
              </p:cNvCxnSpPr>
              <p:nvPr/>
            </p:nvCxnSpPr>
            <p:spPr>
              <a:xfrm>
                <a:off x="147591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60" name="Oval 59">
              <a:extLst>
                <a:ext uri="{FF2B5EF4-FFF2-40B4-BE49-F238E27FC236}">
                  <a16:creationId xmlns:a16="http://schemas.microsoft.com/office/drawing/2014/main" id="{34B7286B-7F67-F59F-9C40-0C4DDDEEBA36}"/>
                </a:ext>
              </a:extLst>
            </p:cNvPr>
            <p:cNvSpPr>
              <a:spLocks noChangeAspect="1"/>
            </p:cNvSpPr>
            <p:nvPr/>
          </p:nvSpPr>
          <p:spPr>
            <a:xfrm>
              <a:off x="1547151" y="1052005"/>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Isosceles Triangle 60">
              <a:extLst>
                <a:ext uri="{FF2B5EF4-FFF2-40B4-BE49-F238E27FC236}">
                  <a16:creationId xmlns:a16="http://schemas.microsoft.com/office/drawing/2014/main" id="{8D5DEB5A-45AD-FB3E-336E-3C9A1FA800CC}"/>
                </a:ext>
              </a:extLst>
            </p:cNvPr>
            <p:cNvSpPr/>
            <p:nvPr/>
          </p:nvSpPr>
          <p:spPr>
            <a:xfrm flipV="1">
              <a:off x="1426547" y="905177"/>
              <a:ext cx="182880" cy="127249"/>
            </a:xfrm>
            <a:prstGeom prst="triangl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2" name="Oval 61">
              <a:extLst>
                <a:ext uri="{FF2B5EF4-FFF2-40B4-BE49-F238E27FC236}">
                  <a16:creationId xmlns:a16="http://schemas.microsoft.com/office/drawing/2014/main" id="{0E2FFFE6-44CE-4F3C-423A-F64918A4EB9E}"/>
                </a:ext>
              </a:extLst>
            </p:cNvPr>
            <p:cNvSpPr>
              <a:spLocks noChangeAspect="1"/>
            </p:cNvSpPr>
            <p:nvPr/>
          </p:nvSpPr>
          <p:spPr>
            <a:xfrm>
              <a:off x="1459682" y="1051011"/>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3" name="Straight Connector 62">
              <a:extLst>
                <a:ext uri="{FF2B5EF4-FFF2-40B4-BE49-F238E27FC236}">
                  <a16:creationId xmlns:a16="http://schemas.microsoft.com/office/drawing/2014/main" id="{A2B22C35-52DF-39F0-D657-1C5C5D201F5D}"/>
                </a:ext>
              </a:extLst>
            </p:cNvPr>
            <p:cNvCxnSpPr>
              <a:cxnSpLocks/>
            </p:cNvCxnSpPr>
            <p:nvPr/>
          </p:nvCxnSpPr>
          <p:spPr>
            <a:xfrm>
              <a:off x="1478305" y="980105"/>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7F028366-8CBA-8BB4-7C36-CAF8565B24C5}"/>
                </a:ext>
              </a:extLst>
            </p:cNvPr>
            <p:cNvCxnSpPr>
              <a:cxnSpLocks/>
            </p:cNvCxnSpPr>
            <p:nvPr/>
          </p:nvCxnSpPr>
          <p:spPr>
            <a:xfrm>
              <a:off x="1561811" y="979348"/>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96" name="TextBox 95">
            <a:extLst>
              <a:ext uri="{FF2B5EF4-FFF2-40B4-BE49-F238E27FC236}">
                <a16:creationId xmlns:a16="http://schemas.microsoft.com/office/drawing/2014/main" id="{2A9CE897-E3C6-A3F9-118F-AC96F789164A}"/>
              </a:ext>
            </a:extLst>
          </p:cNvPr>
          <p:cNvSpPr txBox="1"/>
          <p:nvPr/>
        </p:nvSpPr>
        <p:spPr>
          <a:xfrm>
            <a:off x="1954862" y="715458"/>
            <a:ext cx="2130098" cy="217863"/>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Molecular-electrical transduction</a:t>
            </a:r>
          </a:p>
        </p:txBody>
      </p:sp>
      <p:sp>
        <p:nvSpPr>
          <p:cNvPr id="120" name="TextBox 119">
            <a:extLst>
              <a:ext uri="{FF2B5EF4-FFF2-40B4-BE49-F238E27FC236}">
                <a16:creationId xmlns:a16="http://schemas.microsoft.com/office/drawing/2014/main" id="{B17685FA-ADF3-3D0A-9AFE-0B0C24F68D33}"/>
              </a:ext>
            </a:extLst>
          </p:cNvPr>
          <p:cNvSpPr txBox="1"/>
          <p:nvPr/>
        </p:nvSpPr>
        <p:spPr>
          <a:xfrm>
            <a:off x="-41076" y="2103158"/>
            <a:ext cx="1192955"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MICROFLUIDIC</a:t>
            </a:r>
            <a:endPar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endParaRPr>
          </a:p>
        </p:txBody>
      </p:sp>
      <p:sp>
        <p:nvSpPr>
          <p:cNvPr id="121" name="TextBox 120">
            <a:extLst>
              <a:ext uri="{FF2B5EF4-FFF2-40B4-BE49-F238E27FC236}">
                <a16:creationId xmlns:a16="http://schemas.microsoft.com/office/drawing/2014/main" id="{FD035A5E-40AA-B2B0-6D0B-044C689A4D13}"/>
              </a:ext>
            </a:extLst>
          </p:cNvPr>
          <p:cNvSpPr txBox="1"/>
          <p:nvPr/>
        </p:nvSpPr>
        <p:spPr>
          <a:xfrm>
            <a:off x="-28037" y="2400654"/>
            <a:ext cx="148088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FIR-shaped channels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in-channel reactions</a:t>
            </a:r>
          </a:p>
        </p:txBody>
      </p:sp>
      <p:grpSp>
        <p:nvGrpSpPr>
          <p:cNvPr id="122" name="Group 121">
            <a:extLst>
              <a:ext uri="{FF2B5EF4-FFF2-40B4-BE49-F238E27FC236}">
                <a16:creationId xmlns:a16="http://schemas.microsoft.com/office/drawing/2014/main" id="{38464A3D-C75E-C923-C498-2FEBAAE1AFB6}"/>
              </a:ext>
            </a:extLst>
          </p:cNvPr>
          <p:cNvGrpSpPr/>
          <p:nvPr/>
        </p:nvGrpSpPr>
        <p:grpSpPr>
          <a:xfrm>
            <a:off x="2055272" y="2952382"/>
            <a:ext cx="1482051" cy="417106"/>
            <a:chOff x="902563" y="1366361"/>
            <a:chExt cx="896594" cy="252336"/>
          </a:xfrm>
        </p:grpSpPr>
        <p:sp>
          <p:nvSpPr>
            <p:cNvPr id="123" name="Cylinder 122">
              <a:extLst>
                <a:ext uri="{FF2B5EF4-FFF2-40B4-BE49-F238E27FC236}">
                  <a16:creationId xmlns:a16="http://schemas.microsoft.com/office/drawing/2014/main" id="{D34AA8DE-4540-CF51-B404-1537D7C1C6F5}"/>
                </a:ext>
              </a:extLst>
            </p:cNvPr>
            <p:cNvSpPr/>
            <p:nvPr/>
          </p:nvSpPr>
          <p:spPr>
            <a:xfrm rot="5400000">
              <a:off x="1224692" y="1044232"/>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4" name="Oval 123">
              <a:extLst>
                <a:ext uri="{FF2B5EF4-FFF2-40B4-BE49-F238E27FC236}">
                  <a16:creationId xmlns:a16="http://schemas.microsoft.com/office/drawing/2014/main" id="{91E05CFA-31FF-8934-1132-A16B5FDD45B4}"/>
                </a:ext>
              </a:extLst>
            </p:cNvPr>
            <p:cNvSpPr>
              <a:spLocks noChangeAspect="1"/>
            </p:cNvSpPr>
            <p:nvPr/>
          </p:nvSpPr>
          <p:spPr>
            <a:xfrm>
              <a:off x="987864" y="1421561"/>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5" name="Oval 124">
              <a:extLst>
                <a:ext uri="{FF2B5EF4-FFF2-40B4-BE49-F238E27FC236}">
                  <a16:creationId xmlns:a16="http://schemas.microsoft.com/office/drawing/2014/main" id="{5A00F945-64F8-66F3-26A6-319350F0B83C}"/>
                </a:ext>
              </a:extLst>
            </p:cNvPr>
            <p:cNvSpPr>
              <a:spLocks noChangeAspect="1"/>
            </p:cNvSpPr>
            <p:nvPr/>
          </p:nvSpPr>
          <p:spPr>
            <a:xfrm>
              <a:off x="987864" y="14986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6" name="Oval 125">
              <a:extLst>
                <a:ext uri="{FF2B5EF4-FFF2-40B4-BE49-F238E27FC236}">
                  <a16:creationId xmlns:a16="http://schemas.microsoft.com/office/drawing/2014/main" id="{5651A57F-157A-193D-890C-FF215A8A1489}"/>
                </a:ext>
              </a:extLst>
            </p:cNvPr>
            <p:cNvSpPr>
              <a:spLocks noChangeAspect="1"/>
            </p:cNvSpPr>
            <p:nvPr/>
          </p:nvSpPr>
          <p:spPr>
            <a:xfrm>
              <a:off x="952163" y="14605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7" name="Oval 126">
              <a:extLst>
                <a:ext uri="{FF2B5EF4-FFF2-40B4-BE49-F238E27FC236}">
                  <a16:creationId xmlns:a16="http://schemas.microsoft.com/office/drawing/2014/main" id="{CE7EC68C-B955-D10B-EB2E-6BABD682649C}"/>
                </a:ext>
              </a:extLst>
            </p:cNvPr>
            <p:cNvSpPr>
              <a:spLocks noChangeAspect="1"/>
            </p:cNvSpPr>
            <p:nvPr/>
          </p:nvSpPr>
          <p:spPr>
            <a:xfrm>
              <a:off x="958349" y="15538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8" name="Oval 127">
              <a:extLst>
                <a:ext uri="{FF2B5EF4-FFF2-40B4-BE49-F238E27FC236}">
                  <a16:creationId xmlns:a16="http://schemas.microsoft.com/office/drawing/2014/main" id="{ABC38EF2-4983-DEFD-773A-BDF03ACEA4DA}"/>
                </a:ext>
              </a:extLst>
            </p:cNvPr>
            <p:cNvSpPr>
              <a:spLocks noChangeAspect="1"/>
            </p:cNvSpPr>
            <p:nvPr/>
          </p:nvSpPr>
          <p:spPr>
            <a:xfrm>
              <a:off x="1068946" y="1459256"/>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9" name="Oval 128">
              <a:extLst>
                <a:ext uri="{FF2B5EF4-FFF2-40B4-BE49-F238E27FC236}">
                  <a16:creationId xmlns:a16="http://schemas.microsoft.com/office/drawing/2014/main" id="{22A02C92-FBDC-0F38-5861-CE1EB9C59BA4}"/>
                </a:ext>
              </a:extLst>
            </p:cNvPr>
            <p:cNvSpPr>
              <a:spLocks noChangeAspect="1"/>
            </p:cNvSpPr>
            <p:nvPr/>
          </p:nvSpPr>
          <p:spPr>
            <a:xfrm>
              <a:off x="1057404" y="1522575"/>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0" name="Oval 129">
              <a:extLst>
                <a:ext uri="{FF2B5EF4-FFF2-40B4-BE49-F238E27FC236}">
                  <a16:creationId xmlns:a16="http://schemas.microsoft.com/office/drawing/2014/main" id="{9F73A05D-0813-420E-0730-2A2BC48B1BA4}"/>
                </a:ext>
              </a:extLst>
            </p:cNvPr>
            <p:cNvSpPr>
              <a:spLocks noChangeAspect="1"/>
            </p:cNvSpPr>
            <p:nvPr/>
          </p:nvSpPr>
          <p:spPr>
            <a:xfrm>
              <a:off x="1152176" y="1480419"/>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31" name="Straight Arrow Connector 130">
              <a:extLst>
                <a:ext uri="{FF2B5EF4-FFF2-40B4-BE49-F238E27FC236}">
                  <a16:creationId xmlns:a16="http://schemas.microsoft.com/office/drawing/2014/main" id="{82EE319F-C348-117B-C6BC-955DA996010E}"/>
                </a:ext>
              </a:extLst>
            </p:cNvPr>
            <p:cNvCxnSpPr/>
            <p:nvPr/>
          </p:nvCxnSpPr>
          <p:spPr>
            <a:xfrm>
              <a:off x="1470423" y="1492807"/>
              <a:ext cx="18288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C79488F6-5C0B-5DB2-83FC-833D0713445D}"/>
                </a:ext>
              </a:extLst>
            </p:cNvPr>
            <p:cNvCxnSpPr/>
            <p:nvPr/>
          </p:nvCxnSpPr>
          <p:spPr>
            <a:xfrm>
              <a:off x="1470423" y="1421561"/>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65B7904A-4316-FF51-A73D-781F16106397}"/>
                </a:ext>
              </a:extLst>
            </p:cNvPr>
            <p:cNvCxnSpPr/>
            <p:nvPr/>
          </p:nvCxnSpPr>
          <p:spPr>
            <a:xfrm>
              <a:off x="1470423" y="1564803"/>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p:grpSp>
        <p:nvGrpSpPr>
          <p:cNvPr id="134" name="Group 133">
            <a:extLst>
              <a:ext uri="{FF2B5EF4-FFF2-40B4-BE49-F238E27FC236}">
                <a16:creationId xmlns:a16="http://schemas.microsoft.com/office/drawing/2014/main" id="{341F52DD-B35F-D904-0DE3-108178DC757A}"/>
              </a:ext>
            </a:extLst>
          </p:cNvPr>
          <p:cNvGrpSpPr/>
          <p:nvPr/>
        </p:nvGrpSpPr>
        <p:grpSpPr>
          <a:xfrm>
            <a:off x="1824994" y="2132544"/>
            <a:ext cx="2380426" cy="674688"/>
            <a:chOff x="43766" y="2027777"/>
            <a:chExt cx="1440082" cy="408165"/>
          </a:xfrm>
        </p:grpSpPr>
        <p:sp>
          <p:nvSpPr>
            <p:cNvPr id="135" name="TextBox 134">
              <a:extLst>
                <a:ext uri="{FF2B5EF4-FFF2-40B4-BE49-F238E27FC236}">
                  <a16:creationId xmlns:a16="http://schemas.microsoft.com/office/drawing/2014/main" id="{5AB9C88A-BF0D-3D3C-55BA-0AB93F266943}"/>
                </a:ext>
              </a:extLst>
            </p:cNvPr>
            <p:cNvSpPr txBox="1"/>
            <p:nvPr/>
          </p:nvSpPr>
          <p:spPr>
            <a:xfrm>
              <a:off x="43766" y="2027777"/>
              <a:ext cx="1237244"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 concentration pulses</a:t>
              </a:r>
            </a:p>
          </p:txBody>
        </p:sp>
        <p:sp>
          <p:nvSpPr>
            <p:cNvPr id="136" name="TextBox 135">
              <a:extLst>
                <a:ext uri="{FF2B5EF4-FFF2-40B4-BE49-F238E27FC236}">
                  <a16:creationId xmlns:a16="http://schemas.microsoft.com/office/drawing/2014/main" id="{6AF68DC6-4052-BBE9-5868-B20222110782}"/>
                </a:ext>
              </a:extLst>
            </p:cNvPr>
            <p:cNvSpPr txBox="1"/>
            <p:nvPr/>
          </p:nvSpPr>
          <p:spPr>
            <a:xfrm>
              <a:off x="50753" y="2145876"/>
              <a:ext cx="1433095"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Signalling molecules are injected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into a laminar-flow channel</a:t>
              </a:r>
            </a:p>
          </p:txBody>
        </p:sp>
      </p:grpSp>
      <p:cxnSp>
        <p:nvCxnSpPr>
          <p:cNvPr id="161" name="Straight Connector 160">
            <a:extLst>
              <a:ext uri="{FF2B5EF4-FFF2-40B4-BE49-F238E27FC236}">
                <a16:creationId xmlns:a16="http://schemas.microsoft.com/office/drawing/2014/main" id="{BE243F73-2FB5-E580-0D1C-6A4DF0F80D34}"/>
              </a:ext>
            </a:extLst>
          </p:cNvPr>
          <p:cNvCxnSpPr>
            <a:cxnSpLocks/>
          </p:cNvCxnSpPr>
          <p:nvPr/>
        </p:nvCxnSpPr>
        <p:spPr>
          <a:xfrm flipV="1">
            <a:off x="39817" y="3601774"/>
            <a:ext cx="12152183" cy="442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62" name="TextBox 161">
            <a:extLst>
              <a:ext uri="{FF2B5EF4-FFF2-40B4-BE49-F238E27FC236}">
                <a16:creationId xmlns:a16="http://schemas.microsoft.com/office/drawing/2014/main" id="{0D222259-52F5-ECCE-6A09-AD091599BFF2}"/>
              </a:ext>
            </a:extLst>
          </p:cNvPr>
          <p:cNvSpPr txBox="1"/>
          <p:nvPr/>
        </p:nvSpPr>
        <p:spPr>
          <a:xfrm>
            <a:off x="-41076" y="3608440"/>
            <a:ext cx="94448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CHEMICAL</a:t>
            </a:r>
          </a:p>
        </p:txBody>
      </p:sp>
      <p:sp>
        <p:nvSpPr>
          <p:cNvPr id="163" name="TextBox 162">
            <a:extLst>
              <a:ext uri="{FF2B5EF4-FFF2-40B4-BE49-F238E27FC236}">
                <a16:creationId xmlns:a16="http://schemas.microsoft.com/office/drawing/2014/main" id="{E4FD677A-405F-073F-BACD-E52CA517F2B6}"/>
              </a:ext>
            </a:extLst>
          </p:cNvPr>
          <p:cNvSpPr txBox="1"/>
          <p:nvPr/>
        </p:nvSpPr>
        <p:spPr>
          <a:xfrm>
            <a:off x="45294" y="3885572"/>
            <a:ext cx="127890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Reaction Networks</a:t>
            </a:r>
          </a:p>
        </p:txBody>
      </p:sp>
      <p:sp>
        <p:nvSpPr>
          <p:cNvPr id="164" name="TextBox 163">
            <a:extLst>
              <a:ext uri="{FF2B5EF4-FFF2-40B4-BE49-F238E27FC236}">
                <a16:creationId xmlns:a16="http://schemas.microsoft.com/office/drawing/2014/main" id="{4E309283-9525-6A73-2BF6-7C3809C93115}"/>
              </a:ext>
            </a:extLst>
          </p:cNvPr>
          <p:cNvSpPr txBox="1"/>
          <p:nvPr/>
        </p:nvSpPr>
        <p:spPr>
          <a:xfrm>
            <a:off x="26946" y="2760680"/>
            <a:ext cx="1481154"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Geometry of microfluidic pipes sets the weights, chemistry sets non-linearity</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cxnSp>
        <p:nvCxnSpPr>
          <p:cNvPr id="165" name="Straight Connector 164">
            <a:extLst>
              <a:ext uri="{FF2B5EF4-FFF2-40B4-BE49-F238E27FC236}">
                <a16:creationId xmlns:a16="http://schemas.microsoft.com/office/drawing/2014/main" id="{2D1E0E8B-7600-4A63-1491-18F300B61B0A}"/>
              </a:ext>
            </a:extLst>
          </p:cNvPr>
          <p:cNvCxnSpPr>
            <a:cxnSpLocks/>
          </p:cNvCxnSpPr>
          <p:nvPr/>
        </p:nvCxnSpPr>
        <p:spPr>
          <a:xfrm flipV="1">
            <a:off x="29018" y="5237265"/>
            <a:ext cx="7117256" cy="1927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pic>
        <p:nvPicPr>
          <p:cNvPr id="166" name="Graphic 165" descr="Germ outline">
            <a:extLst>
              <a:ext uri="{FF2B5EF4-FFF2-40B4-BE49-F238E27FC236}">
                <a16:creationId xmlns:a16="http://schemas.microsoft.com/office/drawing/2014/main" id="{CFB84F96-6D9B-B287-A3CA-E0CA976154C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19911" y="4458473"/>
            <a:ext cx="375261" cy="375261"/>
          </a:xfrm>
          <a:prstGeom prst="rect">
            <a:avLst/>
          </a:prstGeom>
        </p:spPr>
      </p:pic>
      <p:pic>
        <p:nvPicPr>
          <p:cNvPr id="167" name="Graphic 166" descr="Germ outline">
            <a:extLst>
              <a:ext uri="{FF2B5EF4-FFF2-40B4-BE49-F238E27FC236}">
                <a16:creationId xmlns:a16="http://schemas.microsoft.com/office/drawing/2014/main" id="{418E736C-BF8F-90B0-6CAC-C5B3C52AD79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246808">
            <a:off x="3395135" y="4379803"/>
            <a:ext cx="273249" cy="273249"/>
          </a:xfrm>
          <a:prstGeom prst="rect">
            <a:avLst/>
          </a:prstGeom>
        </p:spPr>
      </p:pic>
      <p:pic>
        <p:nvPicPr>
          <p:cNvPr id="168" name="Graphic 167" descr="Germ outline">
            <a:extLst>
              <a:ext uri="{FF2B5EF4-FFF2-40B4-BE49-F238E27FC236}">
                <a16:creationId xmlns:a16="http://schemas.microsoft.com/office/drawing/2014/main" id="{FB1D929C-8E03-E450-7F0F-CD895A07E0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20600580">
            <a:off x="3405942" y="4656702"/>
            <a:ext cx="173113" cy="173113"/>
          </a:xfrm>
          <a:prstGeom prst="rect">
            <a:avLst/>
          </a:prstGeom>
        </p:spPr>
      </p:pic>
      <p:sp>
        <p:nvSpPr>
          <p:cNvPr id="180" name="TextBox 179">
            <a:extLst>
              <a:ext uri="{FF2B5EF4-FFF2-40B4-BE49-F238E27FC236}">
                <a16:creationId xmlns:a16="http://schemas.microsoft.com/office/drawing/2014/main" id="{28C46D98-10B8-2424-5A29-E7F5171B6BFC}"/>
              </a:ext>
            </a:extLst>
          </p:cNvPr>
          <p:cNvSpPr txBox="1"/>
          <p:nvPr/>
        </p:nvSpPr>
        <p:spPr>
          <a:xfrm>
            <a:off x="-41076" y="5301377"/>
            <a:ext cx="1181734"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GB" sz="1000" b="1" i="0" u="none" strike="noStrike" kern="1200" cap="none" spc="0" normalizeH="0" baseline="0" noProof="0" dirty="0">
                <a:ln>
                  <a:noFill/>
                </a:ln>
                <a:solidFill>
                  <a:prstClr val="black"/>
                </a:solidFill>
                <a:effectLst/>
                <a:uLnTx/>
                <a:uFillTx/>
                <a:latin typeface="Arial Nova" panose="020F0502020204030204" pitchFamily="34" charset="0"/>
                <a:ea typeface="+mn-ea"/>
                <a:cs typeface="Arial" panose="020B0604020202020204" pitchFamily="34" charset="0"/>
              </a:rPr>
              <a:t>CELLULAR / WET</a:t>
            </a:r>
          </a:p>
        </p:txBody>
      </p:sp>
      <p:sp>
        <p:nvSpPr>
          <p:cNvPr id="182" name="TextBox 181">
            <a:extLst>
              <a:ext uri="{FF2B5EF4-FFF2-40B4-BE49-F238E27FC236}">
                <a16:creationId xmlns:a16="http://schemas.microsoft.com/office/drawing/2014/main" id="{0E402F08-B9BF-81B5-BBBB-2ECAD53596B5}"/>
              </a:ext>
            </a:extLst>
          </p:cNvPr>
          <p:cNvSpPr txBox="1"/>
          <p:nvPr/>
        </p:nvSpPr>
        <p:spPr>
          <a:xfrm>
            <a:off x="736277" y="3366614"/>
            <a:ext cx="1303283"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Refs. [136]</a:t>
            </a:r>
            <a:endPar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sp>
        <p:nvSpPr>
          <p:cNvPr id="183" name="TextBox 182">
            <a:extLst>
              <a:ext uri="{FF2B5EF4-FFF2-40B4-BE49-F238E27FC236}">
                <a16:creationId xmlns:a16="http://schemas.microsoft.com/office/drawing/2014/main" id="{69D394C1-CD44-255B-26FE-0706FD3B3D03}"/>
              </a:ext>
            </a:extLst>
          </p:cNvPr>
          <p:cNvSpPr txBox="1"/>
          <p:nvPr/>
        </p:nvSpPr>
        <p:spPr>
          <a:xfrm>
            <a:off x="736277" y="5006433"/>
            <a:ext cx="1303283"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Refs. [160]</a:t>
            </a:r>
            <a:endPar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sp>
        <p:nvSpPr>
          <p:cNvPr id="184" name="Rectangle: Rounded Corners 183">
            <a:extLst>
              <a:ext uri="{FF2B5EF4-FFF2-40B4-BE49-F238E27FC236}">
                <a16:creationId xmlns:a16="http://schemas.microsoft.com/office/drawing/2014/main" id="{8A48660A-89DF-607E-2FE7-071A36664F22}"/>
              </a:ext>
            </a:extLst>
          </p:cNvPr>
          <p:cNvSpPr/>
          <p:nvPr/>
        </p:nvSpPr>
        <p:spPr>
          <a:xfrm>
            <a:off x="1882979" y="5320556"/>
            <a:ext cx="2432087"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185" name="Graphic 184" descr="Germ outline">
            <a:extLst>
              <a:ext uri="{FF2B5EF4-FFF2-40B4-BE49-F238E27FC236}">
                <a16:creationId xmlns:a16="http://schemas.microsoft.com/office/drawing/2014/main" id="{6B25C375-E61F-E0A0-889A-2C762757062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794897" y="5949342"/>
            <a:ext cx="645204" cy="645204"/>
          </a:xfrm>
          <a:prstGeom prst="rect">
            <a:avLst/>
          </a:prstGeom>
        </p:spPr>
      </p:pic>
      <p:sp>
        <p:nvSpPr>
          <p:cNvPr id="186" name="Oval 185">
            <a:extLst>
              <a:ext uri="{FF2B5EF4-FFF2-40B4-BE49-F238E27FC236}">
                <a16:creationId xmlns:a16="http://schemas.microsoft.com/office/drawing/2014/main" id="{8373B73D-DA85-A35C-8C5F-B1C0714247FD}"/>
              </a:ext>
            </a:extLst>
          </p:cNvPr>
          <p:cNvSpPr>
            <a:spLocks noChangeAspect="1"/>
          </p:cNvSpPr>
          <p:nvPr/>
        </p:nvSpPr>
        <p:spPr>
          <a:xfrm>
            <a:off x="2042089" y="6359831"/>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7" name="Oval 186">
            <a:extLst>
              <a:ext uri="{FF2B5EF4-FFF2-40B4-BE49-F238E27FC236}">
                <a16:creationId xmlns:a16="http://schemas.microsoft.com/office/drawing/2014/main" id="{2B7C8B46-BBE8-2F5F-A9D1-5FFA025AFDFC}"/>
              </a:ext>
            </a:extLst>
          </p:cNvPr>
          <p:cNvSpPr>
            <a:spLocks noChangeAspect="1"/>
          </p:cNvSpPr>
          <p:nvPr/>
        </p:nvSpPr>
        <p:spPr>
          <a:xfrm>
            <a:off x="2491286" y="646028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8" name="Oval 187">
            <a:extLst>
              <a:ext uri="{FF2B5EF4-FFF2-40B4-BE49-F238E27FC236}">
                <a16:creationId xmlns:a16="http://schemas.microsoft.com/office/drawing/2014/main" id="{6BF1D230-5702-4699-8269-2E29426D8CDA}"/>
              </a:ext>
            </a:extLst>
          </p:cNvPr>
          <p:cNvSpPr>
            <a:spLocks noChangeAspect="1"/>
          </p:cNvSpPr>
          <p:nvPr/>
        </p:nvSpPr>
        <p:spPr>
          <a:xfrm>
            <a:off x="2098841" y="651451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9" name="Oval 188">
            <a:extLst>
              <a:ext uri="{FF2B5EF4-FFF2-40B4-BE49-F238E27FC236}">
                <a16:creationId xmlns:a16="http://schemas.microsoft.com/office/drawing/2014/main" id="{D75B6006-1EDB-E700-7A71-4697DFCF6F46}"/>
              </a:ext>
            </a:extLst>
          </p:cNvPr>
          <p:cNvSpPr>
            <a:spLocks noChangeAspect="1"/>
          </p:cNvSpPr>
          <p:nvPr/>
        </p:nvSpPr>
        <p:spPr>
          <a:xfrm>
            <a:off x="2590351"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0" name="Oval 189">
            <a:extLst>
              <a:ext uri="{FF2B5EF4-FFF2-40B4-BE49-F238E27FC236}">
                <a16:creationId xmlns:a16="http://schemas.microsoft.com/office/drawing/2014/main" id="{6A4EFD32-DC89-2925-F615-D495991D6EDB}"/>
              </a:ext>
            </a:extLst>
          </p:cNvPr>
          <p:cNvSpPr>
            <a:spLocks noChangeAspect="1"/>
          </p:cNvSpPr>
          <p:nvPr/>
        </p:nvSpPr>
        <p:spPr>
          <a:xfrm>
            <a:off x="2245214"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1" name="Oval 190">
            <a:extLst>
              <a:ext uri="{FF2B5EF4-FFF2-40B4-BE49-F238E27FC236}">
                <a16:creationId xmlns:a16="http://schemas.microsoft.com/office/drawing/2014/main" id="{74702F6E-D5FC-5C9B-8437-320DBAB8FEE8}"/>
              </a:ext>
            </a:extLst>
          </p:cNvPr>
          <p:cNvSpPr>
            <a:spLocks noChangeAspect="1"/>
          </p:cNvSpPr>
          <p:nvPr/>
        </p:nvSpPr>
        <p:spPr>
          <a:xfrm>
            <a:off x="2190990" y="627484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2" name="Oval 191">
            <a:extLst>
              <a:ext uri="{FF2B5EF4-FFF2-40B4-BE49-F238E27FC236}">
                <a16:creationId xmlns:a16="http://schemas.microsoft.com/office/drawing/2014/main" id="{AAF14A8A-7039-DDD9-3557-57E1C23C79EB}"/>
              </a:ext>
            </a:extLst>
          </p:cNvPr>
          <p:cNvSpPr>
            <a:spLocks noChangeAspect="1"/>
          </p:cNvSpPr>
          <p:nvPr/>
        </p:nvSpPr>
        <p:spPr>
          <a:xfrm>
            <a:off x="2697661"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93" name="Group 192">
            <a:extLst>
              <a:ext uri="{FF2B5EF4-FFF2-40B4-BE49-F238E27FC236}">
                <a16:creationId xmlns:a16="http://schemas.microsoft.com/office/drawing/2014/main" id="{A79DD10D-9F14-4396-502C-90B215D03CEB}"/>
              </a:ext>
            </a:extLst>
          </p:cNvPr>
          <p:cNvGrpSpPr/>
          <p:nvPr/>
        </p:nvGrpSpPr>
        <p:grpSpPr>
          <a:xfrm>
            <a:off x="1845762" y="5295846"/>
            <a:ext cx="1885791" cy="674688"/>
            <a:chOff x="43766" y="2027777"/>
            <a:chExt cx="1140844" cy="408165"/>
          </a:xfrm>
        </p:grpSpPr>
        <p:sp>
          <p:nvSpPr>
            <p:cNvPr id="194" name="TextBox 193">
              <a:extLst>
                <a:ext uri="{FF2B5EF4-FFF2-40B4-BE49-F238E27FC236}">
                  <a16:creationId xmlns:a16="http://schemas.microsoft.com/office/drawing/2014/main" id="{520185EA-7209-A504-262B-61C55E727089}"/>
                </a:ext>
              </a:extLst>
            </p:cNvPr>
            <p:cNvSpPr txBox="1"/>
            <p:nvPr/>
          </p:nvSpPr>
          <p:spPr>
            <a:xfrm>
              <a:off x="43766" y="2027777"/>
              <a:ext cx="763998"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 inducers</a:t>
              </a:r>
            </a:p>
          </p:txBody>
        </p:sp>
        <p:sp>
          <p:nvSpPr>
            <p:cNvPr id="195" name="TextBox 194">
              <a:extLst>
                <a:ext uri="{FF2B5EF4-FFF2-40B4-BE49-F238E27FC236}">
                  <a16:creationId xmlns:a16="http://schemas.microsoft.com/office/drawing/2014/main" id="{A458BF25-D53E-DA73-03D0-010CE25F4E3F}"/>
                </a:ext>
              </a:extLst>
            </p:cNvPr>
            <p:cNvSpPr txBox="1"/>
            <p:nvPr/>
          </p:nvSpPr>
          <p:spPr>
            <a:xfrm>
              <a:off x="50754" y="2145876"/>
              <a:ext cx="1133856"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Chemical inducers activate bacteria to release signalling molecules</a:t>
              </a:r>
            </a:p>
          </p:txBody>
        </p:sp>
      </p:grpSp>
      <p:sp>
        <p:nvSpPr>
          <p:cNvPr id="237" name="TextBox 236">
            <a:extLst>
              <a:ext uri="{FF2B5EF4-FFF2-40B4-BE49-F238E27FC236}">
                <a16:creationId xmlns:a16="http://schemas.microsoft.com/office/drawing/2014/main" id="{233AF322-96C8-DF8D-FAE2-A2FFA1401710}"/>
              </a:ext>
            </a:extLst>
          </p:cNvPr>
          <p:cNvSpPr txBox="1"/>
          <p:nvPr/>
        </p:nvSpPr>
        <p:spPr>
          <a:xfrm>
            <a:off x="26946" y="4344304"/>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lives in stoichiometry and reaction-rate ratios.</a:t>
            </a:r>
          </a:p>
        </p:txBody>
      </p:sp>
      <p:sp>
        <p:nvSpPr>
          <p:cNvPr id="238" name="TextBox 237">
            <a:extLst>
              <a:ext uri="{FF2B5EF4-FFF2-40B4-BE49-F238E27FC236}">
                <a16:creationId xmlns:a16="http://schemas.microsoft.com/office/drawing/2014/main" id="{876AA0AD-0587-0237-7ED2-4AFF352EAB49}"/>
              </a:ext>
            </a:extLst>
          </p:cNvPr>
          <p:cNvSpPr txBox="1"/>
          <p:nvPr/>
        </p:nvSpPr>
        <p:spPr>
          <a:xfrm>
            <a:off x="26946" y="5603338"/>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embedded in living gene-regulatory networks.</a:t>
            </a:r>
          </a:p>
        </p:txBody>
      </p:sp>
      <p:sp>
        <p:nvSpPr>
          <p:cNvPr id="239" name="TextBox 238">
            <a:extLst>
              <a:ext uri="{FF2B5EF4-FFF2-40B4-BE49-F238E27FC236}">
                <a16:creationId xmlns:a16="http://schemas.microsoft.com/office/drawing/2014/main" id="{2496C27C-1DDA-40DC-3BC4-7691E41E77BD}"/>
              </a:ext>
            </a:extLst>
          </p:cNvPr>
          <p:cNvSpPr txBox="1"/>
          <p:nvPr/>
        </p:nvSpPr>
        <p:spPr>
          <a:xfrm>
            <a:off x="706216" y="6557955"/>
            <a:ext cx="773700"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Refs. </a:t>
            </a:r>
            <a:r>
              <a:rPr kumimoji="0" lang="en-GB" sz="900" b="0" i="0" u="none" strike="noStrike" kern="1200" cap="none" spc="0" normalizeH="0" baseline="0" noProof="0">
                <a:ln>
                  <a:noFill/>
                </a:ln>
                <a:solidFill>
                  <a:prstClr val="white">
                    <a:lumMod val="50000"/>
                  </a:prstClr>
                </a:solidFill>
                <a:effectLst/>
                <a:uLnTx/>
                <a:uFillTx/>
                <a:latin typeface="Aptos Light" panose="020B0004020202020204" pitchFamily="34" charset="0"/>
                <a:ea typeface="+mn-ea"/>
                <a:cs typeface="+mn-cs"/>
              </a:rPr>
              <a:t>[157]</a:t>
            </a:r>
            <a:endPar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sp>
        <p:nvSpPr>
          <p:cNvPr id="257" name="TextBox 256">
            <a:extLst>
              <a:ext uri="{FF2B5EF4-FFF2-40B4-BE49-F238E27FC236}">
                <a16:creationId xmlns:a16="http://schemas.microsoft.com/office/drawing/2014/main" id="{189E39C4-EB5C-E7D8-6EBF-FB3A4C33E699}"/>
              </a:ext>
            </a:extLst>
          </p:cNvPr>
          <p:cNvSpPr txBox="1"/>
          <p:nvPr/>
        </p:nvSpPr>
        <p:spPr>
          <a:xfrm>
            <a:off x="3168980" y="1735704"/>
            <a:ext cx="643287"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bio</a:t>
            </a:r>
            <a:r>
              <a:rPr kumimoji="0" lang="de-DE"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-FET</a:t>
            </a: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58" name="Straight Arrow Connector 257">
            <a:extLst>
              <a:ext uri="{FF2B5EF4-FFF2-40B4-BE49-F238E27FC236}">
                <a16:creationId xmlns:a16="http://schemas.microsoft.com/office/drawing/2014/main" id="{E04BAEA7-C7ED-0C0E-1574-80B0CAA16D1A}"/>
              </a:ext>
            </a:extLst>
          </p:cNvPr>
          <p:cNvCxnSpPr>
            <a:cxnSpLocks/>
          </p:cNvCxnSpPr>
          <p:nvPr/>
        </p:nvCxnSpPr>
        <p:spPr>
          <a:xfrm rot="2220000">
            <a:off x="3227852" y="1608805"/>
            <a:ext cx="262771" cy="98027"/>
          </a:xfrm>
          <a:prstGeom prst="straightConnector1">
            <a:avLst/>
          </a:prstGeom>
          <a:ln w="6350">
            <a:solidFill>
              <a:schemeClr val="bg1">
                <a:lumMod val="50000"/>
              </a:schemeClr>
            </a:solidFill>
            <a:tailEnd type="triangle" w="sm" len="sm"/>
          </a:ln>
        </p:spPr>
        <p:style>
          <a:lnRef idx="2">
            <a:schemeClr val="accent1"/>
          </a:lnRef>
          <a:fillRef idx="0">
            <a:schemeClr val="accent1"/>
          </a:fillRef>
          <a:effectRef idx="1">
            <a:schemeClr val="accent1"/>
          </a:effectRef>
          <a:fontRef idx="minor">
            <a:schemeClr val="tx1"/>
          </a:fontRef>
        </p:style>
      </p:cxnSp>
      <p:sp>
        <p:nvSpPr>
          <p:cNvPr id="260" name="TextBox 259">
            <a:extLst>
              <a:ext uri="{FF2B5EF4-FFF2-40B4-BE49-F238E27FC236}">
                <a16:creationId xmlns:a16="http://schemas.microsoft.com/office/drawing/2014/main" id="{0E961AD3-4106-2F6C-D37E-D27B7A08769A}"/>
              </a:ext>
            </a:extLst>
          </p:cNvPr>
          <p:cNvSpPr txBox="1"/>
          <p:nvPr/>
        </p:nvSpPr>
        <p:spPr>
          <a:xfrm>
            <a:off x="2962281" y="6427188"/>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bacteria</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1" name="TextBox 260">
            <a:extLst>
              <a:ext uri="{FF2B5EF4-FFF2-40B4-BE49-F238E27FC236}">
                <a16:creationId xmlns:a16="http://schemas.microsoft.com/office/drawing/2014/main" id="{2B34060C-15DB-B7DF-E035-30FC44454B50}"/>
              </a:ext>
            </a:extLst>
          </p:cNvPr>
          <p:cNvSpPr txBox="1"/>
          <p:nvPr/>
        </p:nvSpPr>
        <p:spPr>
          <a:xfrm>
            <a:off x="1829066" y="6008245"/>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inducers</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2" name="Oval 261">
            <a:extLst>
              <a:ext uri="{FF2B5EF4-FFF2-40B4-BE49-F238E27FC236}">
                <a16:creationId xmlns:a16="http://schemas.microsoft.com/office/drawing/2014/main" id="{D12F98C9-EFBF-7D98-8A16-774984B3D8EC}"/>
              </a:ext>
            </a:extLst>
          </p:cNvPr>
          <p:cNvSpPr>
            <a:spLocks noChangeAspect="1"/>
          </p:cNvSpPr>
          <p:nvPr/>
        </p:nvSpPr>
        <p:spPr>
          <a:xfrm>
            <a:off x="3058856"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3" name="Oval 262">
            <a:extLst>
              <a:ext uri="{FF2B5EF4-FFF2-40B4-BE49-F238E27FC236}">
                <a16:creationId xmlns:a16="http://schemas.microsoft.com/office/drawing/2014/main" id="{830600D4-0393-537F-10E5-F814B347CE1C}"/>
              </a:ext>
            </a:extLst>
          </p:cNvPr>
          <p:cNvSpPr>
            <a:spLocks noChangeAspect="1"/>
          </p:cNvSpPr>
          <p:nvPr/>
        </p:nvSpPr>
        <p:spPr>
          <a:xfrm>
            <a:off x="3168588"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4" name="Oval 263">
            <a:extLst>
              <a:ext uri="{FF2B5EF4-FFF2-40B4-BE49-F238E27FC236}">
                <a16:creationId xmlns:a16="http://schemas.microsoft.com/office/drawing/2014/main" id="{52F55F71-5E45-1294-A83D-574385492A59}"/>
              </a:ext>
            </a:extLst>
          </p:cNvPr>
          <p:cNvSpPr>
            <a:spLocks noChangeAspect="1"/>
          </p:cNvSpPr>
          <p:nvPr/>
        </p:nvSpPr>
        <p:spPr>
          <a:xfrm>
            <a:off x="2349548"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5" name="Oval 264">
            <a:extLst>
              <a:ext uri="{FF2B5EF4-FFF2-40B4-BE49-F238E27FC236}">
                <a16:creationId xmlns:a16="http://schemas.microsoft.com/office/drawing/2014/main" id="{AFD4242E-83A2-FBD1-E59E-77C6D5839C42}"/>
              </a:ext>
            </a:extLst>
          </p:cNvPr>
          <p:cNvSpPr>
            <a:spLocks noChangeAspect="1"/>
          </p:cNvSpPr>
          <p:nvPr/>
        </p:nvSpPr>
        <p:spPr>
          <a:xfrm>
            <a:off x="2245510" y="6541626"/>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 name="Picture 2">
            <a:extLst>
              <a:ext uri="{FF2B5EF4-FFF2-40B4-BE49-F238E27FC236}">
                <a16:creationId xmlns:a16="http://schemas.microsoft.com/office/drawing/2014/main" id="{86FCF781-DEE4-0B30-9B11-B008104A5CF4}"/>
              </a:ext>
            </a:extLst>
          </p:cNvPr>
          <p:cNvPicPr>
            <a:picLocks noChangeAspect="1"/>
          </p:cNvPicPr>
          <p:nvPr/>
        </p:nvPicPr>
        <p:blipFill>
          <a:blip r:embed="rId6"/>
          <a:srcRect l="50000" t="72086"/>
          <a:stretch>
            <a:fillRect/>
          </a:stretch>
        </p:blipFill>
        <p:spPr>
          <a:xfrm>
            <a:off x="4590977" y="54594"/>
            <a:ext cx="5516502" cy="3718533"/>
          </a:xfrm>
          <a:prstGeom prst="rect">
            <a:avLst/>
          </a:prstGeom>
        </p:spPr>
      </p:pic>
      <p:sp>
        <p:nvSpPr>
          <p:cNvPr id="4" name="Rectangle 3">
            <a:extLst>
              <a:ext uri="{FF2B5EF4-FFF2-40B4-BE49-F238E27FC236}">
                <a16:creationId xmlns:a16="http://schemas.microsoft.com/office/drawing/2014/main" id="{EFBEEFFF-5F7C-65E4-A278-5BEA49DDAAE1}"/>
              </a:ext>
            </a:extLst>
          </p:cNvPr>
          <p:cNvSpPr/>
          <p:nvPr/>
        </p:nvSpPr>
        <p:spPr>
          <a:xfrm>
            <a:off x="34139" y="2141070"/>
            <a:ext cx="4514733" cy="4734580"/>
          </a:xfrm>
          <a:prstGeom prst="rect">
            <a:avLst/>
          </a:prstGeom>
          <a:solidFill>
            <a:srgbClr val="EBDFC6">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 name="TextBox 265">
            <a:extLst>
              <a:ext uri="{FF2B5EF4-FFF2-40B4-BE49-F238E27FC236}">
                <a16:creationId xmlns:a16="http://schemas.microsoft.com/office/drawing/2014/main" id="{9B7F5A73-3675-895C-E964-9D1E00ACC405}"/>
              </a:ext>
            </a:extLst>
          </p:cNvPr>
          <p:cNvSpPr txBox="1"/>
          <p:nvPr/>
        </p:nvSpPr>
        <p:spPr>
          <a:xfrm>
            <a:off x="5154594" y="6400374"/>
            <a:ext cx="7125568" cy="415498"/>
          </a:xfrm>
          <a:prstGeom prst="rect">
            <a:avLst/>
          </a:prstGeom>
          <a:noFill/>
        </p:spPr>
        <p:txBody>
          <a:bodyPr wrap="square">
            <a:spAutoFit/>
          </a:bodyPr>
          <a:lstStyle/>
          <a:p>
            <a:pPr algn="l"/>
            <a:r>
              <a:rPr lang="en-US" sz="1050" b="0" i="0" u="none" strike="noStrike" baseline="0" dirty="0">
                <a:latin typeface="NimbusRomNo9L-Regu"/>
              </a:rPr>
              <a:t>[1] M. Kuscu, H. Ramezani, E. </a:t>
            </a:r>
            <a:r>
              <a:rPr lang="en-US" sz="1050" b="0" i="0" u="none" strike="noStrike" baseline="0" dirty="0" err="1">
                <a:latin typeface="NimbusRomNo9L-Regu"/>
              </a:rPr>
              <a:t>Dinc</a:t>
            </a:r>
            <a:r>
              <a:rPr lang="en-US" sz="1050" b="0" i="0" u="none" strike="noStrike" baseline="0" dirty="0">
                <a:latin typeface="NimbusRomNo9L-Regu"/>
              </a:rPr>
              <a:t>, S. Akhavan, and O. B. Akan, “Fabrication and microfluidic analysis of graphene-based molecular communication receiver for Internet of Nano Things (</a:t>
            </a:r>
            <a:r>
              <a:rPr lang="en-US" sz="1050" b="0" i="0" u="none" strike="noStrike" baseline="0" dirty="0" err="1">
                <a:latin typeface="NimbusRomNo9L-Regu"/>
              </a:rPr>
              <a:t>IoNT</a:t>
            </a:r>
            <a:r>
              <a:rPr lang="en-US" sz="1050" b="0" i="0" u="none" strike="noStrike" baseline="0" dirty="0">
                <a:latin typeface="NimbusRomNo9L-Regu"/>
              </a:rPr>
              <a:t>),” </a:t>
            </a:r>
            <a:r>
              <a:rPr lang="en-US" sz="1050" b="0" i="0" u="none" strike="noStrike" baseline="0" dirty="0">
                <a:latin typeface="NimbusRomNo9L-ReguItal"/>
              </a:rPr>
              <a:t>Scientific Reports</a:t>
            </a:r>
            <a:r>
              <a:rPr lang="en-US" sz="1050" b="0" i="0" u="none" strike="noStrike" baseline="0" dirty="0">
                <a:latin typeface="NimbusRomNo9L-Regu"/>
              </a:rPr>
              <a:t>, vol. 11, no. 1, pp. 1–20, Oct. 2021.</a:t>
            </a:r>
          </a:p>
        </p:txBody>
      </p:sp>
      <p:pic>
        <p:nvPicPr>
          <p:cNvPr id="267" name="Picture 266">
            <a:extLst>
              <a:ext uri="{FF2B5EF4-FFF2-40B4-BE49-F238E27FC236}">
                <a16:creationId xmlns:a16="http://schemas.microsoft.com/office/drawing/2014/main" id="{3EA4DE45-6FC0-6675-66A2-5D3D031FE360}"/>
              </a:ext>
            </a:extLst>
          </p:cNvPr>
          <p:cNvPicPr>
            <a:picLocks noChangeAspect="1"/>
          </p:cNvPicPr>
          <p:nvPr/>
        </p:nvPicPr>
        <p:blipFill>
          <a:blip r:embed="rId7"/>
          <a:stretch>
            <a:fillRect/>
          </a:stretch>
        </p:blipFill>
        <p:spPr>
          <a:xfrm>
            <a:off x="5558975" y="3983287"/>
            <a:ext cx="6338056" cy="2277124"/>
          </a:xfrm>
          <a:prstGeom prst="rect">
            <a:avLst/>
          </a:prstGeom>
        </p:spPr>
      </p:pic>
    </p:spTree>
    <p:extLst>
      <p:ext uri="{BB962C8B-B14F-4D97-AF65-F5344CB8AC3E}">
        <p14:creationId xmlns:p14="http://schemas.microsoft.com/office/powerpoint/2010/main" val="3318680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7"/>
                                        </p:tgtEl>
                                        <p:attrNameLst>
                                          <p:attrName>style.visibility</p:attrName>
                                        </p:attrNameLst>
                                      </p:cBhvr>
                                      <p:to>
                                        <p:strVal val="visible"/>
                                      </p:to>
                                    </p:set>
                                    <p:animEffect transition="in" filter="fade">
                                      <p:cBhvr>
                                        <p:cTn id="7" dur="500"/>
                                        <p:tgtEl>
                                          <p:spTgt spid="2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rgbClr val="F2EADA">
                <a:alpha val="61000"/>
              </a:srgbClr>
            </a:gs>
            <a:gs pos="80000">
              <a:srgbClr val="DFCBA2">
                <a:alpha val="61000"/>
              </a:srgbClr>
            </a:gs>
            <a:gs pos="100000">
              <a:srgbClr val="E1CEA9">
                <a:alpha val="61000"/>
              </a:srgbClr>
            </a:gs>
          </a:gsLst>
          <a:lin ang="2700000" scaled="1"/>
        </a:gradFill>
        <a:effectLst/>
      </p:bgPr>
    </p:bg>
    <p:spTree>
      <p:nvGrpSpPr>
        <p:cNvPr id="1" name="">
          <a:extLst>
            <a:ext uri="{FF2B5EF4-FFF2-40B4-BE49-F238E27FC236}">
              <a16:creationId xmlns:a16="http://schemas.microsoft.com/office/drawing/2014/main" id="{38E0293F-0E69-5DF6-F261-89C84D8EFDCF}"/>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D920F45F-315E-113D-320B-FE39EFFC7F76}"/>
              </a:ext>
            </a:extLst>
          </p:cNvPr>
          <p:cNvSpPr/>
          <p:nvPr/>
        </p:nvSpPr>
        <p:spPr>
          <a:xfrm>
            <a:off x="1865524" y="3730283"/>
            <a:ext cx="2449543"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 name="Straight Connector 5">
            <a:extLst>
              <a:ext uri="{FF2B5EF4-FFF2-40B4-BE49-F238E27FC236}">
                <a16:creationId xmlns:a16="http://schemas.microsoft.com/office/drawing/2014/main" id="{749DA913-20EE-31FC-FBCE-D7A347AB76C8}"/>
              </a:ext>
            </a:extLst>
          </p:cNvPr>
          <p:cNvCxnSpPr>
            <a:cxnSpLocks/>
          </p:cNvCxnSpPr>
          <p:nvPr/>
        </p:nvCxnSpPr>
        <p:spPr>
          <a:xfrm flipH="1">
            <a:off x="1746380" y="14192"/>
            <a:ext cx="12495" cy="6801680"/>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97ADA0A-7A92-4F0A-9790-147F18F37423}"/>
              </a:ext>
            </a:extLst>
          </p:cNvPr>
          <p:cNvCxnSpPr>
            <a:cxnSpLocks/>
          </p:cNvCxnSpPr>
          <p:nvPr/>
        </p:nvCxnSpPr>
        <p:spPr>
          <a:xfrm>
            <a:off x="4456194" y="521812"/>
            <a:ext cx="0" cy="629405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0716EB2D-913E-FDF1-92F5-BCE5EF4EC331}"/>
              </a:ext>
            </a:extLst>
          </p:cNvPr>
          <p:cNvCxnSpPr>
            <a:cxnSpLocks/>
          </p:cNvCxnSpPr>
          <p:nvPr/>
        </p:nvCxnSpPr>
        <p:spPr>
          <a:xfrm>
            <a:off x="7133889" y="1978422"/>
            <a:ext cx="0" cy="48374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11056AB-8694-EB49-0C5C-2E9A09145A47}"/>
              </a:ext>
            </a:extLst>
          </p:cNvPr>
          <p:cNvCxnSpPr>
            <a:cxnSpLocks/>
          </p:cNvCxnSpPr>
          <p:nvPr/>
        </p:nvCxnSpPr>
        <p:spPr>
          <a:xfrm flipH="1">
            <a:off x="9709514" y="504540"/>
            <a:ext cx="0" cy="631133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0" name="Rectangle: Rounded Corners 9">
            <a:extLst>
              <a:ext uri="{FF2B5EF4-FFF2-40B4-BE49-F238E27FC236}">
                <a16:creationId xmlns:a16="http://schemas.microsoft.com/office/drawing/2014/main" id="{39D405A8-B42B-3A54-898E-647C89B46738}"/>
              </a:ext>
            </a:extLst>
          </p:cNvPr>
          <p:cNvSpPr/>
          <p:nvPr/>
        </p:nvSpPr>
        <p:spPr>
          <a:xfrm>
            <a:off x="7269240" y="4564930"/>
            <a:ext cx="235747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Rounded Corners 10">
            <a:extLst>
              <a:ext uri="{FF2B5EF4-FFF2-40B4-BE49-F238E27FC236}">
                <a16:creationId xmlns:a16="http://schemas.microsoft.com/office/drawing/2014/main" id="{017E7921-484E-13CB-D0AB-290D69AABE96}"/>
              </a:ext>
            </a:extLst>
          </p:cNvPr>
          <p:cNvSpPr/>
          <p:nvPr/>
        </p:nvSpPr>
        <p:spPr>
          <a:xfrm>
            <a:off x="1877759" y="2141070"/>
            <a:ext cx="2447209"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2" name="Group 11">
            <a:extLst>
              <a:ext uri="{FF2B5EF4-FFF2-40B4-BE49-F238E27FC236}">
                <a16:creationId xmlns:a16="http://schemas.microsoft.com/office/drawing/2014/main" id="{AEC691B8-0F1B-9F28-731C-E107B9922E16}"/>
              </a:ext>
            </a:extLst>
          </p:cNvPr>
          <p:cNvGrpSpPr/>
          <p:nvPr/>
        </p:nvGrpSpPr>
        <p:grpSpPr>
          <a:xfrm>
            <a:off x="1808379" y="3694592"/>
            <a:ext cx="2506686" cy="674688"/>
            <a:chOff x="43766" y="2027777"/>
            <a:chExt cx="1516466" cy="408165"/>
          </a:xfrm>
        </p:grpSpPr>
        <p:sp>
          <p:nvSpPr>
            <p:cNvPr id="13" name="TextBox 12">
              <a:extLst>
                <a:ext uri="{FF2B5EF4-FFF2-40B4-BE49-F238E27FC236}">
                  <a16:creationId xmlns:a16="http://schemas.microsoft.com/office/drawing/2014/main" id="{80126946-995F-0A9D-0DBF-8D8E55F5A978}"/>
                </a:ext>
              </a:extLst>
            </p:cNvPr>
            <p:cNvSpPr txBox="1"/>
            <p:nvPr/>
          </p:nvSpPr>
          <p:spPr>
            <a:xfrm>
              <a:off x="43766" y="2027777"/>
              <a:ext cx="86388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Metabolites as inputs</a:t>
              </a:r>
            </a:p>
          </p:txBody>
        </p:sp>
        <p:sp>
          <p:nvSpPr>
            <p:cNvPr id="14" name="TextBox 13">
              <a:extLst>
                <a:ext uri="{FF2B5EF4-FFF2-40B4-BE49-F238E27FC236}">
                  <a16:creationId xmlns:a16="http://schemas.microsoft.com/office/drawing/2014/main" id="{3DFC1480-4FA7-0577-E0A1-5D632A1B8107}"/>
                </a:ext>
              </a:extLst>
            </p:cNvPr>
            <p:cNvSpPr txBox="1"/>
            <p:nvPr/>
          </p:nvSpPr>
          <p:spPr>
            <a:xfrm>
              <a:off x="50754" y="2145876"/>
              <a:ext cx="1509478"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Inputs are encoded in the concentration level of metabolites</a:t>
              </a:r>
            </a:p>
          </p:txBody>
        </p:sp>
      </p:grpSp>
      <p:sp>
        <p:nvSpPr>
          <p:cNvPr id="15" name="Rectangle: Rounded Corners 14">
            <a:extLst>
              <a:ext uri="{FF2B5EF4-FFF2-40B4-BE49-F238E27FC236}">
                <a16:creationId xmlns:a16="http://schemas.microsoft.com/office/drawing/2014/main" id="{3A123E96-2181-DBB8-77A4-7CAC8BAD9082}"/>
              </a:ext>
            </a:extLst>
          </p:cNvPr>
          <p:cNvSpPr/>
          <p:nvPr/>
        </p:nvSpPr>
        <p:spPr>
          <a:xfrm>
            <a:off x="1878609" y="679688"/>
            <a:ext cx="246732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4B0CA000-89DA-CC29-EDE8-94768ABEB47A}"/>
              </a:ext>
            </a:extLst>
          </p:cNvPr>
          <p:cNvSpPr txBox="1"/>
          <p:nvPr/>
        </p:nvSpPr>
        <p:spPr>
          <a:xfrm>
            <a:off x="-52323" y="275098"/>
            <a:ext cx="1756598"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Substrate ↓ ▪  Stage →</a:t>
            </a:r>
          </a:p>
        </p:txBody>
      </p:sp>
      <p:sp>
        <p:nvSpPr>
          <p:cNvPr id="17" name="TextBox 16">
            <a:extLst>
              <a:ext uri="{FF2B5EF4-FFF2-40B4-BE49-F238E27FC236}">
                <a16:creationId xmlns:a16="http://schemas.microsoft.com/office/drawing/2014/main" id="{571DE87B-52FE-1E3E-1A62-5867C0601775}"/>
              </a:ext>
            </a:extLst>
          </p:cNvPr>
          <p:cNvSpPr txBox="1"/>
          <p:nvPr/>
        </p:nvSpPr>
        <p:spPr>
          <a:xfrm>
            <a:off x="2406406" y="36999"/>
            <a:ext cx="1402335"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Input </a:t>
            </a:r>
            <a:r>
              <a:rPr kumimoji="0" lang="en-GB" sz="12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 </a:t>
            </a: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Interface</a:t>
            </a:r>
          </a:p>
        </p:txBody>
      </p:sp>
      <p:sp>
        <p:nvSpPr>
          <p:cNvPr id="20" name="TextBox 19">
            <a:extLst>
              <a:ext uri="{FF2B5EF4-FFF2-40B4-BE49-F238E27FC236}">
                <a16:creationId xmlns:a16="http://schemas.microsoft.com/office/drawing/2014/main" id="{FFEACB6B-B776-3946-B199-076A23AF3029}"/>
              </a:ext>
            </a:extLst>
          </p:cNvPr>
          <p:cNvSpPr txBox="1"/>
          <p:nvPr/>
        </p:nvSpPr>
        <p:spPr>
          <a:xfrm>
            <a:off x="6214404" y="-41974"/>
            <a:ext cx="1650800"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Neuron Components</a:t>
            </a:r>
          </a:p>
        </p:txBody>
      </p:sp>
      <p:cxnSp>
        <p:nvCxnSpPr>
          <p:cNvPr id="21" name="Straight Connector 20">
            <a:extLst>
              <a:ext uri="{FF2B5EF4-FFF2-40B4-BE49-F238E27FC236}">
                <a16:creationId xmlns:a16="http://schemas.microsoft.com/office/drawing/2014/main" id="{E40598B5-188A-C957-133C-0A75DBDDEEF3}"/>
              </a:ext>
            </a:extLst>
          </p:cNvPr>
          <p:cNvCxnSpPr>
            <a:cxnSpLocks/>
          </p:cNvCxnSpPr>
          <p:nvPr/>
        </p:nvCxnSpPr>
        <p:spPr>
          <a:xfrm>
            <a:off x="34139" y="647339"/>
            <a:ext cx="12157861" cy="323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9B262566-8EEA-D2B0-0FC3-71C625B849BB}"/>
              </a:ext>
            </a:extLst>
          </p:cNvPr>
          <p:cNvGrpSpPr/>
          <p:nvPr/>
        </p:nvGrpSpPr>
        <p:grpSpPr>
          <a:xfrm>
            <a:off x="4456194" y="305329"/>
            <a:ext cx="135810" cy="216486"/>
            <a:chOff x="2235570" y="366714"/>
            <a:chExt cx="82161" cy="130967"/>
          </a:xfrm>
        </p:grpSpPr>
        <p:cxnSp>
          <p:nvCxnSpPr>
            <p:cNvPr id="23" name="Straight Connector 22">
              <a:extLst>
                <a:ext uri="{FF2B5EF4-FFF2-40B4-BE49-F238E27FC236}">
                  <a16:creationId xmlns:a16="http://schemas.microsoft.com/office/drawing/2014/main" id="{D3E6EFD6-622E-5ABD-796F-BB928400368D}"/>
                </a:ext>
              </a:extLst>
            </p:cNvPr>
            <p:cNvCxnSpPr>
              <a:cxnSpLocks/>
            </p:cNvCxnSpPr>
            <p:nvPr/>
          </p:nvCxnSpPr>
          <p:spPr>
            <a:xfrm>
              <a:off x="2235572" y="366714"/>
              <a:ext cx="82159" cy="69842"/>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3F8F5645-6CC9-A654-9F29-C3679ECA791F}"/>
                </a:ext>
              </a:extLst>
            </p:cNvPr>
            <p:cNvCxnSpPr>
              <a:cxnSpLocks/>
            </p:cNvCxnSpPr>
            <p:nvPr/>
          </p:nvCxnSpPr>
          <p:spPr>
            <a:xfrm flipV="1">
              <a:off x="2235570" y="436556"/>
              <a:ext cx="82161" cy="6112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cxnSp>
        <p:nvCxnSpPr>
          <p:cNvPr id="25" name="Straight Connector 24">
            <a:extLst>
              <a:ext uri="{FF2B5EF4-FFF2-40B4-BE49-F238E27FC236}">
                <a16:creationId xmlns:a16="http://schemas.microsoft.com/office/drawing/2014/main" id="{E4CD4D5A-7EB1-43B9-54E0-3C04DB756415}"/>
              </a:ext>
            </a:extLst>
          </p:cNvPr>
          <p:cNvCxnSpPr>
            <a:cxnSpLocks/>
          </p:cNvCxnSpPr>
          <p:nvPr/>
        </p:nvCxnSpPr>
        <p:spPr>
          <a:xfrm>
            <a:off x="4456194" y="14192"/>
            <a:ext cx="0" cy="291138"/>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A54402CE-A7A0-0A9F-D1DB-6D9F641EBBB8}"/>
              </a:ext>
            </a:extLst>
          </p:cNvPr>
          <p:cNvGrpSpPr/>
          <p:nvPr/>
        </p:nvGrpSpPr>
        <p:grpSpPr>
          <a:xfrm>
            <a:off x="4638639" y="42331"/>
            <a:ext cx="1973741" cy="615553"/>
            <a:chOff x="1999055" y="106448"/>
            <a:chExt cx="1194050" cy="372390"/>
          </a:xfrm>
        </p:grpSpPr>
        <p:sp>
          <p:nvSpPr>
            <p:cNvPr id="27" name="TextBox 26">
              <a:extLst>
                <a:ext uri="{FF2B5EF4-FFF2-40B4-BE49-F238E27FC236}">
                  <a16:creationId xmlns:a16="http://schemas.microsoft.com/office/drawing/2014/main" id="{60011E10-735C-813F-D7D3-D8553EAC06D2}"/>
                </a:ext>
              </a:extLst>
            </p:cNvPr>
            <p:cNvSpPr txBox="1"/>
            <p:nvPr/>
          </p:nvSpPr>
          <p:spPr>
            <a:xfrm>
              <a:off x="1999055" y="194277"/>
              <a:ext cx="712872" cy="15042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effectLst/>
                  <a:uLnTx/>
                  <a:uFillTx/>
                  <a:latin typeface="Arial"/>
                  <a:ea typeface="+mn-ea"/>
                  <a:cs typeface="Arial"/>
                  <a:sym typeface="Arial"/>
                  <a:rtl val="0"/>
                </a:rPr>
                <a:t>Weighted </a:t>
              </a:r>
              <a:r>
                <a:rPr kumimoji="0" lang="en-GB" sz="1200" b="1" i="0" u="none" strike="noStrike" kern="1200" cap="none" spc="0" normalizeH="0" baseline="0" noProof="0" dirty="0">
                  <a:ln/>
                  <a:effectLst/>
                  <a:uLnTx/>
                  <a:uFillTx/>
                  <a:latin typeface="Arial"/>
                  <a:ea typeface="+mn-ea"/>
                  <a:cs typeface="Arial"/>
                  <a:sym typeface="Symbol" panose="05050102010706020507" pitchFamily="18" charset="2"/>
                  <a:rtl val="0"/>
                </a:rPr>
                <a:t>sum</a:t>
              </a:r>
              <a:endParaRPr kumimoji="0" lang="en-GB" sz="1200" b="1" i="0" u="none" strike="noStrike" kern="1200" cap="none" spc="0" normalizeH="0" baseline="0" noProof="0" dirty="0">
                <a:ln/>
                <a:effectLst/>
                <a:uLnTx/>
                <a:uFillTx/>
                <a:latin typeface="Arial"/>
                <a:ea typeface="+mn-ea"/>
                <a:cs typeface="Arial"/>
                <a:sym typeface="Arial"/>
                <a:rtl val="0"/>
              </a:endParaRP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8E7BA67-FD28-0529-2D8C-199C62526ABA}"/>
                    </a:ext>
                  </a:extLst>
                </p:cNvPr>
                <p:cNvSpPr txBox="1"/>
                <p:nvPr/>
              </p:nvSpPr>
              <p:spPr>
                <a:xfrm>
                  <a:off x="2623853" y="106448"/>
                  <a:ext cx="569252" cy="37239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GB" sz="1400" b="0" i="1" u="none" strike="noStrike" kern="1200" cap="none" spc="0" normalizeH="0" baseline="0" noProof="0" smtClean="0">
                          <a:ln>
                            <a:noFill/>
                          </a:ln>
                          <a:solidFill>
                            <a:schemeClr val="tx1"/>
                          </a:solidFill>
                          <a:effectLst/>
                          <a:uLnTx/>
                          <a:uFillTx/>
                          <a:latin typeface="Cambria Math" panose="02040503050406030204" pitchFamily="18" charset="0"/>
                          <a:cs typeface="+mn-cs"/>
                        </a:rPr>
                        <m:t>𝑦</m:t>
                      </m:r>
                      <m:r>
                        <a:rPr kumimoji="0" lang="en-GB" sz="1400" b="0" i="1" u="none" strike="noStrike" kern="1200" cap="none" spc="0" normalizeH="0" baseline="0" noProof="0" smtClean="0">
                          <a:ln>
                            <a:noFill/>
                          </a:ln>
                          <a:solidFill>
                            <a:schemeClr val="tx1"/>
                          </a:solidFill>
                          <a:effectLst/>
                          <a:uLnTx/>
                          <a:uFillTx/>
                          <a:latin typeface="Cambria Math" panose="02040503050406030204" pitchFamily="18" charset="0"/>
                          <a:cs typeface="+mn-cs"/>
                        </a:rPr>
                        <m:t>=</m:t>
                      </m:r>
                      <m:nary>
                        <m:naryPr>
                          <m:chr m:val="∑"/>
                          <m:subHide m:val="on"/>
                          <m:supHide m:val="on"/>
                          <m:ctrlP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ctrlPr>
                        </m:naryPr>
                        <m:sub/>
                        <m:sup/>
                        <m:e>
                          <m:sSub>
                            <m:sSubPr>
                              <m:ctrlPr>
                                <a:rPr kumimoji="0" lang="en-GB" sz="1400" b="0" i="1" u="none" strike="noStrike" kern="1200" cap="none" spc="0" normalizeH="0" baseline="0" noProof="0">
                                  <a:ln>
                                    <a:noFill/>
                                  </a:ln>
                                  <a:solidFill>
                                    <a:schemeClr val="tx1"/>
                                  </a:solidFill>
                                  <a:effectLst/>
                                  <a:uLnTx/>
                                  <a:uFillTx/>
                                  <a:latin typeface="Cambria Math" panose="02040503050406030204" pitchFamily="18" charset="0"/>
                                  <a:ea typeface="Cambria Math" panose="02040503050406030204" pitchFamily="18" charset="0"/>
                                  <a:cs typeface="+mn-cs"/>
                                </a:rPr>
                              </m:ctrlPr>
                            </m:sSubPr>
                            <m:e>
                              <m:r>
                                <a:rPr kumimoji="0" lang="en-GB" sz="1400" b="0" i="1" u="none" strike="noStrike" kern="1200" cap="none" spc="0" normalizeH="0" baseline="0" noProof="0">
                                  <a:ln>
                                    <a:noFill/>
                                  </a:ln>
                                  <a:solidFill>
                                    <a:schemeClr val="tx1"/>
                                  </a:solidFill>
                                  <a:effectLst/>
                                  <a:uLnTx/>
                                  <a:uFillTx/>
                                  <a:latin typeface="Cambria Math" panose="02040503050406030204" pitchFamily="18" charset="0"/>
                                  <a:ea typeface="Cambria Math" panose="02040503050406030204" pitchFamily="18" charset="0"/>
                                  <a:cs typeface="+mn-cs"/>
                                </a:rPr>
                                <m:t>𝜔</m:t>
                              </m:r>
                            </m:e>
                            <m:sub>
                              <m: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t>𝑖</m:t>
                              </m:r>
                            </m:sub>
                          </m:sSub>
                          <m:sSub>
                            <m:sSubPr>
                              <m:ctrlP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ctrlPr>
                            </m:sSubPr>
                            <m:e>
                              <m: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t>𝑥</m:t>
                              </m:r>
                            </m:e>
                            <m:sub>
                              <m: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t>𝑖</m:t>
                              </m:r>
                            </m:sub>
                          </m:sSub>
                        </m:e>
                      </m:nary>
                    </m:oMath>
                  </a14:m>
                  <a:r>
                    <a:rPr kumimoji="0" lang="en-GB" sz="4000" b="0" i="0" u="none" strike="noStrike" kern="1200" cap="none" spc="0" normalizeH="0" baseline="0" noProof="0" dirty="0">
                      <a:ln>
                        <a:noFill/>
                      </a:ln>
                      <a:solidFill>
                        <a:schemeClr val="tx1"/>
                      </a:solidFill>
                      <a:effectLst/>
                      <a:uLnTx/>
                      <a:uFillTx/>
                      <a:latin typeface="Aptos" panose="02110004020202020204"/>
                      <a:ea typeface="+mn-ea"/>
                      <a:cs typeface="+mn-cs"/>
                    </a:rPr>
                    <a:t> </a:t>
                  </a:r>
                </a:p>
              </p:txBody>
            </p:sp>
          </mc:Choice>
          <mc:Fallback xmlns="">
            <p:sp>
              <p:nvSpPr>
                <p:cNvPr id="28" name="TextBox 27">
                  <a:extLst>
                    <a:ext uri="{FF2B5EF4-FFF2-40B4-BE49-F238E27FC236}">
                      <a16:creationId xmlns:a16="http://schemas.microsoft.com/office/drawing/2014/main" id="{38E7BA67-FD28-0529-2D8C-199C62526ABA}"/>
                    </a:ext>
                  </a:extLst>
                </p:cNvPr>
                <p:cNvSpPr txBox="1">
                  <a:spLocks noRot="1" noChangeAspect="1" noMove="1" noResize="1" noEditPoints="1" noAdjustHandles="1" noChangeArrowheads="1" noChangeShapeType="1" noTextEdit="1"/>
                </p:cNvSpPr>
                <p:nvPr/>
              </p:nvSpPr>
              <p:spPr>
                <a:xfrm>
                  <a:off x="2623853" y="106448"/>
                  <a:ext cx="569252" cy="372390"/>
                </a:xfrm>
                <a:prstGeom prst="rect">
                  <a:avLst/>
                </a:prstGeom>
                <a:blipFill>
                  <a:blip r:embed="rId2"/>
                  <a:stretch>
                    <a:fillRect/>
                  </a:stretch>
                </a:blipFill>
              </p:spPr>
              <p:txBody>
                <a:bodyPr/>
                <a:lstStyle/>
                <a:p>
                  <a:r>
                    <a:rPr lang="en-US">
                      <a:noFill/>
                    </a:rPr>
                    <a:t> </a:t>
                  </a:r>
                </a:p>
              </p:txBody>
            </p:sp>
          </mc:Fallback>
        </mc:AlternateContent>
      </p:grpSp>
      <p:grpSp>
        <p:nvGrpSpPr>
          <p:cNvPr id="2" name="Group 1">
            <a:extLst>
              <a:ext uri="{FF2B5EF4-FFF2-40B4-BE49-F238E27FC236}">
                <a16:creationId xmlns:a16="http://schemas.microsoft.com/office/drawing/2014/main" id="{8144A261-B78B-8954-5E76-82F7FF808579}"/>
              </a:ext>
            </a:extLst>
          </p:cNvPr>
          <p:cNvGrpSpPr/>
          <p:nvPr/>
        </p:nvGrpSpPr>
        <p:grpSpPr>
          <a:xfrm>
            <a:off x="7252232" y="293087"/>
            <a:ext cx="2271869" cy="267390"/>
            <a:chOff x="7252232" y="293087"/>
            <a:chExt cx="2271869" cy="267390"/>
          </a:xfrm>
        </p:grpSpPr>
        <p:sp>
          <p:nvSpPr>
            <p:cNvPr id="18" name="TextBox 17">
              <a:extLst>
                <a:ext uri="{FF2B5EF4-FFF2-40B4-BE49-F238E27FC236}">
                  <a16:creationId xmlns:a16="http://schemas.microsoft.com/office/drawing/2014/main" id="{96612CBC-CB04-AB89-195F-77BB1FACD5A7}"/>
                </a:ext>
              </a:extLst>
            </p:cNvPr>
            <p:cNvSpPr txBox="1"/>
            <p:nvPr/>
          </p:nvSpPr>
          <p:spPr>
            <a:xfrm>
              <a:off x="7252232" y="293087"/>
              <a:ext cx="1745378"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Activation component</a:t>
              </a:r>
              <a:endParaRPr kumimoji="0" lang="en-GB" sz="1200" b="1" i="0" u="none" strike="noStrike" kern="1200" cap="none" spc="0" normalizeH="0" baseline="0" noProof="0" dirty="0">
                <a:ln/>
                <a:solidFill>
                  <a:srgbClr val="000000"/>
                </a:solidFill>
                <a:effectLst/>
                <a:uLnTx/>
                <a:uFillTx/>
                <a:latin typeface="Arial"/>
                <a:ea typeface="+mn-ea"/>
                <a:cs typeface="Arial"/>
                <a:sym typeface="Arial"/>
                <a:rtl val="0"/>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80EFAA66-EE5B-986C-B33F-C90623F139D6}"/>
                    </a:ext>
                  </a:extLst>
                </p:cNvPr>
                <p:cNvSpPr txBox="1"/>
                <p:nvPr/>
              </p:nvSpPr>
              <p:spPr>
                <a:xfrm>
                  <a:off x="9067950" y="314256"/>
                  <a:ext cx="456151" cy="2462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GB" sz="1600" b="0" i="1" u="none" strike="noStrike" kern="1200" cap="none" spc="0" normalizeH="0" baseline="0" noProof="0" smtClean="0">
                            <a:ln>
                              <a:noFill/>
                            </a:ln>
                            <a:solidFill>
                              <a:schemeClr val="tx1"/>
                            </a:solidFill>
                            <a:effectLst/>
                            <a:uLnTx/>
                            <a:uFillTx/>
                            <a:latin typeface="Cambria Math" panose="02040503050406030204" pitchFamily="18" charset="0"/>
                            <a:ea typeface="Cambria Math" panose="02040503050406030204" pitchFamily="18" charset="0"/>
                            <a:cs typeface="+mn-cs"/>
                          </a:rPr>
                          <m:t>𝜎</m:t>
                        </m:r>
                        <m:d>
                          <m:dPr>
                            <m:ctrlPr>
                              <a:rPr kumimoji="0" lang="en-GB" sz="1600" b="0" i="1" u="none" strike="noStrike" kern="1200" cap="none" spc="0" normalizeH="0" baseline="0" noProof="0">
                                <a:ln>
                                  <a:noFill/>
                                </a:ln>
                                <a:solidFill>
                                  <a:schemeClr val="tx1"/>
                                </a:solidFill>
                                <a:effectLst/>
                                <a:uLnTx/>
                                <a:uFillTx/>
                                <a:latin typeface="Cambria Math" panose="02040503050406030204" pitchFamily="18" charset="0"/>
                                <a:ea typeface="Cambria Math" panose="02040503050406030204" pitchFamily="18" charset="0"/>
                                <a:cs typeface="+mn-cs"/>
                              </a:rPr>
                            </m:ctrlPr>
                          </m:dPr>
                          <m:e>
                            <m:r>
                              <a:rPr kumimoji="0" lang="en-GB" sz="1600" b="0" i="1" u="none" strike="noStrike" kern="1200" cap="none" spc="0" normalizeH="0" baseline="0" noProof="0">
                                <a:ln>
                                  <a:noFill/>
                                </a:ln>
                                <a:solidFill>
                                  <a:schemeClr val="tx1"/>
                                </a:solidFill>
                                <a:effectLst/>
                                <a:uLnTx/>
                                <a:uFillTx/>
                                <a:latin typeface="Cambria Math" panose="02040503050406030204" pitchFamily="18" charset="0"/>
                                <a:ea typeface="Cambria Math" panose="02040503050406030204" pitchFamily="18" charset="0"/>
                                <a:cs typeface="+mn-cs"/>
                              </a:rPr>
                              <m:t>𝑦</m:t>
                            </m:r>
                          </m:e>
                        </m:d>
                      </m:oMath>
                    </m:oMathPara>
                  </a14:m>
                  <a:endParaRPr kumimoji="0" lang="en-GB" sz="4400" b="0" i="0" u="none" strike="noStrike" kern="1200" cap="none" spc="0" normalizeH="0" baseline="0" noProof="0" dirty="0">
                    <a:ln>
                      <a:noFill/>
                    </a:ln>
                    <a:solidFill>
                      <a:schemeClr val="tx1"/>
                    </a:solidFill>
                    <a:effectLst/>
                    <a:uLnTx/>
                    <a:uFillTx/>
                    <a:latin typeface="Aptos" panose="02110004020202020204"/>
                    <a:ea typeface="+mn-ea"/>
                    <a:cs typeface="+mn-cs"/>
                  </a:endParaRPr>
                </a:p>
              </p:txBody>
            </p:sp>
          </mc:Choice>
          <mc:Fallback xmlns="">
            <p:sp>
              <p:nvSpPr>
                <p:cNvPr id="29" name="TextBox 28">
                  <a:extLst>
                    <a:ext uri="{FF2B5EF4-FFF2-40B4-BE49-F238E27FC236}">
                      <a16:creationId xmlns:a16="http://schemas.microsoft.com/office/drawing/2014/main" id="{80EFAA66-EE5B-986C-B33F-C90623F139D6}"/>
                    </a:ext>
                  </a:extLst>
                </p:cNvPr>
                <p:cNvSpPr txBox="1">
                  <a:spLocks noRot="1" noChangeAspect="1" noMove="1" noResize="1" noEditPoints="1" noAdjustHandles="1" noChangeArrowheads="1" noChangeShapeType="1" noTextEdit="1"/>
                </p:cNvSpPr>
                <p:nvPr/>
              </p:nvSpPr>
              <p:spPr>
                <a:xfrm>
                  <a:off x="9067950" y="314256"/>
                  <a:ext cx="456151" cy="246221"/>
                </a:xfrm>
                <a:prstGeom prst="rect">
                  <a:avLst/>
                </a:prstGeom>
                <a:blipFill>
                  <a:blip r:embed="rId3"/>
                  <a:stretch>
                    <a:fillRect l="-6757" b="-25000"/>
                  </a:stretch>
                </a:blipFill>
              </p:spPr>
              <p:txBody>
                <a:bodyPr/>
                <a:lstStyle/>
                <a:p>
                  <a:r>
                    <a:rPr lang="en-US">
                      <a:noFill/>
                    </a:rPr>
                    <a:t> </a:t>
                  </a:r>
                </a:p>
              </p:txBody>
            </p:sp>
          </mc:Fallback>
        </mc:AlternateContent>
      </p:grpSp>
      <p:sp>
        <p:nvSpPr>
          <p:cNvPr id="31" name="TextBox 30">
            <a:extLst>
              <a:ext uri="{FF2B5EF4-FFF2-40B4-BE49-F238E27FC236}">
                <a16:creationId xmlns:a16="http://schemas.microsoft.com/office/drawing/2014/main" id="{C1CFE452-9BB0-44F1-45B9-CBFD85861C3E}"/>
              </a:ext>
            </a:extLst>
          </p:cNvPr>
          <p:cNvSpPr txBox="1"/>
          <p:nvPr/>
        </p:nvSpPr>
        <p:spPr>
          <a:xfrm>
            <a:off x="-41076" y="669192"/>
            <a:ext cx="1087158"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rPr>
              <a:t>ELECTRONIC</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024CEFAF-512C-7620-5886-64A12543D5C8}"/>
                  </a:ext>
                </a:extLst>
              </p:cNvPr>
              <p:cNvSpPr txBox="1"/>
              <p:nvPr/>
            </p:nvSpPr>
            <p:spPr>
              <a:xfrm>
                <a:off x="3034104" y="314256"/>
                <a:ext cx="244876" cy="16158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begChr m:val="{"/>
                          <m:endChr m:val="}"/>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oMath>
                  </m:oMathPara>
                </a14:m>
                <a:endParaRPr kumimoji="0" lang="en-GB"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32" name="TextBox 31">
                <a:extLst>
                  <a:ext uri="{FF2B5EF4-FFF2-40B4-BE49-F238E27FC236}">
                    <a16:creationId xmlns:a16="http://schemas.microsoft.com/office/drawing/2014/main" id="{024CEFAF-512C-7620-5886-64A12543D5C8}"/>
                  </a:ext>
                </a:extLst>
              </p:cNvPr>
              <p:cNvSpPr txBox="1">
                <a:spLocks noRot="1" noChangeAspect="1" noMove="1" noResize="1" noEditPoints="1" noAdjustHandles="1" noChangeArrowheads="1" noChangeShapeType="1" noTextEdit="1"/>
              </p:cNvSpPr>
              <p:nvPr/>
            </p:nvSpPr>
            <p:spPr>
              <a:xfrm>
                <a:off x="3034104" y="314256"/>
                <a:ext cx="244876" cy="161584"/>
              </a:xfrm>
              <a:prstGeom prst="rect">
                <a:avLst/>
              </a:prstGeom>
              <a:blipFill>
                <a:blip r:embed="rId4"/>
                <a:stretch>
                  <a:fillRect b="-15385"/>
                </a:stretch>
              </a:blipFill>
            </p:spPr>
            <p:txBody>
              <a:bodyPr/>
              <a:lstStyle/>
              <a:p>
                <a:r>
                  <a:rPr lang="en-US">
                    <a:noFill/>
                  </a:rPr>
                  <a:t> </a:t>
                </a:r>
              </a:p>
            </p:txBody>
          </p:sp>
        </mc:Fallback>
      </mc:AlternateContent>
      <p:cxnSp>
        <p:nvCxnSpPr>
          <p:cNvPr id="33" name="Straight Connector 32">
            <a:extLst>
              <a:ext uri="{FF2B5EF4-FFF2-40B4-BE49-F238E27FC236}">
                <a16:creationId xmlns:a16="http://schemas.microsoft.com/office/drawing/2014/main" id="{1C7EBC39-EC47-E31B-780C-5935332CA94A}"/>
              </a:ext>
            </a:extLst>
          </p:cNvPr>
          <p:cNvCxnSpPr>
            <a:cxnSpLocks/>
          </p:cNvCxnSpPr>
          <p:nvPr/>
        </p:nvCxnSpPr>
        <p:spPr>
          <a:xfrm flipV="1">
            <a:off x="34139" y="2078423"/>
            <a:ext cx="12157861" cy="1486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B2891735-D8BB-ECE7-2272-54E134157663}"/>
              </a:ext>
            </a:extLst>
          </p:cNvPr>
          <p:cNvSpPr txBox="1"/>
          <p:nvPr/>
        </p:nvSpPr>
        <p:spPr>
          <a:xfrm>
            <a:off x="34220" y="975191"/>
            <a:ext cx="1237225"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Graphene bio-FET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DSP circuit</a:t>
            </a:r>
          </a:p>
        </p:txBody>
      </p:sp>
      <p:sp>
        <p:nvSpPr>
          <p:cNvPr id="35" name="TextBox 34">
            <a:extLst>
              <a:ext uri="{FF2B5EF4-FFF2-40B4-BE49-F238E27FC236}">
                <a16:creationId xmlns:a16="http://schemas.microsoft.com/office/drawing/2014/main" id="{3F75E0A6-D347-192A-D625-4FD399F01C9E}"/>
              </a:ext>
            </a:extLst>
          </p:cNvPr>
          <p:cNvSpPr txBox="1"/>
          <p:nvPr/>
        </p:nvSpPr>
        <p:spPr>
          <a:xfrm>
            <a:off x="26946" y="1318103"/>
            <a:ext cx="1303283"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Bridge the chemical and electric domains,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then computation in the electric domain.</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grpSp>
        <p:nvGrpSpPr>
          <p:cNvPr id="37" name="Group 36">
            <a:extLst>
              <a:ext uri="{FF2B5EF4-FFF2-40B4-BE49-F238E27FC236}">
                <a16:creationId xmlns:a16="http://schemas.microsoft.com/office/drawing/2014/main" id="{65A30BBF-696F-4657-D168-736B9CBFED9F}"/>
              </a:ext>
            </a:extLst>
          </p:cNvPr>
          <p:cNvGrpSpPr/>
          <p:nvPr/>
        </p:nvGrpSpPr>
        <p:grpSpPr>
          <a:xfrm>
            <a:off x="1871988" y="960694"/>
            <a:ext cx="1572755" cy="1089616"/>
            <a:chOff x="832080" y="441050"/>
            <a:chExt cx="951467" cy="659183"/>
          </a:xfrm>
        </p:grpSpPr>
        <p:sp>
          <p:nvSpPr>
            <p:cNvPr id="38" name="Cylinder 37">
              <a:extLst>
                <a:ext uri="{FF2B5EF4-FFF2-40B4-BE49-F238E27FC236}">
                  <a16:creationId xmlns:a16="http://schemas.microsoft.com/office/drawing/2014/main" id="{A08EB25B-6176-C98D-5FE5-D994A9DE3D65}"/>
                </a:ext>
              </a:extLst>
            </p:cNvPr>
            <p:cNvSpPr/>
            <p:nvPr/>
          </p:nvSpPr>
          <p:spPr>
            <a:xfrm rot="5400000">
              <a:off x="1209082" y="272381"/>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9" name="TextBox 38">
              <a:extLst>
                <a:ext uri="{FF2B5EF4-FFF2-40B4-BE49-F238E27FC236}">
                  <a16:creationId xmlns:a16="http://schemas.microsoft.com/office/drawing/2014/main" id="{274FEBAE-9E73-40AD-5982-B8C11CC5B8CD}"/>
                </a:ext>
              </a:extLst>
            </p:cNvPr>
            <p:cNvSpPr txBox="1"/>
            <p:nvPr/>
          </p:nvSpPr>
          <p:spPr>
            <a:xfrm>
              <a:off x="832080" y="441050"/>
              <a:ext cx="687497"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Molecular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0" name="TextBox 39">
              <a:extLst>
                <a:ext uri="{FF2B5EF4-FFF2-40B4-BE49-F238E27FC236}">
                  <a16:creationId xmlns:a16="http://schemas.microsoft.com/office/drawing/2014/main" id="{A6AA1AA7-F125-BC82-40AD-2965FA1F0310}"/>
                </a:ext>
              </a:extLst>
            </p:cNvPr>
            <p:cNvSpPr txBox="1"/>
            <p:nvPr/>
          </p:nvSpPr>
          <p:spPr>
            <a:xfrm>
              <a:off x="886882" y="960587"/>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Electric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41" name="Graphic 40" descr="DNA outline">
              <a:extLst>
                <a:ext uri="{FF2B5EF4-FFF2-40B4-BE49-F238E27FC236}">
                  <a16:creationId xmlns:a16="http://schemas.microsoft.com/office/drawing/2014/main" id="{FBACBCDC-23B3-F8F7-89E7-1AB7A49D7C9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2045088">
              <a:off x="934548" y="645118"/>
              <a:ext cx="100584" cy="100584"/>
            </a:xfrm>
            <a:prstGeom prst="rect">
              <a:avLst/>
            </a:prstGeom>
          </p:spPr>
        </p:pic>
        <p:pic>
          <p:nvPicPr>
            <p:cNvPr id="42" name="Graphic 41" descr="DNA outline">
              <a:extLst>
                <a:ext uri="{FF2B5EF4-FFF2-40B4-BE49-F238E27FC236}">
                  <a16:creationId xmlns:a16="http://schemas.microsoft.com/office/drawing/2014/main" id="{29308AAF-519A-ACC7-755C-5CAE500C8F8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7372733">
              <a:off x="1107095" y="624831"/>
              <a:ext cx="100584" cy="100584"/>
            </a:xfrm>
            <a:prstGeom prst="rect">
              <a:avLst/>
            </a:prstGeom>
          </p:spPr>
        </p:pic>
        <p:pic>
          <p:nvPicPr>
            <p:cNvPr id="43" name="Graphic 42" descr="DNA outline">
              <a:extLst>
                <a:ext uri="{FF2B5EF4-FFF2-40B4-BE49-F238E27FC236}">
                  <a16:creationId xmlns:a16="http://schemas.microsoft.com/office/drawing/2014/main" id="{CB46DAD5-3255-BE7F-DF02-21488B36CA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6139420">
              <a:off x="1472103" y="581732"/>
              <a:ext cx="100584" cy="100584"/>
            </a:xfrm>
            <a:prstGeom prst="rect">
              <a:avLst/>
            </a:prstGeom>
          </p:spPr>
        </p:pic>
        <p:grpSp>
          <p:nvGrpSpPr>
            <p:cNvPr id="44" name="Group 43">
              <a:extLst>
                <a:ext uri="{FF2B5EF4-FFF2-40B4-BE49-F238E27FC236}">
                  <a16:creationId xmlns:a16="http://schemas.microsoft.com/office/drawing/2014/main" id="{570EF502-1E63-4D72-40C2-D2604968E548}"/>
                </a:ext>
              </a:extLst>
            </p:cNvPr>
            <p:cNvGrpSpPr/>
            <p:nvPr/>
          </p:nvGrpSpPr>
          <p:grpSpPr>
            <a:xfrm>
              <a:off x="1415778" y="785765"/>
              <a:ext cx="18819" cy="45720"/>
              <a:chOff x="1639649" y="1052940"/>
              <a:chExt cx="18819" cy="45720"/>
            </a:xfrm>
          </p:grpSpPr>
          <p:cxnSp>
            <p:nvCxnSpPr>
              <p:cNvPr id="93" name="Straight Connector 92">
                <a:extLst>
                  <a:ext uri="{FF2B5EF4-FFF2-40B4-BE49-F238E27FC236}">
                    <a16:creationId xmlns:a16="http://schemas.microsoft.com/office/drawing/2014/main" id="{930345A2-1CF4-2D86-F5A0-1D8BDF73489E}"/>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414BC3FA-7A90-3D8E-BAC9-B6DA9095D768}"/>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C4E2F23E-A6BD-C56A-A4B3-84B441D50A1F}"/>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E95BDFCD-ABE4-796E-532B-F633E4A6EA42}"/>
                </a:ext>
              </a:extLst>
            </p:cNvPr>
            <p:cNvGrpSpPr/>
            <p:nvPr/>
          </p:nvGrpSpPr>
          <p:grpSpPr>
            <a:xfrm>
              <a:off x="1442567" y="723305"/>
              <a:ext cx="18819" cy="45720"/>
              <a:chOff x="1639649" y="1052940"/>
              <a:chExt cx="18819" cy="45720"/>
            </a:xfrm>
          </p:grpSpPr>
          <p:cxnSp>
            <p:nvCxnSpPr>
              <p:cNvPr id="90" name="Straight Connector 89">
                <a:extLst>
                  <a:ext uri="{FF2B5EF4-FFF2-40B4-BE49-F238E27FC236}">
                    <a16:creationId xmlns:a16="http://schemas.microsoft.com/office/drawing/2014/main" id="{29F08622-FED2-67CC-8C5E-1F8F4FFA944C}"/>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12A238F-2A2C-4450-E4C4-460F1B94B681}"/>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C765832-C44B-0D7B-ABA1-999913CFBE29}"/>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6" name="Group 45">
              <a:extLst>
                <a:ext uri="{FF2B5EF4-FFF2-40B4-BE49-F238E27FC236}">
                  <a16:creationId xmlns:a16="http://schemas.microsoft.com/office/drawing/2014/main" id="{AC3A8289-B3DC-D400-F718-A61CE31AAB51}"/>
                </a:ext>
              </a:extLst>
            </p:cNvPr>
            <p:cNvGrpSpPr/>
            <p:nvPr/>
          </p:nvGrpSpPr>
          <p:grpSpPr>
            <a:xfrm>
              <a:off x="1468617" y="663272"/>
              <a:ext cx="18819" cy="45720"/>
              <a:chOff x="1639649" y="1052940"/>
              <a:chExt cx="18819" cy="45720"/>
            </a:xfrm>
          </p:grpSpPr>
          <p:cxnSp>
            <p:nvCxnSpPr>
              <p:cNvPr id="87" name="Straight Connector 86">
                <a:extLst>
                  <a:ext uri="{FF2B5EF4-FFF2-40B4-BE49-F238E27FC236}">
                    <a16:creationId xmlns:a16="http://schemas.microsoft.com/office/drawing/2014/main" id="{34BCE8D4-F31F-74BC-3A1B-6EC7275701FC}"/>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1A156261-E77E-F066-8D90-0B1481582FD9}"/>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BD45C7B1-DEB8-D615-82B7-BFDC593CF451}"/>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pic>
          <p:nvPicPr>
            <p:cNvPr id="47" name="Graphic 46" descr="DNA outline">
              <a:extLst>
                <a:ext uri="{FF2B5EF4-FFF2-40B4-BE49-F238E27FC236}">
                  <a16:creationId xmlns:a16="http://schemas.microsoft.com/office/drawing/2014/main" id="{628DECF8-995E-458C-13B4-BEF767C1B4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4081304">
              <a:off x="1302122" y="731095"/>
              <a:ext cx="100584" cy="100584"/>
            </a:xfrm>
            <a:prstGeom prst="rect">
              <a:avLst/>
            </a:prstGeom>
          </p:spPr>
        </p:pic>
        <p:grpSp>
          <p:nvGrpSpPr>
            <p:cNvPr id="48" name="Group 47">
              <a:extLst>
                <a:ext uri="{FF2B5EF4-FFF2-40B4-BE49-F238E27FC236}">
                  <a16:creationId xmlns:a16="http://schemas.microsoft.com/office/drawing/2014/main" id="{C8915BBA-367F-E50B-8183-0E7AC2DA7B7F}"/>
                </a:ext>
              </a:extLst>
            </p:cNvPr>
            <p:cNvGrpSpPr/>
            <p:nvPr/>
          </p:nvGrpSpPr>
          <p:grpSpPr>
            <a:xfrm>
              <a:off x="1489388" y="785765"/>
              <a:ext cx="18819" cy="45720"/>
              <a:chOff x="1639649" y="1052940"/>
              <a:chExt cx="18819" cy="45720"/>
            </a:xfrm>
          </p:grpSpPr>
          <p:cxnSp>
            <p:nvCxnSpPr>
              <p:cNvPr id="84" name="Straight Connector 83">
                <a:extLst>
                  <a:ext uri="{FF2B5EF4-FFF2-40B4-BE49-F238E27FC236}">
                    <a16:creationId xmlns:a16="http://schemas.microsoft.com/office/drawing/2014/main" id="{A182155C-E7E8-E6A6-C095-9D5DFCCF5304}"/>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04538F90-2FBB-DB2D-ADD0-BDA068D8FB53}"/>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67C78858-4931-1D97-EB71-BEE3CE96ABDC}"/>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9" name="Group 48">
              <a:extLst>
                <a:ext uri="{FF2B5EF4-FFF2-40B4-BE49-F238E27FC236}">
                  <a16:creationId xmlns:a16="http://schemas.microsoft.com/office/drawing/2014/main" id="{8DF448B5-1C88-5A56-DC1B-3CEB154C47CC}"/>
                </a:ext>
              </a:extLst>
            </p:cNvPr>
            <p:cNvGrpSpPr/>
            <p:nvPr/>
          </p:nvGrpSpPr>
          <p:grpSpPr>
            <a:xfrm>
              <a:off x="1516177" y="723305"/>
              <a:ext cx="18819" cy="45720"/>
              <a:chOff x="1639649" y="1052940"/>
              <a:chExt cx="18819" cy="45720"/>
            </a:xfrm>
          </p:grpSpPr>
          <p:cxnSp>
            <p:nvCxnSpPr>
              <p:cNvPr id="81" name="Straight Connector 80">
                <a:extLst>
                  <a:ext uri="{FF2B5EF4-FFF2-40B4-BE49-F238E27FC236}">
                    <a16:creationId xmlns:a16="http://schemas.microsoft.com/office/drawing/2014/main" id="{34C2AAEE-4ABF-6492-457C-3DDF36C1B8BF}"/>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7376F02-EDFE-8724-76CF-151739791ADB}"/>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8E4E7F7E-74F2-D380-235A-594F504A416E}"/>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0" name="Group 49">
              <a:extLst>
                <a:ext uri="{FF2B5EF4-FFF2-40B4-BE49-F238E27FC236}">
                  <a16:creationId xmlns:a16="http://schemas.microsoft.com/office/drawing/2014/main" id="{FD1FFC82-C297-0543-6F9F-18C868718382}"/>
                </a:ext>
              </a:extLst>
            </p:cNvPr>
            <p:cNvGrpSpPr/>
            <p:nvPr/>
          </p:nvGrpSpPr>
          <p:grpSpPr>
            <a:xfrm>
              <a:off x="1542227" y="663272"/>
              <a:ext cx="18819" cy="45720"/>
              <a:chOff x="1639649" y="1052940"/>
              <a:chExt cx="18819" cy="45720"/>
            </a:xfrm>
          </p:grpSpPr>
          <p:cxnSp>
            <p:nvCxnSpPr>
              <p:cNvPr id="78" name="Straight Connector 77">
                <a:extLst>
                  <a:ext uri="{FF2B5EF4-FFF2-40B4-BE49-F238E27FC236}">
                    <a16:creationId xmlns:a16="http://schemas.microsoft.com/office/drawing/2014/main" id="{80274D27-F19D-7749-99BD-7788FEA3A0C3}"/>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248A8344-BDDE-0EC3-8542-08FCA62E13F3}"/>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A2923E1A-474F-49B6-AE5D-ABD9F5BD937C}"/>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1" name="Group 50">
              <a:extLst>
                <a:ext uri="{FF2B5EF4-FFF2-40B4-BE49-F238E27FC236}">
                  <a16:creationId xmlns:a16="http://schemas.microsoft.com/office/drawing/2014/main" id="{340F9CAB-C29D-29A8-EE64-6AFE59058CE0}"/>
                </a:ext>
              </a:extLst>
            </p:cNvPr>
            <p:cNvGrpSpPr/>
            <p:nvPr/>
          </p:nvGrpSpPr>
          <p:grpSpPr>
            <a:xfrm>
              <a:off x="1579486" y="785765"/>
              <a:ext cx="18819" cy="45720"/>
              <a:chOff x="1639649" y="1052940"/>
              <a:chExt cx="18819" cy="45720"/>
            </a:xfrm>
          </p:grpSpPr>
          <p:cxnSp>
            <p:nvCxnSpPr>
              <p:cNvPr id="75" name="Straight Connector 74">
                <a:extLst>
                  <a:ext uri="{FF2B5EF4-FFF2-40B4-BE49-F238E27FC236}">
                    <a16:creationId xmlns:a16="http://schemas.microsoft.com/office/drawing/2014/main" id="{7C94BD14-CD7F-356B-73F4-A971717637E0}"/>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F236D59F-1436-CD3F-1997-22D76D349B9A}"/>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32AB0831-FA3D-B405-657B-C4A4B73C6900}"/>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2" name="Group 51">
              <a:extLst>
                <a:ext uri="{FF2B5EF4-FFF2-40B4-BE49-F238E27FC236}">
                  <a16:creationId xmlns:a16="http://schemas.microsoft.com/office/drawing/2014/main" id="{6886DE70-C996-4F5A-6B22-86CFC86563C1}"/>
                </a:ext>
              </a:extLst>
            </p:cNvPr>
            <p:cNvGrpSpPr/>
            <p:nvPr/>
          </p:nvGrpSpPr>
          <p:grpSpPr>
            <a:xfrm>
              <a:off x="1606275" y="723305"/>
              <a:ext cx="18819" cy="45720"/>
              <a:chOff x="1639649" y="1052940"/>
              <a:chExt cx="18819" cy="45720"/>
            </a:xfrm>
          </p:grpSpPr>
          <p:cxnSp>
            <p:nvCxnSpPr>
              <p:cNvPr id="72" name="Straight Connector 71">
                <a:extLst>
                  <a:ext uri="{FF2B5EF4-FFF2-40B4-BE49-F238E27FC236}">
                    <a16:creationId xmlns:a16="http://schemas.microsoft.com/office/drawing/2014/main" id="{3ECA7DB2-A838-8F98-D2A3-8494A0365E55}"/>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C3B05A81-51D9-48FC-CB70-01EAAA9DDDEA}"/>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B888F802-A59B-CE5A-A0B1-51D07D5DF708}"/>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3" name="Group 52">
              <a:extLst>
                <a:ext uri="{FF2B5EF4-FFF2-40B4-BE49-F238E27FC236}">
                  <a16:creationId xmlns:a16="http://schemas.microsoft.com/office/drawing/2014/main" id="{3951BBBE-5CB0-542F-0CAB-FF8FE987E89E}"/>
                </a:ext>
              </a:extLst>
            </p:cNvPr>
            <p:cNvGrpSpPr/>
            <p:nvPr/>
          </p:nvGrpSpPr>
          <p:grpSpPr>
            <a:xfrm>
              <a:off x="1632325" y="663272"/>
              <a:ext cx="18819" cy="45720"/>
              <a:chOff x="1639649" y="1052940"/>
              <a:chExt cx="18819" cy="45720"/>
            </a:xfrm>
          </p:grpSpPr>
          <p:cxnSp>
            <p:nvCxnSpPr>
              <p:cNvPr id="69" name="Straight Connector 68">
                <a:extLst>
                  <a:ext uri="{FF2B5EF4-FFF2-40B4-BE49-F238E27FC236}">
                    <a16:creationId xmlns:a16="http://schemas.microsoft.com/office/drawing/2014/main" id="{9A2A0637-3894-60C0-4522-CF0C0284A63C}"/>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F584AA8E-4C5C-FC78-121D-CAFBFB0DC1F0}"/>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3ADE0BA6-EC67-75E4-48F6-DB4ED4A5FF1E}"/>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cxnSp>
          <p:nvCxnSpPr>
            <p:cNvPr id="54" name="Straight Connector 53">
              <a:extLst>
                <a:ext uri="{FF2B5EF4-FFF2-40B4-BE49-F238E27FC236}">
                  <a16:creationId xmlns:a16="http://schemas.microsoft.com/office/drawing/2014/main" id="{147361B1-DA38-FBDE-0F34-41615BFD476E}"/>
                </a:ext>
              </a:extLst>
            </p:cNvPr>
            <p:cNvCxnSpPr>
              <a:cxnSpLocks/>
            </p:cNvCxnSpPr>
            <p:nvPr/>
          </p:nvCxnSpPr>
          <p:spPr>
            <a:xfrm flipV="1">
              <a:off x="1357047" y="830690"/>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DEFFAE9D-DFB2-E3DF-AFD5-4304E9F35EBC}"/>
                </a:ext>
              </a:extLst>
            </p:cNvPr>
            <p:cNvCxnSpPr>
              <a:cxnSpLocks/>
            </p:cNvCxnSpPr>
            <p:nvPr/>
          </p:nvCxnSpPr>
          <p:spPr>
            <a:xfrm flipV="1">
              <a:off x="1418728" y="711235"/>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56" name="Freeform: Shape 55">
              <a:extLst>
                <a:ext uri="{FF2B5EF4-FFF2-40B4-BE49-F238E27FC236}">
                  <a16:creationId xmlns:a16="http://schemas.microsoft.com/office/drawing/2014/main" id="{3424D17B-2278-D4FC-94B5-B76AA550C224}"/>
                </a:ext>
              </a:extLst>
            </p:cNvPr>
            <p:cNvSpPr/>
            <p:nvPr/>
          </p:nvSpPr>
          <p:spPr>
            <a:xfrm>
              <a:off x="1357308"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7" name="Freeform: Shape 56">
              <a:extLst>
                <a:ext uri="{FF2B5EF4-FFF2-40B4-BE49-F238E27FC236}">
                  <a16:creationId xmlns:a16="http://schemas.microsoft.com/office/drawing/2014/main" id="{C224CEA7-761D-2D40-68D0-30A3CE857E8F}"/>
                </a:ext>
              </a:extLst>
            </p:cNvPr>
            <p:cNvSpPr/>
            <p:nvPr/>
          </p:nvSpPr>
          <p:spPr>
            <a:xfrm>
              <a:off x="1643612"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58" name="Group 57">
              <a:extLst>
                <a:ext uri="{FF2B5EF4-FFF2-40B4-BE49-F238E27FC236}">
                  <a16:creationId xmlns:a16="http://schemas.microsoft.com/office/drawing/2014/main" id="{37C0F847-7835-D726-1C56-C3652C00C075}"/>
                </a:ext>
              </a:extLst>
            </p:cNvPr>
            <p:cNvGrpSpPr/>
            <p:nvPr/>
          </p:nvGrpSpPr>
          <p:grpSpPr>
            <a:xfrm flipH="1">
              <a:off x="1511479" y="762715"/>
              <a:ext cx="53435" cy="145529"/>
              <a:chOff x="1640890" y="915718"/>
              <a:chExt cx="0" cy="199245"/>
            </a:xfrm>
          </p:grpSpPr>
          <p:cxnSp>
            <p:nvCxnSpPr>
              <p:cNvPr id="67" name="Straight Connector 66">
                <a:extLst>
                  <a:ext uri="{FF2B5EF4-FFF2-40B4-BE49-F238E27FC236}">
                    <a16:creationId xmlns:a16="http://schemas.microsoft.com/office/drawing/2014/main" id="{CAEB9DC1-6563-D143-CED6-B0E45F01CFEC}"/>
                  </a:ext>
                </a:extLst>
              </p:cNvPr>
              <p:cNvCxnSpPr>
                <a:cxnSpLocks/>
              </p:cNvCxnSpPr>
              <p:nvPr/>
            </p:nvCxnSpPr>
            <p:spPr>
              <a:xfrm>
                <a:off x="1640890" y="915718"/>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5DFAC911-5A43-302E-69E1-BB8528374EE8}"/>
                  </a:ext>
                </a:extLst>
              </p:cNvPr>
              <p:cNvCxnSpPr>
                <a:cxnSpLocks/>
              </p:cNvCxnSpPr>
              <p:nvPr/>
            </p:nvCxnSpPr>
            <p:spPr>
              <a:xfrm>
                <a:off x="164089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grpSp>
          <p:nvGrpSpPr>
            <p:cNvPr id="59" name="Group 58">
              <a:extLst>
                <a:ext uri="{FF2B5EF4-FFF2-40B4-BE49-F238E27FC236}">
                  <a16:creationId xmlns:a16="http://schemas.microsoft.com/office/drawing/2014/main" id="{9E66E757-98B3-AA7C-561C-3506215EEC18}"/>
                </a:ext>
              </a:extLst>
            </p:cNvPr>
            <p:cNvGrpSpPr/>
            <p:nvPr/>
          </p:nvGrpSpPr>
          <p:grpSpPr>
            <a:xfrm>
              <a:off x="1470798" y="758412"/>
              <a:ext cx="53435" cy="150410"/>
              <a:chOff x="1475910" y="909035"/>
              <a:chExt cx="0" cy="205928"/>
            </a:xfrm>
          </p:grpSpPr>
          <p:cxnSp>
            <p:nvCxnSpPr>
              <p:cNvPr id="65" name="Straight Connector 64">
                <a:extLst>
                  <a:ext uri="{FF2B5EF4-FFF2-40B4-BE49-F238E27FC236}">
                    <a16:creationId xmlns:a16="http://schemas.microsoft.com/office/drawing/2014/main" id="{DA778E56-1C31-0D80-CC47-9604E2224900}"/>
                  </a:ext>
                </a:extLst>
              </p:cNvPr>
              <p:cNvCxnSpPr>
                <a:cxnSpLocks/>
              </p:cNvCxnSpPr>
              <p:nvPr/>
            </p:nvCxnSpPr>
            <p:spPr>
              <a:xfrm>
                <a:off x="1475910" y="909035"/>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968DCC9A-41C2-6401-26E8-75C5ED64D80A}"/>
                  </a:ext>
                </a:extLst>
              </p:cNvPr>
              <p:cNvCxnSpPr>
                <a:cxnSpLocks/>
              </p:cNvCxnSpPr>
              <p:nvPr/>
            </p:nvCxnSpPr>
            <p:spPr>
              <a:xfrm>
                <a:off x="147591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60" name="Oval 59">
              <a:extLst>
                <a:ext uri="{FF2B5EF4-FFF2-40B4-BE49-F238E27FC236}">
                  <a16:creationId xmlns:a16="http://schemas.microsoft.com/office/drawing/2014/main" id="{8EB71324-02E8-0210-DB34-1DABF73BBEA8}"/>
                </a:ext>
              </a:extLst>
            </p:cNvPr>
            <p:cNvSpPr>
              <a:spLocks noChangeAspect="1"/>
            </p:cNvSpPr>
            <p:nvPr/>
          </p:nvSpPr>
          <p:spPr>
            <a:xfrm>
              <a:off x="1547151" y="1052005"/>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Isosceles Triangle 60">
              <a:extLst>
                <a:ext uri="{FF2B5EF4-FFF2-40B4-BE49-F238E27FC236}">
                  <a16:creationId xmlns:a16="http://schemas.microsoft.com/office/drawing/2014/main" id="{A24B7C17-6F49-277C-A460-409EEEE297B1}"/>
                </a:ext>
              </a:extLst>
            </p:cNvPr>
            <p:cNvSpPr/>
            <p:nvPr/>
          </p:nvSpPr>
          <p:spPr>
            <a:xfrm flipV="1">
              <a:off x="1426547" y="905177"/>
              <a:ext cx="182880" cy="127249"/>
            </a:xfrm>
            <a:prstGeom prst="triangl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2" name="Oval 61">
              <a:extLst>
                <a:ext uri="{FF2B5EF4-FFF2-40B4-BE49-F238E27FC236}">
                  <a16:creationId xmlns:a16="http://schemas.microsoft.com/office/drawing/2014/main" id="{85759F98-3BB3-F55A-DDC8-80D850B7D2C6}"/>
                </a:ext>
              </a:extLst>
            </p:cNvPr>
            <p:cNvSpPr>
              <a:spLocks noChangeAspect="1"/>
            </p:cNvSpPr>
            <p:nvPr/>
          </p:nvSpPr>
          <p:spPr>
            <a:xfrm>
              <a:off x="1459682" y="1051011"/>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3" name="Straight Connector 62">
              <a:extLst>
                <a:ext uri="{FF2B5EF4-FFF2-40B4-BE49-F238E27FC236}">
                  <a16:creationId xmlns:a16="http://schemas.microsoft.com/office/drawing/2014/main" id="{4FF16E55-6159-B597-D94E-4B729653D12A}"/>
                </a:ext>
              </a:extLst>
            </p:cNvPr>
            <p:cNvCxnSpPr>
              <a:cxnSpLocks/>
            </p:cNvCxnSpPr>
            <p:nvPr/>
          </p:nvCxnSpPr>
          <p:spPr>
            <a:xfrm>
              <a:off x="1478305" y="980105"/>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3823A509-6A8F-7B53-BB27-F0AFE6A16863}"/>
                </a:ext>
              </a:extLst>
            </p:cNvPr>
            <p:cNvCxnSpPr>
              <a:cxnSpLocks/>
            </p:cNvCxnSpPr>
            <p:nvPr/>
          </p:nvCxnSpPr>
          <p:spPr>
            <a:xfrm>
              <a:off x="1561811" y="979348"/>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96" name="TextBox 95">
            <a:extLst>
              <a:ext uri="{FF2B5EF4-FFF2-40B4-BE49-F238E27FC236}">
                <a16:creationId xmlns:a16="http://schemas.microsoft.com/office/drawing/2014/main" id="{397FC845-05CC-B53C-E639-6D9756EE6660}"/>
              </a:ext>
            </a:extLst>
          </p:cNvPr>
          <p:cNvSpPr txBox="1"/>
          <p:nvPr/>
        </p:nvSpPr>
        <p:spPr>
          <a:xfrm>
            <a:off x="1954862" y="715458"/>
            <a:ext cx="2130098" cy="217863"/>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Molecular-electrical transduction</a:t>
            </a:r>
          </a:p>
        </p:txBody>
      </p:sp>
      <p:grpSp>
        <p:nvGrpSpPr>
          <p:cNvPr id="97" name="Group 96">
            <a:extLst>
              <a:ext uri="{FF2B5EF4-FFF2-40B4-BE49-F238E27FC236}">
                <a16:creationId xmlns:a16="http://schemas.microsoft.com/office/drawing/2014/main" id="{C9D20CE2-33A4-0321-6F15-C75EBE4A894B}"/>
              </a:ext>
            </a:extLst>
          </p:cNvPr>
          <p:cNvGrpSpPr/>
          <p:nvPr/>
        </p:nvGrpSpPr>
        <p:grpSpPr>
          <a:xfrm>
            <a:off x="4410093" y="595340"/>
            <a:ext cx="2209681" cy="389789"/>
            <a:chOff x="2209212" y="977577"/>
            <a:chExt cx="1336787" cy="235810"/>
          </a:xfrm>
        </p:grpSpPr>
        <p:sp>
          <p:nvSpPr>
            <p:cNvPr id="98" name="TextBox 97">
              <a:extLst>
                <a:ext uri="{FF2B5EF4-FFF2-40B4-BE49-F238E27FC236}">
                  <a16:creationId xmlns:a16="http://schemas.microsoft.com/office/drawing/2014/main" id="{D44BB9D4-5E71-1400-8221-D1AEF0DD8FFD}"/>
                </a:ext>
              </a:extLst>
            </p:cNvPr>
            <p:cNvSpPr txBox="1"/>
            <p:nvPr/>
          </p:nvSpPr>
          <p:spPr>
            <a:xfrm>
              <a:off x="2228264" y="1081587"/>
              <a:ext cx="131773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Digital Signal Processing pipeline</a:t>
              </a:r>
            </a:p>
          </p:txBody>
        </p:sp>
        <p:sp>
          <p:nvSpPr>
            <p:cNvPr id="99" name="TextBox 98">
              <a:extLst>
                <a:ext uri="{FF2B5EF4-FFF2-40B4-BE49-F238E27FC236}">
                  <a16:creationId xmlns:a16="http://schemas.microsoft.com/office/drawing/2014/main" id="{5E22A029-180D-2F37-6AC4-542A6A97E2F7}"/>
                </a:ext>
              </a:extLst>
            </p:cNvPr>
            <p:cNvSpPr txBox="1"/>
            <p:nvPr/>
          </p:nvSpPr>
          <p:spPr>
            <a:xfrm>
              <a:off x="2209212" y="977577"/>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100" name="Group 99">
            <a:extLst>
              <a:ext uri="{FF2B5EF4-FFF2-40B4-BE49-F238E27FC236}">
                <a16:creationId xmlns:a16="http://schemas.microsoft.com/office/drawing/2014/main" id="{291DCC51-BA04-F73F-2418-94621AB2E7B5}"/>
              </a:ext>
            </a:extLst>
          </p:cNvPr>
          <p:cNvGrpSpPr/>
          <p:nvPr/>
        </p:nvGrpSpPr>
        <p:grpSpPr>
          <a:xfrm>
            <a:off x="7151346" y="608340"/>
            <a:ext cx="1840458" cy="369367"/>
            <a:chOff x="3281496" y="1029155"/>
            <a:chExt cx="1113419" cy="223455"/>
          </a:xfrm>
        </p:grpSpPr>
        <p:sp>
          <p:nvSpPr>
            <p:cNvPr id="101" name="TextBox 100">
              <a:extLst>
                <a:ext uri="{FF2B5EF4-FFF2-40B4-BE49-F238E27FC236}">
                  <a16:creationId xmlns:a16="http://schemas.microsoft.com/office/drawing/2014/main" id="{46BCFF49-3790-DA65-2401-8182F4DF7F4D}"/>
                </a:ext>
              </a:extLst>
            </p:cNvPr>
            <p:cNvSpPr txBox="1"/>
            <p:nvPr/>
          </p:nvSpPr>
          <p:spPr>
            <a:xfrm>
              <a:off x="3302166" y="1120810"/>
              <a:ext cx="1092749"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In-silico non-linear function</a:t>
              </a:r>
            </a:p>
          </p:txBody>
        </p:sp>
        <p:sp>
          <p:nvSpPr>
            <p:cNvPr id="102" name="TextBox 101">
              <a:extLst>
                <a:ext uri="{FF2B5EF4-FFF2-40B4-BE49-F238E27FC236}">
                  <a16:creationId xmlns:a16="http://schemas.microsoft.com/office/drawing/2014/main" id="{002017EC-EE07-62A2-846F-5E8AC578D065}"/>
                </a:ext>
              </a:extLst>
            </p:cNvPr>
            <p:cNvSpPr txBox="1"/>
            <p:nvPr/>
          </p:nvSpPr>
          <p:spPr>
            <a:xfrm>
              <a:off x="3281496" y="1029155"/>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103" name="Group 102">
            <a:extLst>
              <a:ext uri="{FF2B5EF4-FFF2-40B4-BE49-F238E27FC236}">
                <a16:creationId xmlns:a16="http://schemas.microsoft.com/office/drawing/2014/main" id="{AC41CF52-F71C-5179-5E49-F30E4AC35783}"/>
              </a:ext>
            </a:extLst>
          </p:cNvPr>
          <p:cNvGrpSpPr/>
          <p:nvPr/>
        </p:nvGrpSpPr>
        <p:grpSpPr>
          <a:xfrm>
            <a:off x="7142010" y="285214"/>
            <a:ext cx="135810" cy="216486"/>
            <a:chOff x="2235570" y="366714"/>
            <a:chExt cx="82161" cy="130967"/>
          </a:xfrm>
        </p:grpSpPr>
        <p:cxnSp>
          <p:nvCxnSpPr>
            <p:cNvPr id="104" name="Straight Connector 103">
              <a:extLst>
                <a:ext uri="{FF2B5EF4-FFF2-40B4-BE49-F238E27FC236}">
                  <a16:creationId xmlns:a16="http://schemas.microsoft.com/office/drawing/2014/main" id="{FDD7E194-4C16-9E87-0DC0-1D8706FE583B}"/>
                </a:ext>
              </a:extLst>
            </p:cNvPr>
            <p:cNvCxnSpPr>
              <a:cxnSpLocks/>
            </p:cNvCxnSpPr>
            <p:nvPr/>
          </p:nvCxnSpPr>
          <p:spPr>
            <a:xfrm>
              <a:off x="2235572" y="366714"/>
              <a:ext cx="82159" cy="69842"/>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A2CB2446-9DF8-F077-765B-57C483ACD723}"/>
                </a:ext>
              </a:extLst>
            </p:cNvPr>
            <p:cNvCxnSpPr>
              <a:cxnSpLocks/>
            </p:cNvCxnSpPr>
            <p:nvPr/>
          </p:nvCxnSpPr>
          <p:spPr>
            <a:xfrm flipV="1">
              <a:off x="2235570" y="436556"/>
              <a:ext cx="82161" cy="6112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5EAE902D-3268-A6E5-C9A3-9A57B8159D71}"/>
              </a:ext>
            </a:extLst>
          </p:cNvPr>
          <p:cNvSpPr txBox="1"/>
          <p:nvPr/>
        </p:nvSpPr>
        <p:spPr>
          <a:xfrm>
            <a:off x="-41076" y="2103158"/>
            <a:ext cx="1192955"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MICROFLUIDIC</a:t>
            </a:r>
            <a:endPar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endParaRPr>
          </a:p>
        </p:txBody>
      </p:sp>
      <p:sp>
        <p:nvSpPr>
          <p:cNvPr id="121" name="TextBox 120">
            <a:extLst>
              <a:ext uri="{FF2B5EF4-FFF2-40B4-BE49-F238E27FC236}">
                <a16:creationId xmlns:a16="http://schemas.microsoft.com/office/drawing/2014/main" id="{E3DC2BEE-6F8E-7F9B-544C-7DD7446E2DE7}"/>
              </a:ext>
            </a:extLst>
          </p:cNvPr>
          <p:cNvSpPr txBox="1"/>
          <p:nvPr/>
        </p:nvSpPr>
        <p:spPr>
          <a:xfrm>
            <a:off x="-28037" y="2400654"/>
            <a:ext cx="148088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FIR-shaped channels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in-channel reactions</a:t>
            </a:r>
          </a:p>
        </p:txBody>
      </p:sp>
      <p:grpSp>
        <p:nvGrpSpPr>
          <p:cNvPr id="122" name="Group 121">
            <a:extLst>
              <a:ext uri="{FF2B5EF4-FFF2-40B4-BE49-F238E27FC236}">
                <a16:creationId xmlns:a16="http://schemas.microsoft.com/office/drawing/2014/main" id="{9EF32F30-4D22-436C-601E-C9D07A5142B2}"/>
              </a:ext>
            </a:extLst>
          </p:cNvPr>
          <p:cNvGrpSpPr/>
          <p:nvPr/>
        </p:nvGrpSpPr>
        <p:grpSpPr>
          <a:xfrm>
            <a:off x="2055272" y="2952382"/>
            <a:ext cx="1482051" cy="417106"/>
            <a:chOff x="902563" y="1366361"/>
            <a:chExt cx="896594" cy="252336"/>
          </a:xfrm>
        </p:grpSpPr>
        <p:sp>
          <p:nvSpPr>
            <p:cNvPr id="123" name="Cylinder 122">
              <a:extLst>
                <a:ext uri="{FF2B5EF4-FFF2-40B4-BE49-F238E27FC236}">
                  <a16:creationId xmlns:a16="http://schemas.microsoft.com/office/drawing/2014/main" id="{C3B85C38-5D83-770B-9CA4-C002E75AF57F}"/>
                </a:ext>
              </a:extLst>
            </p:cNvPr>
            <p:cNvSpPr/>
            <p:nvPr/>
          </p:nvSpPr>
          <p:spPr>
            <a:xfrm rot="5400000">
              <a:off x="1224692" y="1044232"/>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4" name="Oval 123">
              <a:extLst>
                <a:ext uri="{FF2B5EF4-FFF2-40B4-BE49-F238E27FC236}">
                  <a16:creationId xmlns:a16="http://schemas.microsoft.com/office/drawing/2014/main" id="{C469CBA9-DAC4-C2F8-2311-0701E3214C54}"/>
                </a:ext>
              </a:extLst>
            </p:cNvPr>
            <p:cNvSpPr>
              <a:spLocks noChangeAspect="1"/>
            </p:cNvSpPr>
            <p:nvPr/>
          </p:nvSpPr>
          <p:spPr>
            <a:xfrm>
              <a:off x="987864" y="1421561"/>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5" name="Oval 124">
              <a:extLst>
                <a:ext uri="{FF2B5EF4-FFF2-40B4-BE49-F238E27FC236}">
                  <a16:creationId xmlns:a16="http://schemas.microsoft.com/office/drawing/2014/main" id="{2A5E251D-7CB9-D476-C48B-D200A9834672}"/>
                </a:ext>
              </a:extLst>
            </p:cNvPr>
            <p:cNvSpPr>
              <a:spLocks noChangeAspect="1"/>
            </p:cNvSpPr>
            <p:nvPr/>
          </p:nvSpPr>
          <p:spPr>
            <a:xfrm>
              <a:off x="987864" y="14986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6" name="Oval 125">
              <a:extLst>
                <a:ext uri="{FF2B5EF4-FFF2-40B4-BE49-F238E27FC236}">
                  <a16:creationId xmlns:a16="http://schemas.microsoft.com/office/drawing/2014/main" id="{0DC62726-F543-BF69-9F9F-CDCA1368A108}"/>
                </a:ext>
              </a:extLst>
            </p:cNvPr>
            <p:cNvSpPr>
              <a:spLocks noChangeAspect="1"/>
            </p:cNvSpPr>
            <p:nvPr/>
          </p:nvSpPr>
          <p:spPr>
            <a:xfrm>
              <a:off x="952163" y="14605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7" name="Oval 126">
              <a:extLst>
                <a:ext uri="{FF2B5EF4-FFF2-40B4-BE49-F238E27FC236}">
                  <a16:creationId xmlns:a16="http://schemas.microsoft.com/office/drawing/2014/main" id="{4D822C32-795E-6400-1F9D-5F550CE6EF6D}"/>
                </a:ext>
              </a:extLst>
            </p:cNvPr>
            <p:cNvSpPr>
              <a:spLocks noChangeAspect="1"/>
            </p:cNvSpPr>
            <p:nvPr/>
          </p:nvSpPr>
          <p:spPr>
            <a:xfrm>
              <a:off x="958349" y="15538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8" name="Oval 127">
              <a:extLst>
                <a:ext uri="{FF2B5EF4-FFF2-40B4-BE49-F238E27FC236}">
                  <a16:creationId xmlns:a16="http://schemas.microsoft.com/office/drawing/2014/main" id="{57539A78-DB32-95D3-E16F-49E12DED6B4B}"/>
                </a:ext>
              </a:extLst>
            </p:cNvPr>
            <p:cNvSpPr>
              <a:spLocks noChangeAspect="1"/>
            </p:cNvSpPr>
            <p:nvPr/>
          </p:nvSpPr>
          <p:spPr>
            <a:xfrm>
              <a:off x="1068946" y="1459256"/>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9" name="Oval 128">
              <a:extLst>
                <a:ext uri="{FF2B5EF4-FFF2-40B4-BE49-F238E27FC236}">
                  <a16:creationId xmlns:a16="http://schemas.microsoft.com/office/drawing/2014/main" id="{EF24FD61-3F14-E373-682D-E5C894EB37F0}"/>
                </a:ext>
              </a:extLst>
            </p:cNvPr>
            <p:cNvSpPr>
              <a:spLocks noChangeAspect="1"/>
            </p:cNvSpPr>
            <p:nvPr/>
          </p:nvSpPr>
          <p:spPr>
            <a:xfrm>
              <a:off x="1057404" y="1522575"/>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0" name="Oval 129">
              <a:extLst>
                <a:ext uri="{FF2B5EF4-FFF2-40B4-BE49-F238E27FC236}">
                  <a16:creationId xmlns:a16="http://schemas.microsoft.com/office/drawing/2014/main" id="{68A13D10-7274-6D4C-2F29-8D093E69D799}"/>
                </a:ext>
              </a:extLst>
            </p:cNvPr>
            <p:cNvSpPr>
              <a:spLocks noChangeAspect="1"/>
            </p:cNvSpPr>
            <p:nvPr/>
          </p:nvSpPr>
          <p:spPr>
            <a:xfrm>
              <a:off x="1152176" y="1480419"/>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31" name="Straight Arrow Connector 130">
              <a:extLst>
                <a:ext uri="{FF2B5EF4-FFF2-40B4-BE49-F238E27FC236}">
                  <a16:creationId xmlns:a16="http://schemas.microsoft.com/office/drawing/2014/main" id="{5400D6AE-99B5-553C-CA08-7BAAC0D491C9}"/>
                </a:ext>
              </a:extLst>
            </p:cNvPr>
            <p:cNvCxnSpPr/>
            <p:nvPr/>
          </p:nvCxnSpPr>
          <p:spPr>
            <a:xfrm>
              <a:off x="1470423" y="1492807"/>
              <a:ext cx="18288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600376B5-CC56-E692-6889-4E09A01B983A}"/>
                </a:ext>
              </a:extLst>
            </p:cNvPr>
            <p:cNvCxnSpPr/>
            <p:nvPr/>
          </p:nvCxnSpPr>
          <p:spPr>
            <a:xfrm>
              <a:off x="1470423" y="1421561"/>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05A789DC-8BF0-825A-6DFB-899441711D31}"/>
                </a:ext>
              </a:extLst>
            </p:cNvPr>
            <p:cNvCxnSpPr/>
            <p:nvPr/>
          </p:nvCxnSpPr>
          <p:spPr>
            <a:xfrm>
              <a:off x="1470423" y="1564803"/>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p:grpSp>
        <p:nvGrpSpPr>
          <p:cNvPr id="134" name="Group 133">
            <a:extLst>
              <a:ext uri="{FF2B5EF4-FFF2-40B4-BE49-F238E27FC236}">
                <a16:creationId xmlns:a16="http://schemas.microsoft.com/office/drawing/2014/main" id="{23739EDC-B3F2-ED8B-2B92-B2626CA7F816}"/>
              </a:ext>
            </a:extLst>
          </p:cNvPr>
          <p:cNvGrpSpPr/>
          <p:nvPr/>
        </p:nvGrpSpPr>
        <p:grpSpPr>
          <a:xfrm>
            <a:off x="1824994" y="2132544"/>
            <a:ext cx="2380426" cy="674688"/>
            <a:chOff x="43766" y="2027777"/>
            <a:chExt cx="1440082" cy="408165"/>
          </a:xfrm>
        </p:grpSpPr>
        <p:sp>
          <p:nvSpPr>
            <p:cNvPr id="135" name="TextBox 134">
              <a:extLst>
                <a:ext uri="{FF2B5EF4-FFF2-40B4-BE49-F238E27FC236}">
                  <a16:creationId xmlns:a16="http://schemas.microsoft.com/office/drawing/2014/main" id="{36EAB3AD-A137-F7E0-9B53-521D444C21A7}"/>
                </a:ext>
              </a:extLst>
            </p:cNvPr>
            <p:cNvSpPr txBox="1"/>
            <p:nvPr/>
          </p:nvSpPr>
          <p:spPr>
            <a:xfrm>
              <a:off x="43766" y="2027777"/>
              <a:ext cx="1237244"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 concentration pulses</a:t>
              </a:r>
            </a:p>
          </p:txBody>
        </p:sp>
        <p:sp>
          <p:nvSpPr>
            <p:cNvPr id="136" name="TextBox 135">
              <a:extLst>
                <a:ext uri="{FF2B5EF4-FFF2-40B4-BE49-F238E27FC236}">
                  <a16:creationId xmlns:a16="http://schemas.microsoft.com/office/drawing/2014/main" id="{BA858E5E-0369-B939-3629-2C52E8EE730A}"/>
                </a:ext>
              </a:extLst>
            </p:cNvPr>
            <p:cNvSpPr txBox="1"/>
            <p:nvPr/>
          </p:nvSpPr>
          <p:spPr>
            <a:xfrm>
              <a:off x="50753" y="2145876"/>
              <a:ext cx="1433095"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Signalling molecules are injected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into a laminar-flow channel</a:t>
              </a:r>
            </a:p>
          </p:txBody>
        </p:sp>
      </p:grpSp>
      <p:grpSp>
        <p:nvGrpSpPr>
          <p:cNvPr id="137" name="Group 136">
            <a:extLst>
              <a:ext uri="{FF2B5EF4-FFF2-40B4-BE49-F238E27FC236}">
                <a16:creationId xmlns:a16="http://schemas.microsoft.com/office/drawing/2014/main" id="{77928165-4D4D-E3F7-F2FF-A1ED3568C1F0}"/>
              </a:ext>
            </a:extLst>
          </p:cNvPr>
          <p:cNvGrpSpPr/>
          <p:nvPr/>
        </p:nvGrpSpPr>
        <p:grpSpPr>
          <a:xfrm>
            <a:off x="4671805" y="2120497"/>
            <a:ext cx="2277215" cy="1390804"/>
            <a:chOff x="2122252" y="1293298"/>
            <a:chExt cx="1377643" cy="841392"/>
          </a:xfrm>
        </p:grpSpPr>
        <p:sp>
          <p:nvSpPr>
            <p:cNvPr id="138" name="Rectangle: Rounded Corners 137">
              <a:extLst>
                <a:ext uri="{FF2B5EF4-FFF2-40B4-BE49-F238E27FC236}">
                  <a16:creationId xmlns:a16="http://schemas.microsoft.com/office/drawing/2014/main" id="{23E88BEF-D850-8722-0618-A4A5C35C89AB}"/>
                </a:ext>
              </a:extLst>
            </p:cNvPr>
            <p:cNvSpPr/>
            <p:nvPr/>
          </p:nvSpPr>
          <p:spPr>
            <a:xfrm>
              <a:off x="2143073" y="1306000"/>
              <a:ext cx="1356822" cy="828690"/>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39" name="Group 138">
              <a:extLst>
                <a:ext uri="{FF2B5EF4-FFF2-40B4-BE49-F238E27FC236}">
                  <a16:creationId xmlns:a16="http://schemas.microsoft.com/office/drawing/2014/main" id="{599943E5-C052-76E6-52F3-575202085C17}"/>
                </a:ext>
              </a:extLst>
            </p:cNvPr>
            <p:cNvGrpSpPr/>
            <p:nvPr/>
          </p:nvGrpSpPr>
          <p:grpSpPr>
            <a:xfrm>
              <a:off x="2218053" y="1690969"/>
              <a:ext cx="1007081" cy="427675"/>
              <a:chOff x="2096814" y="1275711"/>
              <a:chExt cx="1007081" cy="427675"/>
            </a:xfrm>
          </p:grpSpPr>
          <p:cxnSp>
            <p:nvCxnSpPr>
              <p:cNvPr id="143" name="Straight Connector 142">
                <a:extLst>
                  <a:ext uri="{FF2B5EF4-FFF2-40B4-BE49-F238E27FC236}">
                    <a16:creationId xmlns:a16="http://schemas.microsoft.com/office/drawing/2014/main" id="{57301E21-922C-B932-86BC-D12FADC2D4DF}"/>
                  </a:ext>
                </a:extLst>
              </p:cNvPr>
              <p:cNvCxnSpPr>
                <a:cxnSpLocks/>
              </p:cNvCxnSpPr>
              <p:nvPr/>
            </p:nvCxnSpPr>
            <p:spPr>
              <a:xfrm>
                <a:off x="2096814" y="1533518"/>
                <a:ext cx="998535"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4" name="Straight Connector 143">
                <a:extLst>
                  <a:ext uri="{FF2B5EF4-FFF2-40B4-BE49-F238E27FC236}">
                    <a16:creationId xmlns:a16="http://schemas.microsoft.com/office/drawing/2014/main" id="{C861E249-E9D7-D52C-1DF1-5F63E6C28B2D}"/>
                  </a:ext>
                </a:extLst>
              </p:cNvPr>
              <p:cNvCxnSpPr>
                <a:cxnSpLocks/>
              </p:cNvCxnSpPr>
              <p:nvPr/>
            </p:nvCxnSpPr>
            <p:spPr>
              <a:xfrm flipV="1">
                <a:off x="2309277" y="1368465"/>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5" name="Straight Connector 144">
                <a:extLst>
                  <a:ext uri="{FF2B5EF4-FFF2-40B4-BE49-F238E27FC236}">
                    <a16:creationId xmlns:a16="http://schemas.microsoft.com/office/drawing/2014/main" id="{D973BB88-921E-81CE-8C31-0B16AF2E3D5D}"/>
                  </a:ext>
                </a:extLst>
              </p:cNvPr>
              <p:cNvCxnSpPr>
                <a:cxnSpLocks/>
              </p:cNvCxnSpPr>
              <p:nvPr/>
            </p:nvCxnSpPr>
            <p:spPr>
              <a:xfrm flipV="1">
                <a:off x="2573052" y="1366846"/>
                <a:ext cx="266861"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0C20C343-4059-D0AD-E5F6-1D639B0525FF}"/>
                  </a:ext>
                </a:extLst>
              </p:cNvPr>
              <p:cNvCxnSpPr>
                <a:cxnSpLocks/>
              </p:cNvCxnSpPr>
              <p:nvPr/>
            </p:nvCxnSpPr>
            <p:spPr>
              <a:xfrm flipH="1" flipV="1">
                <a:off x="2840120" y="1368464"/>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47" name="Group 146">
                <a:extLst>
                  <a:ext uri="{FF2B5EF4-FFF2-40B4-BE49-F238E27FC236}">
                    <a16:creationId xmlns:a16="http://schemas.microsoft.com/office/drawing/2014/main" id="{1BA5FAE4-2769-63ED-A5B1-5C6B83FFCCEE}"/>
                  </a:ext>
                </a:extLst>
              </p:cNvPr>
              <p:cNvGrpSpPr/>
              <p:nvPr/>
            </p:nvGrpSpPr>
            <p:grpSpPr>
              <a:xfrm flipV="1">
                <a:off x="2308268" y="1536714"/>
                <a:ext cx="792237" cy="166672"/>
                <a:chOff x="2450838" y="1647010"/>
                <a:chExt cx="792237" cy="166672"/>
              </a:xfrm>
            </p:grpSpPr>
            <p:cxnSp>
              <p:nvCxnSpPr>
                <p:cNvPr id="151" name="Straight Connector 150">
                  <a:extLst>
                    <a:ext uri="{FF2B5EF4-FFF2-40B4-BE49-F238E27FC236}">
                      <a16:creationId xmlns:a16="http://schemas.microsoft.com/office/drawing/2014/main" id="{E9C0A772-9255-9EAE-7714-5A94825B887E}"/>
                    </a:ext>
                  </a:extLst>
                </p:cNvPr>
                <p:cNvCxnSpPr>
                  <a:cxnSpLocks/>
                </p:cNvCxnSpPr>
                <p:nvPr/>
              </p:nvCxnSpPr>
              <p:spPr>
                <a:xfrm flipV="1">
                  <a:off x="2450838" y="1648629"/>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ACECE704-FA92-131F-CA33-F1363DCE3CA4}"/>
                    </a:ext>
                  </a:extLst>
                </p:cNvPr>
                <p:cNvCxnSpPr>
                  <a:cxnSpLocks/>
                </p:cNvCxnSpPr>
                <p:nvPr/>
              </p:nvCxnSpPr>
              <p:spPr>
                <a:xfrm flipV="1">
                  <a:off x="2714613" y="1647010"/>
                  <a:ext cx="266861"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CDC47BDE-FA70-5931-B7DC-51C79DED39B4}"/>
                    </a:ext>
                  </a:extLst>
                </p:cNvPr>
                <p:cNvCxnSpPr>
                  <a:cxnSpLocks/>
                </p:cNvCxnSpPr>
                <p:nvPr/>
              </p:nvCxnSpPr>
              <p:spPr>
                <a:xfrm flipH="1" flipV="1">
                  <a:off x="2979300" y="1648628"/>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95A99AA7-E7A0-BF3E-B3A5-83B606CF1BB8}"/>
                      </a:ext>
                    </a:extLst>
                  </p:cNvPr>
                  <p:cNvSpPr txBox="1"/>
                  <p:nvPr/>
                </p:nvSpPr>
                <p:spPr>
                  <a:xfrm>
                    <a:off x="2648508" y="1439062"/>
                    <a:ext cx="95347"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48" name="TextBox 147">
                    <a:extLst>
                      <a:ext uri="{FF2B5EF4-FFF2-40B4-BE49-F238E27FC236}">
                        <a16:creationId xmlns:a16="http://schemas.microsoft.com/office/drawing/2014/main" id="{95A99AA7-E7A0-BF3E-B3A5-83B606CF1BB8}"/>
                      </a:ext>
                    </a:extLst>
                  </p:cNvPr>
                  <p:cNvSpPr txBox="1">
                    <a:spLocks noRot="1" noChangeAspect="1" noMove="1" noResize="1" noEditPoints="1" noAdjustHandles="1" noChangeArrowheads="1" noChangeShapeType="1" noTextEdit="1"/>
                  </p:cNvSpPr>
                  <p:nvPr/>
                </p:nvSpPr>
                <p:spPr>
                  <a:xfrm>
                    <a:off x="2648508" y="1439062"/>
                    <a:ext cx="95347" cy="83787"/>
                  </a:xfrm>
                  <a:prstGeom prst="rect">
                    <a:avLst/>
                  </a:prstGeom>
                  <a:blipFill>
                    <a:blip r:embed="rId6"/>
                    <a:stretch>
                      <a:fillRect l="-11538" r="-11538"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396E9790-4D8D-C312-FEF2-7558B9D646DF}"/>
                      </a:ext>
                    </a:extLst>
                  </p:cNvPr>
                  <p:cNvSpPr txBox="1"/>
                  <p:nvPr/>
                </p:nvSpPr>
                <p:spPr>
                  <a:xfrm>
                    <a:off x="2647771" y="1275711"/>
                    <a:ext cx="96976"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49" name="TextBox 148">
                    <a:extLst>
                      <a:ext uri="{FF2B5EF4-FFF2-40B4-BE49-F238E27FC236}">
                        <a16:creationId xmlns:a16="http://schemas.microsoft.com/office/drawing/2014/main" id="{396E9790-4D8D-C312-FEF2-7558B9D646DF}"/>
                      </a:ext>
                    </a:extLst>
                  </p:cNvPr>
                  <p:cNvSpPr txBox="1">
                    <a:spLocks noRot="1" noChangeAspect="1" noMove="1" noResize="1" noEditPoints="1" noAdjustHandles="1" noChangeArrowheads="1" noChangeShapeType="1" noTextEdit="1"/>
                  </p:cNvSpPr>
                  <p:nvPr/>
                </p:nvSpPr>
                <p:spPr>
                  <a:xfrm>
                    <a:off x="2647771" y="1275711"/>
                    <a:ext cx="96976" cy="83787"/>
                  </a:xfrm>
                  <a:prstGeom prst="rect">
                    <a:avLst/>
                  </a:prstGeom>
                  <a:blipFill>
                    <a:blip r:embed="rId7"/>
                    <a:stretch>
                      <a:fillRect l="-11538" r="-11538"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0E94E7BD-CB2D-89D2-FF47-CBAF94BFE5EF}"/>
                      </a:ext>
                    </a:extLst>
                  </p:cNvPr>
                  <p:cNvSpPr txBox="1"/>
                  <p:nvPr/>
                </p:nvSpPr>
                <p:spPr>
                  <a:xfrm>
                    <a:off x="2647771" y="1613336"/>
                    <a:ext cx="96976"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50" name="TextBox 149">
                    <a:extLst>
                      <a:ext uri="{FF2B5EF4-FFF2-40B4-BE49-F238E27FC236}">
                        <a16:creationId xmlns:a16="http://schemas.microsoft.com/office/drawing/2014/main" id="{0E94E7BD-CB2D-89D2-FF47-CBAF94BFE5EF}"/>
                      </a:ext>
                    </a:extLst>
                  </p:cNvPr>
                  <p:cNvSpPr txBox="1">
                    <a:spLocks noRot="1" noChangeAspect="1" noMove="1" noResize="1" noEditPoints="1" noAdjustHandles="1" noChangeArrowheads="1" noChangeShapeType="1" noTextEdit="1"/>
                  </p:cNvSpPr>
                  <p:nvPr/>
                </p:nvSpPr>
                <p:spPr>
                  <a:xfrm>
                    <a:off x="2647771" y="1613336"/>
                    <a:ext cx="96976" cy="83787"/>
                  </a:xfrm>
                  <a:prstGeom prst="rect">
                    <a:avLst/>
                  </a:prstGeom>
                  <a:blipFill>
                    <a:blip r:embed="rId8"/>
                    <a:stretch>
                      <a:fillRect l="-11538" r="-11538" b="-13043"/>
                    </a:stretch>
                  </a:blipFill>
                </p:spPr>
                <p:txBody>
                  <a:bodyPr/>
                  <a:lstStyle/>
                  <a:p>
                    <a:r>
                      <a:rPr lang="en-US">
                        <a:noFill/>
                      </a:rPr>
                      <a:t> </a:t>
                    </a:r>
                  </a:p>
                </p:txBody>
              </p:sp>
            </mc:Fallback>
          </mc:AlternateContent>
        </p:grpSp>
        <p:grpSp>
          <p:nvGrpSpPr>
            <p:cNvPr id="140" name="Group 139">
              <a:extLst>
                <a:ext uri="{FF2B5EF4-FFF2-40B4-BE49-F238E27FC236}">
                  <a16:creationId xmlns:a16="http://schemas.microsoft.com/office/drawing/2014/main" id="{12832BAD-F8E2-3EEF-D172-27C62047030A}"/>
                </a:ext>
              </a:extLst>
            </p:cNvPr>
            <p:cNvGrpSpPr/>
            <p:nvPr/>
          </p:nvGrpSpPr>
          <p:grpSpPr>
            <a:xfrm>
              <a:off x="2122252" y="1293298"/>
              <a:ext cx="1087900" cy="420475"/>
              <a:chOff x="1974463" y="1711291"/>
              <a:chExt cx="1087900" cy="420475"/>
            </a:xfrm>
          </p:grpSpPr>
          <p:sp>
            <p:nvSpPr>
              <p:cNvPr id="141" name="TextBox 140">
                <a:extLst>
                  <a:ext uri="{FF2B5EF4-FFF2-40B4-BE49-F238E27FC236}">
                    <a16:creationId xmlns:a16="http://schemas.microsoft.com/office/drawing/2014/main" id="{2A75381A-437E-D749-CB22-4DF9A57EF86F}"/>
                  </a:ext>
                </a:extLst>
              </p:cNvPr>
              <p:cNvSpPr txBox="1"/>
              <p:nvPr/>
            </p:nvSpPr>
            <p:spPr>
              <a:xfrm>
                <a:off x="1987863" y="1841700"/>
                <a:ext cx="1052988" cy="290066"/>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rPr>
                  <a:t>Interconnected pipes realizes the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rPr>
                  <a:t>linear operation of a neuron </a:t>
                </a:r>
              </a:p>
            </p:txBody>
          </p:sp>
          <p:sp>
            <p:nvSpPr>
              <p:cNvPr id="142" name="TextBox 141">
                <a:extLst>
                  <a:ext uri="{FF2B5EF4-FFF2-40B4-BE49-F238E27FC236}">
                    <a16:creationId xmlns:a16="http://schemas.microsoft.com/office/drawing/2014/main" id="{FA087ABB-04D3-7219-4213-8BAE40255341}"/>
                  </a:ext>
                </a:extLst>
              </p:cNvPr>
              <p:cNvSpPr txBox="1"/>
              <p:nvPr/>
            </p:nvSpPr>
            <p:spPr>
              <a:xfrm>
                <a:off x="1974463" y="1711291"/>
                <a:ext cx="1087900"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Branched-channel FIR filter</a:t>
                </a:r>
              </a:p>
            </p:txBody>
          </p:sp>
        </p:grpSp>
      </p:grpSp>
      <p:grpSp>
        <p:nvGrpSpPr>
          <p:cNvPr id="154" name="Group 153">
            <a:extLst>
              <a:ext uri="{FF2B5EF4-FFF2-40B4-BE49-F238E27FC236}">
                <a16:creationId xmlns:a16="http://schemas.microsoft.com/office/drawing/2014/main" id="{8E93E4E5-91EB-8BA7-6F42-93CA87DE905B}"/>
              </a:ext>
            </a:extLst>
          </p:cNvPr>
          <p:cNvGrpSpPr/>
          <p:nvPr/>
        </p:nvGrpSpPr>
        <p:grpSpPr>
          <a:xfrm>
            <a:off x="7252233" y="2151073"/>
            <a:ext cx="2326055" cy="1369807"/>
            <a:chOff x="3398647" y="1292745"/>
            <a:chExt cx="1407189" cy="828690"/>
          </a:xfrm>
        </p:grpSpPr>
        <p:sp>
          <p:nvSpPr>
            <p:cNvPr id="155" name="Rectangle: Rounded Corners 154">
              <a:extLst>
                <a:ext uri="{FF2B5EF4-FFF2-40B4-BE49-F238E27FC236}">
                  <a16:creationId xmlns:a16="http://schemas.microsoft.com/office/drawing/2014/main" id="{ED465843-F6A4-CFE6-EF9D-B3BD6CB18163}"/>
                </a:ext>
              </a:extLst>
            </p:cNvPr>
            <p:cNvSpPr/>
            <p:nvPr/>
          </p:nvSpPr>
          <p:spPr>
            <a:xfrm>
              <a:off x="3430313" y="1292745"/>
              <a:ext cx="1375523" cy="828690"/>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56" name="Graphic 155" descr="Flask outline">
              <a:extLst>
                <a:ext uri="{FF2B5EF4-FFF2-40B4-BE49-F238E27FC236}">
                  <a16:creationId xmlns:a16="http://schemas.microsoft.com/office/drawing/2014/main" id="{6F187B4D-2766-281B-72B9-274A6927BD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195640" y="1740930"/>
              <a:ext cx="338974" cy="338974"/>
            </a:xfrm>
            <a:prstGeom prst="rect">
              <a:avLst/>
            </a:prstGeom>
          </p:spPr>
        </p:pic>
        <p:grpSp>
          <p:nvGrpSpPr>
            <p:cNvPr id="157" name="Group 156">
              <a:extLst>
                <a:ext uri="{FF2B5EF4-FFF2-40B4-BE49-F238E27FC236}">
                  <a16:creationId xmlns:a16="http://schemas.microsoft.com/office/drawing/2014/main" id="{93356AC1-8CEC-3A4F-15ED-C24DC0814167}"/>
                </a:ext>
              </a:extLst>
            </p:cNvPr>
            <p:cNvGrpSpPr/>
            <p:nvPr/>
          </p:nvGrpSpPr>
          <p:grpSpPr>
            <a:xfrm>
              <a:off x="3398647" y="1298979"/>
              <a:ext cx="1407188" cy="504263"/>
              <a:chOff x="2025263" y="1711291"/>
              <a:chExt cx="1407188" cy="504263"/>
            </a:xfrm>
          </p:grpSpPr>
          <p:sp>
            <p:nvSpPr>
              <p:cNvPr id="158" name="TextBox 157">
                <a:extLst>
                  <a:ext uri="{FF2B5EF4-FFF2-40B4-BE49-F238E27FC236}">
                    <a16:creationId xmlns:a16="http://schemas.microsoft.com/office/drawing/2014/main" id="{E47FA853-B20E-5F9B-FB58-EA5F13183370}"/>
                  </a:ext>
                </a:extLst>
              </p:cNvPr>
              <p:cNvSpPr txBox="1"/>
              <p:nvPr/>
            </p:nvSpPr>
            <p:spPr>
              <a:xfrm>
                <a:off x="2025963" y="1841700"/>
                <a:ext cx="1406488" cy="373854"/>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Non-linear components of chemical reactions synthetize the activation function of a neuron</a:t>
                </a:r>
              </a:p>
            </p:txBody>
          </p:sp>
          <p:sp>
            <p:nvSpPr>
              <p:cNvPr id="159" name="TextBox 158">
                <a:extLst>
                  <a:ext uri="{FF2B5EF4-FFF2-40B4-BE49-F238E27FC236}">
                    <a16:creationId xmlns:a16="http://schemas.microsoft.com/office/drawing/2014/main" id="{73035F6B-4F7F-C07B-97B0-4191AF9D2845}"/>
                  </a:ext>
                </a:extLst>
              </p:cNvPr>
              <p:cNvSpPr txBox="1"/>
              <p:nvPr/>
            </p:nvSpPr>
            <p:spPr>
              <a:xfrm>
                <a:off x="2025263" y="1711291"/>
                <a:ext cx="1183907"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Acidic-base chemical reaction</a:t>
                </a:r>
              </a:p>
            </p:txBody>
          </p:sp>
        </p:grpSp>
      </p:grpSp>
      <p:cxnSp>
        <p:nvCxnSpPr>
          <p:cNvPr id="161" name="Straight Connector 160">
            <a:extLst>
              <a:ext uri="{FF2B5EF4-FFF2-40B4-BE49-F238E27FC236}">
                <a16:creationId xmlns:a16="http://schemas.microsoft.com/office/drawing/2014/main" id="{D4FFD9B0-290C-0734-3F7F-F0B4A75B35C2}"/>
              </a:ext>
            </a:extLst>
          </p:cNvPr>
          <p:cNvCxnSpPr>
            <a:cxnSpLocks/>
          </p:cNvCxnSpPr>
          <p:nvPr/>
        </p:nvCxnSpPr>
        <p:spPr>
          <a:xfrm flipV="1">
            <a:off x="39817" y="3601774"/>
            <a:ext cx="12152183" cy="442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62" name="TextBox 161">
            <a:extLst>
              <a:ext uri="{FF2B5EF4-FFF2-40B4-BE49-F238E27FC236}">
                <a16:creationId xmlns:a16="http://schemas.microsoft.com/office/drawing/2014/main" id="{70DE6205-3D4E-0921-9E9F-CC2DD4CB076C}"/>
              </a:ext>
            </a:extLst>
          </p:cNvPr>
          <p:cNvSpPr txBox="1"/>
          <p:nvPr/>
        </p:nvSpPr>
        <p:spPr>
          <a:xfrm>
            <a:off x="-41076" y="3608440"/>
            <a:ext cx="94448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CHEMICAL</a:t>
            </a:r>
          </a:p>
        </p:txBody>
      </p:sp>
      <p:sp>
        <p:nvSpPr>
          <p:cNvPr id="163" name="TextBox 162">
            <a:extLst>
              <a:ext uri="{FF2B5EF4-FFF2-40B4-BE49-F238E27FC236}">
                <a16:creationId xmlns:a16="http://schemas.microsoft.com/office/drawing/2014/main" id="{8C857024-DC23-D756-01C0-76CDF8ED8436}"/>
              </a:ext>
            </a:extLst>
          </p:cNvPr>
          <p:cNvSpPr txBox="1"/>
          <p:nvPr/>
        </p:nvSpPr>
        <p:spPr>
          <a:xfrm>
            <a:off x="45294" y="3885572"/>
            <a:ext cx="127890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Reaction Networks</a:t>
            </a:r>
          </a:p>
        </p:txBody>
      </p:sp>
      <p:sp>
        <p:nvSpPr>
          <p:cNvPr id="164" name="TextBox 163">
            <a:extLst>
              <a:ext uri="{FF2B5EF4-FFF2-40B4-BE49-F238E27FC236}">
                <a16:creationId xmlns:a16="http://schemas.microsoft.com/office/drawing/2014/main" id="{C141E105-023B-C9C9-62FB-BD82E5052233}"/>
              </a:ext>
            </a:extLst>
          </p:cNvPr>
          <p:cNvSpPr txBox="1"/>
          <p:nvPr/>
        </p:nvSpPr>
        <p:spPr>
          <a:xfrm>
            <a:off x="26946" y="2760680"/>
            <a:ext cx="1481154"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Geometry of microfluidic pipes sets the weights, chemistry sets non-linearity</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cxnSp>
        <p:nvCxnSpPr>
          <p:cNvPr id="165" name="Straight Connector 164">
            <a:extLst>
              <a:ext uri="{FF2B5EF4-FFF2-40B4-BE49-F238E27FC236}">
                <a16:creationId xmlns:a16="http://schemas.microsoft.com/office/drawing/2014/main" id="{2F6BE3B3-5736-9747-4514-B63203F8B9A6}"/>
              </a:ext>
            </a:extLst>
          </p:cNvPr>
          <p:cNvCxnSpPr>
            <a:cxnSpLocks/>
          </p:cNvCxnSpPr>
          <p:nvPr/>
        </p:nvCxnSpPr>
        <p:spPr>
          <a:xfrm flipV="1">
            <a:off x="29018" y="5237265"/>
            <a:ext cx="7117256" cy="1927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pic>
        <p:nvPicPr>
          <p:cNvPr id="166" name="Graphic 165" descr="Germ outline">
            <a:extLst>
              <a:ext uri="{FF2B5EF4-FFF2-40B4-BE49-F238E27FC236}">
                <a16:creationId xmlns:a16="http://schemas.microsoft.com/office/drawing/2014/main" id="{035C4910-AFCE-3102-AD60-3D2E28DE151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019911" y="4458473"/>
            <a:ext cx="375261" cy="375261"/>
          </a:xfrm>
          <a:prstGeom prst="rect">
            <a:avLst/>
          </a:prstGeom>
        </p:spPr>
      </p:pic>
      <p:pic>
        <p:nvPicPr>
          <p:cNvPr id="167" name="Graphic 166" descr="Germ outline">
            <a:extLst>
              <a:ext uri="{FF2B5EF4-FFF2-40B4-BE49-F238E27FC236}">
                <a16:creationId xmlns:a16="http://schemas.microsoft.com/office/drawing/2014/main" id="{15DD93CA-3AF5-A511-6889-0B92F4810C1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rot="1246808">
            <a:off x="3395135" y="4379803"/>
            <a:ext cx="273249" cy="273249"/>
          </a:xfrm>
          <a:prstGeom prst="rect">
            <a:avLst/>
          </a:prstGeom>
        </p:spPr>
      </p:pic>
      <p:pic>
        <p:nvPicPr>
          <p:cNvPr id="168" name="Graphic 167" descr="Germ outline">
            <a:extLst>
              <a:ext uri="{FF2B5EF4-FFF2-40B4-BE49-F238E27FC236}">
                <a16:creationId xmlns:a16="http://schemas.microsoft.com/office/drawing/2014/main" id="{76FFF162-052E-8EE8-2451-3DC8632B5F3C}"/>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rot="20600580">
            <a:off x="3405942" y="4656702"/>
            <a:ext cx="173113" cy="173113"/>
          </a:xfrm>
          <a:prstGeom prst="rect">
            <a:avLst/>
          </a:prstGeom>
        </p:spPr>
      </p:pic>
      <p:sp>
        <p:nvSpPr>
          <p:cNvPr id="180" name="TextBox 179">
            <a:extLst>
              <a:ext uri="{FF2B5EF4-FFF2-40B4-BE49-F238E27FC236}">
                <a16:creationId xmlns:a16="http://schemas.microsoft.com/office/drawing/2014/main" id="{55B55172-0FC4-AE73-E90F-FA12042C8EA2}"/>
              </a:ext>
            </a:extLst>
          </p:cNvPr>
          <p:cNvSpPr txBox="1"/>
          <p:nvPr/>
        </p:nvSpPr>
        <p:spPr>
          <a:xfrm>
            <a:off x="-41076" y="5301377"/>
            <a:ext cx="1181734"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GB" sz="1000" b="1" i="0" u="none" strike="noStrike" kern="1200" cap="none" spc="0" normalizeH="0" baseline="0" noProof="0" dirty="0">
                <a:ln>
                  <a:noFill/>
                </a:ln>
                <a:solidFill>
                  <a:prstClr val="black"/>
                </a:solidFill>
                <a:effectLst/>
                <a:uLnTx/>
                <a:uFillTx/>
                <a:latin typeface="Arial Nova" panose="020F0502020204030204" pitchFamily="34" charset="0"/>
                <a:ea typeface="+mn-ea"/>
                <a:cs typeface="Arial" panose="020B0604020202020204" pitchFamily="34" charset="0"/>
              </a:rPr>
              <a:t>CELLULAR / WET</a:t>
            </a:r>
          </a:p>
        </p:txBody>
      </p:sp>
      <p:sp>
        <p:nvSpPr>
          <p:cNvPr id="184" name="Rectangle: Rounded Corners 183">
            <a:extLst>
              <a:ext uri="{FF2B5EF4-FFF2-40B4-BE49-F238E27FC236}">
                <a16:creationId xmlns:a16="http://schemas.microsoft.com/office/drawing/2014/main" id="{1E761648-1B92-86E2-4621-3C910175B084}"/>
              </a:ext>
            </a:extLst>
          </p:cNvPr>
          <p:cNvSpPr/>
          <p:nvPr/>
        </p:nvSpPr>
        <p:spPr>
          <a:xfrm>
            <a:off x="1882979" y="5320556"/>
            <a:ext cx="2432087"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185" name="Graphic 184" descr="Germ outline">
            <a:extLst>
              <a:ext uri="{FF2B5EF4-FFF2-40B4-BE49-F238E27FC236}">
                <a16:creationId xmlns:a16="http://schemas.microsoft.com/office/drawing/2014/main" id="{5C5CB5F8-9C5A-50B0-8C36-172DF2958B89}"/>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794897" y="5949342"/>
            <a:ext cx="645204" cy="645204"/>
          </a:xfrm>
          <a:prstGeom prst="rect">
            <a:avLst/>
          </a:prstGeom>
        </p:spPr>
      </p:pic>
      <p:sp>
        <p:nvSpPr>
          <p:cNvPr id="186" name="Oval 185">
            <a:extLst>
              <a:ext uri="{FF2B5EF4-FFF2-40B4-BE49-F238E27FC236}">
                <a16:creationId xmlns:a16="http://schemas.microsoft.com/office/drawing/2014/main" id="{64006236-D74E-7B08-2DA2-F9A40D980D73}"/>
              </a:ext>
            </a:extLst>
          </p:cNvPr>
          <p:cNvSpPr>
            <a:spLocks noChangeAspect="1"/>
          </p:cNvSpPr>
          <p:nvPr/>
        </p:nvSpPr>
        <p:spPr>
          <a:xfrm>
            <a:off x="2042089" y="6359831"/>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7" name="Oval 186">
            <a:extLst>
              <a:ext uri="{FF2B5EF4-FFF2-40B4-BE49-F238E27FC236}">
                <a16:creationId xmlns:a16="http://schemas.microsoft.com/office/drawing/2014/main" id="{65178AFB-6522-64C6-E8FC-AFA7195BA3B2}"/>
              </a:ext>
            </a:extLst>
          </p:cNvPr>
          <p:cNvSpPr>
            <a:spLocks noChangeAspect="1"/>
          </p:cNvSpPr>
          <p:nvPr/>
        </p:nvSpPr>
        <p:spPr>
          <a:xfrm>
            <a:off x="2491286" y="646028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8" name="Oval 187">
            <a:extLst>
              <a:ext uri="{FF2B5EF4-FFF2-40B4-BE49-F238E27FC236}">
                <a16:creationId xmlns:a16="http://schemas.microsoft.com/office/drawing/2014/main" id="{9113D17F-E4EA-2F5A-030E-E1487342FEBD}"/>
              </a:ext>
            </a:extLst>
          </p:cNvPr>
          <p:cNvSpPr>
            <a:spLocks noChangeAspect="1"/>
          </p:cNvSpPr>
          <p:nvPr/>
        </p:nvSpPr>
        <p:spPr>
          <a:xfrm>
            <a:off x="2098841" y="651451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9" name="Oval 188">
            <a:extLst>
              <a:ext uri="{FF2B5EF4-FFF2-40B4-BE49-F238E27FC236}">
                <a16:creationId xmlns:a16="http://schemas.microsoft.com/office/drawing/2014/main" id="{353C4922-089D-59FB-23B4-9E73E92D4A44}"/>
              </a:ext>
            </a:extLst>
          </p:cNvPr>
          <p:cNvSpPr>
            <a:spLocks noChangeAspect="1"/>
          </p:cNvSpPr>
          <p:nvPr/>
        </p:nvSpPr>
        <p:spPr>
          <a:xfrm>
            <a:off x="2590351"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0" name="Oval 189">
            <a:extLst>
              <a:ext uri="{FF2B5EF4-FFF2-40B4-BE49-F238E27FC236}">
                <a16:creationId xmlns:a16="http://schemas.microsoft.com/office/drawing/2014/main" id="{BF09D3F7-7E8E-10CB-0D9F-BC3B757D07F2}"/>
              </a:ext>
            </a:extLst>
          </p:cNvPr>
          <p:cNvSpPr>
            <a:spLocks noChangeAspect="1"/>
          </p:cNvSpPr>
          <p:nvPr/>
        </p:nvSpPr>
        <p:spPr>
          <a:xfrm>
            <a:off x="2245214"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1" name="Oval 190">
            <a:extLst>
              <a:ext uri="{FF2B5EF4-FFF2-40B4-BE49-F238E27FC236}">
                <a16:creationId xmlns:a16="http://schemas.microsoft.com/office/drawing/2014/main" id="{1D5F6524-841D-E128-5E34-B03CD55E61E6}"/>
              </a:ext>
            </a:extLst>
          </p:cNvPr>
          <p:cNvSpPr>
            <a:spLocks noChangeAspect="1"/>
          </p:cNvSpPr>
          <p:nvPr/>
        </p:nvSpPr>
        <p:spPr>
          <a:xfrm>
            <a:off x="2190990" y="627484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2" name="Oval 191">
            <a:extLst>
              <a:ext uri="{FF2B5EF4-FFF2-40B4-BE49-F238E27FC236}">
                <a16:creationId xmlns:a16="http://schemas.microsoft.com/office/drawing/2014/main" id="{CCEF6627-5B37-62F9-785E-C4BD276633EB}"/>
              </a:ext>
            </a:extLst>
          </p:cNvPr>
          <p:cNvSpPr>
            <a:spLocks noChangeAspect="1"/>
          </p:cNvSpPr>
          <p:nvPr/>
        </p:nvSpPr>
        <p:spPr>
          <a:xfrm>
            <a:off x="2697661"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93" name="Group 192">
            <a:extLst>
              <a:ext uri="{FF2B5EF4-FFF2-40B4-BE49-F238E27FC236}">
                <a16:creationId xmlns:a16="http://schemas.microsoft.com/office/drawing/2014/main" id="{2A93B71D-4FED-4E58-9790-321B62D798F3}"/>
              </a:ext>
            </a:extLst>
          </p:cNvPr>
          <p:cNvGrpSpPr/>
          <p:nvPr/>
        </p:nvGrpSpPr>
        <p:grpSpPr>
          <a:xfrm>
            <a:off x="1845762" y="5295846"/>
            <a:ext cx="1885791" cy="674688"/>
            <a:chOff x="43766" y="2027777"/>
            <a:chExt cx="1140844" cy="408165"/>
          </a:xfrm>
        </p:grpSpPr>
        <p:sp>
          <p:nvSpPr>
            <p:cNvPr id="194" name="TextBox 193">
              <a:extLst>
                <a:ext uri="{FF2B5EF4-FFF2-40B4-BE49-F238E27FC236}">
                  <a16:creationId xmlns:a16="http://schemas.microsoft.com/office/drawing/2014/main" id="{6AD386EC-DD14-DA17-D173-08D9D4B2FD11}"/>
                </a:ext>
              </a:extLst>
            </p:cNvPr>
            <p:cNvSpPr txBox="1"/>
            <p:nvPr/>
          </p:nvSpPr>
          <p:spPr>
            <a:xfrm>
              <a:off x="43766" y="2027777"/>
              <a:ext cx="763998"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 inducers</a:t>
              </a:r>
            </a:p>
          </p:txBody>
        </p:sp>
        <p:sp>
          <p:nvSpPr>
            <p:cNvPr id="195" name="TextBox 194">
              <a:extLst>
                <a:ext uri="{FF2B5EF4-FFF2-40B4-BE49-F238E27FC236}">
                  <a16:creationId xmlns:a16="http://schemas.microsoft.com/office/drawing/2014/main" id="{4D1142B8-A858-4D76-92FA-31B06CCEDA53}"/>
                </a:ext>
              </a:extLst>
            </p:cNvPr>
            <p:cNvSpPr txBox="1"/>
            <p:nvPr/>
          </p:nvSpPr>
          <p:spPr>
            <a:xfrm>
              <a:off x="50754" y="2145876"/>
              <a:ext cx="1133856"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Chemical inducers activate bacteria to release signalling molecules</a:t>
              </a:r>
            </a:p>
          </p:txBody>
        </p:sp>
      </p:grpSp>
      <p:sp>
        <p:nvSpPr>
          <p:cNvPr id="196" name="Rectangle: Rounded Corners 195">
            <a:extLst>
              <a:ext uri="{FF2B5EF4-FFF2-40B4-BE49-F238E27FC236}">
                <a16:creationId xmlns:a16="http://schemas.microsoft.com/office/drawing/2014/main" id="{D88627F7-8098-211C-D863-61133DBD942A}"/>
              </a:ext>
            </a:extLst>
          </p:cNvPr>
          <p:cNvSpPr/>
          <p:nvPr/>
        </p:nvSpPr>
        <p:spPr>
          <a:xfrm>
            <a:off x="4676249" y="3735519"/>
            <a:ext cx="227277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197" name="TextBox 196">
                <a:extLst>
                  <a:ext uri="{FF2B5EF4-FFF2-40B4-BE49-F238E27FC236}">
                    <a16:creationId xmlns:a16="http://schemas.microsoft.com/office/drawing/2014/main" id="{3348EF75-704D-74B9-B2CE-113DFBFBE043}"/>
                  </a:ext>
                </a:extLst>
              </p:cNvPr>
              <p:cNvSpPr txBox="1"/>
              <p:nvPr/>
            </p:nvSpPr>
            <p:spPr>
              <a:xfrm>
                <a:off x="4779829" y="4787274"/>
                <a:ext cx="120353"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97" name="TextBox 196">
                <a:extLst>
                  <a:ext uri="{FF2B5EF4-FFF2-40B4-BE49-F238E27FC236}">
                    <a16:creationId xmlns:a16="http://schemas.microsoft.com/office/drawing/2014/main" id="{3348EF75-704D-74B9-B2CE-113DFBFBE043}"/>
                  </a:ext>
                </a:extLst>
              </p:cNvPr>
              <p:cNvSpPr txBox="1">
                <a:spLocks noRot="1" noChangeAspect="1" noMove="1" noResize="1" noEditPoints="1" noAdjustHandles="1" noChangeArrowheads="1" noChangeShapeType="1" noTextEdit="1"/>
              </p:cNvSpPr>
              <p:nvPr/>
            </p:nvSpPr>
            <p:spPr>
              <a:xfrm>
                <a:off x="4779829" y="4787274"/>
                <a:ext cx="120353" cy="138498"/>
              </a:xfrm>
              <a:prstGeom prst="rect">
                <a:avLst/>
              </a:prstGeom>
              <a:blipFill>
                <a:blip r:embed="rId12"/>
                <a:stretch>
                  <a:fillRect l="-15000" r="-10000" b="-13043"/>
                </a:stretch>
              </a:blipFill>
            </p:spPr>
            <p:txBody>
              <a:bodyPr/>
              <a:lstStyle/>
              <a:p>
                <a:r>
                  <a:rPr lang="en-US">
                    <a:noFill/>
                  </a:rPr>
                  <a:t> </a:t>
                </a:r>
              </a:p>
            </p:txBody>
          </p:sp>
        </mc:Fallback>
      </mc:AlternateContent>
      <p:grpSp>
        <p:nvGrpSpPr>
          <p:cNvPr id="198" name="Group 197">
            <a:extLst>
              <a:ext uri="{FF2B5EF4-FFF2-40B4-BE49-F238E27FC236}">
                <a16:creationId xmlns:a16="http://schemas.microsoft.com/office/drawing/2014/main" id="{E9965EB8-A058-CAE8-E146-F221BB68A9CC}"/>
              </a:ext>
            </a:extLst>
          </p:cNvPr>
          <p:cNvGrpSpPr>
            <a:grpSpLocks noChangeAspect="1"/>
          </p:cNvGrpSpPr>
          <p:nvPr/>
        </p:nvGrpSpPr>
        <p:grpSpPr>
          <a:xfrm>
            <a:off x="6083456" y="4633990"/>
            <a:ext cx="381678" cy="403044"/>
            <a:chOff x="951888" y="2657006"/>
            <a:chExt cx="397322" cy="348607"/>
          </a:xfrm>
        </p:grpSpPr>
        <p:grpSp>
          <p:nvGrpSpPr>
            <p:cNvPr id="199" name="Group 198">
              <a:extLst>
                <a:ext uri="{FF2B5EF4-FFF2-40B4-BE49-F238E27FC236}">
                  <a16:creationId xmlns:a16="http://schemas.microsoft.com/office/drawing/2014/main" id="{6812E0B7-96C7-90E6-2594-28DB1C5E0321}"/>
                </a:ext>
              </a:extLst>
            </p:cNvPr>
            <p:cNvGrpSpPr>
              <a:grpSpLocks noChangeAspect="1"/>
            </p:cNvGrpSpPr>
            <p:nvPr/>
          </p:nvGrpSpPr>
          <p:grpSpPr>
            <a:xfrm>
              <a:off x="951888" y="2657006"/>
              <a:ext cx="397322" cy="348607"/>
              <a:chOff x="951884" y="2656998"/>
              <a:chExt cx="480489" cy="421577"/>
            </a:xfrm>
          </p:grpSpPr>
          <p:sp>
            <p:nvSpPr>
              <p:cNvPr id="203" name="Flowchart: Delay 964">
                <a:extLst>
                  <a:ext uri="{FF2B5EF4-FFF2-40B4-BE49-F238E27FC236}">
                    <a16:creationId xmlns:a16="http://schemas.microsoft.com/office/drawing/2014/main" id="{D9A7E9F5-AAD2-0A6D-8AE3-DA18868CBB7E}"/>
                  </a:ext>
                </a:extLst>
              </p:cNvPr>
              <p:cNvSpPr/>
              <p:nvPr/>
            </p:nvSpPr>
            <p:spPr>
              <a:xfrm rot="5400000">
                <a:off x="1063960" y="2710162"/>
                <a:ext cx="256337" cy="480489"/>
              </a:xfrm>
              <a:custGeom>
                <a:avLst/>
                <a:gdLst>
                  <a:gd name="csX0" fmla="*/ 0 w 382704"/>
                  <a:gd name="csY0" fmla="*/ 0 h 761999"/>
                  <a:gd name="csX1" fmla="*/ 191352 w 382704"/>
                  <a:gd name="csY1" fmla="*/ 0 h 761999"/>
                  <a:gd name="csX2" fmla="*/ 382704 w 382704"/>
                  <a:gd name="csY2" fmla="*/ 381000 h 761999"/>
                  <a:gd name="csX3" fmla="*/ 191352 w 382704"/>
                  <a:gd name="csY3" fmla="*/ 762000 h 761999"/>
                  <a:gd name="csX4" fmla="*/ 0 w 382704"/>
                  <a:gd name="csY4" fmla="*/ 761999 h 761999"/>
                  <a:gd name="csX5" fmla="*/ 0 w 382704"/>
                  <a:gd name="csY5" fmla="*/ 0 h 761999"/>
                  <a:gd name="csX0" fmla="*/ 0 w 382704"/>
                  <a:gd name="csY0" fmla="*/ 0 h 762000"/>
                  <a:gd name="csX1" fmla="*/ 191352 w 382704"/>
                  <a:gd name="csY1" fmla="*/ 0 h 762000"/>
                  <a:gd name="csX2" fmla="*/ 382704 w 382704"/>
                  <a:gd name="csY2" fmla="*/ 381000 h 762000"/>
                  <a:gd name="csX3" fmla="*/ 191352 w 382704"/>
                  <a:gd name="csY3" fmla="*/ 762000 h 762000"/>
                  <a:gd name="csX4" fmla="*/ 3 w 382704"/>
                  <a:gd name="csY4" fmla="*/ 721518 h 762000"/>
                  <a:gd name="csX5" fmla="*/ 0 w 382704"/>
                  <a:gd name="csY5" fmla="*/ 0 h 762000"/>
                  <a:gd name="csX0" fmla="*/ 0 w 382704"/>
                  <a:gd name="csY0" fmla="*/ 0 h 762000"/>
                  <a:gd name="csX1" fmla="*/ 191352 w 382704"/>
                  <a:gd name="csY1" fmla="*/ 0 h 762000"/>
                  <a:gd name="csX2" fmla="*/ 382704 w 382704"/>
                  <a:gd name="csY2" fmla="*/ 381000 h 762000"/>
                  <a:gd name="csX3" fmla="*/ 191352 w 382704"/>
                  <a:gd name="csY3" fmla="*/ 762000 h 762000"/>
                  <a:gd name="csX4" fmla="*/ 2384 w 382704"/>
                  <a:gd name="csY4" fmla="*/ 707231 h 762000"/>
                  <a:gd name="csX5" fmla="*/ 0 w 382704"/>
                  <a:gd name="csY5" fmla="*/ 0 h 762000"/>
                  <a:gd name="csX0" fmla="*/ 0 w 382704"/>
                  <a:gd name="csY0" fmla="*/ 57150 h 762000"/>
                  <a:gd name="csX1" fmla="*/ 191352 w 382704"/>
                  <a:gd name="csY1" fmla="*/ 0 h 762000"/>
                  <a:gd name="csX2" fmla="*/ 382704 w 382704"/>
                  <a:gd name="csY2" fmla="*/ 381000 h 762000"/>
                  <a:gd name="csX3" fmla="*/ 191352 w 382704"/>
                  <a:gd name="csY3" fmla="*/ 762000 h 762000"/>
                  <a:gd name="csX4" fmla="*/ 2384 w 382704"/>
                  <a:gd name="csY4" fmla="*/ 707231 h 762000"/>
                  <a:gd name="csX5" fmla="*/ 0 w 382704"/>
                  <a:gd name="csY5" fmla="*/ 57150 h 762000"/>
                  <a:gd name="csX0" fmla="*/ 0 w 382704"/>
                  <a:gd name="csY0" fmla="*/ 57150 h 762000"/>
                  <a:gd name="csX1" fmla="*/ 191352 w 382704"/>
                  <a:gd name="csY1" fmla="*/ 0 h 762000"/>
                  <a:gd name="csX2" fmla="*/ 382704 w 382704"/>
                  <a:gd name="csY2" fmla="*/ 381000 h 762000"/>
                  <a:gd name="csX3" fmla="*/ 191352 w 382704"/>
                  <a:gd name="csY3" fmla="*/ 762000 h 762000"/>
                  <a:gd name="csX4" fmla="*/ 8227 w 382704"/>
                  <a:gd name="csY4" fmla="*/ 652462 h 762000"/>
                  <a:gd name="csX5" fmla="*/ 0 w 382704"/>
                  <a:gd name="csY5" fmla="*/ 57150 h 762000"/>
                  <a:gd name="csX0" fmla="*/ 0 w 376862"/>
                  <a:gd name="csY0" fmla="*/ 130969 h 762000"/>
                  <a:gd name="csX1" fmla="*/ 185510 w 376862"/>
                  <a:gd name="csY1" fmla="*/ 0 h 762000"/>
                  <a:gd name="csX2" fmla="*/ 376862 w 376862"/>
                  <a:gd name="csY2" fmla="*/ 381000 h 762000"/>
                  <a:gd name="csX3" fmla="*/ 185510 w 376862"/>
                  <a:gd name="csY3" fmla="*/ 762000 h 762000"/>
                  <a:gd name="csX4" fmla="*/ 2385 w 376862"/>
                  <a:gd name="csY4" fmla="*/ 652462 h 762000"/>
                  <a:gd name="csX5" fmla="*/ 0 w 376862"/>
                  <a:gd name="csY5" fmla="*/ 130969 h 762000"/>
                </a:gdLst>
                <a:ahLst/>
                <a:cxnLst>
                  <a:cxn ang="0">
                    <a:pos x="csX0" y="csY0"/>
                  </a:cxn>
                  <a:cxn ang="0">
                    <a:pos x="csX1" y="csY1"/>
                  </a:cxn>
                  <a:cxn ang="0">
                    <a:pos x="csX2" y="csY2"/>
                  </a:cxn>
                  <a:cxn ang="0">
                    <a:pos x="csX3" y="csY3"/>
                  </a:cxn>
                  <a:cxn ang="0">
                    <a:pos x="csX4" y="csY4"/>
                  </a:cxn>
                  <a:cxn ang="0">
                    <a:pos x="csX5" y="csY5"/>
                  </a:cxn>
                </a:cxnLst>
                <a:rect l="l" t="t" r="r" b="b"/>
                <a:pathLst>
                  <a:path w="376862" h="762000">
                    <a:moveTo>
                      <a:pt x="0" y="130969"/>
                    </a:moveTo>
                    <a:lnTo>
                      <a:pt x="185510" y="0"/>
                    </a:lnTo>
                    <a:cubicBezTo>
                      <a:pt x="291191" y="0"/>
                      <a:pt x="376862" y="170580"/>
                      <a:pt x="376862" y="381000"/>
                    </a:cubicBezTo>
                    <a:cubicBezTo>
                      <a:pt x="376862" y="591420"/>
                      <a:pt x="291191" y="762000"/>
                      <a:pt x="185510" y="762000"/>
                    </a:cubicBezTo>
                    <a:lnTo>
                      <a:pt x="2385" y="652462"/>
                    </a:lnTo>
                    <a:cubicBezTo>
                      <a:pt x="1590" y="416718"/>
                      <a:pt x="795" y="366713"/>
                      <a:pt x="0" y="130969"/>
                    </a:cubicBezTo>
                    <a:close/>
                  </a:path>
                </a:pathLst>
              </a:custGeom>
              <a:solidFill>
                <a:srgbClr val="F2EADA"/>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4" name="Rectangle 203">
                <a:extLst>
                  <a:ext uri="{FF2B5EF4-FFF2-40B4-BE49-F238E27FC236}">
                    <a16:creationId xmlns:a16="http://schemas.microsoft.com/office/drawing/2014/main" id="{1ACBA385-BAF7-1ED5-3276-080E46183FA9}"/>
                  </a:ext>
                </a:extLst>
              </p:cNvPr>
              <p:cNvSpPr/>
              <p:nvPr/>
            </p:nvSpPr>
            <p:spPr>
              <a:xfrm>
                <a:off x="1023249" y="2656998"/>
                <a:ext cx="323537" cy="166997"/>
              </a:xfrm>
              <a:prstGeom prst="rect">
                <a:avLst/>
              </a:prstGeom>
              <a:solidFill>
                <a:schemeClr val="bg1"/>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05" name="Straight Connector 204">
                <a:extLst>
                  <a:ext uri="{FF2B5EF4-FFF2-40B4-BE49-F238E27FC236}">
                    <a16:creationId xmlns:a16="http://schemas.microsoft.com/office/drawing/2014/main" id="{82589BA6-DF2A-5632-5F06-5746EBEFF645}"/>
                  </a:ext>
                </a:extLst>
              </p:cNvPr>
              <p:cNvCxnSpPr/>
              <p:nvPr/>
            </p:nvCxnSpPr>
            <p:spPr>
              <a:xfrm>
                <a:off x="1030392" y="2827360"/>
                <a:ext cx="310897" cy="0"/>
              </a:xfrm>
              <a:prstGeom prst="line">
                <a:avLst/>
              </a:prstGeom>
              <a:ln w="19050">
                <a:solidFill>
                  <a:srgbClr val="F2EADA"/>
                </a:solidFill>
              </a:ln>
            </p:spPr>
            <p:style>
              <a:lnRef idx="2">
                <a:schemeClr val="accent1"/>
              </a:lnRef>
              <a:fillRef idx="0">
                <a:schemeClr val="accent1"/>
              </a:fillRef>
              <a:effectRef idx="1">
                <a:schemeClr val="accent1"/>
              </a:effectRef>
              <a:fontRef idx="minor">
                <a:schemeClr val="tx1"/>
              </a:fontRef>
            </p:style>
          </p:cxnSp>
        </p:grpSp>
        <p:pic>
          <p:nvPicPr>
            <p:cNvPr id="200" name="Graphic 199" descr="DNA outline">
              <a:extLst>
                <a:ext uri="{FF2B5EF4-FFF2-40B4-BE49-F238E27FC236}">
                  <a16:creationId xmlns:a16="http://schemas.microsoft.com/office/drawing/2014/main" id="{5D633688-ECC5-05DC-5CB3-E7321F97B0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7372733">
              <a:off x="1214764" y="2804071"/>
              <a:ext cx="82296" cy="82296"/>
            </a:xfrm>
            <a:prstGeom prst="rect">
              <a:avLst/>
            </a:prstGeom>
          </p:spPr>
        </p:pic>
        <p:pic>
          <p:nvPicPr>
            <p:cNvPr id="201" name="Graphic 200" descr="DNA outline">
              <a:extLst>
                <a:ext uri="{FF2B5EF4-FFF2-40B4-BE49-F238E27FC236}">
                  <a16:creationId xmlns:a16="http://schemas.microsoft.com/office/drawing/2014/main" id="{2A752ED9-3AB3-33D8-47A8-4550BE2902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9420000">
              <a:off x="1132889" y="2873662"/>
              <a:ext cx="82296" cy="82296"/>
            </a:xfrm>
            <a:prstGeom prst="rect">
              <a:avLst/>
            </a:prstGeom>
          </p:spPr>
        </p:pic>
        <p:pic>
          <p:nvPicPr>
            <p:cNvPr id="202" name="Graphic 201" descr="DNA outline">
              <a:extLst>
                <a:ext uri="{FF2B5EF4-FFF2-40B4-BE49-F238E27FC236}">
                  <a16:creationId xmlns:a16="http://schemas.microsoft.com/office/drawing/2014/main" id="{F264364B-CE06-69EA-7015-B046FF41A94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5091502">
              <a:off x="1007773" y="2854551"/>
              <a:ext cx="100584" cy="100584"/>
            </a:xfrm>
            <a:prstGeom prst="rect">
              <a:avLst/>
            </a:prstGeom>
          </p:spPr>
        </p:pic>
      </p:grpSp>
      <p:grpSp>
        <p:nvGrpSpPr>
          <p:cNvPr id="206" name="Group 205">
            <a:extLst>
              <a:ext uri="{FF2B5EF4-FFF2-40B4-BE49-F238E27FC236}">
                <a16:creationId xmlns:a16="http://schemas.microsoft.com/office/drawing/2014/main" id="{F43FA819-0F09-7FDE-B5FB-4332ADF07D81}"/>
              </a:ext>
            </a:extLst>
          </p:cNvPr>
          <p:cNvGrpSpPr/>
          <p:nvPr/>
        </p:nvGrpSpPr>
        <p:grpSpPr>
          <a:xfrm>
            <a:off x="4606773" y="3690033"/>
            <a:ext cx="1981019" cy="951688"/>
            <a:chOff x="43766" y="2027777"/>
            <a:chExt cx="1198454" cy="575741"/>
          </a:xfrm>
        </p:grpSpPr>
        <p:sp>
          <p:nvSpPr>
            <p:cNvPr id="207" name="TextBox 206">
              <a:extLst>
                <a:ext uri="{FF2B5EF4-FFF2-40B4-BE49-F238E27FC236}">
                  <a16:creationId xmlns:a16="http://schemas.microsoft.com/office/drawing/2014/main" id="{67C270F8-B1C4-7A9E-DEB8-177C2C0E52A8}"/>
                </a:ext>
              </a:extLst>
            </p:cNvPr>
            <p:cNvSpPr txBox="1"/>
            <p:nvPr/>
          </p:nvSpPr>
          <p:spPr>
            <a:xfrm>
              <a:off x="43766" y="2027777"/>
              <a:ext cx="1198454"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Metabolic-enzymatic reactions</a:t>
              </a:r>
            </a:p>
          </p:txBody>
        </p:sp>
        <p:sp>
          <p:nvSpPr>
            <p:cNvPr id="208" name="TextBox 207">
              <a:extLst>
                <a:ext uri="{FF2B5EF4-FFF2-40B4-BE49-F238E27FC236}">
                  <a16:creationId xmlns:a16="http://schemas.microsoft.com/office/drawing/2014/main" id="{518F10E3-EF65-20A1-82E9-4A54167B78BA}"/>
                </a:ext>
              </a:extLst>
            </p:cNvPr>
            <p:cNvSpPr txBox="1"/>
            <p:nvPr/>
          </p:nvSpPr>
          <p:spPr>
            <a:xfrm>
              <a:off x="50753" y="2145876"/>
              <a:ext cx="1168899" cy="457642"/>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DNA template concentrations tune enzyme expression, and the resulting reaction fluxes of input metabolites define the linear coefficients.</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mc:AlternateContent xmlns:mc="http://schemas.openxmlformats.org/markup-compatibility/2006" xmlns:a14="http://schemas.microsoft.com/office/drawing/2010/main">
        <mc:Choice Requires="a14">
          <p:sp>
            <p:nvSpPr>
              <p:cNvPr id="209" name="TextBox 208">
                <a:extLst>
                  <a:ext uri="{FF2B5EF4-FFF2-40B4-BE49-F238E27FC236}">
                    <a16:creationId xmlns:a16="http://schemas.microsoft.com/office/drawing/2014/main" id="{00917365-D001-F00A-DF32-9BAAB1DD542A}"/>
                  </a:ext>
                </a:extLst>
              </p:cNvPr>
              <p:cNvSpPr txBox="1"/>
              <p:nvPr/>
            </p:nvSpPr>
            <p:spPr>
              <a:xfrm>
                <a:off x="5041308" y="4700339"/>
                <a:ext cx="362150"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𝑘</m:t>
                      </m:r>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09" name="TextBox 208">
                <a:extLst>
                  <a:ext uri="{FF2B5EF4-FFF2-40B4-BE49-F238E27FC236}">
                    <a16:creationId xmlns:a16="http://schemas.microsoft.com/office/drawing/2014/main" id="{00917365-D001-F00A-DF32-9BAAB1DD542A}"/>
                  </a:ext>
                </a:extLst>
              </p:cNvPr>
              <p:cNvSpPr txBox="1">
                <a:spLocks noRot="1" noChangeAspect="1" noMove="1" noResize="1" noEditPoints="1" noAdjustHandles="1" noChangeArrowheads="1" noChangeShapeType="1" noTextEdit="1"/>
              </p:cNvSpPr>
              <p:nvPr/>
            </p:nvSpPr>
            <p:spPr>
              <a:xfrm>
                <a:off x="5041308" y="4700339"/>
                <a:ext cx="362150" cy="138498"/>
              </a:xfrm>
              <a:prstGeom prst="rect">
                <a:avLst/>
              </a:prstGeom>
              <a:blipFill>
                <a:blip r:embed="rId13"/>
                <a:stretch>
                  <a:fillRect l="-8475" r="-5085" b="-13043"/>
                </a:stretch>
              </a:blipFill>
            </p:spPr>
            <p:txBody>
              <a:bodyPr/>
              <a:lstStyle/>
              <a:p>
                <a:r>
                  <a:rPr lang="en-US">
                    <a:noFill/>
                  </a:rPr>
                  <a:t> </a:t>
                </a:r>
              </a:p>
            </p:txBody>
          </p:sp>
        </mc:Fallback>
      </mc:AlternateContent>
      <p:cxnSp>
        <p:nvCxnSpPr>
          <p:cNvPr id="210" name="Straight Arrow Connector 209">
            <a:extLst>
              <a:ext uri="{FF2B5EF4-FFF2-40B4-BE49-F238E27FC236}">
                <a16:creationId xmlns:a16="http://schemas.microsoft.com/office/drawing/2014/main" id="{A125D2C5-E024-DF04-BABF-94D2C2888A77}"/>
              </a:ext>
            </a:extLst>
          </p:cNvPr>
          <p:cNvCxnSpPr>
            <a:cxnSpLocks/>
          </p:cNvCxnSpPr>
          <p:nvPr/>
        </p:nvCxnSpPr>
        <p:spPr>
          <a:xfrm>
            <a:off x="4979378" y="4868029"/>
            <a:ext cx="481002" cy="0"/>
          </a:xfrm>
          <a:prstGeom prst="straightConnector1">
            <a:avLst/>
          </a:prstGeom>
          <a:ln w="3175">
            <a:solidFill>
              <a:schemeClr val="tx1"/>
            </a:solidFill>
            <a:headEnd w="sm" len="sm"/>
            <a:tailEnd type="triangle" w="sm" len="sm"/>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1" name="TextBox 210">
                <a:extLst>
                  <a:ext uri="{FF2B5EF4-FFF2-40B4-BE49-F238E27FC236}">
                    <a16:creationId xmlns:a16="http://schemas.microsoft.com/office/drawing/2014/main" id="{F32EBF95-AA4E-CC76-7F22-CDF215EC1995}"/>
                  </a:ext>
                </a:extLst>
              </p:cNvPr>
              <p:cNvSpPr txBox="1"/>
              <p:nvPr/>
            </p:nvSpPr>
            <p:spPr>
              <a:xfrm>
                <a:off x="5521345" y="4799382"/>
                <a:ext cx="240259"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11" name="TextBox 210">
                <a:extLst>
                  <a:ext uri="{FF2B5EF4-FFF2-40B4-BE49-F238E27FC236}">
                    <a16:creationId xmlns:a16="http://schemas.microsoft.com/office/drawing/2014/main" id="{F32EBF95-AA4E-CC76-7F22-CDF215EC1995}"/>
                  </a:ext>
                </a:extLst>
              </p:cNvPr>
              <p:cNvSpPr txBox="1">
                <a:spLocks noRot="1" noChangeAspect="1" noMove="1" noResize="1" noEditPoints="1" noAdjustHandles="1" noChangeArrowheads="1" noChangeShapeType="1" noTextEdit="1"/>
              </p:cNvSpPr>
              <p:nvPr/>
            </p:nvSpPr>
            <p:spPr>
              <a:xfrm>
                <a:off x="5521345" y="4799382"/>
                <a:ext cx="240259" cy="138498"/>
              </a:xfrm>
              <a:prstGeom prst="rect">
                <a:avLst/>
              </a:prstGeom>
              <a:blipFill>
                <a:blip r:embed="rId14"/>
                <a:stretch>
                  <a:fillRect l="-7692" r="-7692" b="-13043"/>
                </a:stretch>
              </a:blipFill>
            </p:spPr>
            <p:txBody>
              <a:bodyPr/>
              <a:lstStyle/>
              <a:p>
                <a:r>
                  <a:rPr lang="en-US">
                    <a:noFill/>
                  </a:rPr>
                  <a:t> </a:t>
                </a:r>
              </a:p>
            </p:txBody>
          </p:sp>
        </mc:Fallback>
      </mc:AlternateContent>
      <p:grpSp>
        <p:nvGrpSpPr>
          <p:cNvPr id="212" name="Group 211">
            <a:extLst>
              <a:ext uri="{FF2B5EF4-FFF2-40B4-BE49-F238E27FC236}">
                <a16:creationId xmlns:a16="http://schemas.microsoft.com/office/drawing/2014/main" id="{2DBA955C-9CAA-0852-E940-796EC39C9103}"/>
              </a:ext>
            </a:extLst>
          </p:cNvPr>
          <p:cNvGrpSpPr/>
          <p:nvPr/>
        </p:nvGrpSpPr>
        <p:grpSpPr>
          <a:xfrm>
            <a:off x="7287280" y="4606983"/>
            <a:ext cx="2316157" cy="844724"/>
            <a:chOff x="43766" y="1989677"/>
            <a:chExt cx="1401202" cy="511031"/>
          </a:xfrm>
        </p:grpSpPr>
        <p:sp>
          <p:nvSpPr>
            <p:cNvPr id="213" name="TextBox 212">
              <a:extLst>
                <a:ext uri="{FF2B5EF4-FFF2-40B4-BE49-F238E27FC236}">
                  <a16:creationId xmlns:a16="http://schemas.microsoft.com/office/drawing/2014/main" id="{88854BE0-3F9D-40A2-7B86-01DDBED38955}"/>
                </a:ext>
              </a:extLst>
            </p:cNvPr>
            <p:cNvSpPr txBox="1"/>
            <p:nvPr/>
          </p:nvSpPr>
          <p:spPr>
            <a:xfrm>
              <a:off x="43766" y="1989677"/>
              <a:ext cx="98801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Gene regulatory network</a:t>
              </a:r>
            </a:p>
          </p:txBody>
        </p:sp>
        <p:sp>
          <p:nvSpPr>
            <p:cNvPr id="214" name="TextBox 213">
              <a:extLst>
                <a:ext uri="{FF2B5EF4-FFF2-40B4-BE49-F238E27FC236}">
                  <a16:creationId xmlns:a16="http://schemas.microsoft.com/office/drawing/2014/main" id="{8E7C5DAB-CB2C-A0CA-7EB2-9067206A4E02}"/>
                </a:ext>
              </a:extLst>
            </p:cNvPr>
            <p:cNvSpPr txBox="1"/>
            <p:nvPr/>
          </p:nvSpPr>
          <p:spPr>
            <a:xfrm>
              <a:off x="50754" y="2126854"/>
              <a:ext cx="1394214" cy="373854"/>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A gene-regulatory module senses the accumulated chemical signal and converts it into nonlinear reporter expression.</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p:sp>
        <p:nvSpPr>
          <p:cNvPr id="215" name="TextBox 214">
            <a:extLst>
              <a:ext uri="{FF2B5EF4-FFF2-40B4-BE49-F238E27FC236}">
                <a16:creationId xmlns:a16="http://schemas.microsoft.com/office/drawing/2014/main" id="{C685342F-ED55-966C-EEF8-20ABEDA9B53C}"/>
              </a:ext>
            </a:extLst>
          </p:cNvPr>
          <p:cNvSpPr txBox="1"/>
          <p:nvPr/>
        </p:nvSpPr>
        <p:spPr>
          <a:xfrm>
            <a:off x="4825545" y="6358690"/>
            <a:ext cx="627096" cy="338553"/>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bacteria</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1</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7" name="Rectangle: Rounded Corners 216">
            <a:extLst>
              <a:ext uri="{FF2B5EF4-FFF2-40B4-BE49-F238E27FC236}">
                <a16:creationId xmlns:a16="http://schemas.microsoft.com/office/drawing/2014/main" id="{48B98D5C-88F5-53FA-592F-AE69E7FD0CCB}"/>
              </a:ext>
            </a:extLst>
          </p:cNvPr>
          <p:cNvSpPr/>
          <p:nvPr/>
        </p:nvSpPr>
        <p:spPr>
          <a:xfrm>
            <a:off x="4664333" y="5341073"/>
            <a:ext cx="2284695" cy="1369808"/>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218" name="Group 217">
            <a:extLst>
              <a:ext uri="{FF2B5EF4-FFF2-40B4-BE49-F238E27FC236}">
                <a16:creationId xmlns:a16="http://schemas.microsoft.com/office/drawing/2014/main" id="{11C2536A-542E-E347-6B44-D9CC77F8D2FF}"/>
              </a:ext>
            </a:extLst>
          </p:cNvPr>
          <p:cNvGrpSpPr>
            <a:grpSpLocks noChangeAspect="1"/>
          </p:cNvGrpSpPr>
          <p:nvPr/>
        </p:nvGrpSpPr>
        <p:grpSpPr>
          <a:xfrm>
            <a:off x="5424077" y="6486020"/>
            <a:ext cx="412332" cy="208122"/>
            <a:chOff x="2274482" y="3759370"/>
            <a:chExt cx="520920" cy="262930"/>
          </a:xfrm>
        </p:grpSpPr>
        <p:sp>
          <p:nvSpPr>
            <p:cNvPr id="229" name="Rectangle: Rounded Corners 228">
              <a:extLst>
                <a:ext uri="{FF2B5EF4-FFF2-40B4-BE49-F238E27FC236}">
                  <a16:creationId xmlns:a16="http://schemas.microsoft.com/office/drawing/2014/main" id="{4D8AA89A-4E2F-F879-9E70-99AD9F2FA0B4}"/>
                </a:ext>
              </a:extLst>
            </p:cNvPr>
            <p:cNvSpPr/>
            <p:nvPr/>
          </p:nvSpPr>
          <p:spPr>
            <a:xfrm>
              <a:off x="2274482" y="3759370"/>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30" name="Straight Connector 229">
              <a:extLst>
                <a:ext uri="{FF2B5EF4-FFF2-40B4-BE49-F238E27FC236}">
                  <a16:creationId xmlns:a16="http://schemas.microsoft.com/office/drawing/2014/main" id="{2CD30255-9D8F-13B7-59F5-07191505507D}"/>
                </a:ext>
              </a:extLst>
            </p:cNvPr>
            <p:cNvCxnSpPr/>
            <p:nvPr/>
          </p:nvCxnSpPr>
          <p:spPr>
            <a:xfrm>
              <a:off x="2337933" y="3964876"/>
              <a:ext cx="352424"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1" name="Connector: Elbow 230">
              <a:extLst>
                <a:ext uri="{FF2B5EF4-FFF2-40B4-BE49-F238E27FC236}">
                  <a16:creationId xmlns:a16="http://schemas.microsoft.com/office/drawing/2014/main" id="{9316526E-0D8F-1EAF-3F6D-4B0E99A0E95D}"/>
                </a:ext>
              </a:extLst>
            </p:cNvPr>
            <p:cNvCxnSpPr>
              <a:cxnSpLocks/>
            </p:cNvCxnSpPr>
            <p:nvPr/>
          </p:nvCxnSpPr>
          <p:spPr>
            <a:xfrm flipV="1">
              <a:off x="2392700" y="3834431"/>
              <a:ext cx="221457" cy="123781"/>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p:grpSp>
        <p:nvGrpSpPr>
          <p:cNvPr id="219" name="Group 218">
            <a:extLst>
              <a:ext uri="{FF2B5EF4-FFF2-40B4-BE49-F238E27FC236}">
                <a16:creationId xmlns:a16="http://schemas.microsoft.com/office/drawing/2014/main" id="{F623CC60-F138-85F3-386B-E04DB0AEE79C}"/>
              </a:ext>
            </a:extLst>
          </p:cNvPr>
          <p:cNvGrpSpPr/>
          <p:nvPr/>
        </p:nvGrpSpPr>
        <p:grpSpPr>
          <a:xfrm>
            <a:off x="4653749" y="5320968"/>
            <a:ext cx="2266866" cy="951688"/>
            <a:chOff x="43766" y="2027777"/>
            <a:chExt cx="1371382" cy="575741"/>
          </a:xfrm>
        </p:grpSpPr>
        <p:sp>
          <p:nvSpPr>
            <p:cNvPr id="227" name="TextBox 226">
              <a:extLst>
                <a:ext uri="{FF2B5EF4-FFF2-40B4-BE49-F238E27FC236}">
                  <a16:creationId xmlns:a16="http://schemas.microsoft.com/office/drawing/2014/main" id="{B8E5C4A2-89B1-E6E9-3B4B-CA56F8FC3D26}"/>
                </a:ext>
              </a:extLst>
            </p:cNvPr>
            <p:cNvSpPr txBox="1"/>
            <p:nvPr/>
          </p:nvSpPr>
          <p:spPr>
            <a:xfrm>
              <a:off x="43766" y="2027777"/>
              <a:ext cx="69223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Quorum sensing</a:t>
              </a:r>
            </a:p>
          </p:txBody>
        </p:sp>
        <p:sp>
          <p:nvSpPr>
            <p:cNvPr id="228" name="TextBox 227">
              <a:extLst>
                <a:ext uri="{FF2B5EF4-FFF2-40B4-BE49-F238E27FC236}">
                  <a16:creationId xmlns:a16="http://schemas.microsoft.com/office/drawing/2014/main" id="{9D15F91E-29B9-3820-8187-404244CE2A96}"/>
                </a:ext>
              </a:extLst>
            </p:cNvPr>
            <p:cNvSpPr txBox="1"/>
            <p:nvPr/>
          </p:nvSpPr>
          <p:spPr>
            <a:xfrm>
              <a:off x="50753" y="2145876"/>
              <a:ext cx="1364395" cy="457642"/>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Sender bacteria convert chemical inducers into quorum-sensing signals with promoter-tuned amplitudes, whose accumulation realizes the weighted sum.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p:grpSp>
        <p:nvGrpSpPr>
          <p:cNvPr id="220" name="Group 219">
            <a:extLst>
              <a:ext uri="{FF2B5EF4-FFF2-40B4-BE49-F238E27FC236}">
                <a16:creationId xmlns:a16="http://schemas.microsoft.com/office/drawing/2014/main" id="{143BB94F-AB38-9AB9-C0F3-0E44ED9DBAC4}"/>
              </a:ext>
            </a:extLst>
          </p:cNvPr>
          <p:cNvGrpSpPr>
            <a:grpSpLocks noChangeAspect="1"/>
          </p:cNvGrpSpPr>
          <p:nvPr/>
        </p:nvGrpSpPr>
        <p:grpSpPr>
          <a:xfrm>
            <a:off x="6387607" y="6446118"/>
            <a:ext cx="375056" cy="189308"/>
            <a:chOff x="2242626" y="3775944"/>
            <a:chExt cx="520920" cy="262930"/>
          </a:xfrm>
        </p:grpSpPr>
        <p:sp>
          <p:nvSpPr>
            <p:cNvPr id="224" name="Rectangle: Rounded Corners 223">
              <a:extLst>
                <a:ext uri="{FF2B5EF4-FFF2-40B4-BE49-F238E27FC236}">
                  <a16:creationId xmlns:a16="http://schemas.microsoft.com/office/drawing/2014/main" id="{E2724D1D-01B9-17F7-387E-B1F4FE72B2C0}"/>
                </a:ext>
              </a:extLst>
            </p:cNvPr>
            <p:cNvSpPr/>
            <p:nvPr/>
          </p:nvSpPr>
          <p:spPr>
            <a:xfrm>
              <a:off x="2242626" y="3775944"/>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25" name="Straight Connector 224">
              <a:extLst>
                <a:ext uri="{FF2B5EF4-FFF2-40B4-BE49-F238E27FC236}">
                  <a16:creationId xmlns:a16="http://schemas.microsoft.com/office/drawing/2014/main" id="{74615159-015A-0D3B-8556-96DBC7A2073B}"/>
                </a:ext>
              </a:extLst>
            </p:cNvPr>
            <p:cNvCxnSpPr/>
            <p:nvPr/>
          </p:nvCxnSpPr>
          <p:spPr>
            <a:xfrm>
              <a:off x="2306076" y="3981451"/>
              <a:ext cx="352426"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6" name="Connector: Elbow 225">
              <a:extLst>
                <a:ext uri="{FF2B5EF4-FFF2-40B4-BE49-F238E27FC236}">
                  <a16:creationId xmlns:a16="http://schemas.microsoft.com/office/drawing/2014/main" id="{3ED03A8B-891A-1A54-CA14-3B371E6B6B29}"/>
                </a:ext>
              </a:extLst>
            </p:cNvPr>
            <p:cNvCxnSpPr>
              <a:cxnSpLocks/>
            </p:cNvCxnSpPr>
            <p:nvPr/>
          </p:nvCxnSpPr>
          <p:spPr>
            <a:xfrm flipV="1">
              <a:off x="2360846" y="3851004"/>
              <a:ext cx="221457" cy="123782"/>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21" name="TextBox 220">
                <a:extLst>
                  <a:ext uri="{FF2B5EF4-FFF2-40B4-BE49-F238E27FC236}">
                    <a16:creationId xmlns:a16="http://schemas.microsoft.com/office/drawing/2014/main" id="{48D06FDE-8074-C1E7-DE1B-F9E0E29CB7D6}"/>
                  </a:ext>
                </a:extLst>
              </p:cNvPr>
              <p:cNvSpPr txBox="1"/>
              <p:nvPr/>
            </p:nvSpPr>
            <p:spPr>
              <a:xfrm>
                <a:off x="5550909" y="6332955"/>
                <a:ext cx="157607"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21" name="TextBox 220">
                <a:extLst>
                  <a:ext uri="{FF2B5EF4-FFF2-40B4-BE49-F238E27FC236}">
                    <a16:creationId xmlns:a16="http://schemas.microsoft.com/office/drawing/2014/main" id="{48D06FDE-8074-C1E7-DE1B-F9E0E29CB7D6}"/>
                  </a:ext>
                </a:extLst>
              </p:cNvPr>
              <p:cNvSpPr txBox="1">
                <a:spLocks noRot="1" noChangeAspect="1" noMove="1" noResize="1" noEditPoints="1" noAdjustHandles="1" noChangeArrowheads="1" noChangeShapeType="1" noTextEdit="1"/>
              </p:cNvSpPr>
              <p:nvPr/>
            </p:nvSpPr>
            <p:spPr>
              <a:xfrm>
                <a:off x="5550909" y="6332955"/>
                <a:ext cx="157607" cy="138498"/>
              </a:xfrm>
              <a:prstGeom prst="rect">
                <a:avLst/>
              </a:prstGeom>
              <a:blipFill>
                <a:blip r:embed="rId6"/>
                <a:stretch>
                  <a:fillRect l="-12000" r="-1600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8646095B-36E8-5BF5-123C-1C4B1DA61004}"/>
                  </a:ext>
                </a:extLst>
              </p:cNvPr>
              <p:cNvSpPr txBox="1"/>
              <p:nvPr/>
            </p:nvSpPr>
            <p:spPr>
              <a:xfrm>
                <a:off x="6518996" y="6281230"/>
                <a:ext cx="160299"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22" name="TextBox 221">
                <a:extLst>
                  <a:ext uri="{FF2B5EF4-FFF2-40B4-BE49-F238E27FC236}">
                    <a16:creationId xmlns:a16="http://schemas.microsoft.com/office/drawing/2014/main" id="{8646095B-36E8-5BF5-123C-1C4B1DA61004}"/>
                  </a:ext>
                </a:extLst>
              </p:cNvPr>
              <p:cNvSpPr txBox="1">
                <a:spLocks noRot="1" noChangeAspect="1" noMove="1" noResize="1" noEditPoints="1" noAdjustHandles="1" noChangeArrowheads="1" noChangeShapeType="1" noTextEdit="1"/>
              </p:cNvSpPr>
              <p:nvPr/>
            </p:nvSpPr>
            <p:spPr>
              <a:xfrm>
                <a:off x="6518996" y="6281230"/>
                <a:ext cx="160299" cy="138498"/>
              </a:xfrm>
              <a:prstGeom prst="rect">
                <a:avLst/>
              </a:prstGeom>
              <a:blipFill>
                <a:blip r:embed="rId7"/>
                <a:stretch>
                  <a:fillRect l="-11111" r="-7407" b="-13043"/>
                </a:stretch>
              </a:blipFill>
            </p:spPr>
            <p:txBody>
              <a:bodyPr/>
              <a:lstStyle/>
              <a:p>
                <a:r>
                  <a:rPr lang="en-US">
                    <a:noFill/>
                  </a:rPr>
                  <a:t> </a:t>
                </a:r>
              </a:p>
            </p:txBody>
          </p:sp>
        </mc:Fallback>
      </mc:AlternateContent>
      <p:sp>
        <p:nvSpPr>
          <p:cNvPr id="223" name="TextBox 222">
            <a:extLst>
              <a:ext uri="{FF2B5EF4-FFF2-40B4-BE49-F238E27FC236}">
                <a16:creationId xmlns:a16="http://schemas.microsoft.com/office/drawing/2014/main" id="{EB3C6183-785D-2B0B-7138-70AA5B9B54AB}"/>
              </a:ext>
            </a:extLst>
          </p:cNvPr>
          <p:cNvSpPr txBox="1"/>
          <p:nvPr/>
        </p:nvSpPr>
        <p:spPr>
          <a:xfrm>
            <a:off x="5744871" y="6347072"/>
            <a:ext cx="747755" cy="338553"/>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bacterium</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2</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nvGrpSpPr>
          <p:cNvPr id="232" name="Group 231">
            <a:extLst>
              <a:ext uri="{FF2B5EF4-FFF2-40B4-BE49-F238E27FC236}">
                <a16:creationId xmlns:a16="http://schemas.microsoft.com/office/drawing/2014/main" id="{FE637121-55B6-2083-601E-FE71CF748057}"/>
              </a:ext>
            </a:extLst>
          </p:cNvPr>
          <p:cNvGrpSpPr>
            <a:grpSpLocks noChangeAspect="1"/>
          </p:cNvGrpSpPr>
          <p:nvPr/>
        </p:nvGrpSpPr>
        <p:grpSpPr>
          <a:xfrm>
            <a:off x="8336310" y="5571806"/>
            <a:ext cx="568266" cy="286827"/>
            <a:chOff x="2191594" y="3775944"/>
            <a:chExt cx="520920" cy="262930"/>
          </a:xfrm>
        </p:grpSpPr>
        <p:sp>
          <p:nvSpPr>
            <p:cNvPr id="233" name="Rectangle: Rounded Corners 232">
              <a:extLst>
                <a:ext uri="{FF2B5EF4-FFF2-40B4-BE49-F238E27FC236}">
                  <a16:creationId xmlns:a16="http://schemas.microsoft.com/office/drawing/2014/main" id="{C37C3BA3-DF28-EAC8-0148-FA16D2B328B1}"/>
                </a:ext>
              </a:extLst>
            </p:cNvPr>
            <p:cNvSpPr/>
            <p:nvPr/>
          </p:nvSpPr>
          <p:spPr>
            <a:xfrm>
              <a:off x="2191594" y="3775944"/>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34" name="Straight Connector 233">
              <a:extLst>
                <a:ext uri="{FF2B5EF4-FFF2-40B4-BE49-F238E27FC236}">
                  <a16:creationId xmlns:a16="http://schemas.microsoft.com/office/drawing/2014/main" id="{D643E51D-EC85-C71F-747D-F69B6B14CF57}"/>
                </a:ext>
              </a:extLst>
            </p:cNvPr>
            <p:cNvCxnSpPr/>
            <p:nvPr/>
          </p:nvCxnSpPr>
          <p:spPr>
            <a:xfrm>
              <a:off x="2255044" y="3981450"/>
              <a:ext cx="352425"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5" name="Connector: Elbow 234">
              <a:extLst>
                <a:ext uri="{FF2B5EF4-FFF2-40B4-BE49-F238E27FC236}">
                  <a16:creationId xmlns:a16="http://schemas.microsoft.com/office/drawing/2014/main" id="{890EE34A-4300-B5F0-6349-B2DDBC5EB611}"/>
                </a:ext>
              </a:extLst>
            </p:cNvPr>
            <p:cNvCxnSpPr>
              <a:cxnSpLocks/>
            </p:cNvCxnSpPr>
            <p:nvPr/>
          </p:nvCxnSpPr>
          <p:spPr>
            <a:xfrm flipV="1">
              <a:off x="2309813" y="3851005"/>
              <a:ext cx="221456" cy="123782"/>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36" name="TextBox 235">
                <a:extLst>
                  <a:ext uri="{FF2B5EF4-FFF2-40B4-BE49-F238E27FC236}">
                    <a16:creationId xmlns:a16="http://schemas.microsoft.com/office/drawing/2014/main" id="{8113A304-AFE2-369E-104B-69A0904FADE3}"/>
                  </a:ext>
                </a:extLst>
              </p:cNvPr>
              <p:cNvSpPr txBox="1"/>
              <p:nvPr/>
            </p:nvSpPr>
            <p:spPr>
              <a:xfrm>
                <a:off x="8565056" y="5423073"/>
                <a:ext cx="104131" cy="153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GB" sz="100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Cambria Math" panose="02040503050406030204" pitchFamily="18" charset="0"/>
                          <a:cs typeface="+mn-cs"/>
                        </a:rPr>
                        <m:t>𝜎</m:t>
                      </m:r>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36" name="TextBox 235">
                <a:extLst>
                  <a:ext uri="{FF2B5EF4-FFF2-40B4-BE49-F238E27FC236}">
                    <a16:creationId xmlns:a16="http://schemas.microsoft.com/office/drawing/2014/main" id="{8113A304-AFE2-369E-104B-69A0904FADE3}"/>
                  </a:ext>
                </a:extLst>
              </p:cNvPr>
              <p:cNvSpPr txBox="1">
                <a:spLocks noRot="1" noChangeAspect="1" noMove="1" noResize="1" noEditPoints="1" noAdjustHandles="1" noChangeArrowheads="1" noChangeShapeType="1" noTextEdit="1"/>
              </p:cNvSpPr>
              <p:nvPr/>
            </p:nvSpPr>
            <p:spPr>
              <a:xfrm>
                <a:off x="8565056" y="5423073"/>
                <a:ext cx="104131" cy="153887"/>
              </a:xfrm>
              <a:prstGeom prst="rect">
                <a:avLst/>
              </a:prstGeom>
              <a:blipFill>
                <a:blip r:embed="rId15"/>
                <a:stretch>
                  <a:fillRect l="-17647" r="-17647"/>
                </a:stretch>
              </a:blipFill>
            </p:spPr>
            <p:txBody>
              <a:bodyPr/>
              <a:lstStyle/>
              <a:p>
                <a:r>
                  <a:rPr lang="en-US">
                    <a:noFill/>
                  </a:rPr>
                  <a:t> </a:t>
                </a:r>
              </a:p>
            </p:txBody>
          </p:sp>
        </mc:Fallback>
      </mc:AlternateContent>
      <p:sp>
        <p:nvSpPr>
          <p:cNvPr id="237" name="TextBox 236">
            <a:extLst>
              <a:ext uri="{FF2B5EF4-FFF2-40B4-BE49-F238E27FC236}">
                <a16:creationId xmlns:a16="http://schemas.microsoft.com/office/drawing/2014/main" id="{6497369D-D25D-11BA-5C1C-CD5BEFED52E6}"/>
              </a:ext>
            </a:extLst>
          </p:cNvPr>
          <p:cNvSpPr txBox="1"/>
          <p:nvPr/>
        </p:nvSpPr>
        <p:spPr>
          <a:xfrm>
            <a:off x="26946" y="4344304"/>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lives in stoichiometry and reaction-rate ratios.</a:t>
            </a:r>
          </a:p>
        </p:txBody>
      </p:sp>
      <p:sp>
        <p:nvSpPr>
          <p:cNvPr id="238" name="TextBox 237">
            <a:extLst>
              <a:ext uri="{FF2B5EF4-FFF2-40B4-BE49-F238E27FC236}">
                <a16:creationId xmlns:a16="http://schemas.microsoft.com/office/drawing/2014/main" id="{F2163A7F-3A16-27FE-6552-604BB84A98F6}"/>
              </a:ext>
            </a:extLst>
          </p:cNvPr>
          <p:cNvSpPr txBox="1"/>
          <p:nvPr/>
        </p:nvSpPr>
        <p:spPr>
          <a:xfrm>
            <a:off x="26946" y="5603338"/>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embedded in living gene-regulatory networks.</a:t>
            </a:r>
          </a:p>
        </p:txBody>
      </p:sp>
      <p:grpSp>
        <p:nvGrpSpPr>
          <p:cNvPr id="3" name="Group 2">
            <a:extLst>
              <a:ext uri="{FF2B5EF4-FFF2-40B4-BE49-F238E27FC236}">
                <a16:creationId xmlns:a16="http://schemas.microsoft.com/office/drawing/2014/main" id="{AE26645E-1ECF-921C-BCD5-BCB7B91702DC}"/>
              </a:ext>
            </a:extLst>
          </p:cNvPr>
          <p:cNvGrpSpPr/>
          <p:nvPr/>
        </p:nvGrpSpPr>
        <p:grpSpPr>
          <a:xfrm>
            <a:off x="6756666" y="366895"/>
            <a:ext cx="992978" cy="1438688"/>
            <a:chOff x="6214404" y="366895"/>
            <a:chExt cx="992978" cy="1438688"/>
          </a:xfrm>
        </p:grpSpPr>
        <p:pic>
          <p:nvPicPr>
            <p:cNvPr id="36" name="Graphic 35" descr="Processor outline">
              <a:extLst>
                <a:ext uri="{FF2B5EF4-FFF2-40B4-BE49-F238E27FC236}">
                  <a16:creationId xmlns:a16="http://schemas.microsoft.com/office/drawing/2014/main" id="{6AD315DB-4535-0053-150C-A212980D667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318283" y="1082673"/>
              <a:ext cx="526132" cy="526132"/>
            </a:xfrm>
            <a:prstGeom prst="rect">
              <a:avLst/>
            </a:prstGeom>
          </p:spPr>
        </p:pic>
        <p:cxnSp>
          <p:nvCxnSpPr>
            <p:cNvPr id="106" name="Straight Connector 105">
              <a:extLst>
                <a:ext uri="{FF2B5EF4-FFF2-40B4-BE49-F238E27FC236}">
                  <a16:creationId xmlns:a16="http://schemas.microsoft.com/office/drawing/2014/main" id="{D1EE5C7A-A7DA-8693-D969-B1D249DF59CC}"/>
                </a:ext>
              </a:extLst>
            </p:cNvPr>
            <p:cNvCxnSpPr>
              <a:cxnSpLocks/>
            </p:cNvCxnSpPr>
            <p:nvPr/>
          </p:nvCxnSpPr>
          <p:spPr>
            <a:xfrm>
              <a:off x="6559610" y="366895"/>
              <a:ext cx="0" cy="30229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240" name="TextBox 239">
              <a:extLst>
                <a:ext uri="{FF2B5EF4-FFF2-40B4-BE49-F238E27FC236}">
                  <a16:creationId xmlns:a16="http://schemas.microsoft.com/office/drawing/2014/main" id="{E90DA650-1DB8-3403-19D2-0FED38377054}"/>
                </a:ext>
              </a:extLst>
            </p:cNvPr>
            <p:cNvSpPr txBox="1"/>
            <p:nvPr/>
          </p:nvSpPr>
          <p:spPr>
            <a:xfrm>
              <a:off x="6214404" y="1559362"/>
              <a:ext cx="992978" cy="24622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solidFill>
                    <a:prstClr val="white">
                      <a:lumMod val="50000"/>
                    </a:prstClr>
                  </a:solidFill>
                  <a:effectLst/>
                  <a:uLnTx/>
                  <a:uFillTx/>
                  <a:latin typeface="Arial"/>
                  <a:ea typeface="+mn-ea"/>
                  <a:cs typeface="Arial"/>
                  <a:sym typeface="Arial"/>
                  <a:rtl val="0"/>
                </a:rPr>
                <a:t>DSP circuit</a:t>
              </a:r>
              <a:endPar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endParaRPr>
            </a:p>
          </p:txBody>
        </p:sp>
      </p:grpSp>
      <p:sp>
        <p:nvSpPr>
          <p:cNvPr id="257" name="TextBox 256">
            <a:extLst>
              <a:ext uri="{FF2B5EF4-FFF2-40B4-BE49-F238E27FC236}">
                <a16:creationId xmlns:a16="http://schemas.microsoft.com/office/drawing/2014/main" id="{2A6AC06E-027A-A8D9-C3A5-6230F2BBE6B1}"/>
              </a:ext>
            </a:extLst>
          </p:cNvPr>
          <p:cNvSpPr txBox="1"/>
          <p:nvPr/>
        </p:nvSpPr>
        <p:spPr>
          <a:xfrm>
            <a:off x="3168980" y="1735704"/>
            <a:ext cx="643287"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bio</a:t>
            </a:r>
            <a:r>
              <a:rPr kumimoji="0" lang="de-DE"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-FET</a:t>
            </a: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58" name="Straight Arrow Connector 257">
            <a:extLst>
              <a:ext uri="{FF2B5EF4-FFF2-40B4-BE49-F238E27FC236}">
                <a16:creationId xmlns:a16="http://schemas.microsoft.com/office/drawing/2014/main" id="{208037C5-2427-C6FB-866B-C643D7412F97}"/>
              </a:ext>
            </a:extLst>
          </p:cNvPr>
          <p:cNvCxnSpPr>
            <a:cxnSpLocks/>
          </p:cNvCxnSpPr>
          <p:nvPr/>
        </p:nvCxnSpPr>
        <p:spPr>
          <a:xfrm rot="2220000">
            <a:off x="3227852" y="1608805"/>
            <a:ext cx="262771" cy="98027"/>
          </a:xfrm>
          <a:prstGeom prst="straightConnector1">
            <a:avLst/>
          </a:prstGeom>
          <a:ln w="6350">
            <a:solidFill>
              <a:schemeClr val="bg1">
                <a:lumMod val="50000"/>
              </a:schemeClr>
            </a:solidFill>
            <a:tailEnd type="triangle" w="sm" len="sm"/>
          </a:ln>
        </p:spPr>
        <p:style>
          <a:lnRef idx="2">
            <a:schemeClr val="accent1"/>
          </a:lnRef>
          <a:fillRef idx="0">
            <a:schemeClr val="accent1"/>
          </a:fillRef>
          <a:effectRef idx="1">
            <a:schemeClr val="accent1"/>
          </a:effectRef>
          <a:fontRef idx="minor">
            <a:schemeClr val="tx1"/>
          </a:fontRef>
        </p:style>
      </p:cxnSp>
      <p:sp>
        <p:nvSpPr>
          <p:cNvPr id="259" name="TextBox 258">
            <a:extLst>
              <a:ext uri="{FF2B5EF4-FFF2-40B4-BE49-F238E27FC236}">
                <a16:creationId xmlns:a16="http://schemas.microsoft.com/office/drawing/2014/main" id="{2755F957-72F8-DB4B-22D0-0E596263951F}"/>
              </a:ext>
            </a:extLst>
          </p:cNvPr>
          <p:cNvSpPr txBox="1"/>
          <p:nvPr/>
        </p:nvSpPr>
        <p:spPr>
          <a:xfrm>
            <a:off x="4757527" y="6410392"/>
            <a:ext cx="718466" cy="338553"/>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bacterium</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1</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0" name="TextBox 259">
            <a:extLst>
              <a:ext uri="{FF2B5EF4-FFF2-40B4-BE49-F238E27FC236}">
                <a16:creationId xmlns:a16="http://schemas.microsoft.com/office/drawing/2014/main" id="{15541C19-E071-F0B8-F8B3-D049FD5DAE3A}"/>
              </a:ext>
            </a:extLst>
          </p:cNvPr>
          <p:cNvSpPr txBox="1"/>
          <p:nvPr/>
        </p:nvSpPr>
        <p:spPr>
          <a:xfrm>
            <a:off x="2962281" y="6427188"/>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bacteria</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1" name="TextBox 260">
            <a:extLst>
              <a:ext uri="{FF2B5EF4-FFF2-40B4-BE49-F238E27FC236}">
                <a16:creationId xmlns:a16="http://schemas.microsoft.com/office/drawing/2014/main" id="{CA2D5776-2ADA-8A9D-BF6A-60FC57F51379}"/>
              </a:ext>
            </a:extLst>
          </p:cNvPr>
          <p:cNvSpPr txBox="1"/>
          <p:nvPr/>
        </p:nvSpPr>
        <p:spPr>
          <a:xfrm>
            <a:off x="1829066" y="6008245"/>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inducers</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2" name="Oval 261">
            <a:extLst>
              <a:ext uri="{FF2B5EF4-FFF2-40B4-BE49-F238E27FC236}">
                <a16:creationId xmlns:a16="http://schemas.microsoft.com/office/drawing/2014/main" id="{3764D523-7810-3FCC-3D3B-0E94EF3D1987}"/>
              </a:ext>
            </a:extLst>
          </p:cNvPr>
          <p:cNvSpPr>
            <a:spLocks noChangeAspect="1"/>
          </p:cNvSpPr>
          <p:nvPr/>
        </p:nvSpPr>
        <p:spPr>
          <a:xfrm>
            <a:off x="3058856"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3" name="Oval 262">
            <a:extLst>
              <a:ext uri="{FF2B5EF4-FFF2-40B4-BE49-F238E27FC236}">
                <a16:creationId xmlns:a16="http://schemas.microsoft.com/office/drawing/2014/main" id="{FF2BA11F-3BEF-3CB4-E114-5ABBA4C3A336}"/>
              </a:ext>
            </a:extLst>
          </p:cNvPr>
          <p:cNvSpPr>
            <a:spLocks noChangeAspect="1"/>
          </p:cNvSpPr>
          <p:nvPr/>
        </p:nvSpPr>
        <p:spPr>
          <a:xfrm>
            <a:off x="3168588"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4" name="Oval 263">
            <a:extLst>
              <a:ext uri="{FF2B5EF4-FFF2-40B4-BE49-F238E27FC236}">
                <a16:creationId xmlns:a16="http://schemas.microsoft.com/office/drawing/2014/main" id="{8A4BA597-16A2-8B2F-008B-EE95EFD45175}"/>
              </a:ext>
            </a:extLst>
          </p:cNvPr>
          <p:cNvSpPr>
            <a:spLocks noChangeAspect="1"/>
          </p:cNvSpPr>
          <p:nvPr/>
        </p:nvSpPr>
        <p:spPr>
          <a:xfrm>
            <a:off x="2349548"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5" name="Oval 264">
            <a:extLst>
              <a:ext uri="{FF2B5EF4-FFF2-40B4-BE49-F238E27FC236}">
                <a16:creationId xmlns:a16="http://schemas.microsoft.com/office/drawing/2014/main" id="{ACABC49F-B577-8949-94D7-F26151970888}"/>
              </a:ext>
            </a:extLst>
          </p:cNvPr>
          <p:cNvSpPr>
            <a:spLocks noChangeAspect="1"/>
          </p:cNvSpPr>
          <p:nvPr/>
        </p:nvSpPr>
        <p:spPr>
          <a:xfrm>
            <a:off x="2245510" y="6541626"/>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778891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0">
              <a:srgbClr val="F2EADA">
                <a:alpha val="61000"/>
              </a:srgbClr>
            </a:gs>
            <a:gs pos="80000">
              <a:srgbClr val="DFCBA2">
                <a:alpha val="61000"/>
              </a:srgbClr>
            </a:gs>
            <a:gs pos="100000">
              <a:srgbClr val="E1CEA9">
                <a:alpha val="61000"/>
              </a:srgbClr>
            </a:gs>
          </a:gsLst>
          <a:lin ang="2700000" scaled="1"/>
        </a:gradFill>
        <a:effectLst/>
      </p:bgPr>
    </p:bg>
    <p:spTree>
      <p:nvGrpSpPr>
        <p:cNvPr id="1" name="">
          <a:extLst>
            <a:ext uri="{FF2B5EF4-FFF2-40B4-BE49-F238E27FC236}">
              <a16:creationId xmlns:a16="http://schemas.microsoft.com/office/drawing/2014/main" id="{7AEA52CC-E19E-C348-9869-35E90E9279E3}"/>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C2F25500-95D5-FB30-FA87-9F701DDED16C}"/>
              </a:ext>
            </a:extLst>
          </p:cNvPr>
          <p:cNvSpPr/>
          <p:nvPr/>
        </p:nvSpPr>
        <p:spPr>
          <a:xfrm>
            <a:off x="1865524" y="3730283"/>
            <a:ext cx="2449543"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 name="Straight Connector 5">
            <a:extLst>
              <a:ext uri="{FF2B5EF4-FFF2-40B4-BE49-F238E27FC236}">
                <a16:creationId xmlns:a16="http://schemas.microsoft.com/office/drawing/2014/main" id="{8EC7D5FE-FB6E-C16E-42E1-B95E0DF6C616}"/>
              </a:ext>
            </a:extLst>
          </p:cNvPr>
          <p:cNvCxnSpPr>
            <a:cxnSpLocks/>
          </p:cNvCxnSpPr>
          <p:nvPr/>
        </p:nvCxnSpPr>
        <p:spPr>
          <a:xfrm flipH="1">
            <a:off x="1746380" y="14192"/>
            <a:ext cx="12495" cy="6801680"/>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75159A6-49F7-363F-EB36-BFDF807E30BE}"/>
              </a:ext>
            </a:extLst>
          </p:cNvPr>
          <p:cNvCxnSpPr>
            <a:cxnSpLocks/>
          </p:cNvCxnSpPr>
          <p:nvPr/>
        </p:nvCxnSpPr>
        <p:spPr>
          <a:xfrm>
            <a:off x="4456194" y="521812"/>
            <a:ext cx="0" cy="629405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21A5E77D-E04E-AB6A-5A82-86EBFD179191}"/>
              </a:ext>
            </a:extLst>
          </p:cNvPr>
          <p:cNvCxnSpPr>
            <a:cxnSpLocks/>
          </p:cNvCxnSpPr>
          <p:nvPr/>
        </p:nvCxnSpPr>
        <p:spPr>
          <a:xfrm>
            <a:off x="7133889" y="1978422"/>
            <a:ext cx="0" cy="48374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CCA0C260-F036-A245-5764-6648D05C3C03}"/>
              </a:ext>
            </a:extLst>
          </p:cNvPr>
          <p:cNvCxnSpPr>
            <a:cxnSpLocks/>
          </p:cNvCxnSpPr>
          <p:nvPr/>
        </p:nvCxnSpPr>
        <p:spPr>
          <a:xfrm flipH="1">
            <a:off x="9709514" y="504540"/>
            <a:ext cx="0" cy="631133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0" name="Rectangle: Rounded Corners 9">
            <a:extLst>
              <a:ext uri="{FF2B5EF4-FFF2-40B4-BE49-F238E27FC236}">
                <a16:creationId xmlns:a16="http://schemas.microsoft.com/office/drawing/2014/main" id="{64325C20-CA5F-C30C-211A-260F1631F086}"/>
              </a:ext>
            </a:extLst>
          </p:cNvPr>
          <p:cNvSpPr/>
          <p:nvPr/>
        </p:nvSpPr>
        <p:spPr>
          <a:xfrm>
            <a:off x="7269240" y="4564930"/>
            <a:ext cx="235747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Rounded Corners 10">
            <a:extLst>
              <a:ext uri="{FF2B5EF4-FFF2-40B4-BE49-F238E27FC236}">
                <a16:creationId xmlns:a16="http://schemas.microsoft.com/office/drawing/2014/main" id="{6F4E23E0-160F-A728-EF3B-7D86B3C5919D}"/>
              </a:ext>
            </a:extLst>
          </p:cNvPr>
          <p:cNvSpPr/>
          <p:nvPr/>
        </p:nvSpPr>
        <p:spPr>
          <a:xfrm>
            <a:off x="1877759" y="2141070"/>
            <a:ext cx="2447209"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2" name="Group 11">
            <a:extLst>
              <a:ext uri="{FF2B5EF4-FFF2-40B4-BE49-F238E27FC236}">
                <a16:creationId xmlns:a16="http://schemas.microsoft.com/office/drawing/2014/main" id="{89F1B497-7580-9AF2-E513-9CB9B4BC9DCF}"/>
              </a:ext>
            </a:extLst>
          </p:cNvPr>
          <p:cNvGrpSpPr/>
          <p:nvPr/>
        </p:nvGrpSpPr>
        <p:grpSpPr>
          <a:xfrm>
            <a:off x="1808379" y="3694592"/>
            <a:ext cx="2506686" cy="674688"/>
            <a:chOff x="43766" y="2027777"/>
            <a:chExt cx="1516466" cy="408165"/>
          </a:xfrm>
        </p:grpSpPr>
        <p:sp>
          <p:nvSpPr>
            <p:cNvPr id="13" name="TextBox 12">
              <a:extLst>
                <a:ext uri="{FF2B5EF4-FFF2-40B4-BE49-F238E27FC236}">
                  <a16:creationId xmlns:a16="http://schemas.microsoft.com/office/drawing/2014/main" id="{1E4F3537-8533-5374-DF1D-0AF2E159A983}"/>
                </a:ext>
              </a:extLst>
            </p:cNvPr>
            <p:cNvSpPr txBox="1"/>
            <p:nvPr/>
          </p:nvSpPr>
          <p:spPr>
            <a:xfrm>
              <a:off x="43766" y="2027777"/>
              <a:ext cx="86388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Metabolites as inputs</a:t>
              </a:r>
            </a:p>
          </p:txBody>
        </p:sp>
        <p:sp>
          <p:nvSpPr>
            <p:cNvPr id="14" name="TextBox 13">
              <a:extLst>
                <a:ext uri="{FF2B5EF4-FFF2-40B4-BE49-F238E27FC236}">
                  <a16:creationId xmlns:a16="http://schemas.microsoft.com/office/drawing/2014/main" id="{D297932F-A035-8E2B-4393-7A871B0BF151}"/>
                </a:ext>
              </a:extLst>
            </p:cNvPr>
            <p:cNvSpPr txBox="1"/>
            <p:nvPr/>
          </p:nvSpPr>
          <p:spPr>
            <a:xfrm>
              <a:off x="50754" y="2145876"/>
              <a:ext cx="1509478"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Inputs are encoded in the concentration level of metabolites</a:t>
              </a:r>
            </a:p>
          </p:txBody>
        </p:sp>
      </p:grpSp>
      <p:sp>
        <p:nvSpPr>
          <p:cNvPr id="15" name="Rectangle: Rounded Corners 14">
            <a:extLst>
              <a:ext uri="{FF2B5EF4-FFF2-40B4-BE49-F238E27FC236}">
                <a16:creationId xmlns:a16="http://schemas.microsoft.com/office/drawing/2014/main" id="{2094C8C0-3E85-EBFD-18ED-320BA5F0D104}"/>
              </a:ext>
            </a:extLst>
          </p:cNvPr>
          <p:cNvSpPr/>
          <p:nvPr/>
        </p:nvSpPr>
        <p:spPr>
          <a:xfrm>
            <a:off x="1878609" y="679688"/>
            <a:ext cx="246732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68A5DDC6-D645-399F-B1E6-254726520A82}"/>
              </a:ext>
            </a:extLst>
          </p:cNvPr>
          <p:cNvSpPr txBox="1"/>
          <p:nvPr/>
        </p:nvSpPr>
        <p:spPr>
          <a:xfrm>
            <a:off x="-52323" y="275098"/>
            <a:ext cx="1756598"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Substrate ↓ ▪  Stage →</a:t>
            </a:r>
          </a:p>
        </p:txBody>
      </p:sp>
      <p:sp>
        <p:nvSpPr>
          <p:cNvPr id="17" name="TextBox 16">
            <a:extLst>
              <a:ext uri="{FF2B5EF4-FFF2-40B4-BE49-F238E27FC236}">
                <a16:creationId xmlns:a16="http://schemas.microsoft.com/office/drawing/2014/main" id="{2B93E2DE-EE89-332D-912A-CC37983ACBEB}"/>
              </a:ext>
            </a:extLst>
          </p:cNvPr>
          <p:cNvSpPr txBox="1"/>
          <p:nvPr/>
        </p:nvSpPr>
        <p:spPr>
          <a:xfrm>
            <a:off x="2406406" y="36999"/>
            <a:ext cx="1402335"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Input </a:t>
            </a:r>
            <a:r>
              <a:rPr kumimoji="0" lang="en-GB" sz="12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 </a:t>
            </a: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Interface</a:t>
            </a:r>
          </a:p>
        </p:txBody>
      </p:sp>
      <p:sp>
        <p:nvSpPr>
          <p:cNvPr id="20" name="TextBox 19">
            <a:extLst>
              <a:ext uri="{FF2B5EF4-FFF2-40B4-BE49-F238E27FC236}">
                <a16:creationId xmlns:a16="http://schemas.microsoft.com/office/drawing/2014/main" id="{A9B04FBB-B808-5FE0-B9FD-097F9F096465}"/>
              </a:ext>
            </a:extLst>
          </p:cNvPr>
          <p:cNvSpPr txBox="1"/>
          <p:nvPr/>
        </p:nvSpPr>
        <p:spPr>
          <a:xfrm>
            <a:off x="6214404" y="-41974"/>
            <a:ext cx="1650800"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Neuron Components</a:t>
            </a:r>
          </a:p>
        </p:txBody>
      </p:sp>
      <p:cxnSp>
        <p:nvCxnSpPr>
          <p:cNvPr id="21" name="Straight Connector 20">
            <a:extLst>
              <a:ext uri="{FF2B5EF4-FFF2-40B4-BE49-F238E27FC236}">
                <a16:creationId xmlns:a16="http://schemas.microsoft.com/office/drawing/2014/main" id="{3763C5EC-B1DF-F099-D1E7-5A6C424BB4D0}"/>
              </a:ext>
            </a:extLst>
          </p:cNvPr>
          <p:cNvCxnSpPr>
            <a:cxnSpLocks/>
          </p:cNvCxnSpPr>
          <p:nvPr/>
        </p:nvCxnSpPr>
        <p:spPr>
          <a:xfrm>
            <a:off x="34139" y="647339"/>
            <a:ext cx="12157861" cy="323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38AE201F-97E3-AD6F-4DBB-9EA97D3EB154}"/>
              </a:ext>
            </a:extLst>
          </p:cNvPr>
          <p:cNvGrpSpPr/>
          <p:nvPr/>
        </p:nvGrpSpPr>
        <p:grpSpPr>
          <a:xfrm>
            <a:off x="4456194" y="305329"/>
            <a:ext cx="135810" cy="216486"/>
            <a:chOff x="2235570" y="366714"/>
            <a:chExt cx="82161" cy="130967"/>
          </a:xfrm>
        </p:grpSpPr>
        <p:cxnSp>
          <p:nvCxnSpPr>
            <p:cNvPr id="23" name="Straight Connector 22">
              <a:extLst>
                <a:ext uri="{FF2B5EF4-FFF2-40B4-BE49-F238E27FC236}">
                  <a16:creationId xmlns:a16="http://schemas.microsoft.com/office/drawing/2014/main" id="{50EDAF82-A4E9-2ED3-28BC-B666325CF5A6}"/>
                </a:ext>
              </a:extLst>
            </p:cNvPr>
            <p:cNvCxnSpPr>
              <a:cxnSpLocks/>
            </p:cNvCxnSpPr>
            <p:nvPr/>
          </p:nvCxnSpPr>
          <p:spPr>
            <a:xfrm>
              <a:off x="2235572" y="366714"/>
              <a:ext cx="82159" cy="69842"/>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88CA7ABB-838F-A49B-06FF-6080B4BA8479}"/>
                </a:ext>
              </a:extLst>
            </p:cNvPr>
            <p:cNvCxnSpPr>
              <a:cxnSpLocks/>
            </p:cNvCxnSpPr>
            <p:nvPr/>
          </p:nvCxnSpPr>
          <p:spPr>
            <a:xfrm flipV="1">
              <a:off x="2235570" y="436556"/>
              <a:ext cx="82161" cy="6112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cxnSp>
        <p:nvCxnSpPr>
          <p:cNvPr id="25" name="Straight Connector 24">
            <a:extLst>
              <a:ext uri="{FF2B5EF4-FFF2-40B4-BE49-F238E27FC236}">
                <a16:creationId xmlns:a16="http://schemas.microsoft.com/office/drawing/2014/main" id="{63B378B7-86D5-8D44-1DAB-EAC2DA6F3BB7}"/>
              </a:ext>
            </a:extLst>
          </p:cNvPr>
          <p:cNvCxnSpPr>
            <a:cxnSpLocks/>
          </p:cNvCxnSpPr>
          <p:nvPr/>
        </p:nvCxnSpPr>
        <p:spPr>
          <a:xfrm>
            <a:off x="4456194" y="14192"/>
            <a:ext cx="0" cy="291138"/>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E9641AA7-2FD5-05E5-AD9E-97A202656F5E}"/>
              </a:ext>
            </a:extLst>
          </p:cNvPr>
          <p:cNvGrpSpPr/>
          <p:nvPr/>
        </p:nvGrpSpPr>
        <p:grpSpPr>
          <a:xfrm>
            <a:off x="4638639" y="42331"/>
            <a:ext cx="1973741" cy="615553"/>
            <a:chOff x="1999055" y="106448"/>
            <a:chExt cx="1194050" cy="372390"/>
          </a:xfrm>
        </p:grpSpPr>
        <p:sp>
          <p:nvSpPr>
            <p:cNvPr id="27" name="TextBox 26">
              <a:extLst>
                <a:ext uri="{FF2B5EF4-FFF2-40B4-BE49-F238E27FC236}">
                  <a16:creationId xmlns:a16="http://schemas.microsoft.com/office/drawing/2014/main" id="{B01EE683-4E92-6403-A91A-D3930E4B4887}"/>
                </a:ext>
              </a:extLst>
            </p:cNvPr>
            <p:cNvSpPr txBox="1"/>
            <p:nvPr/>
          </p:nvSpPr>
          <p:spPr>
            <a:xfrm>
              <a:off x="1999055" y="194277"/>
              <a:ext cx="712872" cy="15042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effectLst/>
                  <a:uLnTx/>
                  <a:uFillTx/>
                  <a:latin typeface="Arial"/>
                  <a:ea typeface="+mn-ea"/>
                  <a:cs typeface="Arial"/>
                  <a:sym typeface="Arial"/>
                  <a:rtl val="0"/>
                </a:rPr>
                <a:t>Weighted </a:t>
              </a:r>
              <a:r>
                <a:rPr kumimoji="0" lang="en-GB" sz="1200" b="1" i="0" u="none" strike="noStrike" kern="1200" cap="none" spc="0" normalizeH="0" baseline="0" noProof="0" dirty="0">
                  <a:ln/>
                  <a:effectLst/>
                  <a:uLnTx/>
                  <a:uFillTx/>
                  <a:latin typeface="Arial"/>
                  <a:ea typeface="+mn-ea"/>
                  <a:cs typeface="Arial"/>
                  <a:sym typeface="Symbol" panose="05050102010706020507" pitchFamily="18" charset="2"/>
                  <a:rtl val="0"/>
                </a:rPr>
                <a:t>sum</a:t>
              </a:r>
              <a:endParaRPr kumimoji="0" lang="en-GB" sz="1200" b="1" i="0" u="none" strike="noStrike" kern="1200" cap="none" spc="0" normalizeH="0" baseline="0" noProof="0" dirty="0">
                <a:ln/>
                <a:effectLst/>
                <a:uLnTx/>
                <a:uFillTx/>
                <a:latin typeface="Arial"/>
                <a:ea typeface="+mn-ea"/>
                <a:cs typeface="Arial"/>
                <a:sym typeface="Arial"/>
                <a:rtl val="0"/>
              </a:endParaRP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BB0A2A65-F313-FDA1-45F7-92F179ADFC90}"/>
                    </a:ext>
                  </a:extLst>
                </p:cNvPr>
                <p:cNvSpPr txBox="1"/>
                <p:nvPr/>
              </p:nvSpPr>
              <p:spPr>
                <a:xfrm>
                  <a:off x="2623853" y="106448"/>
                  <a:ext cx="569252" cy="37239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GB" sz="1400" b="0" i="1" u="none" strike="noStrike" kern="1200" cap="none" spc="0" normalizeH="0" baseline="0" noProof="0" smtClean="0">
                          <a:ln>
                            <a:noFill/>
                          </a:ln>
                          <a:solidFill>
                            <a:schemeClr val="tx1"/>
                          </a:solidFill>
                          <a:effectLst/>
                          <a:uLnTx/>
                          <a:uFillTx/>
                          <a:latin typeface="Cambria Math" panose="02040503050406030204" pitchFamily="18" charset="0"/>
                          <a:cs typeface="+mn-cs"/>
                        </a:rPr>
                        <m:t>𝑦</m:t>
                      </m:r>
                      <m:r>
                        <a:rPr kumimoji="0" lang="en-GB" sz="1400" b="0" i="1" u="none" strike="noStrike" kern="1200" cap="none" spc="0" normalizeH="0" baseline="0" noProof="0" smtClean="0">
                          <a:ln>
                            <a:noFill/>
                          </a:ln>
                          <a:solidFill>
                            <a:schemeClr val="tx1"/>
                          </a:solidFill>
                          <a:effectLst/>
                          <a:uLnTx/>
                          <a:uFillTx/>
                          <a:latin typeface="Cambria Math" panose="02040503050406030204" pitchFamily="18" charset="0"/>
                          <a:cs typeface="+mn-cs"/>
                        </a:rPr>
                        <m:t>=</m:t>
                      </m:r>
                      <m:nary>
                        <m:naryPr>
                          <m:chr m:val="∑"/>
                          <m:subHide m:val="on"/>
                          <m:supHide m:val="on"/>
                          <m:ctrlP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ctrlPr>
                        </m:naryPr>
                        <m:sub/>
                        <m:sup/>
                        <m:e>
                          <m:sSub>
                            <m:sSubPr>
                              <m:ctrlPr>
                                <a:rPr kumimoji="0" lang="en-GB" sz="1400" b="0" i="1" u="none" strike="noStrike" kern="1200" cap="none" spc="0" normalizeH="0" baseline="0" noProof="0">
                                  <a:ln>
                                    <a:noFill/>
                                  </a:ln>
                                  <a:solidFill>
                                    <a:schemeClr val="tx1"/>
                                  </a:solidFill>
                                  <a:effectLst/>
                                  <a:uLnTx/>
                                  <a:uFillTx/>
                                  <a:latin typeface="Cambria Math" panose="02040503050406030204" pitchFamily="18" charset="0"/>
                                  <a:ea typeface="Cambria Math" panose="02040503050406030204" pitchFamily="18" charset="0"/>
                                  <a:cs typeface="+mn-cs"/>
                                </a:rPr>
                              </m:ctrlPr>
                            </m:sSubPr>
                            <m:e>
                              <m:r>
                                <a:rPr kumimoji="0" lang="en-GB" sz="1400" b="0" i="1" u="none" strike="noStrike" kern="1200" cap="none" spc="0" normalizeH="0" baseline="0" noProof="0">
                                  <a:ln>
                                    <a:noFill/>
                                  </a:ln>
                                  <a:solidFill>
                                    <a:schemeClr val="tx1"/>
                                  </a:solidFill>
                                  <a:effectLst/>
                                  <a:uLnTx/>
                                  <a:uFillTx/>
                                  <a:latin typeface="Cambria Math" panose="02040503050406030204" pitchFamily="18" charset="0"/>
                                  <a:ea typeface="Cambria Math" panose="02040503050406030204" pitchFamily="18" charset="0"/>
                                  <a:cs typeface="+mn-cs"/>
                                </a:rPr>
                                <m:t>𝜔</m:t>
                              </m:r>
                            </m:e>
                            <m:sub>
                              <m: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t>𝑖</m:t>
                              </m:r>
                            </m:sub>
                          </m:sSub>
                          <m:sSub>
                            <m:sSubPr>
                              <m:ctrlP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ctrlPr>
                            </m:sSubPr>
                            <m:e>
                              <m: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t>𝑥</m:t>
                              </m:r>
                            </m:e>
                            <m:sub>
                              <m:r>
                                <a:rPr kumimoji="0" lang="en-GB" sz="1400" b="0" i="1" u="none" strike="noStrike" kern="1200" cap="none" spc="0" normalizeH="0" baseline="0" noProof="0">
                                  <a:ln>
                                    <a:noFill/>
                                  </a:ln>
                                  <a:solidFill>
                                    <a:schemeClr val="tx1"/>
                                  </a:solidFill>
                                  <a:effectLst/>
                                  <a:uLnTx/>
                                  <a:uFillTx/>
                                  <a:latin typeface="Cambria Math" panose="02040503050406030204" pitchFamily="18" charset="0"/>
                                  <a:cs typeface="+mn-cs"/>
                                </a:rPr>
                                <m:t>𝑖</m:t>
                              </m:r>
                            </m:sub>
                          </m:sSub>
                        </m:e>
                      </m:nary>
                    </m:oMath>
                  </a14:m>
                  <a:r>
                    <a:rPr kumimoji="0" lang="en-GB" sz="4000" b="0" i="0" u="none" strike="noStrike" kern="1200" cap="none" spc="0" normalizeH="0" baseline="0" noProof="0" dirty="0">
                      <a:ln>
                        <a:noFill/>
                      </a:ln>
                      <a:solidFill>
                        <a:schemeClr val="tx1"/>
                      </a:solidFill>
                      <a:effectLst/>
                      <a:uLnTx/>
                      <a:uFillTx/>
                      <a:latin typeface="Aptos" panose="02110004020202020204"/>
                      <a:ea typeface="+mn-ea"/>
                      <a:cs typeface="+mn-cs"/>
                    </a:rPr>
                    <a:t> </a:t>
                  </a:r>
                </a:p>
              </p:txBody>
            </p:sp>
          </mc:Choice>
          <mc:Fallback xmlns="">
            <p:sp>
              <p:nvSpPr>
                <p:cNvPr id="28" name="TextBox 27">
                  <a:extLst>
                    <a:ext uri="{FF2B5EF4-FFF2-40B4-BE49-F238E27FC236}">
                      <a16:creationId xmlns:a16="http://schemas.microsoft.com/office/drawing/2014/main" id="{BB0A2A65-F313-FDA1-45F7-92F179ADFC90}"/>
                    </a:ext>
                  </a:extLst>
                </p:cNvPr>
                <p:cNvSpPr txBox="1">
                  <a:spLocks noRot="1" noChangeAspect="1" noMove="1" noResize="1" noEditPoints="1" noAdjustHandles="1" noChangeArrowheads="1" noChangeShapeType="1" noTextEdit="1"/>
                </p:cNvSpPr>
                <p:nvPr/>
              </p:nvSpPr>
              <p:spPr>
                <a:xfrm>
                  <a:off x="2623853" y="106448"/>
                  <a:ext cx="569252" cy="372390"/>
                </a:xfrm>
                <a:prstGeom prst="rect">
                  <a:avLst/>
                </a:prstGeom>
                <a:blipFill>
                  <a:blip r:embed="rId2"/>
                  <a:stretch>
                    <a:fillRect/>
                  </a:stretch>
                </a:blipFill>
              </p:spPr>
              <p:txBody>
                <a:bodyPr/>
                <a:lstStyle/>
                <a:p>
                  <a:r>
                    <a:rPr lang="en-US">
                      <a:noFill/>
                    </a:rPr>
                    <a:t> </a:t>
                  </a:r>
                </a:p>
              </p:txBody>
            </p:sp>
          </mc:Fallback>
        </mc:AlternateContent>
      </p:grpSp>
      <p:grpSp>
        <p:nvGrpSpPr>
          <p:cNvPr id="2" name="Group 1">
            <a:extLst>
              <a:ext uri="{FF2B5EF4-FFF2-40B4-BE49-F238E27FC236}">
                <a16:creationId xmlns:a16="http://schemas.microsoft.com/office/drawing/2014/main" id="{CD2659D8-47B2-7E48-9CC3-2C82B6D2B462}"/>
              </a:ext>
            </a:extLst>
          </p:cNvPr>
          <p:cNvGrpSpPr/>
          <p:nvPr/>
        </p:nvGrpSpPr>
        <p:grpSpPr>
          <a:xfrm>
            <a:off x="7252232" y="293087"/>
            <a:ext cx="2271869" cy="267390"/>
            <a:chOff x="7252232" y="293087"/>
            <a:chExt cx="2271869" cy="267390"/>
          </a:xfrm>
        </p:grpSpPr>
        <p:sp>
          <p:nvSpPr>
            <p:cNvPr id="18" name="TextBox 17">
              <a:extLst>
                <a:ext uri="{FF2B5EF4-FFF2-40B4-BE49-F238E27FC236}">
                  <a16:creationId xmlns:a16="http://schemas.microsoft.com/office/drawing/2014/main" id="{9A602A1A-DB5F-60CE-EDA7-35E43272D60C}"/>
                </a:ext>
              </a:extLst>
            </p:cNvPr>
            <p:cNvSpPr txBox="1"/>
            <p:nvPr/>
          </p:nvSpPr>
          <p:spPr>
            <a:xfrm>
              <a:off x="7252232" y="293087"/>
              <a:ext cx="1745378"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Activation component</a:t>
              </a:r>
              <a:endParaRPr kumimoji="0" lang="en-GB" sz="1200" b="1" i="0" u="none" strike="noStrike" kern="1200" cap="none" spc="0" normalizeH="0" baseline="0" noProof="0" dirty="0">
                <a:ln/>
                <a:solidFill>
                  <a:srgbClr val="000000"/>
                </a:solidFill>
                <a:effectLst/>
                <a:uLnTx/>
                <a:uFillTx/>
                <a:latin typeface="Arial"/>
                <a:ea typeface="+mn-ea"/>
                <a:cs typeface="Arial"/>
                <a:sym typeface="Arial"/>
                <a:rtl val="0"/>
              </a:endParaRPr>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78C83254-82C6-65D1-6B30-69DDDB378B2C}"/>
                    </a:ext>
                  </a:extLst>
                </p:cNvPr>
                <p:cNvSpPr txBox="1"/>
                <p:nvPr/>
              </p:nvSpPr>
              <p:spPr>
                <a:xfrm>
                  <a:off x="9067950" y="314256"/>
                  <a:ext cx="456151" cy="2462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GB" sz="1600" b="0" i="1" u="none" strike="noStrike" kern="1200" cap="none" spc="0" normalizeH="0" baseline="0" noProof="0" smtClean="0">
                            <a:ln>
                              <a:noFill/>
                            </a:ln>
                            <a:solidFill>
                              <a:schemeClr val="tx1"/>
                            </a:solidFill>
                            <a:effectLst/>
                            <a:uLnTx/>
                            <a:uFillTx/>
                            <a:latin typeface="Cambria Math" panose="02040503050406030204" pitchFamily="18" charset="0"/>
                            <a:ea typeface="Cambria Math" panose="02040503050406030204" pitchFamily="18" charset="0"/>
                            <a:cs typeface="+mn-cs"/>
                          </a:rPr>
                          <m:t>𝜎</m:t>
                        </m:r>
                        <m:d>
                          <m:dPr>
                            <m:ctrlPr>
                              <a:rPr kumimoji="0" lang="en-GB" sz="1600" b="0" i="1" u="none" strike="noStrike" kern="1200" cap="none" spc="0" normalizeH="0" baseline="0" noProof="0">
                                <a:ln>
                                  <a:noFill/>
                                </a:ln>
                                <a:solidFill>
                                  <a:schemeClr val="tx1"/>
                                </a:solidFill>
                                <a:effectLst/>
                                <a:uLnTx/>
                                <a:uFillTx/>
                                <a:latin typeface="Cambria Math" panose="02040503050406030204" pitchFamily="18" charset="0"/>
                                <a:ea typeface="Cambria Math" panose="02040503050406030204" pitchFamily="18" charset="0"/>
                                <a:cs typeface="+mn-cs"/>
                              </a:rPr>
                            </m:ctrlPr>
                          </m:dPr>
                          <m:e>
                            <m:r>
                              <a:rPr kumimoji="0" lang="en-GB" sz="1600" b="0" i="1" u="none" strike="noStrike" kern="1200" cap="none" spc="0" normalizeH="0" baseline="0" noProof="0">
                                <a:ln>
                                  <a:noFill/>
                                </a:ln>
                                <a:solidFill>
                                  <a:schemeClr val="tx1"/>
                                </a:solidFill>
                                <a:effectLst/>
                                <a:uLnTx/>
                                <a:uFillTx/>
                                <a:latin typeface="Cambria Math" panose="02040503050406030204" pitchFamily="18" charset="0"/>
                                <a:ea typeface="Cambria Math" panose="02040503050406030204" pitchFamily="18" charset="0"/>
                                <a:cs typeface="+mn-cs"/>
                              </a:rPr>
                              <m:t>𝑦</m:t>
                            </m:r>
                          </m:e>
                        </m:d>
                      </m:oMath>
                    </m:oMathPara>
                  </a14:m>
                  <a:endParaRPr kumimoji="0" lang="en-GB" sz="4400" b="0" i="0" u="none" strike="noStrike" kern="1200" cap="none" spc="0" normalizeH="0" baseline="0" noProof="0" dirty="0">
                    <a:ln>
                      <a:noFill/>
                    </a:ln>
                    <a:solidFill>
                      <a:schemeClr val="tx1"/>
                    </a:solidFill>
                    <a:effectLst/>
                    <a:uLnTx/>
                    <a:uFillTx/>
                    <a:latin typeface="Aptos" panose="02110004020202020204"/>
                    <a:ea typeface="+mn-ea"/>
                    <a:cs typeface="+mn-cs"/>
                  </a:endParaRPr>
                </a:p>
              </p:txBody>
            </p:sp>
          </mc:Choice>
          <mc:Fallback xmlns="">
            <p:sp>
              <p:nvSpPr>
                <p:cNvPr id="29" name="TextBox 28">
                  <a:extLst>
                    <a:ext uri="{FF2B5EF4-FFF2-40B4-BE49-F238E27FC236}">
                      <a16:creationId xmlns:a16="http://schemas.microsoft.com/office/drawing/2014/main" id="{78C83254-82C6-65D1-6B30-69DDDB378B2C}"/>
                    </a:ext>
                  </a:extLst>
                </p:cNvPr>
                <p:cNvSpPr txBox="1">
                  <a:spLocks noRot="1" noChangeAspect="1" noMove="1" noResize="1" noEditPoints="1" noAdjustHandles="1" noChangeArrowheads="1" noChangeShapeType="1" noTextEdit="1"/>
                </p:cNvSpPr>
                <p:nvPr/>
              </p:nvSpPr>
              <p:spPr>
                <a:xfrm>
                  <a:off x="9067950" y="314256"/>
                  <a:ext cx="456151" cy="246221"/>
                </a:xfrm>
                <a:prstGeom prst="rect">
                  <a:avLst/>
                </a:prstGeom>
                <a:blipFill>
                  <a:blip r:embed="rId3"/>
                  <a:stretch>
                    <a:fillRect l="-6757" b="-25000"/>
                  </a:stretch>
                </a:blipFill>
              </p:spPr>
              <p:txBody>
                <a:bodyPr/>
                <a:lstStyle/>
                <a:p>
                  <a:r>
                    <a:rPr lang="en-US">
                      <a:noFill/>
                    </a:rPr>
                    <a:t> </a:t>
                  </a:r>
                </a:p>
              </p:txBody>
            </p:sp>
          </mc:Fallback>
        </mc:AlternateContent>
      </p:grpSp>
      <p:sp>
        <p:nvSpPr>
          <p:cNvPr id="31" name="TextBox 30">
            <a:extLst>
              <a:ext uri="{FF2B5EF4-FFF2-40B4-BE49-F238E27FC236}">
                <a16:creationId xmlns:a16="http://schemas.microsoft.com/office/drawing/2014/main" id="{D2ED0CF4-DC74-DA6F-8FE4-D1F86F4BF681}"/>
              </a:ext>
            </a:extLst>
          </p:cNvPr>
          <p:cNvSpPr txBox="1"/>
          <p:nvPr/>
        </p:nvSpPr>
        <p:spPr>
          <a:xfrm>
            <a:off x="-41076" y="669192"/>
            <a:ext cx="1087158"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rPr>
              <a:t>ELECTRONIC</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CBB1CE38-A0BA-2915-699A-40968CB4B121}"/>
                  </a:ext>
                </a:extLst>
              </p:cNvPr>
              <p:cNvSpPr txBox="1"/>
              <p:nvPr/>
            </p:nvSpPr>
            <p:spPr>
              <a:xfrm>
                <a:off x="3034104" y="314256"/>
                <a:ext cx="244876" cy="16158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begChr m:val="{"/>
                          <m:endChr m:val="}"/>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oMath>
                  </m:oMathPara>
                </a14:m>
                <a:endParaRPr kumimoji="0" lang="en-GB"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32" name="TextBox 31">
                <a:extLst>
                  <a:ext uri="{FF2B5EF4-FFF2-40B4-BE49-F238E27FC236}">
                    <a16:creationId xmlns:a16="http://schemas.microsoft.com/office/drawing/2014/main" id="{CBB1CE38-A0BA-2915-699A-40968CB4B121}"/>
                  </a:ext>
                </a:extLst>
              </p:cNvPr>
              <p:cNvSpPr txBox="1">
                <a:spLocks noRot="1" noChangeAspect="1" noMove="1" noResize="1" noEditPoints="1" noAdjustHandles="1" noChangeArrowheads="1" noChangeShapeType="1" noTextEdit="1"/>
              </p:cNvSpPr>
              <p:nvPr/>
            </p:nvSpPr>
            <p:spPr>
              <a:xfrm>
                <a:off x="3034104" y="314256"/>
                <a:ext cx="244876" cy="161584"/>
              </a:xfrm>
              <a:prstGeom prst="rect">
                <a:avLst/>
              </a:prstGeom>
              <a:blipFill>
                <a:blip r:embed="rId4"/>
                <a:stretch>
                  <a:fillRect b="-15385"/>
                </a:stretch>
              </a:blipFill>
            </p:spPr>
            <p:txBody>
              <a:bodyPr/>
              <a:lstStyle/>
              <a:p>
                <a:r>
                  <a:rPr lang="en-US">
                    <a:noFill/>
                  </a:rPr>
                  <a:t> </a:t>
                </a:r>
              </a:p>
            </p:txBody>
          </p:sp>
        </mc:Fallback>
      </mc:AlternateContent>
      <p:cxnSp>
        <p:nvCxnSpPr>
          <p:cNvPr id="33" name="Straight Connector 32">
            <a:extLst>
              <a:ext uri="{FF2B5EF4-FFF2-40B4-BE49-F238E27FC236}">
                <a16:creationId xmlns:a16="http://schemas.microsoft.com/office/drawing/2014/main" id="{30E6E233-D45E-4170-D4B3-10B78064DBD6}"/>
              </a:ext>
            </a:extLst>
          </p:cNvPr>
          <p:cNvCxnSpPr>
            <a:cxnSpLocks/>
          </p:cNvCxnSpPr>
          <p:nvPr/>
        </p:nvCxnSpPr>
        <p:spPr>
          <a:xfrm flipV="1">
            <a:off x="34139" y="2078423"/>
            <a:ext cx="12157861" cy="1486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3F1C61D1-AD66-AE20-E49F-DD83DC6232BB}"/>
              </a:ext>
            </a:extLst>
          </p:cNvPr>
          <p:cNvSpPr txBox="1"/>
          <p:nvPr/>
        </p:nvSpPr>
        <p:spPr>
          <a:xfrm>
            <a:off x="34220" y="975191"/>
            <a:ext cx="1237225"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Graphene bio-FET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DSP circuit</a:t>
            </a:r>
          </a:p>
        </p:txBody>
      </p:sp>
      <p:sp>
        <p:nvSpPr>
          <p:cNvPr id="35" name="TextBox 34">
            <a:extLst>
              <a:ext uri="{FF2B5EF4-FFF2-40B4-BE49-F238E27FC236}">
                <a16:creationId xmlns:a16="http://schemas.microsoft.com/office/drawing/2014/main" id="{979ACC42-84B8-0225-CFDA-3489EA7C2C04}"/>
              </a:ext>
            </a:extLst>
          </p:cNvPr>
          <p:cNvSpPr txBox="1"/>
          <p:nvPr/>
        </p:nvSpPr>
        <p:spPr>
          <a:xfrm>
            <a:off x="26946" y="1318103"/>
            <a:ext cx="1303283"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Bridge the chemical and electric domains,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then computation in the electric domain.</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grpSp>
        <p:nvGrpSpPr>
          <p:cNvPr id="37" name="Group 36">
            <a:extLst>
              <a:ext uri="{FF2B5EF4-FFF2-40B4-BE49-F238E27FC236}">
                <a16:creationId xmlns:a16="http://schemas.microsoft.com/office/drawing/2014/main" id="{1181D70C-E8D3-3204-5406-934F44E1E1D5}"/>
              </a:ext>
            </a:extLst>
          </p:cNvPr>
          <p:cNvGrpSpPr/>
          <p:nvPr/>
        </p:nvGrpSpPr>
        <p:grpSpPr>
          <a:xfrm>
            <a:off x="1871988" y="960694"/>
            <a:ext cx="1572755" cy="1089616"/>
            <a:chOff x="832080" y="441050"/>
            <a:chExt cx="951467" cy="659183"/>
          </a:xfrm>
        </p:grpSpPr>
        <p:sp>
          <p:nvSpPr>
            <p:cNvPr id="38" name="Cylinder 37">
              <a:extLst>
                <a:ext uri="{FF2B5EF4-FFF2-40B4-BE49-F238E27FC236}">
                  <a16:creationId xmlns:a16="http://schemas.microsoft.com/office/drawing/2014/main" id="{8386D30F-359B-80DC-58E2-14AB317C871D}"/>
                </a:ext>
              </a:extLst>
            </p:cNvPr>
            <p:cNvSpPr/>
            <p:nvPr/>
          </p:nvSpPr>
          <p:spPr>
            <a:xfrm rot="5400000">
              <a:off x="1209082" y="272381"/>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9" name="TextBox 38">
              <a:extLst>
                <a:ext uri="{FF2B5EF4-FFF2-40B4-BE49-F238E27FC236}">
                  <a16:creationId xmlns:a16="http://schemas.microsoft.com/office/drawing/2014/main" id="{61F61D60-9222-4B06-47A7-B84550785DA1}"/>
                </a:ext>
              </a:extLst>
            </p:cNvPr>
            <p:cNvSpPr txBox="1"/>
            <p:nvPr/>
          </p:nvSpPr>
          <p:spPr>
            <a:xfrm>
              <a:off x="832080" y="441050"/>
              <a:ext cx="687497"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Molecular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0" name="TextBox 39">
              <a:extLst>
                <a:ext uri="{FF2B5EF4-FFF2-40B4-BE49-F238E27FC236}">
                  <a16:creationId xmlns:a16="http://schemas.microsoft.com/office/drawing/2014/main" id="{27FDA66D-8E42-4F07-BCB5-03C596AE22DC}"/>
                </a:ext>
              </a:extLst>
            </p:cNvPr>
            <p:cNvSpPr txBox="1"/>
            <p:nvPr/>
          </p:nvSpPr>
          <p:spPr>
            <a:xfrm>
              <a:off x="886882" y="960587"/>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Electric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41" name="Graphic 40" descr="DNA outline">
              <a:extLst>
                <a:ext uri="{FF2B5EF4-FFF2-40B4-BE49-F238E27FC236}">
                  <a16:creationId xmlns:a16="http://schemas.microsoft.com/office/drawing/2014/main" id="{2634FE7A-94ED-11A7-09CB-C37EB35345A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2045088">
              <a:off x="934548" y="645118"/>
              <a:ext cx="100584" cy="100584"/>
            </a:xfrm>
            <a:prstGeom prst="rect">
              <a:avLst/>
            </a:prstGeom>
          </p:spPr>
        </p:pic>
        <p:pic>
          <p:nvPicPr>
            <p:cNvPr id="42" name="Graphic 41" descr="DNA outline">
              <a:extLst>
                <a:ext uri="{FF2B5EF4-FFF2-40B4-BE49-F238E27FC236}">
                  <a16:creationId xmlns:a16="http://schemas.microsoft.com/office/drawing/2014/main" id="{1751DDDB-8C4C-04FA-6480-0AFDA0B22CE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7372733">
              <a:off x="1107095" y="624831"/>
              <a:ext cx="100584" cy="100584"/>
            </a:xfrm>
            <a:prstGeom prst="rect">
              <a:avLst/>
            </a:prstGeom>
          </p:spPr>
        </p:pic>
        <p:pic>
          <p:nvPicPr>
            <p:cNvPr id="43" name="Graphic 42" descr="DNA outline">
              <a:extLst>
                <a:ext uri="{FF2B5EF4-FFF2-40B4-BE49-F238E27FC236}">
                  <a16:creationId xmlns:a16="http://schemas.microsoft.com/office/drawing/2014/main" id="{9D793ADB-872C-0C66-C822-1345FD93377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6139420">
              <a:off x="1472103" y="581732"/>
              <a:ext cx="100584" cy="100584"/>
            </a:xfrm>
            <a:prstGeom prst="rect">
              <a:avLst/>
            </a:prstGeom>
          </p:spPr>
        </p:pic>
        <p:grpSp>
          <p:nvGrpSpPr>
            <p:cNvPr id="44" name="Group 43">
              <a:extLst>
                <a:ext uri="{FF2B5EF4-FFF2-40B4-BE49-F238E27FC236}">
                  <a16:creationId xmlns:a16="http://schemas.microsoft.com/office/drawing/2014/main" id="{411B4A2D-4A3D-63CB-9800-3DE073CCB638}"/>
                </a:ext>
              </a:extLst>
            </p:cNvPr>
            <p:cNvGrpSpPr/>
            <p:nvPr/>
          </p:nvGrpSpPr>
          <p:grpSpPr>
            <a:xfrm>
              <a:off x="1415778" y="785765"/>
              <a:ext cx="18819" cy="45720"/>
              <a:chOff x="1639649" y="1052940"/>
              <a:chExt cx="18819" cy="45720"/>
            </a:xfrm>
          </p:grpSpPr>
          <p:cxnSp>
            <p:nvCxnSpPr>
              <p:cNvPr id="93" name="Straight Connector 92">
                <a:extLst>
                  <a:ext uri="{FF2B5EF4-FFF2-40B4-BE49-F238E27FC236}">
                    <a16:creationId xmlns:a16="http://schemas.microsoft.com/office/drawing/2014/main" id="{8C7DC1F4-9DFA-D9EB-E64F-98BBB6FB303F}"/>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107F2505-481E-376D-4E40-D23DCF214A36}"/>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F3E6155B-055F-A044-1B2E-C5D161C38709}"/>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91EAA8D8-70F2-8A03-04CA-47C3B14B7372}"/>
                </a:ext>
              </a:extLst>
            </p:cNvPr>
            <p:cNvGrpSpPr/>
            <p:nvPr/>
          </p:nvGrpSpPr>
          <p:grpSpPr>
            <a:xfrm>
              <a:off x="1442567" y="723305"/>
              <a:ext cx="18819" cy="45720"/>
              <a:chOff x="1639649" y="1052940"/>
              <a:chExt cx="18819" cy="45720"/>
            </a:xfrm>
          </p:grpSpPr>
          <p:cxnSp>
            <p:nvCxnSpPr>
              <p:cNvPr id="90" name="Straight Connector 89">
                <a:extLst>
                  <a:ext uri="{FF2B5EF4-FFF2-40B4-BE49-F238E27FC236}">
                    <a16:creationId xmlns:a16="http://schemas.microsoft.com/office/drawing/2014/main" id="{C788D302-C545-6E3C-AFE8-A3A073C186FF}"/>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1AB9FFC5-1EB2-7573-B30C-4A083681A34B}"/>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2918F4E-1E3C-0DCB-0423-8226FC137FE4}"/>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6" name="Group 45">
              <a:extLst>
                <a:ext uri="{FF2B5EF4-FFF2-40B4-BE49-F238E27FC236}">
                  <a16:creationId xmlns:a16="http://schemas.microsoft.com/office/drawing/2014/main" id="{78090AFD-0805-0E91-CFF2-C71BDE042645}"/>
                </a:ext>
              </a:extLst>
            </p:cNvPr>
            <p:cNvGrpSpPr/>
            <p:nvPr/>
          </p:nvGrpSpPr>
          <p:grpSpPr>
            <a:xfrm>
              <a:off x="1468617" y="663272"/>
              <a:ext cx="18819" cy="45720"/>
              <a:chOff x="1639649" y="1052940"/>
              <a:chExt cx="18819" cy="45720"/>
            </a:xfrm>
          </p:grpSpPr>
          <p:cxnSp>
            <p:nvCxnSpPr>
              <p:cNvPr id="87" name="Straight Connector 86">
                <a:extLst>
                  <a:ext uri="{FF2B5EF4-FFF2-40B4-BE49-F238E27FC236}">
                    <a16:creationId xmlns:a16="http://schemas.microsoft.com/office/drawing/2014/main" id="{4F71EEE0-6A06-9188-2CA3-5C496CE7C05E}"/>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4BC14109-B447-E1A8-0CC3-80BEEB496E68}"/>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F7936183-1A33-B9CC-1C29-88F25D65CF47}"/>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pic>
          <p:nvPicPr>
            <p:cNvPr id="47" name="Graphic 46" descr="DNA outline">
              <a:extLst>
                <a:ext uri="{FF2B5EF4-FFF2-40B4-BE49-F238E27FC236}">
                  <a16:creationId xmlns:a16="http://schemas.microsoft.com/office/drawing/2014/main" id="{0460A6E7-7A7D-0A4B-9072-214A4D83445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4081304">
              <a:off x="1302122" y="731095"/>
              <a:ext cx="100584" cy="100584"/>
            </a:xfrm>
            <a:prstGeom prst="rect">
              <a:avLst/>
            </a:prstGeom>
          </p:spPr>
        </p:pic>
        <p:grpSp>
          <p:nvGrpSpPr>
            <p:cNvPr id="48" name="Group 47">
              <a:extLst>
                <a:ext uri="{FF2B5EF4-FFF2-40B4-BE49-F238E27FC236}">
                  <a16:creationId xmlns:a16="http://schemas.microsoft.com/office/drawing/2014/main" id="{0962ADF0-8E22-8F83-7542-6EB2F1513771}"/>
                </a:ext>
              </a:extLst>
            </p:cNvPr>
            <p:cNvGrpSpPr/>
            <p:nvPr/>
          </p:nvGrpSpPr>
          <p:grpSpPr>
            <a:xfrm>
              <a:off x="1489388" y="785765"/>
              <a:ext cx="18819" cy="45720"/>
              <a:chOff x="1639649" y="1052940"/>
              <a:chExt cx="18819" cy="45720"/>
            </a:xfrm>
          </p:grpSpPr>
          <p:cxnSp>
            <p:nvCxnSpPr>
              <p:cNvPr id="84" name="Straight Connector 83">
                <a:extLst>
                  <a:ext uri="{FF2B5EF4-FFF2-40B4-BE49-F238E27FC236}">
                    <a16:creationId xmlns:a16="http://schemas.microsoft.com/office/drawing/2014/main" id="{58BF0672-66FD-840D-2BCD-A460DFCA96CE}"/>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062EF3F0-1FDB-CD48-46E8-7939A631BC7E}"/>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F42A6B4B-EE8D-AAB9-8BF3-A7FEAD4BB145}"/>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9" name="Group 48">
              <a:extLst>
                <a:ext uri="{FF2B5EF4-FFF2-40B4-BE49-F238E27FC236}">
                  <a16:creationId xmlns:a16="http://schemas.microsoft.com/office/drawing/2014/main" id="{35C2BDE0-482F-4B20-6852-05BB32EDE828}"/>
                </a:ext>
              </a:extLst>
            </p:cNvPr>
            <p:cNvGrpSpPr/>
            <p:nvPr/>
          </p:nvGrpSpPr>
          <p:grpSpPr>
            <a:xfrm>
              <a:off x="1516177" y="723305"/>
              <a:ext cx="18819" cy="45720"/>
              <a:chOff x="1639649" y="1052940"/>
              <a:chExt cx="18819" cy="45720"/>
            </a:xfrm>
          </p:grpSpPr>
          <p:cxnSp>
            <p:nvCxnSpPr>
              <p:cNvPr id="81" name="Straight Connector 80">
                <a:extLst>
                  <a:ext uri="{FF2B5EF4-FFF2-40B4-BE49-F238E27FC236}">
                    <a16:creationId xmlns:a16="http://schemas.microsoft.com/office/drawing/2014/main" id="{5345F4CA-23AC-F813-AE23-CFB65DFB11D6}"/>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7489AE19-F327-93B4-909B-2697C1636D1A}"/>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4B090C36-2AF2-8C65-6206-9274888927CB}"/>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0" name="Group 49">
              <a:extLst>
                <a:ext uri="{FF2B5EF4-FFF2-40B4-BE49-F238E27FC236}">
                  <a16:creationId xmlns:a16="http://schemas.microsoft.com/office/drawing/2014/main" id="{F1D5E58E-4D90-C8CE-8C95-455602779771}"/>
                </a:ext>
              </a:extLst>
            </p:cNvPr>
            <p:cNvGrpSpPr/>
            <p:nvPr/>
          </p:nvGrpSpPr>
          <p:grpSpPr>
            <a:xfrm>
              <a:off x="1542227" y="663272"/>
              <a:ext cx="18819" cy="45720"/>
              <a:chOff x="1639649" y="1052940"/>
              <a:chExt cx="18819" cy="45720"/>
            </a:xfrm>
          </p:grpSpPr>
          <p:cxnSp>
            <p:nvCxnSpPr>
              <p:cNvPr id="78" name="Straight Connector 77">
                <a:extLst>
                  <a:ext uri="{FF2B5EF4-FFF2-40B4-BE49-F238E27FC236}">
                    <a16:creationId xmlns:a16="http://schemas.microsoft.com/office/drawing/2014/main" id="{86AF7E2C-F0C2-23F8-7C80-EB531BCB747F}"/>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D6FC2248-F47C-1836-52C9-2D591900F639}"/>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65FAC080-9EC3-18A0-AB0E-577EB35C96BF}"/>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1" name="Group 50">
              <a:extLst>
                <a:ext uri="{FF2B5EF4-FFF2-40B4-BE49-F238E27FC236}">
                  <a16:creationId xmlns:a16="http://schemas.microsoft.com/office/drawing/2014/main" id="{9EBE39FC-0B8F-7FB7-34C7-B3936E13EB74}"/>
                </a:ext>
              </a:extLst>
            </p:cNvPr>
            <p:cNvGrpSpPr/>
            <p:nvPr/>
          </p:nvGrpSpPr>
          <p:grpSpPr>
            <a:xfrm>
              <a:off x="1579486" y="785765"/>
              <a:ext cx="18819" cy="45720"/>
              <a:chOff x="1639649" y="1052940"/>
              <a:chExt cx="18819" cy="45720"/>
            </a:xfrm>
          </p:grpSpPr>
          <p:cxnSp>
            <p:nvCxnSpPr>
              <p:cNvPr id="75" name="Straight Connector 74">
                <a:extLst>
                  <a:ext uri="{FF2B5EF4-FFF2-40B4-BE49-F238E27FC236}">
                    <a16:creationId xmlns:a16="http://schemas.microsoft.com/office/drawing/2014/main" id="{610554D5-D5C2-C63F-74C2-D5AACFB9FAB5}"/>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9B0F9E52-1E22-3688-94FE-EC6A1C2E03D8}"/>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710E77C-4180-8B7F-A9A0-3E7FDA57D9CD}"/>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2" name="Group 51">
              <a:extLst>
                <a:ext uri="{FF2B5EF4-FFF2-40B4-BE49-F238E27FC236}">
                  <a16:creationId xmlns:a16="http://schemas.microsoft.com/office/drawing/2014/main" id="{9B0AB614-8E49-B82C-0431-C2B30AB58EDC}"/>
                </a:ext>
              </a:extLst>
            </p:cNvPr>
            <p:cNvGrpSpPr/>
            <p:nvPr/>
          </p:nvGrpSpPr>
          <p:grpSpPr>
            <a:xfrm>
              <a:off x="1606275" y="723305"/>
              <a:ext cx="18819" cy="45720"/>
              <a:chOff x="1639649" y="1052940"/>
              <a:chExt cx="18819" cy="45720"/>
            </a:xfrm>
          </p:grpSpPr>
          <p:cxnSp>
            <p:nvCxnSpPr>
              <p:cNvPr id="72" name="Straight Connector 71">
                <a:extLst>
                  <a:ext uri="{FF2B5EF4-FFF2-40B4-BE49-F238E27FC236}">
                    <a16:creationId xmlns:a16="http://schemas.microsoft.com/office/drawing/2014/main" id="{488DDED9-E79E-ED10-1D5C-57D2BD72B490}"/>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CA72F349-C6FD-78B3-A66F-D29435D2DB5C}"/>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19A557B8-4934-0AE0-4994-22A1D0EB41A3}"/>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3" name="Group 52">
              <a:extLst>
                <a:ext uri="{FF2B5EF4-FFF2-40B4-BE49-F238E27FC236}">
                  <a16:creationId xmlns:a16="http://schemas.microsoft.com/office/drawing/2014/main" id="{D3D3372D-4EAE-4328-5D06-03A0FB9909A2}"/>
                </a:ext>
              </a:extLst>
            </p:cNvPr>
            <p:cNvGrpSpPr/>
            <p:nvPr/>
          </p:nvGrpSpPr>
          <p:grpSpPr>
            <a:xfrm>
              <a:off x="1632325" y="663272"/>
              <a:ext cx="18819" cy="45720"/>
              <a:chOff x="1639649" y="1052940"/>
              <a:chExt cx="18819" cy="45720"/>
            </a:xfrm>
          </p:grpSpPr>
          <p:cxnSp>
            <p:nvCxnSpPr>
              <p:cNvPr id="69" name="Straight Connector 68">
                <a:extLst>
                  <a:ext uri="{FF2B5EF4-FFF2-40B4-BE49-F238E27FC236}">
                    <a16:creationId xmlns:a16="http://schemas.microsoft.com/office/drawing/2014/main" id="{931B7982-847A-9B2D-8632-B941C04E976B}"/>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3B2C52F0-B63B-5D8D-F75C-F8AD9C8FE020}"/>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C5AC1988-069B-3942-0500-32B638F49D50}"/>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cxnSp>
          <p:nvCxnSpPr>
            <p:cNvPr id="54" name="Straight Connector 53">
              <a:extLst>
                <a:ext uri="{FF2B5EF4-FFF2-40B4-BE49-F238E27FC236}">
                  <a16:creationId xmlns:a16="http://schemas.microsoft.com/office/drawing/2014/main" id="{AA2A0D65-DEC1-4CFA-AD38-A1EA31874FB2}"/>
                </a:ext>
              </a:extLst>
            </p:cNvPr>
            <p:cNvCxnSpPr>
              <a:cxnSpLocks/>
            </p:cNvCxnSpPr>
            <p:nvPr/>
          </p:nvCxnSpPr>
          <p:spPr>
            <a:xfrm flipV="1">
              <a:off x="1357047" y="830690"/>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95831F21-1250-B853-3876-483522DF2DE1}"/>
                </a:ext>
              </a:extLst>
            </p:cNvPr>
            <p:cNvCxnSpPr>
              <a:cxnSpLocks/>
            </p:cNvCxnSpPr>
            <p:nvPr/>
          </p:nvCxnSpPr>
          <p:spPr>
            <a:xfrm flipV="1">
              <a:off x="1418728" y="711235"/>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56" name="Freeform: Shape 55">
              <a:extLst>
                <a:ext uri="{FF2B5EF4-FFF2-40B4-BE49-F238E27FC236}">
                  <a16:creationId xmlns:a16="http://schemas.microsoft.com/office/drawing/2014/main" id="{3387AC3E-28B0-D5E8-1631-CD8BF5722F1C}"/>
                </a:ext>
              </a:extLst>
            </p:cNvPr>
            <p:cNvSpPr/>
            <p:nvPr/>
          </p:nvSpPr>
          <p:spPr>
            <a:xfrm>
              <a:off x="1357308"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7" name="Freeform: Shape 56">
              <a:extLst>
                <a:ext uri="{FF2B5EF4-FFF2-40B4-BE49-F238E27FC236}">
                  <a16:creationId xmlns:a16="http://schemas.microsoft.com/office/drawing/2014/main" id="{8E79B631-7A12-30B2-604B-E4F3F23315BB}"/>
                </a:ext>
              </a:extLst>
            </p:cNvPr>
            <p:cNvSpPr/>
            <p:nvPr/>
          </p:nvSpPr>
          <p:spPr>
            <a:xfrm>
              <a:off x="1643612"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58" name="Group 57">
              <a:extLst>
                <a:ext uri="{FF2B5EF4-FFF2-40B4-BE49-F238E27FC236}">
                  <a16:creationId xmlns:a16="http://schemas.microsoft.com/office/drawing/2014/main" id="{B89D7155-C0E3-13CD-D5ED-4C15B8B71730}"/>
                </a:ext>
              </a:extLst>
            </p:cNvPr>
            <p:cNvGrpSpPr/>
            <p:nvPr/>
          </p:nvGrpSpPr>
          <p:grpSpPr>
            <a:xfrm flipH="1">
              <a:off x="1511479" y="762715"/>
              <a:ext cx="53435" cy="145529"/>
              <a:chOff x="1640890" y="915718"/>
              <a:chExt cx="0" cy="199245"/>
            </a:xfrm>
          </p:grpSpPr>
          <p:cxnSp>
            <p:nvCxnSpPr>
              <p:cNvPr id="67" name="Straight Connector 66">
                <a:extLst>
                  <a:ext uri="{FF2B5EF4-FFF2-40B4-BE49-F238E27FC236}">
                    <a16:creationId xmlns:a16="http://schemas.microsoft.com/office/drawing/2014/main" id="{30BB5A3C-1FD9-4203-A06C-D2A8743E3280}"/>
                  </a:ext>
                </a:extLst>
              </p:cNvPr>
              <p:cNvCxnSpPr>
                <a:cxnSpLocks/>
              </p:cNvCxnSpPr>
              <p:nvPr/>
            </p:nvCxnSpPr>
            <p:spPr>
              <a:xfrm>
                <a:off x="1640890" y="915718"/>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A13468FA-ADD0-DDA8-4D22-DCD08F11A3CB}"/>
                  </a:ext>
                </a:extLst>
              </p:cNvPr>
              <p:cNvCxnSpPr>
                <a:cxnSpLocks/>
              </p:cNvCxnSpPr>
              <p:nvPr/>
            </p:nvCxnSpPr>
            <p:spPr>
              <a:xfrm>
                <a:off x="164089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grpSp>
          <p:nvGrpSpPr>
            <p:cNvPr id="59" name="Group 58">
              <a:extLst>
                <a:ext uri="{FF2B5EF4-FFF2-40B4-BE49-F238E27FC236}">
                  <a16:creationId xmlns:a16="http://schemas.microsoft.com/office/drawing/2014/main" id="{565DA141-054E-B03B-5779-7286F790993E}"/>
                </a:ext>
              </a:extLst>
            </p:cNvPr>
            <p:cNvGrpSpPr/>
            <p:nvPr/>
          </p:nvGrpSpPr>
          <p:grpSpPr>
            <a:xfrm>
              <a:off x="1470798" y="758412"/>
              <a:ext cx="53435" cy="150410"/>
              <a:chOff x="1475910" y="909035"/>
              <a:chExt cx="0" cy="205928"/>
            </a:xfrm>
          </p:grpSpPr>
          <p:cxnSp>
            <p:nvCxnSpPr>
              <p:cNvPr id="65" name="Straight Connector 64">
                <a:extLst>
                  <a:ext uri="{FF2B5EF4-FFF2-40B4-BE49-F238E27FC236}">
                    <a16:creationId xmlns:a16="http://schemas.microsoft.com/office/drawing/2014/main" id="{AAA7DC37-DC2D-BFF9-E724-23D29F41EEB7}"/>
                  </a:ext>
                </a:extLst>
              </p:cNvPr>
              <p:cNvCxnSpPr>
                <a:cxnSpLocks/>
              </p:cNvCxnSpPr>
              <p:nvPr/>
            </p:nvCxnSpPr>
            <p:spPr>
              <a:xfrm>
                <a:off x="1475910" y="909035"/>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EDA29E3E-BC8F-96E0-A69E-5393DD601DA7}"/>
                  </a:ext>
                </a:extLst>
              </p:cNvPr>
              <p:cNvCxnSpPr>
                <a:cxnSpLocks/>
              </p:cNvCxnSpPr>
              <p:nvPr/>
            </p:nvCxnSpPr>
            <p:spPr>
              <a:xfrm>
                <a:off x="147591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60" name="Oval 59">
              <a:extLst>
                <a:ext uri="{FF2B5EF4-FFF2-40B4-BE49-F238E27FC236}">
                  <a16:creationId xmlns:a16="http://schemas.microsoft.com/office/drawing/2014/main" id="{65F71877-7CB2-050A-B9FA-F65FCDD76B97}"/>
                </a:ext>
              </a:extLst>
            </p:cNvPr>
            <p:cNvSpPr>
              <a:spLocks noChangeAspect="1"/>
            </p:cNvSpPr>
            <p:nvPr/>
          </p:nvSpPr>
          <p:spPr>
            <a:xfrm>
              <a:off x="1547151" y="1052005"/>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Isosceles Triangle 60">
              <a:extLst>
                <a:ext uri="{FF2B5EF4-FFF2-40B4-BE49-F238E27FC236}">
                  <a16:creationId xmlns:a16="http://schemas.microsoft.com/office/drawing/2014/main" id="{1985A41A-7FD5-ADAB-E851-05A81095958D}"/>
                </a:ext>
              </a:extLst>
            </p:cNvPr>
            <p:cNvSpPr/>
            <p:nvPr/>
          </p:nvSpPr>
          <p:spPr>
            <a:xfrm flipV="1">
              <a:off x="1426547" y="905177"/>
              <a:ext cx="182880" cy="127249"/>
            </a:xfrm>
            <a:prstGeom prst="triangl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2" name="Oval 61">
              <a:extLst>
                <a:ext uri="{FF2B5EF4-FFF2-40B4-BE49-F238E27FC236}">
                  <a16:creationId xmlns:a16="http://schemas.microsoft.com/office/drawing/2014/main" id="{38DAA719-29B4-991F-B491-98EEC80A4563}"/>
                </a:ext>
              </a:extLst>
            </p:cNvPr>
            <p:cNvSpPr>
              <a:spLocks noChangeAspect="1"/>
            </p:cNvSpPr>
            <p:nvPr/>
          </p:nvSpPr>
          <p:spPr>
            <a:xfrm>
              <a:off x="1459682" y="1051011"/>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3" name="Straight Connector 62">
              <a:extLst>
                <a:ext uri="{FF2B5EF4-FFF2-40B4-BE49-F238E27FC236}">
                  <a16:creationId xmlns:a16="http://schemas.microsoft.com/office/drawing/2014/main" id="{2CBE58A6-951E-37B4-A5EE-9980CC94FB75}"/>
                </a:ext>
              </a:extLst>
            </p:cNvPr>
            <p:cNvCxnSpPr>
              <a:cxnSpLocks/>
            </p:cNvCxnSpPr>
            <p:nvPr/>
          </p:nvCxnSpPr>
          <p:spPr>
            <a:xfrm>
              <a:off x="1478305" y="980105"/>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9B4A1938-E420-C393-8F4D-A454CB0CEFAF}"/>
                </a:ext>
              </a:extLst>
            </p:cNvPr>
            <p:cNvCxnSpPr>
              <a:cxnSpLocks/>
            </p:cNvCxnSpPr>
            <p:nvPr/>
          </p:nvCxnSpPr>
          <p:spPr>
            <a:xfrm>
              <a:off x="1561811" y="979348"/>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96" name="TextBox 95">
            <a:extLst>
              <a:ext uri="{FF2B5EF4-FFF2-40B4-BE49-F238E27FC236}">
                <a16:creationId xmlns:a16="http://schemas.microsoft.com/office/drawing/2014/main" id="{7725F77F-A338-9271-AF0E-5C4E1989B7C6}"/>
              </a:ext>
            </a:extLst>
          </p:cNvPr>
          <p:cNvSpPr txBox="1"/>
          <p:nvPr/>
        </p:nvSpPr>
        <p:spPr>
          <a:xfrm>
            <a:off x="1954862" y="715458"/>
            <a:ext cx="2130098" cy="217863"/>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Molecular-electrical transduction</a:t>
            </a:r>
          </a:p>
        </p:txBody>
      </p:sp>
      <p:grpSp>
        <p:nvGrpSpPr>
          <p:cNvPr id="97" name="Group 96">
            <a:extLst>
              <a:ext uri="{FF2B5EF4-FFF2-40B4-BE49-F238E27FC236}">
                <a16:creationId xmlns:a16="http://schemas.microsoft.com/office/drawing/2014/main" id="{FA22C253-A3C4-1743-4441-78354AA56A61}"/>
              </a:ext>
            </a:extLst>
          </p:cNvPr>
          <p:cNvGrpSpPr/>
          <p:nvPr/>
        </p:nvGrpSpPr>
        <p:grpSpPr>
          <a:xfrm>
            <a:off x="4410093" y="595340"/>
            <a:ext cx="2209681" cy="389789"/>
            <a:chOff x="2209212" y="977577"/>
            <a:chExt cx="1336787" cy="235810"/>
          </a:xfrm>
        </p:grpSpPr>
        <p:sp>
          <p:nvSpPr>
            <p:cNvPr id="98" name="TextBox 97">
              <a:extLst>
                <a:ext uri="{FF2B5EF4-FFF2-40B4-BE49-F238E27FC236}">
                  <a16:creationId xmlns:a16="http://schemas.microsoft.com/office/drawing/2014/main" id="{CB47216C-8447-7041-9DCC-A43F78F51A03}"/>
                </a:ext>
              </a:extLst>
            </p:cNvPr>
            <p:cNvSpPr txBox="1"/>
            <p:nvPr/>
          </p:nvSpPr>
          <p:spPr>
            <a:xfrm>
              <a:off x="2228264" y="1081587"/>
              <a:ext cx="131773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Digital Signal Processing pipeline</a:t>
              </a:r>
            </a:p>
          </p:txBody>
        </p:sp>
        <p:sp>
          <p:nvSpPr>
            <p:cNvPr id="99" name="TextBox 98">
              <a:extLst>
                <a:ext uri="{FF2B5EF4-FFF2-40B4-BE49-F238E27FC236}">
                  <a16:creationId xmlns:a16="http://schemas.microsoft.com/office/drawing/2014/main" id="{7B2545A9-CD9E-C490-9629-B2736D30E5E5}"/>
                </a:ext>
              </a:extLst>
            </p:cNvPr>
            <p:cNvSpPr txBox="1"/>
            <p:nvPr/>
          </p:nvSpPr>
          <p:spPr>
            <a:xfrm>
              <a:off x="2209212" y="977577"/>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100" name="Group 99">
            <a:extLst>
              <a:ext uri="{FF2B5EF4-FFF2-40B4-BE49-F238E27FC236}">
                <a16:creationId xmlns:a16="http://schemas.microsoft.com/office/drawing/2014/main" id="{7DFF09B2-0028-5718-36C3-D084DFA477F0}"/>
              </a:ext>
            </a:extLst>
          </p:cNvPr>
          <p:cNvGrpSpPr/>
          <p:nvPr/>
        </p:nvGrpSpPr>
        <p:grpSpPr>
          <a:xfrm>
            <a:off x="7151346" y="608340"/>
            <a:ext cx="1840458" cy="369367"/>
            <a:chOff x="3281496" y="1029155"/>
            <a:chExt cx="1113419" cy="223455"/>
          </a:xfrm>
        </p:grpSpPr>
        <p:sp>
          <p:nvSpPr>
            <p:cNvPr id="101" name="TextBox 100">
              <a:extLst>
                <a:ext uri="{FF2B5EF4-FFF2-40B4-BE49-F238E27FC236}">
                  <a16:creationId xmlns:a16="http://schemas.microsoft.com/office/drawing/2014/main" id="{FB248BBA-EE91-4A41-E1DF-37130EE97FB8}"/>
                </a:ext>
              </a:extLst>
            </p:cNvPr>
            <p:cNvSpPr txBox="1"/>
            <p:nvPr/>
          </p:nvSpPr>
          <p:spPr>
            <a:xfrm>
              <a:off x="3302166" y="1120810"/>
              <a:ext cx="1092749"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In-silico non-linear function</a:t>
              </a:r>
            </a:p>
          </p:txBody>
        </p:sp>
        <p:sp>
          <p:nvSpPr>
            <p:cNvPr id="102" name="TextBox 101">
              <a:extLst>
                <a:ext uri="{FF2B5EF4-FFF2-40B4-BE49-F238E27FC236}">
                  <a16:creationId xmlns:a16="http://schemas.microsoft.com/office/drawing/2014/main" id="{47D3DB4C-90D0-6A9E-78E4-BF68921DB0C8}"/>
                </a:ext>
              </a:extLst>
            </p:cNvPr>
            <p:cNvSpPr txBox="1"/>
            <p:nvPr/>
          </p:nvSpPr>
          <p:spPr>
            <a:xfrm>
              <a:off x="3281496" y="1029155"/>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103" name="Group 102">
            <a:extLst>
              <a:ext uri="{FF2B5EF4-FFF2-40B4-BE49-F238E27FC236}">
                <a16:creationId xmlns:a16="http://schemas.microsoft.com/office/drawing/2014/main" id="{1E1362DB-36E7-EF1A-5FCE-77A31CC1B771}"/>
              </a:ext>
            </a:extLst>
          </p:cNvPr>
          <p:cNvGrpSpPr/>
          <p:nvPr/>
        </p:nvGrpSpPr>
        <p:grpSpPr>
          <a:xfrm>
            <a:off x="7142010" y="285214"/>
            <a:ext cx="135810" cy="216486"/>
            <a:chOff x="2235570" y="366714"/>
            <a:chExt cx="82161" cy="130967"/>
          </a:xfrm>
        </p:grpSpPr>
        <p:cxnSp>
          <p:nvCxnSpPr>
            <p:cNvPr id="104" name="Straight Connector 103">
              <a:extLst>
                <a:ext uri="{FF2B5EF4-FFF2-40B4-BE49-F238E27FC236}">
                  <a16:creationId xmlns:a16="http://schemas.microsoft.com/office/drawing/2014/main" id="{BD1E5DC9-B566-AB40-2C3A-A83C046EFF2A}"/>
                </a:ext>
              </a:extLst>
            </p:cNvPr>
            <p:cNvCxnSpPr>
              <a:cxnSpLocks/>
            </p:cNvCxnSpPr>
            <p:nvPr/>
          </p:nvCxnSpPr>
          <p:spPr>
            <a:xfrm>
              <a:off x="2235572" y="366714"/>
              <a:ext cx="82159" cy="69842"/>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712128DE-D82E-B843-BF6F-B310020B36FB}"/>
                </a:ext>
              </a:extLst>
            </p:cNvPr>
            <p:cNvCxnSpPr>
              <a:cxnSpLocks/>
            </p:cNvCxnSpPr>
            <p:nvPr/>
          </p:nvCxnSpPr>
          <p:spPr>
            <a:xfrm flipV="1">
              <a:off x="2235570" y="436556"/>
              <a:ext cx="82161" cy="6112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sp>
        <p:nvSpPr>
          <p:cNvPr id="120" name="TextBox 119">
            <a:extLst>
              <a:ext uri="{FF2B5EF4-FFF2-40B4-BE49-F238E27FC236}">
                <a16:creationId xmlns:a16="http://schemas.microsoft.com/office/drawing/2014/main" id="{4601237C-3B80-10D8-BDFA-776C337414C0}"/>
              </a:ext>
            </a:extLst>
          </p:cNvPr>
          <p:cNvSpPr txBox="1"/>
          <p:nvPr/>
        </p:nvSpPr>
        <p:spPr>
          <a:xfrm>
            <a:off x="-41076" y="2103158"/>
            <a:ext cx="1192955"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MICROFLUIDIC</a:t>
            </a:r>
            <a:endPar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endParaRPr>
          </a:p>
        </p:txBody>
      </p:sp>
      <p:sp>
        <p:nvSpPr>
          <p:cNvPr id="121" name="TextBox 120">
            <a:extLst>
              <a:ext uri="{FF2B5EF4-FFF2-40B4-BE49-F238E27FC236}">
                <a16:creationId xmlns:a16="http://schemas.microsoft.com/office/drawing/2014/main" id="{5082391E-5787-2748-AF2E-6C081D0575EA}"/>
              </a:ext>
            </a:extLst>
          </p:cNvPr>
          <p:cNvSpPr txBox="1"/>
          <p:nvPr/>
        </p:nvSpPr>
        <p:spPr>
          <a:xfrm>
            <a:off x="-28037" y="2400654"/>
            <a:ext cx="148088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FIR-shaped channels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in-channel reactions</a:t>
            </a:r>
          </a:p>
        </p:txBody>
      </p:sp>
      <p:grpSp>
        <p:nvGrpSpPr>
          <p:cNvPr id="122" name="Group 121">
            <a:extLst>
              <a:ext uri="{FF2B5EF4-FFF2-40B4-BE49-F238E27FC236}">
                <a16:creationId xmlns:a16="http://schemas.microsoft.com/office/drawing/2014/main" id="{AE7530A5-C60C-A367-A296-A1F09765846C}"/>
              </a:ext>
            </a:extLst>
          </p:cNvPr>
          <p:cNvGrpSpPr/>
          <p:nvPr/>
        </p:nvGrpSpPr>
        <p:grpSpPr>
          <a:xfrm>
            <a:off x="2055272" y="2952382"/>
            <a:ext cx="1482051" cy="417106"/>
            <a:chOff x="902563" y="1366361"/>
            <a:chExt cx="896594" cy="252336"/>
          </a:xfrm>
        </p:grpSpPr>
        <p:sp>
          <p:nvSpPr>
            <p:cNvPr id="123" name="Cylinder 122">
              <a:extLst>
                <a:ext uri="{FF2B5EF4-FFF2-40B4-BE49-F238E27FC236}">
                  <a16:creationId xmlns:a16="http://schemas.microsoft.com/office/drawing/2014/main" id="{BF18BF72-A769-181C-60C3-522C31DA7D74}"/>
                </a:ext>
              </a:extLst>
            </p:cNvPr>
            <p:cNvSpPr/>
            <p:nvPr/>
          </p:nvSpPr>
          <p:spPr>
            <a:xfrm rot="5400000">
              <a:off x="1224692" y="1044232"/>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4" name="Oval 123">
              <a:extLst>
                <a:ext uri="{FF2B5EF4-FFF2-40B4-BE49-F238E27FC236}">
                  <a16:creationId xmlns:a16="http://schemas.microsoft.com/office/drawing/2014/main" id="{FAE55ED9-9497-3E93-09F0-B2C0B26E448D}"/>
                </a:ext>
              </a:extLst>
            </p:cNvPr>
            <p:cNvSpPr>
              <a:spLocks noChangeAspect="1"/>
            </p:cNvSpPr>
            <p:nvPr/>
          </p:nvSpPr>
          <p:spPr>
            <a:xfrm>
              <a:off x="987864" y="1421561"/>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5" name="Oval 124">
              <a:extLst>
                <a:ext uri="{FF2B5EF4-FFF2-40B4-BE49-F238E27FC236}">
                  <a16:creationId xmlns:a16="http://schemas.microsoft.com/office/drawing/2014/main" id="{2A15F849-C78B-0D40-8ADE-9189B2AEB059}"/>
                </a:ext>
              </a:extLst>
            </p:cNvPr>
            <p:cNvSpPr>
              <a:spLocks noChangeAspect="1"/>
            </p:cNvSpPr>
            <p:nvPr/>
          </p:nvSpPr>
          <p:spPr>
            <a:xfrm>
              <a:off x="987864" y="14986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6" name="Oval 125">
              <a:extLst>
                <a:ext uri="{FF2B5EF4-FFF2-40B4-BE49-F238E27FC236}">
                  <a16:creationId xmlns:a16="http://schemas.microsoft.com/office/drawing/2014/main" id="{13C98C39-DA11-C8FE-B20D-CC51E46709B3}"/>
                </a:ext>
              </a:extLst>
            </p:cNvPr>
            <p:cNvSpPr>
              <a:spLocks noChangeAspect="1"/>
            </p:cNvSpPr>
            <p:nvPr/>
          </p:nvSpPr>
          <p:spPr>
            <a:xfrm>
              <a:off x="952163" y="14605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7" name="Oval 126">
              <a:extLst>
                <a:ext uri="{FF2B5EF4-FFF2-40B4-BE49-F238E27FC236}">
                  <a16:creationId xmlns:a16="http://schemas.microsoft.com/office/drawing/2014/main" id="{66B65AC2-A494-1652-51EC-E25FEADB6CBE}"/>
                </a:ext>
              </a:extLst>
            </p:cNvPr>
            <p:cNvSpPr>
              <a:spLocks noChangeAspect="1"/>
            </p:cNvSpPr>
            <p:nvPr/>
          </p:nvSpPr>
          <p:spPr>
            <a:xfrm>
              <a:off x="958349" y="15538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8" name="Oval 127">
              <a:extLst>
                <a:ext uri="{FF2B5EF4-FFF2-40B4-BE49-F238E27FC236}">
                  <a16:creationId xmlns:a16="http://schemas.microsoft.com/office/drawing/2014/main" id="{4F2A4C6A-2609-6AB0-DD6D-00F2B7248EBE}"/>
                </a:ext>
              </a:extLst>
            </p:cNvPr>
            <p:cNvSpPr>
              <a:spLocks noChangeAspect="1"/>
            </p:cNvSpPr>
            <p:nvPr/>
          </p:nvSpPr>
          <p:spPr>
            <a:xfrm>
              <a:off x="1068946" y="1459256"/>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9" name="Oval 128">
              <a:extLst>
                <a:ext uri="{FF2B5EF4-FFF2-40B4-BE49-F238E27FC236}">
                  <a16:creationId xmlns:a16="http://schemas.microsoft.com/office/drawing/2014/main" id="{0F7D27A9-31C7-1501-FC0C-A46B0362986C}"/>
                </a:ext>
              </a:extLst>
            </p:cNvPr>
            <p:cNvSpPr>
              <a:spLocks noChangeAspect="1"/>
            </p:cNvSpPr>
            <p:nvPr/>
          </p:nvSpPr>
          <p:spPr>
            <a:xfrm>
              <a:off x="1057404" y="1522575"/>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0" name="Oval 129">
              <a:extLst>
                <a:ext uri="{FF2B5EF4-FFF2-40B4-BE49-F238E27FC236}">
                  <a16:creationId xmlns:a16="http://schemas.microsoft.com/office/drawing/2014/main" id="{33AD8924-6228-D00E-888B-85BDA717B4DE}"/>
                </a:ext>
              </a:extLst>
            </p:cNvPr>
            <p:cNvSpPr>
              <a:spLocks noChangeAspect="1"/>
            </p:cNvSpPr>
            <p:nvPr/>
          </p:nvSpPr>
          <p:spPr>
            <a:xfrm>
              <a:off x="1152176" y="1480419"/>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31" name="Straight Arrow Connector 130">
              <a:extLst>
                <a:ext uri="{FF2B5EF4-FFF2-40B4-BE49-F238E27FC236}">
                  <a16:creationId xmlns:a16="http://schemas.microsoft.com/office/drawing/2014/main" id="{1FD16A6D-5347-5A7E-B6D9-05FEEFA00EAC}"/>
                </a:ext>
              </a:extLst>
            </p:cNvPr>
            <p:cNvCxnSpPr/>
            <p:nvPr/>
          </p:nvCxnSpPr>
          <p:spPr>
            <a:xfrm>
              <a:off x="1470423" y="1492807"/>
              <a:ext cx="18288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5914BE68-D547-6E30-0E53-9E1D08EB318D}"/>
                </a:ext>
              </a:extLst>
            </p:cNvPr>
            <p:cNvCxnSpPr/>
            <p:nvPr/>
          </p:nvCxnSpPr>
          <p:spPr>
            <a:xfrm>
              <a:off x="1470423" y="1421561"/>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DCFD7C4B-6B49-67B6-4772-15E9646DB88D}"/>
                </a:ext>
              </a:extLst>
            </p:cNvPr>
            <p:cNvCxnSpPr/>
            <p:nvPr/>
          </p:nvCxnSpPr>
          <p:spPr>
            <a:xfrm>
              <a:off x="1470423" y="1564803"/>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p:grpSp>
        <p:nvGrpSpPr>
          <p:cNvPr id="134" name="Group 133">
            <a:extLst>
              <a:ext uri="{FF2B5EF4-FFF2-40B4-BE49-F238E27FC236}">
                <a16:creationId xmlns:a16="http://schemas.microsoft.com/office/drawing/2014/main" id="{38170F39-5CFF-2F3F-C3F7-B2514ACC3F0A}"/>
              </a:ext>
            </a:extLst>
          </p:cNvPr>
          <p:cNvGrpSpPr/>
          <p:nvPr/>
        </p:nvGrpSpPr>
        <p:grpSpPr>
          <a:xfrm>
            <a:off x="1824994" y="2132544"/>
            <a:ext cx="2380426" cy="674688"/>
            <a:chOff x="43766" y="2027777"/>
            <a:chExt cx="1440082" cy="408165"/>
          </a:xfrm>
        </p:grpSpPr>
        <p:sp>
          <p:nvSpPr>
            <p:cNvPr id="135" name="TextBox 134">
              <a:extLst>
                <a:ext uri="{FF2B5EF4-FFF2-40B4-BE49-F238E27FC236}">
                  <a16:creationId xmlns:a16="http://schemas.microsoft.com/office/drawing/2014/main" id="{83243B78-59F5-7A4C-FE0B-9236D3517764}"/>
                </a:ext>
              </a:extLst>
            </p:cNvPr>
            <p:cNvSpPr txBox="1"/>
            <p:nvPr/>
          </p:nvSpPr>
          <p:spPr>
            <a:xfrm>
              <a:off x="43766" y="2027777"/>
              <a:ext cx="1237244"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 concentration pulses</a:t>
              </a:r>
            </a:p>
          </p:txBody>
        </p:sp>
        <p:sp>
          <p:nvSpPr>
            <p:cNvPr id="136" name="TextBox 135">
              <a:extLst>
                <a:ext uri="{FF2B5EF4-FFF2-40B4-BE49-F238E27FC236}">
                  <a16:creationId xmlns:a16="http://schemas.microsoft.com/office/drawing/2014/main" id="{331BAC6E-5260-4433-6250-A6F9E98BD0CD}"/>
                </a:ext>
              </a:extLst>
            </p:cNvPr>
            <p:cNvSpPr txBox="1"/>
            <p:nvPr/>
          </p:nvSpPr>
          <p:spPr>
            <a:xfrm>
              <a:off x="50753" y="2145876"/>
              <a:ext cx="1433095"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Signalling molecules are injected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into a laminar-flow channel</a:t>
              </a:r>
            </a:p>
          </p:txBody>
        </p:sp>
      </p:grpSp>
      <p:grpSp>
        <p:nvGrpSpPr>
          <p:cNvPr id="137" name="Group 136">
            <a:extLst>
              <a:ext uri="{FF2B5EF4-FFF2-40B4-BE49-F238E27FC236}">
                <a16:creationId xmlns:a16="http://schemas.microsoft.com/office/drawing/2014/main" id="{61222085-47E4-9F2F-401B-D8DD7EBB3278}"/>
              </a:ext>
            </a:extLst>
          </p:cNvPr>
          <p:cNvGrpSpPr/>
          <p:nvPr/>
        </p:nvGrpSpPr>
        <p:grpSpPr>
          <a:xfrm>
            <a:off x="4671805" y="2120497"/>
            <a:ext cx="2277215" cy="1390804"/>
            <a:chOff x="2122252" y="1293298"/>
            <a:chExt cx="1377643" cy="841392"/>
          </a:xfrm>
        </p:grpSpPr>
        <p:sp>
          <p:nvSpPr>
            <p:cNvPr id="138" name="Rectangle: Rounded Corners 137">
              <a:extLst>
                <a:ext uri="{FF2B5EF4-FFF2-40B4-BE49-F238E27FC236}">
                  <a16:creationId xmlns:a16="http://schemas.microsoft.com/office/drawing/2014/main" id="{CD786B61-22EF-8DE7-335C-B97F619054D2}"/>
                </a:ext>
              </a:extLst>
            </p:cNvPr>
            <p:cNvSpPr/>
            <p:nvPr/>
          </p:nvSpPr>
          <p:spPr>
            <a:xfrm>
              <a:off x="2143073" y="1306000"/>
              <a:ext cx="1356822" cy="828690"/>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39" name="Group 138">
              <a:extLst>
                <a:ext uri="{FF2B5EF4-FFF2-40B4-BE49-F238E27FC236}">
                  <a16:creationId xmlns:a16="http://schemas.microsoft.com/office/drawing/2014/main" id="{DCBDE1E1-B85E-FC1B-D818-6FE96E75F7D0}"/>
                </a:ext>
              </a:extLst>
            </p:cNvPr>
            <p:cNvGrpSpPr/>
            <p:nvPr/>
          </p:nvGrpSpPr>
          <p:grpSpPr>
            <a:xfrm>
              <a:off x="2218053" y="1690969"/>
              <a:ext cx="1007081" cy="427675"/>
              <a:chOff x="2096814" y="1275711"/>
              <a:chExt cx="1007081" cy="427675"/>
            </a:xfrm>
          </p:grpSpPr>
          <p:cxnSp>
            <p:nvCxnSpPr>
              <p:cNvPr id="143" name="Straight Connector 142">
                <a:extLst>
                  <a:ext uri="{FF2B5EF4-FFF2-40B4-BE49-F238E27FC236}">
                    <a16:creationId xmlns:a16="http://schemas.microsoft.com/office/drawing/2014/main" id="{ADD2A8F5-8D41-71E3-8742-9E71C6413FBD}"/>
                  </a:ext>
                </a:extLst>
              </p:cNvPr>
              <p:cNvCxnSpPr>
                <a:cxnSpLocks/>
              </p:cNvCxnSpPr>
              <p:nvPr/>
            </p:nvCxnSpPr>
            <p:spPr>
              <a:xfrm>
                <a:off x="2096814" y="1533518"/>
                <a:ext cx="998535"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4" name="Straight Connector 143">
                <a:extLst>
                  <a:ext uri="{FF2B5EF4-FFF2-40B4-BE49-F238E27FC236}">
                    <a16:creationId xmlns:a16="http://schemas.microsoft.com/office/drawing/2014/main" id="{63C95732-C2DF-5741-BE97-D9F88B481F15}"/>
                  </a:ext>
                </a:extLst>
              </p:cNvPr>
              <p:cNvCxnSpPr>
                <a:cxnSpLocks/>
              </p:cNvCxnSpPr>
              <p:nvPr/>
            </p:nvCxnSpPr>
            <p:spPr>
              <a:xfrm flipV="1">
                <a:off x="2309277" y="1368465"/>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5" name="Straight Connector 144">
                <a:extLst>
                  <a:ext uri="{FF2B5EF4-FFF2-40B4-BE49-F238E27FC236}">
                    <a16:creationId xmlns:a16="http://schemas.microsoft.com/office/drawing/2014/main" id="{92BBFAD7-B1B4-B6B7-A0F7-429F70597E94}"/>
                  </a:ext>
                </a:extLst>
              </p:cNvPr>
              <p:cNvCxnSpPr>
                <a:cxnSpLocks/>
              </p:cNvCxnSpPr>
              <p:nvPr/>
            </p:nvCxnSpPr>
            <p:spPr>
              <a:xfrm flipV="1">
                <a:off x="2573052" y="1366846"/>
                <a:ext cx="266861"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CFEDDFE2-42D1-FA00-0611-5AC148AB0241}"/>
                  </a:ext>
                </a:extLst>
              </p:cNvPr>
              <p:cNvCxnSpPr>
                <a:cxnSpLocks/>
              </p:cNvCxnSpPr>
              <p:nvPr/>
            </p:nvCxnSpPr>
            <p:spPr>
              <a:xfrm flipH="1" flipV="1">
                <a:off x="2840120" y="1368464"/>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47" name="Group 146">
                <a:extLst>
                  <a:ext uri="{FF2B5EF4-FFF2-40B4-BE49-F238E27FC236}">
                    <a16:creationId xmlns:a16="http://schemas.microsoft.com/office/drawing/2014/main" id="{09A7CD7A-7902-0EBD-8300-D6943D524481}"/>
                  </a:ext>
                </a:extLst>
              </p:cNvPr>
              <p:cNvGrpSpPr/>
              <p:nvPr/>
            </p:nvGrpSpPr>
            <p:grpSpPr>
              <a:xfrm flipV="1">
                <a:off x="2308268" y="1536714"/>
                <a:ext cx="792237" cy="166672"/>
                <a:chOff x="2450838" y="1647010"/>
                <a:chExt cx="792237" cy="166672"/>
              </a:xfrm>
            </p:grpSpPr>
            <p:cxnSp>
              <p:nvCxnSpPr>
                <p:cNvPr id="151" name="Straight Connector 150">
                  <a:extLst>
                    <a:ext uri="{FF2B5EF4-FFF2-40B4-BE49-F238E27FC236}">
                      <a16:creationId xmlns:a16="http://schemas.microsoft.com/office/drawing/2014/main" id="{C45A54F8-A583-423C-2FC6-3AA8599C5EC4}"/>
                    </a:ext>
                  </a:extLst>
                </p:cNvPr>
                <p:cNvCxnSpPr>
                  <a:cxnSpLocks/>
                </p:cNvCxnSpPr>
                <p:nvPr/>
              </p:nvCxnSpPr>
              <p:spPr>
                <a:xfrm flipV="1">
                  <a:off x="2450838" y="1648629"/>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13FCA84-49BE-FFCC-2BF1-FCA8F1D93C73}"/>
                    </a:ext>
                  </a:extLst>
                </p:cNvPr>
                <p:cNvCxnSpPr>
                  <a:cxnSpLocks/>
                </p:cNvCxnSpPr>
                <p:nvPr/>
              </p:nvCxnSpPr>
              <p:spPr>
                <a:xfrm flipV="1">
                  <a:off x="2714613" y="1647010"/>
                  <a:ext cx="266861"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C46EFED9-CA03-1C17-4DE7-E9F1C3DBB41D}"/>
                    </a:ext>
                  </a:extLst>
                </p:cNvPr>
                <p:cNvCxnSpPr>
                  <a:cxnSpLocks/>
                </p:cNvCxnSpPr>
                <p:nvPr/>
              </p:nvCxnSpPr>
              <p:spPr>
                <a:xfrm flipH="1" flipV="1">
                  <a:off x="2979300" y="1648628"/>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D74DF62C-50C9-CFFA-3201-00A977EC9F16}"/>
                      </a:ext>
                    </a:extLst>
                  </p:cNvPr>
                  <p:cNvSpPr txBox="1"/>
                  <p:nvPr/>
                </p:nvSpPr>
                <p:spPr>
                  <a:xfrm>
                    <a:off x="2648508" y="1439062"/>
                    <a:ext cx="95347"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48" name="TextBox 147">
                    <a:extLst>
                      <a:ext uri="{FF2B5EF4-FFF2-40B4-BE49-F238E27FC236}">
                        <a16:creationId xmlns:a16="http://schemas.microsoft.com/office/drawing/2014/main" id="{D74DF62C-50C9-CFFA-3201-00A977EC9F16}"/>
                      </a:ext>
                    </a:extLst>
                  </p:cNvPr>
                  <p:cNvSpPr txBox="1">
                    <a:spLocks noRot="1" noChangeAspect="1" noMove="1" noResize="1" noEditPoints="1" noAdjustHandles="1" noChangeArrowheads="1" noChangeShapeType="1" noTextEdit="1"/>
                  </p:cNvSpPr>
                  <p:nvPr/>
                </p:nvSpPr>
                <p:spPr>
                  <a:xfrm>
                    <a:off x="2648508" y="1439062"/>
                    <a:ext cx="95347" cy="83787"/>
                  </a:xfrm>
                  <a:prstGeom prst="rect">
                    <a:avLst/>
                  </a:prstGeom>
                  <a:blipFill>
                    <a:blip r:embed="rId6"/>
                    <a:stretch>
                      <a:fillRect l="-11538" r="-11538"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0284CF5D-47B5-F1CF-0C29-E96AAD5A0F57}"/>
                      </a:ext>
                    </a:extLst>
                  </p:cNvPr>
                  <p:cNvSpPr txBox="1"/>
                  <p:nvPr/>
                </p:nvSpPr>
                <p:spPr>
                  <a:xfrm>
                    <a:off x="2647771" y="1275711"/>
                    <a:ext cx="96976"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49" name="TextBox 148">
                    <a:extLst>
                      <a:ext uri="{FF2B5EF4-FFF2-40B4-BE49-F238E27FC236}">
                        <a16:creationId xmlns:a16="http://schemas.microsoft.com/office/drawing/2014/main" id="{0284CF5D-47B5-F1CF-0C29-E96AAD5A0F57}"/>
                      </a:ext>
                    </a:extLst>
                  </p:cNvPr>
                  <p:cNvSpPr txBox="1">
                    <a:spLocks noRot="1" noChangeAspect="1" noMove="1" noResize="1" noEditPoints="1" noAdjustHandles="1" noChangeArrowheads="1" noChangeShapeType="1" noTextEdit="1"/>
                  </p:cNvSpPr>
                  <p:nvPr/>
                </p:nvSpPr>
                <p:spPr>
                  <a:xfrm>
                    <a:off x="2647771" y="1275711"/>
                    <a:ext cx="96976" cy="83787"/>
                  </a:xfrm>
                  <a:prstGeom prst="rect">
                    <a:avLst/>
                  </a:prstGeom>
                  <a:blipFill>
                    <a:blip r:embed="rId7"/>
                    <a:stretch>
                      <a:fillRect l="-11538" r="-11538"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BBDE8404-923F-47C6-7E6D-B6F0BB4C3BEA}"/>
                      </a:ext>
                    </a:extLst>
                  </p:cNvPr>
                  <p:cNvSpPr txBox="1"/>
                  <p:nvPr/>
                </p:nvSpPr>
                <p:spPr>
                  <a:xfrm>
                    <a:off x="2647771" y="1613336"/>
                    <a:ext cx="96976"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50" name="TextBox 149">
                    <a:extLst>
                      <a:ext uri="{FF2B5EF4-FFF2-40B4-BE49-F238E27FC236}">
                        <a16:creationId xmlns:a16="http://schemas.microsoft.com/office/drawing/2014/main" id="{BBDE8404-923F-47C6-7E6D-B6F0BB4C3BEA}"/>
                      </a:ext>
                    </a:extLst>
                  </p:cNvPr>
                  <p:cNvSpPr txBox="1">
                    <a:spLocks noRot="1" noChangeAspect="1" noMove="1" noResize="1" noEditPoints="1" noAdjustHandles="1" noChangeArrowheads="1" noChangeShapeType="1" noTextEdit="1"/>
                  </p:cNvSpPr>
                  <p:nvPr/>
                </p:nvSpPr>
                <p:spPr>
                  <a:xfrm>
                    <a:off x="2647771" y="1613336"/>
                    <a:ext cx="96976" cy="83787"/>
                  </a:xfrm>
                  <a:prstGeom prst="rect">
                    <a:avLst/>
                  </a:prstGeom>
                  <a:blipFill>
                    <a:blip r:embed="rId8"/>
                    <a:stretch>
                      <a:fillRect l="-11538" r="-11538" b="-13043"/>
                    </a:stretch>
                  </a:blipFill>
                </p:spPr>
                <p:txBody>
                  <a:bodyPr/>
                  <a:lstStyle/>
                  <a:p>
                    <a:r>
                      <a:rPr lang="en-US">
                        <a:noFill/>
                      </a:rPr>
                      <a:t> </a:t>
                    </a:r>
                  </a:p>
                </p:txBody>
              </p:sp>
            </mc:Fallback>
          </mc:AlternateContent>
        </p:grpSp>
        <p:grpSp>
          <p:nvGrpSpPr>
            <p:cNvPr id="140" name="Group 139">
              <a:extLst>
                <a:ext uri="{FF2B5EF4-FFF2-40B4-BE49-F238E27FC236}">
                  <a16:creationId xmlns:a16="http://schemas.microsoft.com/office/drawing/2014/main" id="{D22091FA-2CBB-E4B8-6357-3FD144E641A8}"/>
                </a:ext>
              </a:extLst>
            </p:cNvPr>
            <p:cNvGrpSpPr/>
            <p:nvPr/>
          </p:nvGrpSpPr>
          <p:grpSpPr>
            <a:xfrm>
              <a:off x="2122252" y="1293298"/>
              <a:ext cx="1087900" cy="420475"/>
              <a:chOff x="1974463" y="1711291"/>
              <a:chExt cx="1087900" cy="420475"/>
            </a:xfrm>
          </p:grpSpPr>
          <p:sp>
            <p:nvSpPr>
              <p:cNvPr id="141" name="TextBox 140">
                <a:extLst>
                  <a:ext uri="{FF2B5EF4-FFF2-40B4-BE49-F238E27FC236}">
                    <a16:creationId xmlns:a16="http://schemas.microsoft.com/office/drawing/2014/main" id="{5F6B834D-0EA3-51E1-AAE1-77BE5F836341}"/>
                  </a:ext>
                </a:extLst>
              </p:cNvPr>
              <p:cNvSpPr txBox="1"/>
              <p:nvPr/>
            </p:nvSpPr>
            <p:spPr>
              <a:xfrm>
                <a:off x="1987863" y="1841700"/>
                <a:ext cx="1052988" cy="290066"/>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rPr>
                  <a:t>Interconnected pipes realizes the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rPr>
                  <a:t>linear operation of a neuron </a:t>
                </a:r>
              </a:p>
            </p:txBody>
          </p:sp>
          <p:sp>
            <p:nvSpPr>
              <p:cNvPr id="142" name="TextBox 141">
                <a:extLst>
                  <a:ext uri="{FF2B5EF4-FFF2-40B4-BE49-F238E27FC236}">
                    <a16:creationId xmlns:a16="http://schemas.microsoft.com/office/drawing/2014/main" id="{31D6DFE2-3852-A638-AC60-665D21CFC11E}"/>
                  </a:ext>
                </a:extLst>
              </p:cNvPr>
              <p:cNvSpPr txBox="1"/>
              <p:nvPr/>
            </p:nvSpPr>
            <p:spPr>
              <a:xfrm>
                <a:off x="1974463" y="1711291"/>
                <a:ext cx="1087900"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Branched-channel FIR filter</a:t>
                </a:r>
              </a:p>
            </p:txBody>
          </p:sp>
        </p:grpSp>
      </p:grpSp>
      <p:grpSp>
        <p:nvGrpSpPr>
          <p:cNvPr id="154" name="Group 153">
            <a:extLst>
              <a:ext uri="{FF2B5EF4-FFF2-40B4-BE49-F238E27FC236}">
                <a16:creationId xmlns:a16="http://schemas.microsoft.com/office/drawing/2014/main" id="{715C7D09-F8E8-440D-2019-559D038369B8}"/>
              </a:ext>
            </a:extLst>
          </p:cNvPr>
          <p:cNvGrpSpPr/>
          <p:nvPr/>
        </p:nvGrpSpPr>
        <p:grpSpPr>
          <a:xfrm>
            <a:off x="7252233" y="2151073"/>
            <a:ext cx="2326055" cy="1369807"/>
            <a:chOff x="3398647" y="1292745"/>
            <a:chExt cx="1407189" cy="828690"/>
          </a:xfrm>
        </p:grpSpPr>
        <p:sp>
          <p:nvSpPr>
            <p:cNvPr id="155" name="Rectangle: Rounded Corners 154">
              <a:extLst>
                <a:ext uri="{FF2B5EF4-FFF2-40B4-BE49-F238E27FC236}">
                  <a16:creationId xmlns:a16="http://schemas.microsoft.com/office/drawing/2014/main" id="{2B6C059A-F550-2FCD-5E38-5461096F1DF8}"/>
                </a:ext>
              </a:extLst>
            </p:cNvPr>
            <p:cNvSpPr/>
            <p:nvPr/>
          </p:nvSpPr>
          <p:spPr>
            <a:xfrm>
              <a:off x="3430313" y="1292745"/>
              <a:ext cx="1375523" cy="828690"/>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56" name="Graphic 155" descr="Flask outline">
              <a:extLst>
                <a:ext uri="{FF2B5EF4-FFF2-40B4-BE49-F238E27FC236}">
                  <a16:creationId xmlns:a16="http://schemas.microsoft.com/office/drawing/2014/main" id="{C7B2B87D-639A-A0DF-CB61-E191998DFB5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195640" y="1740930"/>
              <a:ext cx="338974" cy="338974"/>
            </a:xfrm>
            <a:prstGeom prst="rect">
              <a:avLst/>
            </a:prstGeom>
          </p:spPr>
        </p:pic>
        <p:grpSp>
          <p:nvGrpSpPr>
            <p:cNvPr id="157" name="Group 156">
              <a:extLst>
                <a:ext uri="{FF2B5EF4-FFF2-40B4-BE49-F238E27FC236}">
                  <a16:creationId xmlns:a16="http://schemas.microsoft.com/office/drawing/2014/main" id="{2CB725F7-24B3-41CD-26FD-6BDF828B2D60}"/>
                </a:ext>
              </a:extLst>
            </p:cNvPr>
            <p:cNvGrpSpPr/>
            <p:nvPr/>
          </p:nvGrpSpPr>
          <p:grpSpPr>
            <a:xfrm>
              <a:off x="3398647" y="1298979"/>
              <a:ext cx="1407188" cy="504263"/>
              <a:chOff x="2025263" y="1711291"/>
              <a:chExt cx="1407188" cy="504263"/>
            </a:xfrm>
          </p:grpSpPr>
          <p:sp>
            <p:nvSpPr>
              <p:cNvPr id="158" name="TextBox 157">
                <a:extLst>
                  <a:ext uri="{FF2B5EF4-FFF2-40B4-BE49-F238E27FC236}">
                    <a16:creationId xmlns:a16="http://schemas.microsoft.com/office/drawing/2014/main" id="{DC27549F-50DF-A6ED-74FA-C4E02AC88135}"/>
                  </a:ext>
                </a:extLst>
              </p:cNvPr>
              <p:cNvSpPr txBox="1"/>
              <p:nvPr/>
            </p:nvSpPr>
            <p:spPr>
              <a:xfrm>
                <a:off x="2025963" y="1841700"/>
                <a:ext cx="1406488" cy="373854"/>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Non-linear components of chemical reactions synthetize the activation function of a neuron</a:t>
                </a:r>
              </a:p>
            </p:txBody>
          </p:sp>
          <p:sp>
            <p:nvSpPr>
              <p:cNvPr id="159" name="TextBox 158">
                <a:extLst>
                  <a:ext uri="{FF2B5EF4-FFF2-40B4-BE49-F238E27FC236}">
                    <a16:creationId xmlns:a16="http://schemas.microsoft.com/office/drawing/2014/main" id="{EFFD30FA-7C33-E099-0F63-CF71D24621F0}"/>
                  </a:ext>
                </a:extLst>
              </p:cNvPr>
              <p:cNvSpPr txBox="1"/>
              <p:nvPr/>
            </p:nvSpPr>
            <p:spPr>
              <a:xfrm>
                <a:off x="2025263" y="1711291"/>
                <a:ext cx="1183907"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Acidic-base chemical reaction</a:t>
                </a:r>
              </a:p>
            </p:txBody>
          </p:sp>
        </p:grpSp>
      </p:grpSp>
      <p:cxnSp>
        <p:nvCxnSpPr>
          <p:cNvPr id="161" name="Straight Connector 160">
            <a:extLst>
              <a:ext uri="{FF2B5EF4-FFF2-40B4-BE49-F238E27FC236}">
                <a16:creationId xmlns:a16="http://schemas.microsoft.com/office/drawing/2014/main" id="{4F886EED-FDC5-4324-233D-F1FCA8D711AB}"/>
              </a:ext>
            </a:extLst>
          </p:cNvPr>
          <p:cNvCxnSpPr>
            <a:cxnSpLocks/>
          </p:cNvCxnSpPr>
          <p:nvPr/>
        </p:nvCxnSpPr>
        <p:spPr>
          <a:xfrm flipV="1">
            <a:off x="39817" y="3601774"/>
            <a:ext cx="12152183" cy="442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62" name="TextBox 161">
            <a:extLst>
              <a:ext uri="{FF2B5EF4-FFF2-40B4-BE49-F238E27FC236}">
                <a16:creationId xmlns:a16="http://schemas.microsoft.com/office/drawing/2014/main" id="{50BCE6D0-8A62-3BF3-F2AD-D56CD256D44B}"/>
              </a:ext>
            </a:extLst>
          </p:cNvPr>
          <p:cNvSpPr txBox="1"/>
          <p:nvPr/>
        </p:nvSpPr>
        <p:spPr>
          <a:xfrm>
            <a:off x="-41076" y="3608440"/>
            <a:ext cx="94448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CHEMICAL</a:t>
            </a:r>
          </a:p>
        </p:txBody>
      </p:sp>
      <p:sp>
        <p:nvSpPr>
          <p:cNvPr id="163" name="TextBox 162">
            <a:extLst>
              <a:ext uri="{FF2B5EF4-FFF2-40B4-BE49-F238E27FC236}">
                <a16:creationId xmlns:a16="http://schemas.microsoft.com/office/drawing/2014/main" id="{7063533F-5272-2991-ED66-4325B577867A}"/>
              </a:ext>
            </a:extLst>
          </p:cNvPr>
          <p:cNvSpPr txBox="1"/>
          <p:nvPr/>
        </p:nvSpPr>
        <p:spPr>
          <a:xfrm>
            <a:off x="45294" y="3885572"/>
            <a:ext cx="127890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Reaction Networks</a:t>
            </a:r>
          </a:p>
        </p:txBody>
      </p:sp>
      <p:sp>
        <p:nvSpPr>
          <p:cNvPr id="164" name="TextBox 163">
            <a:extLst>
              <a:ext uri="{FF2B5EF4-FFF2-40B4-BE49-F238E27FC236}">
                <a16:creationId xmlns:a16="http://schemas.microsoft.com/office/drawing/2014/main" id="{87A41012-CC0A-12D3-75BB-6BE8578B9F08}"/>
              </a:ext>
            </a:extLst>
          </p:cNvPr>
          <p:cNvSpPr txBox="1"/>
          <p:nvPr/>
        </p:nvSpPr>
        <p:spPr>
          <a:xfrm>
            <a:off x="26946" y="2760680"/>
            <a:ext cx="1481154"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Geometry of microfluidic pipes sets the weights, chemistry sets non-linearity</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cxnSp>
        <p:nvCxnSpPr>
          <p:cNvPr id="165" name="Straight Connector 164">
            <a:extLst>
              <a:ext uri="{FF2B5EF4-FFF2-40B4-BE49-F238E27FC236}">
                <a16:creationId xmlns:a16="http://schemas.microsoft.com/office/drawing/2014/main" id="{E15AD936-F949-6E8A-007B-F2946CB70F49}"/>
              </a:ext>
            </a:extLst>
          </p:cNvPr>
          <p:cNvCxnSpPr>
            <a:cxnSpLocks/>
          </p:cNvCxnSpPr>
          <p:nvPr/>
        </p:nvCxnSpPr>
        <p:spPr>
          <a:xfrm flipV="1">
            <a:off x="29018" y="5237265"/>
            <a:ext cx="7117256" cy="1927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pic>
        <p:nvPicPr>
          <p:cNvPr id="166" name="Graphic 165" descr="Germ outline">
            <a:extLst>
              <a:ext uri="{FF2B5EF4-FFF2-40B4-BE49-F238E27FC236}">
                <a16:creationId xmlns:a16="http://schemas.microsoft.com/office/drawing/2014/main" id="{62EF713F-126E-7E90-B631-CDDE6DA09A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019911" y="4458473"/>
            <a:ext cx="375261" cy="375261"/>
          </a:xfrm>
          <a:prstGeom prst="rect">
            <a:avLst/>
          </a:prstGeom>
        </p:spPr>
      </p:pic>
      <p:pic>
        <p:nvPicPr>
          <p:cNvPr id="167" name="Graphic 166" descr="Germ outline">
            <a:extLst>
              <a:ext uri="{FF2B5EF4-FFF2-40B4-BE49-F238E27FC236}">
                <a16:creationId xmlns:a16="http://schemas.microsoft.com/office/drawing/2014/main" id="{F39DE605-B15E-AF11-A074-04AECF3F1CA0}"/>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rot="1246808">
            <a:off x="3395135" y="4379803"/>
            <a:ext cx="273249" cy="273249"/>
          </a:xfrm>
          <a:prstGeom prst="rect">
            <a:avLst/>
          </a:prstGeom>
        </p:spPr>
      </p:pic>
      <p:pic>
        <p:nvPicPr>
          <p:cNvPr id="168" name="Graphic 167" descr="Germ outline">
            <a:extLst>
              <a:ext uri="{FF2B5EF4-FFF2-40B4-BE49-F238E27FC236}">
                <a16:creationId xmlns:a16="http://schemas.microsoft.com/office/drawing/2014/main" id="{2C4937D4-9F18-BEB7-FF03-CD7D9C7AF1D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rot="20600580">
            <a:off x="3405942" y="4656702"/>
            <a:ext cx="173113" cy="173113"/>
          </a:xfrm>
          <a:prstGeom prst="rect">
            <a:avLst/>
          </a:prstGeom>
        </p:spPr>
      </p:pic>
      <p:sp>
        <p:nvSpPr>
          <p:cNvPr id="180" name="TextBox 179">
            <a:extLst>
              <a:ext uri="{FF2B5EF4-FFF2-40B4-BE49-F238E27FC236}">
                <a16:creationId xmlns:a16="http://schemas.microsoft.com/office/drawing/2014/main" id="{4D35B308-71A6-3785-14D9-DE9D63F8EBBC}"/>
              </a:ext>
            </a:extLst>
          </p:cNvPr>
          <p:cNvSpPr txBox="1"/>
          <p:nvPr/>
        </p:nvSpPr>
        <p:spPr>
          <a:xfrm>
            <a:off x="-41076" y="5301377"/>
            <a:ext cx="1181734"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GB" sz="1000" b="1" i="0" u="none" strike="noStrike" kern="1200" cap="none" spc="0" normalizeH="0" baseline="0" noProof="0" dirty="0">
                <a:ln>
                  <a:noFill/>
                </a:ln>
                <a:solidFill>
                  <a:prstClr val="black"/>
                </a:solidFill>
                <a:effectLst/>
                <a:uLnTx/>
                <a:uFillTx/>
                <a:latin typeface="Arial Nova" panose="020F0502020204030204" pitchFamily="34" charset="0"/>
                <a:ea typeface="+mn-ea"/>
                <a:cs typeface="Arial" panose="020B0604020202020204" pitchFamily="34" charset="0"/>
              </a:rPr>
              <a:t>CELLULAR / WET</a:t>
            </a:r>
          </a:p>
        </p:txBody>
      </p:sp>
      <p:sp>
        <p:nvSpPr>
          <p:cNvPr id="184" name="Rectangle: Rounded Corners 183">
            <a:extLst>
              <a:ext uri="{FF2B5EF4-FFF2-40B4-BE49-F238E27FC236}">
                <a16:creationId xmlns:a16="http://schemas.microsoft.com/office/drawing/2014/main" id="{BA28CC9F-B2CB-DA84-DF38-9735CBB109C4}"/>
              </a:ext>
            </a:extLst>
          </p:cNvPr>
          <p:cNvSpPr/>
          <p:nvPr/>
        </p:nvSpPr>
        <p:spPr>
          <a:xfrm>
            <a:off x="1882979" y="5320556"/>
            <a:ext cx="2432087"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185" name="Graphic 184" descr="Germ outline">
            <a:extLst>
              <a:ext uri="{FF2B5EF4-FFF2-40B4-BE49-F238E27FC236}">
                <a16:creationId xmlns:a16="http://schemas.microsoft.com/office/drawing/2014/main" id="{5B684311-A546-86B3-7975-EF9E942A9AB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794897" y="5949342"/>
            <a:ext cx="645204" cy="645204"/>
          </a:xfrm>
          <a:prstGeom prst="rect">
            <a:avLst/>
          </a:prstGeom>
        </p:spPr>
      </p:pic>
      <p:sp>
        <p:nvSpPr>
          <p:cNvPr id="186" name="Oval 185">
            <a:extLst>
              <a:ext uri="{FF2B5EF4-FFF2-40B4-BE49-F238E27FC236}">
                <a16:creationId xmlns:a16="http://schemas.microsoft.com/office/drawing/2014/main" id="{A72275C1-AEF2-29D7-2330-98BD3D3BC1DB}"/>
              </a:ext>
            </a:extLst>
          </p:cNvPr>
          <p:cNvSpPr>
            <a:spLocks noChangeAspect="1"/>
          </p:cNvSpPr>
          <p:nvPr/>
        </p:nvSpPr>
        <p:spPr>
          <a:xfrm>
            <a:off x="2042089" y="6359831"/>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7" name="Oval 186">
            <a:extLst>
              <a:ext uri="{FF2B5EF4-FFF2-40B4-BE49-F238E27FC236}">
                <a16:creationId xmlns:a16="http://schemas.microsoft.com/office/drawing/2014/main" id="{BA6C10F9-B1D2-2A0F-A5EC-801ABE08B3E6}"/>
              </a:ext>
            </a:extLst>
          </p:cNvPr>
          <p:cNvSpPr>
            <a:spLocks noChangeAspect="1"/>
          </p:cNvSpPr>
          <p:nvPr/>
        </p:nvSpPr>
        <p:spPr>
          <a:xfrm>
            <a:off x="2491286" y="646028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8" name="Oval 187">
            <a:extLst>
              <a:ext uri="{FF2B5EF4-FFF2-40B4-BE49-F238E27FC236}">
                <a16:creationId xmlns:a16="http://schemas.microsoft.com/office/drawing/2014/main" id="{C9A2D5DD-F762-C458-C69E-0E2AB97B4DCC}"/>
              </a:ext>
            </a:extLst>
          </p:cNvPr>
          <p:cNvSpPr>
            <a:spLocks noChangeAspect="1"/>
          </p:cNvSpPr>
          <p:nvPr/>
        </p:nvSpPr>
        <p:spPr>
          <a:xfrm>
            <a:off x="2098841" y="651451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9" name="Oval 188">
            <a:extLst>
              <a:ext uri="{FF2B5EF4-FFF2-40B4-BE49-F238E27FC236}">
                <a16:creationId xmlns:a16="http://schemas.microsoft.com/office/drawing/2014/main" id="{975E7AA4-4B1B-AEFC-8986-1FF5E1932CFC}"/>
              </a:ext>
            </a:extLst>
          </p:cNvPr>
          <p:cNvSpPr>
            <a:spLocks noChangeAspect="1"/>
          </p:cNvSpPr>
          <p:nvPr/>
        </p:nvSpPr>
        <p:spPr>
          <a:xfrm>
            <a:off x="2590351"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0" name="Oval 189">
            <a:extLst>
              <a:ext uri="{FF2B5EF4-FFF2-40B4-BE49-F238E27FC236}">
                <a16:creationId xmlns:a16="http://schemas.microsoft.com/office/drawing/2014/main" id="{12F895B1-82E3-60E0-28B0-6ACC6EA02BB6}"/>
              </a:ext>
            </a:extLst>
          </p:cNvPr>
          <p:cNvSpPr>
            <a:spLocks noChangeAspect="1"/>
          </p:cNvSpPr>
          <p:nvPr/>
        </p:nvSpPr>
        <p:spPr>
          <a:xfrm>
            <a:off x="2245214"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1" name="Oval 190">
            <a:extLst>
              <a:ext uri="{FF2B5EF4-FFF2-40B4-BE49-F238E27FC236}">
                <a16:creationId xmlns:a16="http://schemas.microsoft.com/office/drawing/2014/main" id="{6ACF596D-B5D7-3B09-5D98-2FE61A4C233E}"/>
              </a:ext>
            </a:extLst>
          </p:cNvPr>
          <p:cNvSpPr>
            <a:spLocks noChangeAspect="1"/>
          </p:cNvSpPr>
          <p:nvPr/>
        </p:nvSpPr>
        <p:spPr>
          <a:xfrm>
            <a:off x="2190990" y="627484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2" name="Oval 191">
            <a:extLst>
              <a:ext uri="{FF2B5EF4-FFF2-40B4-BE49-F238E27FC236}">
                <a16:creationId xmlns:a16="http://schemas.microsoft.com/office/drawing/2014/main" id="{5FB08842-A77F-4B91-87B3-CD59ABB19612}"/>
              </a:ext>
            </a:extLst>
          </p:cNvPr>
          <p:cNvSpPr>
            <a:spLocks noChangeAspect="1"/>
          </p:cNvSpPr>
          <p:nvPr/>
        </p:nvSpPr>
        <p:spPr>
          <a:xfrm>
            <a:off x="2697661"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93" name="Group 192">
            <a:extLst>
              <a:ext uri="{FF2B5EF4-FFF2-40B4-BE49-F238E27FC236}">
                <a16:creationId xmlns:a16="http://schemas.microsoft.com/office/drawing/2014/main" id="{1C9B162E-AB73-B7EF-545B-D219BDAC30B4}"/>
              </a:ext>
            </a:extLst>
          </p:cNvPr>
          <p:cNvGrpSpPr/>
          <p:nvPr/>
        </p:nvGrpSpPr>
        <p:grpSpPr>
          <a:xfrm>
            <a:off x="1845762" y="5295846"/>
            <a:ext cx="1885791" cy="674688"/>
            <a:chOff x="43766" y="2027777"/>
            <a:chExt cx="1140844" cy="408165"/>
          </a:xfrm>
        </p:grpSpPr>
        <p:sp>
          <p:nvSpPr>
            <p:cNvPr id="194" name="TextBox 193">
              <a:extLst>
                <a:ext uri="{FF2B5EF4-FFF2-40B4-BE49-F238E27FC236}">
                  <a16:creationId xmlns:a16="http://schemas.microsoft.com/office/drawing/2014/main" id="{057392A4-EFCD-550F-338B-707926F7C414}"/>
                </a:ext>
              </a:extLst>
            </p:cNvPr>
            <p:cNvSpPr txBox="1"/>
            <p:nvPr/>
          </p:nvSpPr>
          <p:spPr>
            <a:xfrm>
              <a:off x="43766" y="2027777"/>
              <a:ext cx="763998"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 inducers</a:t>
              </a:r>
            </a:p>
          </p:txBody>
        </p:sp>
        <p:sp>
          <p:nvSpPr>
            <p:cNvPr id="195" name="TextBox 194">
              <a:extLst>
                <a:ext uri="{FF2B5EF4-FFF2-40B4-BE49-F238E27FC236}">
                  <a16:creationId xmlns:a16="http://schemas.microsoft.com/office/drawing/2014/main" id="{5E2A5398-2F1F-0A2B-2373-6EFC9E63AC8C}"/>
                </a:ext>
              </a:extLst>
            </p:cNvPr>
            <p:cNvSpPr txBox="1"/>
            <p:nvPr/>
          </p:nvSpPr>
          <p:spPr>
            <a:xfrm>
              <a:off x="50754" y="2145876"/>
              <a:ext cx="1133856"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Chemical inducers activate bacteria to release signalling molecules</a:t>
              </a:r>
            </a:p>
          </p:txBody>
        </p:sp>
      </p:grpSp>
      <p:sp>
        <p:nvSpPr>
          <p:cNvPr id="196" name="Rectangle: Rounded Corners 195">
            <a:extLst>
              <a:ext uri="{FF2B5EF4-FFF2-40B4-BE49-F238E27FC236}">
                <a16:creationId xmlns:a16="http://schemas.microsoft.com/office/drawing/2014/main" id="{EA822208-6416-F7F4-26EF-C3D80C2101EA}"/>
              </a:ext>
            </a:extLst>
          </p:cNvPr>
          <p:cNvSpPr/>
          <p:nvPr/>
        </p:nvSpPr>
        <p:spPr>
          <a:xfrm>
            <a:off x="4676249" y="3735519"/>
            <a:ext cx="227277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197" name="TextBox 196">
                <a:extLst>
                  <a:ext uri="{FF2B5EF4-FFF2-40B4-BE49-F238E27FC236}">
                    <a16:creationId xmlns:a16="http://schemas.microsoft.com/office/drawing/2014/main" id="{5C361E19-7527-0161-4358-C8E3AFF10A7C}"/>
                  </a:ext>
                </a:extLst>
              </p:cNvPr>
              <p:cNvSpPr txBox="1"/>
              <p:nvPr/>
            </p:nvSpPr>
            <p:spPr>
              <a:xfrm>
                <a:off x="4779829" y="4787274"/>
                <a:ext cx="120353"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97" name="TextBox 196">
                <a:extLst>
                  <a:ext uri="{FF2B5EF4-FFF2-40B4-BE49-F238E27FC236}">
                    <a16:creationId xmlns:a16="http://schemas.microsoft.com/office/drawing/2014/main" id="{5C361E19-7527-0161-4358-C8E3AFF10A7C}"/>
                  </a:ext>
                </a:extLst>
              </p:cNvPr>
              <p:cNvSpPr txBox="1">
                <a:spLocks noRot="1" noChangeAspect="1" noMove="1" noResize="1" noEditPoints="1" noAdjustHandles="1" noChangeArrowheads="1" noChangeShapeType="1" noTextEdit="1"/>
              </p:cNvSpPr>
              <p:nvPr/>
            </p:nvSpPr>
            <p:spPr>
              <a:xfrm>
                <a:off x="4779829" y="4787274"/>
                <a:ext cx="120353" cy="138498"/>
              </a:xfrm>
              <a:prstGeom prst="rect">
                <a:avLst/>
              </a:prstGeom>
              <a:blipFill>
                <a:blip r:embed="rId12"/>
                <a:stretch>
                  <a:fillRect l="-15000" r="-10000" b="-13043"/>
                </a:stretch>
              </a:blipFill>
            </p:spPr>
            <p:txBody>
              <a:bodyPr/>
              <a:lstStyle/>
              <a:p>
                <a:r>
                  <a:rPr lang="en-US">
                    <a:noFill/>
                  </a:rPr>
                  <a:t> </a:t>
                </a:r>
              </a:p>
            </p:txBody>
          </p:sp>
        </mc:Fallback>
      </mc:AlternateContent>
      <p:grpSp>
        <p:nvGrpSpPr>
          <p:cNvPr id="198" name="Group 197">
            <a:extLst>
              <a:ext uri="{FF2B5EF4-FFF2-40B4-BE49-F238E27FC236}">
                <a16:creationId xmlns:a16="http://schemas.microsoft.com/office/drawing/2014/main" id="{0EED950D-6D2F-5B3A-9F84-88338530A758}"/>
              </a:ext>
            </a:extLst>
          </p:cNvPr>
          <p:cNvGrpSpPr>
            <a:grpSpLocks noChangeAspect="1"/>
          </p:cNvGrpSpPr>
          <p:nvPr/>
        </p:nvGrpSpPr>
        <p:grpSpPr>
          <a:xfrm>
            <a:off x="6083456" y="4633990"/>
            <a:ext cx="381678" cy="403044"/>
            <a:chOff x="951888" y="2657006"/>
            <a:chExt cx="397322" cy="348607"/>
          </a:xfrm>
        </p:grpSpPr>
        <p:grpSp>
          <p:nvGrpSpPr>
            <p:cNvPr id="199" name="Group 198">
              <a:extLst>
                <a:ext uri="{FF2B5EF4-FFF2-40B4-BE49-F238E27FC236}">
                  <a16:creationId xmlns:a16="http://schemas.microsoft.com/office/drawing/2014/main" id="{FF334F18-365A-AD2E-E059-09CDFE700E03}"/>
                </a:ext>
              </a:extLst>
            </p:cNvPr>
            <p:cNvGrpSpPr>
              <a:grpSpLocks noChangeAspect="1"/>
            </p:cNvGrpSpPr>
            <p:nvPr/>
          </p:nvGrpSpPr>
          <p:grpSpPr>
            <a:xfrm>
              <a:off x="951888" y="2657006"/>
              <a:ext cx="397322" cy="348607"/>
              <a:chOff x="951884" y="2656998"/>
              <a:chExt cx="480489" cy="421577"/>
            </a:xfrm>
          </p:grpSpPr>
          <p:sp>
            <p:nvSpPr>
              <p:cNvPr id="203" name="Flowchart: Delay 964">
                <a:extLst>
                  <a:ext uri="{FF2B5EF4-FFF2-40B4-BE49-F238E27FC236}">
                    <a16:creationId xmlns:a16="http://schemas.microsoft.com/office/drawing/2014/main" id="{C4D38303-F82F-2D8E-2421-071ED8744C49}"/>
                  </a:ext>
                </a:extLst>
              </p:cNvPr>
              <p:cNvSpPr/>
              <p:nvPr/>
            </p:nvSpPr>
            <p:spPr>
              <a:xfrm rot="5400000">
                <a:off x="1063960" y="2710162"/>
                <a:ext cx="256337" cy="480489"/>
              </a:xfrm>
              <a:custGeom>
                <a:avLst/>
                <a:gdLst>
                  <a:gd name="csX0" fmla="*/ 0 w 382704"/>
                  <a:gd name="csY0" fmla="*/ 0 h 761999"/>
                  <a:gd name="csX1" fmla="*/ 191352 w 382704"/>
                  <a:gd name="csY1" fmla="*/ 0 h 761999"/>
                  <a:gd name="csX2" fmla="*/ 382704 w 382704"/>
                  <a:gd name="csY2" fmla="*/ 381000 h 761999"/>
                  <a:gd name="csX3" fmla="*/ 191352 w 382704"/>
                  <a:gd name="csY3" fmla="*/ 762000 h 761999"/>
                  <a:gd name="csX4" fmla="*/ 0 w 382704"/>
                  <a:gd name="csY4" fmla="*/ 761999 h 761999"/>
                  <a:gd name="csX5" fmla="*/ 0 w 382704"/>
                  <a:gd name="csY5" fmla="*/ 0 h 761999"/>
                  <a:gd name="csX0" fmla="*/ 0 w 382704"/>
                  <a:gd name="csY0" fmla="*/ 0 h 762000"/>
                  <a:gd name="csX1" fmla="*/ 191352 w 382704"/>
                  <a:gd name="csY1" fmla="*/ 0 h 762000"/>
                  <a:gd name="csX2" fmla="*/ 382704 w 382704"/>
                  <a:gd name="csY2" fmla="*/ 381000 h 762000"/>
                  <a:gd name="csX3" fmla="*/ 191352 w 382704"/>
                  <a:gd name="csY3" fmla="*/ 762000 h 762000"/>
                  <a:gd name="csX4" fmla="*/ 3 w 382704"/>
                  <a:gd name="csY4" fmla="*/ 721518 h 762000"/>
                  <a:gd name="csX5" fmla="*/ 0 w 382704"/>
                  <a:gd name="csY5" fmla="*/ 0 h 762000"/>
                  <a:gd name="csX0" fmla="*/ 0 w 382704"/>
                  <a:gd name="csY0" fmla="*/ 0 h 762000"/>
                  <a:gd name="csX1" fmla="*/ 191352 w 382704"/>
                  <a:gd name="csY1" fmla="*/ 0 h 762000"/>
                  <a:gd name="csX2" fmla="*/ 382704 w 382704"/>
                  <a:gd name="csY2" fmla="*/ 381000 h 762000"/>
                  <a:gd name="csX3" fmla="*/ 191352 w 382704"/>
                  <a:gd name="csY3" fmla="*/ 762000 h 762000"/>
                  <a:gd name="csX4" fmla="*/ 2384 w 382704"/>
                  <a:gd name="csY4" fmla="*/ 707231 h 762000"/>
                  <a:gd name="csX5" fmla="*/ 0 w 382704"/>
                  <a:gd name="csY5" fmla="*/ 0 h 762000"/>
                  <a:gd name="csX0" fmla="*/ 0 w 382704"/>
                  <a:gd name="csY0" fmla="*/ 57150 h 762000"/>
                  <a:gd name="csX1" fmla="*/ 191352 w 382704"/>
                  <a:gd name="csY1" fmla="*/ 0 h 762000"/>
                  <a:gd name="csX2" fmla="*/ 382704 w 382704"/>
                  <a:gd name="csY2" fmla="*/ 381000 h 762000"/>
                  <a:gd name="csX3" fmla="*/ 191352 w 382704"/>
                  <a:gd name="csY3" fmla="*/ 762000 h 762000"/>
                  <a:gd name="csX4" fmla="*/ 2384 w 382704"/>
                  <a:gd name="csY4" fmla="*/ 707231 h 762000"/>
                  <a:gd name="csX5" fmla="*/ 0 w 382704"/>
                  <a:gd name="csY5" fmla="*/ 57150 h 762000"/>
                  <a:gd name="csX0" fmla="*/ 0 w 382704"/>
                  <a:gd name="csY0" fmla="*/ 57150 h 762000"/>
                  <a:gd name="csX1" fmla="*/ 191352 w 382704"/>
                  <a:gd name="csY1" fmla="*/ 0 h 762000"/>
                  <a:gd name="csX2" fmla="*/ 382704 w 382704"/>
                  <a:gd name="csY2" fmla="*/ 381000 h 762000"/>
                  <a:gd name="csX3" fmla="*/ 191352 w 382704"/>
                  <a:gd name="csY3" fmla="*/ 762000 h 762000"/>
                  <a:gd name="csX4" fmla="*/ 8227 w 382704"/>
                  <a:gd name="csY4" fmla="*/ 652462 h 762000"/>
                  <a:gd name="csX5" fmla="*/ 0 w 382704"/>
                  <a:gd name="csY5" fmla="*/ 57150 h 762000"/>
                  <a:gd name="csX0" fmla="*/ 0 w 376862"/>
                  <a:gd name="csY0" fmla="*/ 130969 h 762000"/>
                  <a:gd name="csX1" fmla="*/ 185510 w 376862"/>
                  <a:gd name="csY1" fmla="*/ 0 h 762000"/>
                  <a:gd name="csX2" fmla="*/ 376862 w 376862"/>
                  <a:gd name="csY2" fmla="*/ 381000 h 762000"/>
                  <a:gd name="csX3" fmla="*/ 185510 w 376862"/>
                  <a:gd name="csY3" fmla="*/ 762000 h 762000"/>
                  <a:gd name="csX4" fmla="*/ 2385 w 376862"/>
                  <a:gd name="csY4" fmla="*/ 652462 h 762000"/>
                  <a:gd name="csX5" fmla="*/ 0 w 376862"/>
                  <a:gd name="csY5" fmla="*/ 130969 h 762000"/>
                </a:gdLst>
                <a:ahLst/>
                <a:cxnLst>
                  <a:cxn ang="0">
                    <a:pos x="csX0" y="csY0"/>
                  </a:cxn>
                  <a:cxn ang="0">
                    <a:pos x="csX1" y="csY1"/>
                  </a:cxn>
                  <a:cxn ang="0">
                    <a:pos x="csX2" y="csY2"/>
                  </a:cxn>
                  <a:cxn ang="0">
                    <a:pos x="csX3" y="csY3"/>
                  </a:cxn>
                  <a:cxn ang="0">
                    <a:pos x="csX4" y="csY4"/>
                  </a:cxn>
                  <a:cxn ang="0">
                    <a:pos x="csX5" y="csY5"/>
                  </a:cxn>
                </a:cxnLst>
                <a:rect l="l" t="t" r="r" b="b"/>
                <a:pathLst>
                  <a:path w="376862" h="762000">
                    <a:moveTo>
                      <a:pt x="0" y="130969"/>
                    </a:moveTo>
                    <a:lnTo>
                      <a:pt x="185510" y="0"/>
                    </a:lnTo>
                    <a:cubicBezTo>
                      <a:pt x="291191" y="0"/>
                      <a:pt x="376862" y="170580"/>
                      <a:pt x="376862" y="381000"/>
                    </a:cubicBezTo>
                    <a:cubicBezTo>
                      <a:pt x="376862" y="591420"/>
                      <a:pt x="291191" y="762000"/>
                      <a:pt x="185510" y="762000"/>
                    </a:cubicBezTo>
                    <a:lnTo>
                      <a:pt x="2385" y="652462"/>
                    </a:lnTo>
                    <a:cubicBezTo>
                      <a:pt x="1590" y="416718"/>
                      <a:pt x="795" y="366713"/>
                      <a:pt x="0" y="130969"/>
                    </a:cubicBezTo>
                    <a:close/>
                  </a:path>
                </a:pathLst>
              </a:custGeom>
              <a:solidFill>
                <a:srgbClr val="F2EADA"/>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4" name="Rectangle 203">
                <a:extLst>
                  <a:ext uri="{FF2B5EF4-FFF2-40B4-BE49-F238E27FC236}">
                    <a16:creationId xmlns:a16="http://schemas.microsoft.com/office/drawing/2014/main" id="{B9B4E094-5B3C-C21E-1C62-93D90D9EF3AB}"/>
                  </a:ext>
                </a:extLst>
              </p:cNvPr>
              <p:cNvSpPr/>
              <p:nvPr/>
            </p:nvSpPr>
            <p:spPr>
              <a:xfrm>
                <a:off x="1023249" y="2656998"/>
                <a:ext cx="323537" cy="166997"/>
              </a:xfrm>
              <a:prstGeom prst="rect">
                <a:avLst/>
              </a:prstGeom>
              <a:solidFill>
                <a:schemeClr val="bg1"/>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05" name="Straight Connector 204">
                <a:extLst>
                  <a:ext uri="{FF2B5EF4-FFF2-40B4-BE49-F238E27FC236}">
                    <a16:creationId xmlns:a16="http://schemas.microsoft.com/office/drawing/2014/main" id="{BB4C9852-C331-4689-31FA-1830AC22A66F}"/>
                  </a:ext>
                </a:extLst>
              </p:cNvPr>
              <p:cNvCxnSpPr/>
              <p:nvPr/>
            </p:nvCxnSpPr>
            <p:spPr>
              <a:xfrm>
                <a:off x="1030392" y="2827360"/>
                <a:ext cx="310897" cy="0"/>
              </a:xfrm>
              <a:prstGeom prst="line">
                <a:avLst/>
              </a:prstGeom>
              <a:ln w="19050">
                <a:solidFill>
                  <a:srgbClr val="F2EADA"/>
                </a:solidFill>
              </a:ln>
            </p:spPr>
            <p:style>
              <a:lnRef idx="2">
                <a:schemeClr val="accent1"/>
              </a:lnRef>
              <a:fillRef idx="0">
                <a:schemeClr val="accent1"/>
              </a:fillRef>
              <a:effectRef idx="1">
                <a:schemeClr val="accent1"/>
              </a:effectRef>
              <a:fontRef idx="minor">
                <a:schemeClr val="tx1"/>
              </a:fontRef>
            </p:style>
          </p:cxnSp>
        </p:grpSp>
        <p:pic>
          <p:nvPicPr>
            <p:cNvPr id="200" name="Graphic 199" descr="DNA outline">
              <a:extLst>
                <a:ext uri="{FF2B5EF4-FFF2-40B4-BE49-F238E27FC236}">
                  <a16:creationId xmlns:a16="http://schemas.microsoft.com/office/drawing/2014/main" id="{7C541439-230B-02C6-69D5-BBAEC954F2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7372733">
              <a:off x="1214764" y="2804071"/>
              <a:ext cx="82296" cy="82296"/>
            </a:xfrm>
            <a:prstGeom prst="rect">
              <a:avLst/>
            </a:prstGeom>
          </p:spPr>
        </p:pic>
        <p:pic>
          <p:nvPicPr>
            <p:cNvPr id="201" name="Graphic 200" descr="DNA outline">
              <a:extLst>
                <a:ext uri="{FF2B5EF4-FFF2-40B4-BE49-F238E27FC236}">
                  <a16:creationId xmlns:a16="http://schemas.microsoft.com/office/drawing/2014/main" id="{1D24AFB3-B7FE-EEBB-15AD-E9847365410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9420000">
              <a:off x="1132889" y="2873662"/>
              <a:ext cx="82296" cy="82296"/>
            </a:xfrm>
            <a:prstGeom prst="rect">
              <a:avLst/>
            </a:prstGeom>
          </p:spPr>
        </p:pic>
        <p:pic>
          <p:nvPicPr>
            <p:cNvPr id="202" name="Graphic 201" descr="DNA outline">
              <a:extLst>
                <a:ext uri="{FF2B5EF4-FFF2-40B4-BE49-F238E27FC236}">
                  <a16:creationId xmlns:a16="http://schemas.microsoft.com/office/drawing/2014/main" id="{7FAFBFFD-33DC-3AC4-E5FA-8EB084F21BB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rot="5091502">
              <a:off x="1007773" y="2854551"/>
              <a:ext cx="100584" cy="100584"/>
            </a:xfrm>
            <a:prstGeom prst="rect">
              <a:avLst/>
            </a:prstGeom>
          </p:spPr>
        </p:pic>
      </p:grpSp>
      <p:grpSp>
        <p:nvGrpSpPr>
          <p:cNvPr id="206" name="Group 205">
            <a:extLst>
              <a:ext uri="{FF2B5EF4-FFF2-40B4-BE49-F238E27FC236}">
                <a16:creationId xmlns:a16="http://schemas.microsoft.com/office/drawing/2014/main" id="{023738F7-655E-F17F-467A-185E867C6B48}"/>
              </a:ext>
            </a:extLst>
          </p:cNvPr>
          <p:cNvGrpSpPr/>
          <p:nvPr/>
        </p:nvGrpSpPr>
        <p:grpSpPr>
          <a:xfrm>
            <a:off x="4606773" y="3690033"/>
            <a:ext cx="1981019" cy="951688"/>
            <a:chOff x="43766" y="2027777"/>
            <a:chExt cx="1198454" cy="575741"/>
          </a:xfrm>
        </p:grpSpPr>
        <p:sp>
          <p:nvSpPr>
            <p:cNvPr id="207" name="TextBox 206">
              <a:extLst>
                <a:ext uri="{FF2B5EF4-FFF2-40B4-BE49-F238E27FC236}">
                  <a16:creationId xmlns:a16="http://schemas.microsoft.com/office/drawing/2014/main" id="{D5D27DAC-43DF-7BA1-6FDA-A9F832E1337E}"/>
                </a:ext>
              </a:extLst>
            </p:cNvPr>
            <p:cNvSpPr txBox="1"/>
            <p:nvPr/>
          </p:nvSpPr>
          <p:spPr>
            <a:xfrm>
              <a:off x="43766" y="2027777"/>
              <a:ext cx="1198454"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Metabolic-enzymatic reactions</a:t>
              </a:r>
            </a:p>
          </p:txBody>
        </p:sp>
        <p:sp>
          <p:nvSpPr>
            <p:cNvPr id="208" name="TextBox 207">
              <a:extLst>
                <a:ext uri="{FF2B5EF4-FFF2-40B4-BE49-F238E27FC236}">
                  <a16:creationId xmlns:a16="http://schemas.microsoft.com/office/drawing/2014/main" id="{445A4681-8504-60FE-0D92-E656BB0D6D53}"/>
                </a:ext>
              </a:extLst>
            </p:cNvPr>
            <p:cNvSpPr txBox="1"/>
            <p:nvPr/>
          </p:nvSpPr>
          <p:spPr>
            <a:xfrm>
              <a:off x="50753" y="2145876"/>
              <a:ext cx="1168899" cy="457642"/>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DNA template concentrations tune enzyme expression, and the resulting reaction fluxes of input metabolites define the linear coefficients.</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mc:AlternateContent xmlns:mc="http://schemas.openxmlformats.org/markup-compatibility/2006" xmlns:a14="http://schemas.microsoft.com/office/drawing/2010/main">
        <mc:Choice Requires="a14">
          <p:sp>
            <p:nvSpPr>
              <p:cNvPr id="209" name="TextBox 208">
                <a:extLst>
                  <a:ext uri="{FF2B5EF4-FFF2-40B4-BE49-F238E27FC236}">
                    <a16:creationId xmlns:a16="http://schemas.microsoft.com/office/drawing/2014/main" id="{E4EBCE12-4D1C-CF91-C02E-89E941016194}"/>
                  </a:ext>
                </a:extLst>
              </p:cNvPr>
              <p:cNvSpPr txBox="1"/>
              <p:nvPr/>
            </p:nvSpPr>
            <p:spPr>
              <a:xfrm>
                <a:off x="5041308" y="4700339"/>
                <a:ext cx="362150"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𝑘</m:t>
                      </m:r>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09" name="TextBox 208">
                <a:extLst>
                  <a:ext uri="{FF2B5EF4-FFF2-40B4-BE49-F238E27FC236}">
                    <a16:creationId xmlns:a16="http://schemas.microsoft.com/office/drawing/2014/main" id="{E4EBCE12-4D1C-CF91-C02E-89E941016194}"/>
                  </a:ext>
                </a:extLst>
              </p:cNvPr>
              <p:cNvSpPr txBox="1">
                <a:spLocks noRot="1" noChangeAspect="1" noMove="1" noResize="1" noEditPoints="1" noAdjustHandles="1" noChangeArrowheads="1" noChangeShapeType="1" noTextEdit="1"/>
              </p:cNvSpPr>
              <p:nvPr/>
            </p:nvSpPr>
            <p:spPr>
              <a:xfrm>
                <a:off x="5041308" y="4700339"/>
                <a:ext cx="362150" cy="138498"/>
              </a:xfrm>
              <a:prstGeom prst="rect">
                <a:avLst/>
              </a:prstGeom>
              <a:blipFill>
                <a:blip r:embed="rId13"/>
                <a:stretch>
                  <a:fillRect l="-8475" r="-5085" b="-13043"/>
                </a:stretch>
              </a:blipFill>
            </p:spPr>
            <p:txBody>
              <a:bodyPr/>
              <a:lstStyle/>
              <a:p>
                <a:r>
                  <a:rPr lang="en-US">
                    <a:noFill/>
                  </a:rPr>
                  <a:t> </a:t>
                </a:r>
              </a:p>
            </p:txBody>
          </p:sp>
        </mc:Fallback>
      </mc:AlternateContent>
      <p:cxnSp>
        <p:nvCxnSpPr>
          <p:cNvPr id="210" name="Straight Arrow Connector 209">
            <a:extLst>
              <a:ext uri="{FF2B5EF4-FFF2-40B4-BE49-F238E27FC236}">
                <a16:creationId xmlns:a16="http://schemas.microsoft.com/office/drawing/2014/main" id="{5309AD57-11CF-987B-44A2-9BD2BA7DE210}"/>
              </a:ext>
            </a:extLst>
          </p:cNvPr>
          <p:cNvCxnSpPr>
            <a:cxnSpLocks/>
          </p:cNvCxnSpPr>
          <p:nvPr/>
        </p:nvCxnSpPr>
        <p:spPr>
          <a:xfrm>
            <a:off x="4979378" y="4868029"/>
            <a:ext cx="481002" cy="0"/>
          </a:xfrm>
          <a:prstGeom prst="straightConnector1">
            <a:avLst/>
          </a:prstGeom>
          <a:ln w="3175">
            <a:solidFill>
              <a:schemeClr val="tx1"/>
            </a:solidFill>
            <a:headEnd w="sm" len="sm"/>
            <a:tailEnd type="triangle" w="sm" len="sm"/>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1" name="TextBox 210">
                <a:extLst>
                  <a:ext uri="{FF2B5EF4-FFF2-40B4-BE49-F238E27FC236}">
                    <a16:creationId xmlns:a16="http://schemas.microsoft.com/office/drawing/2014/main" id="{074123C3-34ED-179C-6EE7-8C71A172AFDF}"/>
                  </a:ext>
                </a:extLst>
              </p:cNvPr>
              <p:cNvSpPr txBox="1"/>
              <p:nvPr/>
            </p:nvSpPr>
            <p:spPr>
              <a:xfrm>
                <a:off x="5521345" y="4799382"/>
                <a:ext cx="240259"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11" name="TextBox 210">
                <a:extLst>
                  <a:ext uri="{FF2B5EF4-FFF2-40B4-BE49-F238E27FC236}">
                    <a16:creationId xmlns:a16="http://schemas.microsoft.com/office/drawing/2014/main" id="{074123C3-34ED-179C-6EE7-8C71A172AFDF}"/>
                  </a:ext>
                </a:extLst>
              </p:cNvPr>
              <p:cNvSpPr txBox="1">
                <a:spLocks noRot="1" noChangeAspect="1" noMove="1" noResize="1" noEditPoints="1" noAdjustHandles="1" noChangeArrowheads="1" noChangeShapeType="1" noTextEdit="1"/>
              </p:cNvSpPr>
              <p:nvPr/>
            </p:nvSpPr>
            <p:spPr>
              <a:xfrm>
                <a:off x="5521345" y="4799382"/>
                <a:ext cx="240259" cy="138498"/>
              </a:xfrm>
              <a:prstGeom prst="rect">
                <a:avLst/>
              </a:prstGeom>
              <a:blipFill>
                <a:blip r:embed="rId14"/>
                <a:stretch>
                  <a:fillRect l="-7692" r="-7692" b="-13043"/>
                </a:stretch>
              </a:blipFill>
            </p:spPr>
            <p:txBody>
              <a:bodyPr/>
              <a:lstStyle/>
              <a:p>
                <a:r>
                  <a:rPr lang="en-US">
                    <a:noFill/>
                  </a:rPr>
                  <a:t> </a:t>
                </a:r>
              </a:p>
            </p:txBody>
          </p:sp>
        </mc:Fallback>
      </mc:AlternateContent>
      <p:grpSp>
        <p:nvGrpSpPr>
          <p:cNvPr id="212" name="Group 211">
            <a:extLst>
              <a:ext uri="{FF2B5EF4-FFF2-40B4-BE49-F238E27FC236}">
                <a16:creationId xmlns:a16="http://schemas.microsoft.com/office/drawing/2014/main" id="{734C9DF0-C546-8CB6-8276-55F660A9A6EF}"/>
              </a:ext>
            </a:extLst>
          </p:cNvPr>
          <p:cNvGrpSpPr/>
          <p:nvPr/>
        </p:nvGrpSpPr>
        <p:grpSpPr>
          <a:xfrm>
            <a:off x="7287280" y="4606983"/>
            <a:ext cx="2316157" cy="844724"/>
            <a:chOff x="43766" y="1989677"/>
            <a:chExt cx="1401202" cy="511031"/>
          </a:xfrm>
        </p:grpSpPr>
        <p:sp>
          <p:nvSpPr>
            <p:cNvPr id="213" name="TextBox 212">
              <a:extLst>
                <a:ext uri="{FF2B5EF4-FFF2-40B4-BE49-F238E27FC236}">
                  <a16:creationId xmlns:a16="http://schemas.microsoft.com/office/drawing/2014/main" id="{8F376152-9AE3-7BA7-E0B0-481AC5CC1CDA}"/>
                </a:ext>
              </a:extLst>
            </p:cNvPr>
            <p:cNvSpPr txBox="1"/>
            <p:nvPr/>
          </p:nvSpPr>
          <p:spPr>
            <a:xfrm>
              <a:off x="43766" y="1989677"/>
              <a:ext cx="98801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Gene regulatory network</a:t>
              </a:r>
            </a:p>
          </p:txBody>
        </p:sp>
        <p:sp>
          <p:nvSpPr>
            <p:cNvPr id="214" name="TextBox 213">
              <a:extLst>
                <a:ext uri="{FF2B5EF4-FFF2-40B4-BE49-F238E27FC236}">
                  <a16:creationId xmlns:a16="http://schemas.microsoft.com/office/drawing/2014/main" id="{13C7D1AB-9D7A-A765-1DCB-261EE84E4A40}"/>
                </a:ext>
              </a:extLst>
            </p:cNvPr>
            <p:cNvSpPr txBox="1"/>
            <p:nvPr/>
          </p:nvSpPr>
          <p:spPr>
            <a:xfrm>
              <a:off x="50754" y="2126854"/>
              <a:ext cx="1394214" cy="373854"/>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A gene-regulatory module senses the accumulated chemical signal and converts it into nonlinear reporter expression.</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p:sp>
        <p:nvSpPr>
          <p:cNvPr id="215" name="TextBox 214">
            <a:extLst>
              <a:ext uri="{FF2B5EF4-FFF2-40B4-BE49-F238E27FC236}">
                <a16:creationId xmlns:a16="http://schemas.microsoft.com/office/drawing/2014/main" id="{D3871770-8F06-56EE-2AAC-81A3DE46F046}"/>
              </a:ext>
            </a:extLst>
          </p:cNvPr>
          <p:cNvSpPr txBox="1"/>
          <p:nvPr/>
        </p:nvSpPr>
        <p:spPr>
          <a:xfrm>
            <a:off x="4825545" y="6358690"/>
            <a:ext cx="627096" cy="338553"/>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bacteria</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1</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7" name="Rectangle: Rounded Corners 216">
            <a:extLst>
              <a:ext uri="{FF2B5EF4-FFF2-40B4-BE49-F238E27FC236}">
                <a16:creationId xmlns:a16="http://schemas.microsoft.com/office/drawing/2014/main" id="{82C6A24D-9D8B-22AE-213B-829006BFEA46}"/>
              </a:ext>
            </a:extLst>
          </p:cNvPr>
          <p:cNvSpPr/>
          <p:nvPr/>
        </p:nvSpPr>
        <p:spPr>
          <a:xfrm>
            <a:off x="4664333" y="5341073"/>
            <a:ext cx="2284695" cy="1369808"/>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218" name="Group 217">
            <a:extLst>
              <a:ext uri="{FF2B5EF4-FFF2-40B4-BE49-F238E27FC236}">
                <a16:creationId xmlns:a16="http://schemas.microsoft.com/office/drawing/2014/main" id="{51D73950-1A76-C6E6-3E32-1D0FAA4C32A2}"/>
              </a:ext>
            </a:extLst>
          </p:cNvPr>
          <p:cNvGrpSpPr>
            <a:grpSpLocks noChangeAspect="1"/>
          </p:cNvGrpSpPr>
          <p:nvPr/>
        </p:nvGrpSpPr>
        <p:grpSpPr>
          <a:xfrm>
            <a:off x="5424077" y="6486020"/>
            <a:ext cx="412332" cy="208122"/>
            <a:chOff x="2274482" y="3759370"/>
            <a:chExt cx="520920" cy="262930"/>
          </a:xfrm>
        </p:grpSpPr>
        <p:sp>
          <p:nvSpPr>
            <p:cNvPr id="229" name="Rectangle: Rounded Corners 228">
              <a:extLst>
                <a:ext uri="{FF2B5EF4-FFF2-40B4-BE49-F238E27FC236}">
                  <a16:creationId xmlns:a16="http://schemas.microsoft.com/office/drawing/2014/main" id="{D9B7D5BB-D7B6-C31A-DB1D-08B563400B75}"/>
                </a:ext>
              </a:extLst>
            </p:cNvPr>
            <p:cNvSpPr/>
            <p:nvPr/>
          </p:nvSpPr>
          <p:spPr>
            <a:xfrm>
              <a:off x="2274482" y="3759370"/>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30" name="Straight Connector 229">
              <a:extLst>
                <a:ext uri="{FF2B5EF4-FFF2-40B4-BE49-F238E27FC236}">
                  <a16:creationId xmlns:a16="http://schemas.microsoft.com/office/drawing/2014/main" id="{0229966B-6870-518B-0EBB-4B999742F762}"/>
                </a:ext>
              </a:extLst>
            </p:cNvPr>
            <p:cNvCxnSpPr/>
            <p:nvPr/>
          </p:nvCxnSpPr>
          <p:spPr>
            <a:xfrm>
              <a:off x="2337933" y="3964876"/>
              <a:ext cx="352424"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1" name="Connector: Elbow 230">
              <a:extLst>
                <a:ext uri="{FF2B5EF4-FFF2-40B4-BE49-F238E27FC236}">
                  <a16:creationId xmlns:a16="http://schemas.microsoft.com/office/drawing/2014/main" id="{C73E3671-8199-E764-481D-F10E1614603D}"/>
                </a:ext>
              </a:extLst>
            </p:cNvPr>
            <p:cNvCxnSpPr>
              <a:cxnSpLocks/>
            </p:cNvCxnSpPr>
            <p:nvPr/>
          </p:nvCxnSpPr>
          <p:spPr>
            <a:xfrm flipV="1">
              <a:off x="2392700" y="3834431"/>
              <a:ext cx="221457" cy="123781"/>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p:grpSp>
        <p:nvGrpSpPr>
          <p:cNvPr id="219" name="Group 218">
            <a:extLst>
              <a:ext uri="{FF2B5EF4-FFF2-40B4-BE49-F238E27FC236}">
                <a16:creationId xmlns:a16="http://schemas.microsoft.com/office/drawing/2014/main" id="{650A1809-B307-976B-C206-B054657AFA9D}"/>
              </a:ext>
            </a:extLst>
          </p:cNvPr>
          <p:cNvGrpSpPr/>
          <p:nvPr/>
        </p:nvGrpSpPr>
        <p:grpSpPr>
          <a:xfrm>
            <a:off x="4653749" y="5320968"/>
            <a:ext cx="2266866" cy="951688"/>
            <a:chOff x="43766" y="2027777"/>
            <a:chExt cx="1371382" cy="575741"/>
          </a:xfrm>
        </p:grpSpPr>
        <p:sp>
          <p:nvSpPr>
            <p:cNvPr id="227" name="TextBox 226">
              <a:extLst>
                <a:ext uri="{FF2B5EF4-FFF2-40B4-BE49-F238E27FC236}">
                  <a16:creationId xmlns:a16="http://schemas.microsoft.com/office/drawing/2014/main" id="{67A4A4A9-DA7B-9ADB-ED21-E109E3645240}"/>
                </a:ext>
              </a:extLst>
            </p:cNvPr>
            <p:cNvSpPr txBox="1"/>
            <p:nvPr/>
          </p:nvSpPr>
          <p:spPr>
            <a:xfrm>
              <a:off x="43766" y="2027777"/>
              <a:ext cx="69223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Quorum sensing</a:t>
              </a:r>
            </a:p>
          </p:txBody>
        </p:sp>
        <p:sp>
          <p:nvSpPr>
            <p:cNvPr id="228" name="TextBox 227">
              <a:extLst>
                <a:ext uri="{FF2B5EF4-FFF2-40B4-BE49-F238E27FC236}">
                  <a16:creationId xmlns:a16="http://schemas.microsoft.com/office/drawing/2014/main" id="{66B8D122-5A22-04B2-CB10-5CFE9E28D85E}"/>
                </a:ext>
              </a:extLst>
            </p:cNvPr>
            <p:cNvSpPr txBox="1"/>
            <p:nvPr/>
          </p:nvSpPr>
          <p:spPr>
            <a:xfrm>
              <a:off x="50753" y="2145876"/>
              <a:ext cx="1364395" cy="457642"/>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Sender bacteria convert chemical inducers into quorum-sensing signals with promoter-tuned amplitudes, whose accumulation realizes the weighted sum.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p:grpSp>
        <p:nvGrpSpPr>
          <p:cNvPr id="220" name="Group 219">
            <a:extLst>
              <a:ext uri="{FF2B5EF4-FFF2-40B4-BE49-F238E27FC236}">
                <a16:creationId xmlns:a16="http://schemas.microsoft.com/office/drawing/2014/main" id="{ABA9F418-3369-C93E-324B-DE0E5287C0E7}"/>
              </a:ext>
            </a:extLst>
          </p:cNvPr>
          <p:cNvGrpSpPr>
            <a:grpSpLocks noChangeAspect="1"/>
          </p:cNvGrpSpPr>
          <p:nvPr/>
        </p:nvGrpSpPr>
        <p:grpSpPr>
          <a:xfrm>
            <a:off x="6387607" y="6446118"/>
            <a:ext cx="375056" cy="189308"/>
            <a:chOff x="2242626" y="3775944"/>
            <a:chExt cx="520920" cy="262930"/>
          </a:xfrm>
        </p:grpSpPr>
        <p:sp>
          <p:nvSpPr>
            <p:cNvPr id="224" name="Rectangle: Rounded Corners 223">
              <a:extLst>
                <a:ext uri="{FF2B5EF4-FFF2-40B4-BE49-F238E27FC236}">
                  <a16:creationId xmlns:a16="http://schemas.microsoft.com/office/drawing/2014/main" id="{E6827A61-9BAA-8FD3-9305-68CFA31907EF}"/>
                </a:ext>
              </a:extLst>
            </p:cNvPr>
            <p:cNvSpPr/>
            <p:nvPr/>
          </p:nvSpPr>
          <p:spPr>
            <a:xfrm>
              <a:off x="2242626" y="3775944"/>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25" name="Straight Connector 224">
              <a:extLst>
                <a:ext uri="{FF2B5EF4-FFF2-40B4-BE49-F238E27FC236}">
                  <a16:creationId xmlns:a16="http://schemas.microsoft.com/office/drawing/2014/main" id="{2476393A-5E58-19CC-962E-2456EAAF03B0}"/>
                </a:ext>
              </a:extLst>
            </p:cNvPr>
            <p:cNvCxnSpPr/>
            <p:nvPr/>
          </p:nvCxnSpPr>
          <p:spPr>
            <a:xfrm>
              <a:off x="2306076" y="3981451"/>
              <a:ext cx="352426"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6" name="Connector: Elbow 225">
              <a:extLst>
                <a:ext uri="{FF2B5EF4-FFF2-40B4-BE49-F238E27FC236}">
                  <a16:creationId xmlns:a16="http://schemas.microsoft.com/office/drawing/2014/main" id="{865C02F0-98CA-B4EA-51C1-6C47136F1034}"/>
                </a:ext>
              </a:extLst>
            </p:cNvPr>
            <p:cNvCxnSpPr>
              <a:cxnSpLocks/>
            </p:cNvCxnSpPr>
            <p:nvPr/>
          </p:nvCxnSpPr>
          <p:spPr>
            <a:xfrm flipV="1">
              <a:off x="2360846" y="3851004"/>
              <a:ext cx="221457" cy="123782"/>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21" name="TextBox 220">
                <a:extLst>
                  <a:ext uri="{FF2B5EF4-FFF2-40B4-BE49-F238E27FC236}">
                    <a16:creationId xmlns:a16="http://schemas.microsoft.com/office/drawing/2014/main" id="{8C8C749E-15B8-7618-9494-340DF642A2B8}"/>
                  </a:ext>
                </a:extLst>
              </p:cNvPr>
              <p:cNvSpPr txBox="1"/>
              <p:nvPr/>
            </p:nvSpPr>
            <p:spPr>
              <a:xfrm>
                <a:off x="5550909" y="6332955"/>
                <a:ext cx="157607"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21" name="TextBox 220">
                <a:extLst>
                  <a:ext uri="{FF2B5EF4-FFF2-40B4-BE49-F238E27FC236}">
                    <a16:creationId xmlns:a16="http://schemas.microsoft.com/office/drawing/2014/main" id="{8C8C749E-15B8-7618-9494-340DF642A2B8}"/>
                  </a:ext>
                </a:extLst>
              </p:cNvPr>
              <p:cNvSpPr txBox="1">
                <a:spLocks noRot="1" noChangeAspect="1" noMove="1" noResize="1" noEditPoints="1" noAdjustHandles="1" noChangeArrowheads="1" noChangeShapeType="1" noTextEdit="1"/>
              </p:cNvSpPr>
              <p:nvPr/>
            </p:nvSpPr>
            <p:spPr>
              <a:xfrm>
                <a:off x="5550909" y="6332955"/>
                <a:ext cx="157607" cy="138498"/>
              </a:xfrm>
              <a:prstGeom prst="rect">
                <a:avLst/>
              </a:prstGeom>
              <a:blipFill>
                <a:blip r:embed="rId6"/>
                <a:stretch>
                  <a:fillRect l="-12000" r="-1600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E1E8C947-7C7E-65BF-A588-19E1C4217649}"/>
                  </a:ext>
                </a:extLst>
              </p:cNvPr>
              <p:cNvSpPr txBox="1"/>
              <p:nvPr/>
            </p:nvSpPr>
            <p:spPr>
              <a:xfrm>
                <a:off x="6518996" y="6281230"/>
                <a:ext cx="160299"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22" name="TextBox 221">
                <a:extLst>
                  <a:ext uri="{FF2B5EF4-FFF2-40B4-BE49-F238E27FC236}">
                    <a16:creationId xmlns:a16="http://schemas.microsoft.com/office/drawing/2014/main" id="{E1E8C947-7C7E-65BF-A588-19E1C4217649}"/>
                  </a:ext>
                </a:extLst>
              </p:cNvPr>
              <p:cNvSpPr txBox="1">
                <a:spLocks noRot="1" noChangeAspect="1" noMove="1" noResize="1" noEditPoints="1" noAdjustHandles="1" noChangeArrowheads="1" noChangeShapeType="1" noTextEdit="1"/>
              </p:cNvSpPr>
              <p:nvPr/>
            </p:nvSpPr>
            <p:spPr>
              <a:xfrm>
                <a:off x="6518996" y="6281230"/>
                <a:ext cx="160299" cy="138498"/>
              </a:xfrm>
              <a:prstGeom prst="rect">
                <a:avLst/>
              </a:prstGeom>
              <a:blipFill>
                <a:blip r:embed="rId7"/>
                <a:stretch>
                  <a:fillRect l="-11111" r="-7407" b="-13043"/>
                </a:stretch>
              </a:blipFill>
            </p:spPr>
            <p:txBody>
              <a:bodyPr/>
              <a:lstStyle/>
              <a:p>
                <a:r>
                  <a:rPr lang="en-US">
                    <a:noFill/>
                  </a:rPr>
                  <a:t> </a:t>
                </a:r>
              </a:p>
            </p:txBody>
          </p:sp>
        </mc:Fallback>
      </mc:AlternateContent>
      <p:sp>
        <p:nvSpPr>
          <p:cNvPr id="223" name="TextBox 222">
            <a:extLst>
              <a:ext uri="{FF2B5EF4-FFF2-40B4-BE49-F238E27FC236}">
                <a16:creationId xmlns:a16="http://schemas.microsoft.com/office/drawing/2014/main" id="{0E094B1E-E1A8-0502-6832-EB9D7A18D9C2}"/>
              </a:ext>
            </a:extLst>
          </p:cNvPr>
          <p:cNvSpPr txBox="1"/>
          <p:nvPr/>
        </p:nvSpPr>
        <p:spPr>
          <a:xfrm>
            <a:off x="5744871" y="6347072"/>
            <a:ext cx="747755" cy="338553"/>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bacterium</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2</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nvGrpSpPr>
          <p:cNvPr id="232" name="Group 231">
            <a:extLst>
              <a:ext uri="{FF2B5EF4-FFF2-40B4-BE49-F238E27FC236}">
                <a16:creationId xmlns:a16="http://schemas.microsoft.com/office/drawing/2014/main" id="{BE66C77C-7D6F-90FF-D498-199C536F4BCC}"/>
              </a:ext>
            </a:extLst>
          </p:cNvPr>
          <p:cNvGrpSpPr>
            <a:grpSpLocks noChangeAspect="1"/>
          </p:cNvGrpSpPr>
          <p:nvPr/>
        </p:nvGrpSpPr>
        <p:grpSpPr>
          <a:xfrm>
            <a:off x="8336310" y="5571806"/>
            <a:ext cx="568266" cy="286827"/>
            <a:chOff x="2191594" y="3775944"/>
            <a:chExt cx="520920" cy="262930"/>
          </a:xfrm>
        </p:grpSpPr>
        <p:sp>
          <p:nvSpPr>
            <p:cNvPr id="233" name="Rectangle: Rounded Corners 232">
              <a:extLst>
                <a:ext uri="{FF2B5EF4-FFF2-40B4-BE49-F238E27FC236}">
                  <a16:creationId xmlns:a16="http://schemas.microsoft.com/office/drawing/2014/main" id="{9FA3C556-91CE-61E7-EB0F-4B28B5EC740A}"/>
                </a:ext>
              </a:extLst>
            </p:cNvPr>
            <p:cNvSpPr/>
            <p:nvPr/>
          </p:nvSpPr>
          <p:spPr>
            <a:xfrm>
              <a:off x="2191594" y="3775944"/>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34" name="Straight Connector 233">
              <a:extLst>
                <a:ext uri="{FF2B5EF4-FFF2-40B4-BE49-F238E27FC236}">
                  <a16:creationId xmlns:a16="http://schemas.microsoft.com/office/drawing/2014/main" id="{6CCE4C60-B1EF-5000-6E69-676E28BBC24C}"/>
                </a:ext>
              </a:extLst>
            </p:cNvPr>
            <p:cNvCxnSpPr/>
            <p:nvPr/>
          </p:nvCxnSpPr>
          <p:spPr>
            <a:xfrm>
              <a:off x="2255044" y="3981450"/>
              <a:ext cx="352425"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5" name="Connector: Elbow 234">
              <a:extLst>
                <a:ext uri="{FF2B5EF4-FFF2-40B4-BE49-F238E27FC236}">
                  <a16:creationId xmlns:a16="http://schemas.microsoft.com/office/drawing/2014/main" id="{3CDB19DB-69E6-A93C-ACC9-16796BD74112}"/>
                </a:ext>
              </a:extLst>
            </p:cNvPr>
            <p:cNvCxnSpPr>
              <a:cxnSpLocks/>
            </p:cNvCxnSpPr>
            <p:nvPr/>
          </p:nvCxnSpPr>
          <p:spPr>
            <a:xfrm flipV="1">
              <a:off x="2309813" y="3851005"/>
              <a:ext cx="221456" cy="123782"/>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36" name="TextBox 235">
                <a:extLst>
                  <a:ext uri="{FF2B5EF4-FFF2-40B4-BE49-F238E27FC236}">
                    <a16:creationId xmlns:a16="http://schemas.microsoft.com/office/drawing/2014/main" id="{80B6615B-A07E-1C58-FA15-F12288124C20}"/>
                  </a:ext>
                </a:extLst>
              </p:cNvPr>
              <p:cNvSpPr txBox="1"/>
              <p:nvPr/>
            </p:nvSpPr>
            <p:spPr>
              <a:xfrm>
                <a:off x="8565056" y="5423073"/>
                <a:ext cx="104131" cy="153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GB" sz="100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Cambria Math" panose="02040503050406030204" pitchFamily="18" charset="0"/>
                          <a:cs typeface="+mn-cs"/>
                        </a:rPr>
                        <m:t>𝜎</m:t>
                      </m:r>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36" name="TextBox 235">
                <a:extLst>
                  <a:ext uri="{FF2B5EF4-FFF2-40B4-BE49-F238E27FC236}">
                    <a16:creationId xmlns:a16="http://schemas.microsoft.com/office/drawing/2014/main" id="{80B6615B-A07E-1C58-FA15-F12288124C20}"/>
                  </a:ext>
                </a:extLst>
              </p:cNvPr>
              <p:cNvSpPr txBox="1">
                <a:spLocks noRot="1" noChangeAspect="1" noMove="1" noResize="1" noEditPoints="1" noAdjustHandles="1" noChangeArrowheads="1" noChangeShapeType="1" noTextEdit="1"/>
              </p:cNvSpPr>
              <p:nvPr/>
            </p:nvSpPr>
            <p:spPr>
              <a:xfrm>
                <a:off x="8565056" y="5423073"/>
                <a:ext cx="104131" cy="153887"/>
              </a:xfrm>
              <a:prstGeom prst="rect">
                <a:avLst/>
              </a:prstGeom>
              <a:blipFill>
                <a:blip r:embed="rId15"/>
                <a:stretch>
                  <a:fillRect l="-17647" r="-17647"/>
                </a:stretch>
              </a:blipFill>
            </p:spPr>
            <p:txBody>
              <a:bodyPr/>
              <a:lstStyle/>
              <a:p>
                <a:r>
                  <a:rPr lang="en-US">
                    <a:noFill/>
                  </a:rPr>
                  <a:t> </a:t>
                </a:r>
              </a:p>
            </p:txBody>
          </p:sp>
        </mc:Fallback>
      </mc:AlternateContent>
      <p:sp>
        <p:nvSpPr>
          <p:cNvPr id="237" name="TextBox 236">
            <a:extLst>
              <a:ext uri="{FF2B5EF4-FFF2-40B4-BE49-F238E27FC236}">
                <a16:creationId xmlns:a16="http://schemas.microsoft.com/office/drawing/2014/main" id="{28D9FE79-AEC9-D407-A0C2-1D236AAE5E79}"/>
              </a:ext>
            </a:extLst>
          </p:cNvPr>
          <p:cNvSpPr txBox="1"/>
          <p:nvPr/>
        </p:nvSpPr>
        <p:spPr>
          <a:xfrm>
            <a:off x="26946" y="4344304"/>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lives in stoichiometry and reaction-rate ratios.</a:t>
            </a:r>
          </a:p>
        </p:txBody>
      </p:sp>
      <p:sp>
        <p:nvSpPr>
          <p:cNvPr id="238" name="TextBox 237">
            <a:extLst>
              <a:ext uri="{FF2B5EF4-FFF2-40B4-BE49-F238E27FC236}">
                <a16:creationId xmlns:a16="http://schemas.microsoft.com/office/drawing/2014/main" id="{C3036632-3A21-FED8-0F52-27F5FEC94B69}"/>
              </a:ext>
            </a:extLst>
          </p:cNvPr>
          <p:cNvSpPr txBox="1"/>
          <p:nvPr/>
        </p:nvSpPr>
        <p:spPr>
          <a:xfrm>
            <a:off x="26946" y="5603338"/>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embedded in living gene-regulatory networks.</a:t>
            </a:r>
          </a:p>
        </p:txBody>
      </p:sp>
      <p:grpSp>
        <p:nvGrpSpPr>
          <p:cNvPr id="3" name="Group 2">
            <a:extLst>
              <a:ext uri="{FF2B5EF4-FFF2-40B4-BE49-F238E27FC236}">
                <a16:creationId xmlns:a16="http://schemas.microsoft.com/office/drawing/2014/main" id="{806A5852-65A8-D25A-63D6-4BCD4D0F1646}"/>
              </a:ext>
            </a:extLst>
          </p:cNvPr>
          <p:cNvGrpSpPr/>
          <p:nvPr/>
        </p:nvGrpSpPr>
        <p:grpSpPr>
          <a:xfrm>
            <a:off x="6756666" y="353391"/>
            <a:ext cx="992978" cy="1452192"/>
            <a:chOff x="6214404" y="353391"/>
            <a:chExt cx="992978" cy="1452192"/>
          </a:xfrm>
        </p:grpSpPr>
        <p:pic>
          <p:nvPicPr>
            <p:cNvPr id="36" name="Graphic 35" descr="Processor outline">
              <a:extLst>
                <a:ext uri="{FF2B5EF4-FFF2-40B4-BE49-F238E27FC236}">
                  <a16:creationId xmlns:a16="http://schemas.microsoft.com/office/drawing/2014/main" id="{968C70C7-482A-F7DC-FDD6-116DE407BC6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318283" y="1082673"/>
              <a:ext cx="526132" cy="526132"/>
            </a:xfrm>
            <a:prstGeom prst="rect">
              <a:avLst/>
            </a:prstGeom>
          </p:spPr>
        </p:pic>
        <p:cxnSp>
          <p:nvCxnSpPr>
            <p:cNvPr id="106" name="Straight Connector 105">
              <a:extLst>
                <a:ext uri="{FF2B5EF4-FFF2-40B4-BE49-F238E27FC236}">
                  <a16:creationId xmlns:a16="http://schemas.microsoft.com/office/drawing/2014/main" id="{93A799AE-72A1-0D7E-EEBF-B7CE846986E6}"/>
                </a:ext>
              </a:extLst>
            </p:cNvPr>
            <p:cNvCxnSpPr>
              <a:cxnSpLocks/>
            </p:cNvCxnSpPr>
            <p:nvPr/>
          </p:nvCxnSpPr>
          <p:spPr>
            <a:xfrm>
              <a:off x="6578464" y="353391"/>
              <a:ext cx="0" cy="30229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240" name="TextBox 239">
              <a:extLst>
                <a:ext uri="{FF2B5EF4-FFF2-40B4-BE49-F238E27FC236}">
                  <a16:creationId xmlns:a16="http://schemas.microsoft.com/office/drawing/2014/main" id="{BECA529E-308B-3EA0-726E-500B5DD7FC85}"/>
                </a:ext>
              </a:extLst>
            </p:cNvPr>
            <p:cNvSpPr txBox="1"/>
            <p:nvPr/>
          </p:nvSpPr>
          <p:spPr>
            <a:xfrm>
              <a:off x="6214404" y="1559362"/>
              <a:ext cx="992978" cy="24622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solidFill>
                    <a:prstClr val="white">
                      <a:lumMod val="50000"/>
                    </a:prstClr>
                  </a:solidFill>
                  <a:effectLst/>
                  <a:uLnTx/>
                  <a:uFillTx/>
                  <a:latin typeface="Arial"/>
                  <a:ea typeface="+mn-ea"/>
                  <a:cs typeface="Arial"/>
                  <a:sym typeface="Arial"/>
                  <a:rtl val="0"/>
                </a:rPr>
                <a:t>DSP circuit</a:t>
              </a:r>
              <a:endPar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endParaRPr>
            </a:p>
          </p:txBody>
        </p:sp>
      </p:grpSp>
      <p:sp>
        <p:nvSpPr>
          <p:cNvPr id="257" name="TextBox 256">
            <a:extLst>
              <a:ext uri="{FF2B5EF4-FFF2-40B4-BE49-F238E27FC236}">
                <a16:creationId xmlns:a16="http://schemas.microsoft.com/office/drawing/2014/main" id="{B8CD4911-62FE-CDFA-2B1C-049ECFE862EB}"/>
              </a:ext>
            </a:extLst>
          </p:cNvPr>
          <p:cNvSpPr txBox="1"/>
          <p:nvPr/>
        </p:nvSpPr>
        <p:spPr>
          <a:xfrm>
            <a:off x="3168980" y="1735704"/>
            <a:ext cx="643287"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bio</a:t>
            </a:r>
            <a:r>
              <a:rPr kumimoji="0" lang="de-DE"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-FET</a:t>
            </a: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58" name="Straight Arrow Connector 257">
            <a:extLst>
              <a:ext uri="{FF2B5EF4-FFF2-40B4-BE49-F238E27FC236}">
                <a16:creationId xmlns:a16="http://schemas.microsoft.com/office/drawing/2014/main" id="{C9215B40-AFF6-6916-265E-3B1BACEB6857}"/>
              </a:ext>
            </a:extLst>
          </p:cNvPr>
          <p:cNvCxnSpPr>
            <a:cxnSpLocks/>
          </p:cNvCxnSpPr>
          <p:nvPr/>
        </p:nvCxnSpPr>
        <p:spPr>
          <a:xfrm rot="2220000">
            <a:off x="3227852" y="1608805"/>
            <a:ext cx="262771" cy="98027"/>
          </a:xfrm>
          <a:prstGeom prst="straightConnector1">
            <a:avLst/>
          </a:prstGeom>
          <a:ln w="6350">
            <a:solidFill>
              <a:schemeClr val="bg1">
                <a:lumMod val="50000"/>
              </a:schemeClr>
            </a:solidFill>
            <a:tailEnd type="triangle" w="sm" len="sm"/>
          </a:ln>
        </p:spPr>
        <p:style>
          <a:lnRef idx="2">
            <a:schemeClr val="accent1"/>
          </a:lnRef>
          <a:fillRef idx="0">
            <a:schemeClr val="accent1"/>
          </a:fillRef>
          <a:effectRef idx="1">
            <a:schemeClr val="accent1"/>
          </a:effectRef>
          <a:fontRef idx="minor">
            <a:schemeClr val="tx1"/>
          </a:fontRef>
        </p:style>
      </p:cxnSp>
      <p:sp>
        <p:nvSpPr>
          <p:cNvPr id="259" name="TextBox 258">
            <a:extLst>
              <a:ext uri="{FF2B5EF4-FFF2-40B4-BE49-F238E27FC236}">
                <a16:creationId xmlns:a16="http://schemas.microsoft.com/office/drawing/2014/main" id="{AB8E7138-A66C-098B-68E1-5AE7AAE10994}"/>
              </a:ext>
            </a:extLst>
          </p:cNvPr>
          <p:cNvSpPr txBox="1"/>
          <p:nvPr/>
        </p:nvSpPr>
        <p:spPr>
          <a:xfrm>
            <a:off x="4757527" y="6410392"/>
            <a:ext cx="718466" cy="338553"/>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bacterium</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1</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0" name="TextBox 259">
            <a:extLst>
              <a:ext uri="{FF2B5EF4-FFF2-40B4-BE49-F238E27FC236}">
                <a16:creationId xmlns:a16="http://schemas.microsoft.com/office/drawing/2014/main" id="{00336728-212A-315D-CE41-2C89529B650F}"/>
              </a:ext>
            </a:extLst>
          </p:cNvPr>
          <p:cNvSpPr txBox="1"/>
          <p:nvPr/>
        </p:nvSpPr>
        <p:spPr>
          <a:xfrm>
            <a:off x="2962281" y="6427188"/>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bacteria</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1" name="TextBox 260">
            <a:extLst>
              <a:ext uri="{FF2B5EF4-FFF2-40B4-BE49-F238E27FC236}">
                <a16:creationId xmlns:a16="http://schemas.microsoft.com/office/drawing/2014/main" id="{1793B369-32D0-BFB2-544A-9080CD9D75DC}"/>
              </a:ext>
            </a:extLst>
          </p:cNvPr>
          <p:cNvSpPr txBox="1"/>
          <p:nvPr/>
        </p:nvSpPr>
        <p:spPr>
          <a:xfrm>
            <a:off x="1829066" y="6008245"/>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inducers</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2" name="Oval 261">
            <a:extLst>
              <a:ext uri="{FF2B5EF4-FFF2-40B4-BE49-F238E27FC236}">
                <a16:creationId xmlns:a16="http://schemas.microsoft.com/office/drawing/2014/main" id="{F817AF70-BFB1-E2A2-A3D0-5B9B24AF308F}"/>
              </a:ext>
            </a:extLst>
          </p:cNvPr>
          <p:cNvSpPr>
            <a:spLocks noChangeAspect="1"/>
          </p:cNvSpPr>
          <p:nvPr/>
        </p:nvSpPr>
        <p:spPr>
          <a:xfrm>
            <a:off x="3058856"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3" name="Oval 262">
            <a:extLst>
              <a:ext uri="{FF2B5EF4-FFF2-40B4-BE49-F238E27FC236}">
                <a16:creationId xmlns:a16="http://schemas.microsoft.com/office/drawing/2014/main" id="{94CF821E-03AA-4966-406D-D8DB1AF91C5E}"/>
              </a:ext>
            </a:extLst>
          </p:cNvPr>
          <p:cNvSpPr>
            <a:spLocks noChangeAspect="1"/>
          </p:cNvSpPr>
          <p:nvPr/>
        </p:nvSpPr>
        <p:spPr>
          <a:xfrm>
            <a:off x="3168588"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4" name="Oval 263">
            <a:extLst>
              <a:ext uri="{FF2B5EF4-FFF2-40B4-BE49-F238E27FC236}">
                <a16:creationId xmlns:a16="http://schemas.microsoft.com/office/drawing/2014/main" id="{365B9E6C-C96D-2F5D-A9B3-EB3F59476CD0}"/>
              </a:ext>
            </a:extLst>
          </p:cNvPr>
          <p:cNvSpPr>
            <a:spLocks noChangeAspect="1"/>
          </p:cNvSpPr>
          <p:nvPr/>
        </p:nvSpPr>
        <p:spPr>
          <a:xfrm>
            <a:off x="2349548"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5" name="Oval 264">
            <a:extLst>
              <a:ext uri="{FF2B5EF4-FFF2-40B4-BE49-F238E27FC236}">
                <a16:creationId xmlns:a16="http://schemas.microsoft.com/office/drawing/2014/main" id="{CC6B84B9-0041-D473-14C7-DEF47B26EE58}"/>
              </a:ext>
            </a:extLst>
          </p:cNvPr>
          <p:cNvSpPr>
            <a:spLocks noChangeAspect="1"/>
          </p:cNvSpPr>
          <p:nvPr/>
        </p:nvSpPr>
        <p:spPr>
          <a:xfrm>
            <a:off x="2245510" y="6541626"/>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16" name="Rectangle 215">
            <a:extLst>
              <a:ext uri="{FF2B5EF4-FFF2-40B4-BE49-F238E27FC236}">
                <a16:creationId xmlns:a16="http://schemas.microsoft.com/office/drawing/2014/main" id="{6D027128-5759-E669-FB5C-A262B65D5585}"/>
              </a:ext>
            </a:extLst>
          </p:cNvPr>
          <p:cNvSpPr/>
          <p:nvPr/>
        </p:nvSpPr>
        <p:spPr>
          <a:xfrm>
            <a:off x="34139" y="647339"/>
            <a:ext cx="4514733" cy="6228311"/>
          </a:xfrm>
          <a:prstGeom prst="rect">
            <a:avLst/>
          </a:prstGeom>
          <a:solidFill>
            <a:srgbClr val="EBDFC6">
              <a:alpha val="93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7" name="Rectangle 266">
            <a:extLst>
              <a:ext uri="{FF2B5EF4-FFF2-40B4-BE49-F238E27FC236}">
                <a16:creationId xmlns:a16="http://schemas.microsoft.com/office/drawing/2014/main" id="{981FA36D-FE40-01A1-824B-AAF5738E8B33}"/>
              </a:ext>
            </a:extLst>
          </p:cNvPr>
          <p:cNvSpPr/>
          <p:nvPr/>
        </p:nvSpPr>
        <p:spPr>
          <a:xfrm>
            <a:off x="4519403" y="3652842"/>
            <a:ext cx="5630506" cy="3173389"/>
          </a:xfrm>
          <a:prstGeom prst="rect">
            <a:avLst/>
          </a:prstGeom>
          <a:solidFill>
            <a:srgbClr val="EBDFC6">
              <a:alpha val="94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 name="Picture 18">
            <a:extLst>
              <a:ext uri="{FF2B5EF4-FFF2-40B4-BE49-F238E27FC236}">
                <a16:creationId xmlns:a16="http://schemas.microsoft.com/office/drawing/2014/main" id="{5234D99F-346B-2CF9-DC88-B6A0989F0AA7}"/>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228403" y="1151681"/>
            <a:ext cx="3822562" cy="2866922"/>
          </a:xfrm>
          <a:prstGeom prst="rect">
            <a:avLst/>
          </a:prstGeom>
        </p:spPr>
      </p:pic>
      <p:pic>
        <p:nvPicPr>
          <p:cNvPr id="30" name="Picture 29">
            <a:extLst>
              <a:ext uri="{FF2B5EF4-FFF2-40B4-BE49-F238E27FC236}">
                <a16:creationId xmlns:a16="http://schemas.microsoft.com/office/drawing/2014/main" id="{2DCCAA47-2EC9-89E2-9906-4FE91F21ADD6}"/>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a:off x="348790" y="4273015"/>
            <a:ext cx="3070249" cy="2302686"/>
          </a:xfrm>
          <a:prstGeom prst="rect">
            <a:avLst/>
          </a:prstGeom>
        </p:spPr>
      </p:pic>
      <p:cxnSp>
        <p:nvCxnSpPr>
          <p:cNvPr id="107" name="Straight Arrow Connector 106">
            <a:extLst>
              <a:ext uri="{FF2B5EF4-FFF2-40B4-BE49-F238E27FC236}">
                <a16:creationId xmlns:a16="http://schemas.microsoft.com/office/drawing/2014/main" id="{213F6F15-BE97-97C1-8037-886C66F6252D}"/>
              </a:ext>
            </a:extLst>
          </p:cNvPr>
          <p:cNvCxnSpPr>
            <a:cxnSpLocks/>
            <a:endCxn id="30" idx="0"/>
          </p:cNvCxnSpPr>
          <p:nvPr/>
        </p:nvCxnSpPr>
        <p:spPr>
          <a:xfrm flipH="1">
            <a:off x="1883915" y="3048168"/>
            <a:ext cx="825342" cy="1224847"/>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p:pic>
        <p:nvPicPr>
          <p:cNvPr id="110" name="Picture 109">
            <a:extLst>
              <a:ext uri="{FF2B5EF4-FFF2-40B4-BE49-F238E27FC236}">
                <a16:creationId xmlns:a16="http://schemas.microsoft.com/office/drawing/2014/main" id="{246190F0-4B4B-7DB5-5D76-7CAF02D6E225}"/>
              </a:ext>
            </a:extLst>
          </p:cNvPr>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5593767" y="3677648"/>
            <a:ext cx="4095062" cy="3071297"/>
          </a:xfrm>
          <a:prstGeom prst="rect">
            <a:avLst/>
          </a:prstGeom>
        </p:spPr>
      </p:pic>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A2176967-EFA6-EB30-A0D9-6199A215E9E5}"/>
                  </a:ext>
                </a:extLst>
              </p:cNvPr>
              <p:cNvSpPr txBox="1"/>
              <p:nvPr/>
            </p:nvSpPr>
            <p:spPr>
              <a:xfrm>
                <a:off x="6743990" y="5994029"/>
                <a:ext cx="1272784" cy="276999"/>
              </a:xfrm>
              <a:prstGeom prst="rect">
                <a:avLst/>
              </a:prstGeom>
              <a:noFill/>
              <a:ln>
                <a:solidFill>
                  <a:srgbClr val="C00000"/>
                </a:solidFill>
              </a:ln>
            </p:spPr>
            <p:txBody>
              <a:bodyPr wrap="none" lIns="0" tIns="0" rIns="0" bIns="0" rtlCol="0">
                <a:spAutoFit/>
              </a:bodyPr>
              <a:lstStyle/>
              <a:p>
                <a:r>
                  <a:rPr lang="de-DE" i="0" dirty="0">
                    <a:latin typeface="+mj-lt"/>
                  </a:rPr>
                  <a:t> </a:t>
                </a:r>
                <a:r>
                  <a:rPr lang="de-DE" i="0" dirty="0" err="1">
                    <a:latin typeface="+mj-lt"/>
                  </a:rPr>
                  <a:t>Readout</a:t>
                </a:r>
                <a:r>
                  <a:rPr lang="de-DE" i="0" dirty="0">
                    <a:latin typeface="+mj-lt"/>
                  </a:rPr>
                  <a:t>: </a:t>
                </a:r>
                <a14:m>
                  <m:oMath xmlns:m="http://schemas.openxmlformats.org/officeDocument/2006/math">
                    <m:r>
                      <m:rPr>
                        <m:sty m:val="p"/>
                      </m:rPr>
                      <a:rPr lang="de-DE" b="0" i="0" smtClean="0">
                        <a:latin typeface="Cambria Math" panose="02040503050406030204" pitchFamily="18" charset="0"/>
                      </a:rPr>
                      <m:t>pH</m:t>
                    </m:r>
                    <m:r>
                      <a:rPr lang="de-DE" b="0" i="0" smtClean="0">
                        <a:latin typeface="Cambria Math" panose="02040503050406030204" pitchFamily="18" charset="0"/>
                      </a:rPr>
                      <m:t> </m:t>
                    </m:r>
                  </m:oMath>
                </a14:m>
                <a:endParaRPr lang="en-US" dirty="0"/>
              </a:p>
            </p:txBody>
          </p:sp>
        </mc:Choice>
        <mc:Fallback xmlns="">
          <p:sp>
            <p:nvSpPr>
              <p:cNvPr id="111" name="TextBox 110">
                <a:extLst>
                  <a:ext uri="{FF2B5EF4-FFF2-40B4-BE49-F238E27FC236}">
                    <a16:creationId xmlns:a16="http://schemas.microsoft.com/office/drawing/2014/main" id="{A2176967-EFA6-EB30-A0D9-6199A215E9E5}"/>
                  </a:ext>
                </a:extLst>
              </p:cNvPr>
              <p:cNvSpPr txBox="1">
                <a:spLocks noRot="1" noChangeAspect="1" noMove="1" noResize="1" noEditPoints="1" noAdjustHandles="1" noChangeArrowheads="1" noChangeShapeType="1" noTextEdit="1"/>
              </p:cNvSpPr>
              <p:nvPr/>
            </p:nvSpPr>
            <p:spPr>
              <a:xfrm>
                <a:off x="6743990" y="5994029"/>
                <a:ext cx="1272784" cy="276999"/>
              </a:xfrm>
              <a:prstGeom prst="rect">
                <a:avLst/>
              </a:prstGeom>
              <a:blipFill>
                <a:blip r:embed="rId20"/>
                <a:stretch>
                  <a:fillRect l="-7109" t="-22917" r="-3318" b="-47917"/>
                </a:stretch>
              </a:blipFill>
              <a:ln>
                <a:solidFill>
                  <a:srgbClr val="C00000"/>
                </a:solidFill>
              </a:ln>
            </p:spPr>
            <p:txBody>
              <a:bodyPr/>
              <a:lstStyle/>
              <a:p>
                <a:r>
                  <a:rPr lang="en-US">
                    <a:noFill/>
                  </a:rPr>
                  <a:t> </a:t>
                </a:r>
              </a:p>
            </p:txBody>
          </p:sp>
        </mc:Fallback>
      </mc:AlternateContent>
      <p:cxnSp>
        <p:nvCxnSpPr>
          <p:cNvPr id="112" name="Connector: Elbow 111">
            <a:extLst>
              <a:ext uri="{FF2B5EF4-FFF2-40B4-BE49-F238E27FC236}">
                <a16:creationId xmlns:a16="http://schemas.microsoft.com/office/drawing/2014/main" id="{D2D8E6B6-C68C-5788-8F7D-6156186CA9E7}"/>
              </a:ext>
            </a:extLst>
          </p:cNvPr>
          <p:cNvCxnSpPr>
            <a:cxnSpLocks/>
            <a:endCxn id="111" idx="2"/>
          </p:cNvCxnSpPr>
          <p:nvPr/>
        </p:nvCxnSpPr>
        <p:spPr>
          <a:xfrm rot="5400000">
            <a:off x="7964574" y="5652306"/>
            <a:ext cx="34530" cy="1202914"/>
          </a:xfrm>
          <a:prstGeom prst="bentConnector3">
            <a:avLst>
              <a:gd name="adj1" fmla="val 762033"/>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57974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0"/>
                                        </p:tgtEl>
                                        <p:attrNameLst>
                                          <p:attrName>style.visibility</p:attrName>
                                        </p:attrNameLst>
                                      </p:cBhvr>
                                      <p:to>
                                        <p:strVal val="visible"/>
                                      </p:to>
                                    </p:set>
                                    <p:animEffect transition="in" filter="fade">
                                      <p:cBhvr>
                                        <p:cTn id="13" dur="500"/>
                                        <p:tgtEl>
                                          <p:spTgt spid="1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0">
              <a:srgbClr val="F2EADA">
                <a:alpha val="61000"/>
              </a:srgbClr>
            </a:gs>
            <a:gs pos="80000">
              <a:srgbClr val="DFCBA2">
                <a:alpha val="61000"/>
              </a:srgbClr>
            </a:gs>
            <a:gs pos="100000">
              <a:srgbClr val="E1CEA9">
                <a:alpha val="61000"/>
              </a:srgbClr>
            </a:gs>
          </a:gsLst>
          <a:lin ang="2700000" scaled="1"/>
        </a:gradFill>
        <a:effectLst/>
      </p:bgPr>
    </p:bg>
    <p:spTree>
      <p:nvGrpSpPr>
        <p:cNvPr id="1" name="">
          <a:extLst>
            <a:ext uri="{FF2B5EF4-FFF2-40B4-BE49-F238E27FC236}">
              <a16:creationId xmlns:a16="http://schemas.microsoft.com/office/drawing/2014/main" id="{1AC207F1-8999-EAD2-590A-B684DBD1DA8E}"/>
            </a:ext>
          </a:extLst>
        </p:cNvPr>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66FFC2BE-D548-AA71-6DE2-2D668F788E0C}"/>
              </a:ext>
            </a:extLst>
          </p:cNvPr>
          <p:cNvSpPr/>
          <p:nvPr/>
        </p:nvSpPr>
        <p:spPr>
          <a:xfrm>
            <a:off x="1865524" y="3730283"/>
            <a:ext cx="2449543"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 name="Straight Connector 5">
            <a:extLst>
              <a:ext uri="{FF2B5EF4-FFF2-40B4-BE49-F238E27FC236}">
                <a16:creationId xmlns:a16="http://schemas.microsoft.com/office/drawing/2014/main" id="{2A51C444-FB1A-0DD0-D3D8-550665FF4C57}"/>
              </a:ext>
            </a:extLst>
          </p:cNvPr>
          <p:cNvCxnSpPr>
            <a:cxnSpLocks/>
          </p:cNvCxnSpPr>
          <p:nvPr/>
        </p:nvCxnSpPr>
        <p:spPr>
          <a:xfrm flipH="1">
            <a:off x="1746380" y="14192"/>
            <a:ext cx="12495" cy="6801680"/>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7AB25717-3DE3-CD18-91FB-FA287708CF36}"/>
              </a:ext>
            </a:extLst>
          </p:cNvPr>
          <p:cNvCxnSpPr>
            <a:cxnSpLocks/>
          </p:cNvCxnSpPr>
          <p:nvPr/>
        </p:nvCxnSpPr>
        <p:spPr>
          <a:xfrm>
            <a:off x="4456194" y="521812"/>
            <a:ext cx="0" cy="629405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E2A400E-4494-B1A7-8932-D846A90B81E6}"/>
              </a:ext>
            </a:extLst>
          </p:cNvPr>
          <p:cNvCxnSpPr>
            <a:cxnSpLocks/>
          </p:cNvCxnSpPr>
          <p:nvPr/>
        </p:nvCxnSpPr>
        <p:spPr>
          <a:xfrm>
            <a:off x="7133889" y="1978422"/>
            <a:ext cx="0" cy="48374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BE1A3541-F8D5-14E4-E05F-A1707C264E26}"/>
              </a:ext>
            </a:extLst>
          </p:cNvPr>
          <p:cNvCxnSpPr>
            <a:cxnSpLocks/>
          </p:cNvCxnSpPr>
          <p:nvPr/>
        </p:nvCxnSpPr>
        <p:spPr>
          <a:xfrm flipH="1">
            <a:off x="9709514" y="504540"/>
            <a:ext cx="0" cy="631133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0" name="Rectangle: Rounded Corners 9">
            <a:extLst>
              <a:ext uri="{FF2B5EF4-FFF2-40B4-BE49-F238E27FC236}">
                <a16:creationId xmlns:a16="http://schemas.microsoft.com/office/drawing/2014/main" id="{FF941262-5BAE-BC34-70B1-7B517F0B3B0B}"/>
              </a:ext>
            </a:extLst>
          </p:cNvPr>
          <p:cNvSpPr/>
          <p:nvPr/>
        </p:nvSpPr>
        <p:spPr>
          <a:xfrm>
            <a:off x="7269240" y="4564930"/>
            <a:ext cx="235747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Rounded Corners 10">
            <a:extLst>
              <a:ext uri="{FF2B5EF4-FFF2-40B4-BE49-F238E27FC236}">
                <a16:creationId xmlns:a16="http://schemas.microsoft.com/office/drawing/2014/main" id="{D450CA51-5939-4E21-11A4-6E5D55EC72F7}"/>
              </a:ext>
            </a:extLst>
          </p:cNvPr>
          <p:cNvSpPr/>
          <p:nvPr/>
        </p:nvSpPr>
        <p:spPr>
          <a:xfrm>
            <a:off x="1877759" y="2141070"/>
            <a:ext cx="2447209"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2" name="Group 11">
            <a:extLst>
              <a:ext uri="{FF2B5EF4-FFF2-40B4-BE49-F238E27FC236}">
                <a16:creationId xmlns:a16="http://schemas.microsoft.com/office/drawing/2014/main" id="{02609E56-8D61-132F-15F7-E75A9B1B5FFB}"/>
              </a:ext>
            </a:extLst>
          </p:cNvPr>
          <p:cNvGrpSpPr/>
          <p:nvPr/>
        </p:nvGrpSpPr>
        <p:grpSpPr>
          <a:xfrm>
            <a:off x="1808379" y="3694592"/>
            <a:ext cx="2506686" cy="674688"/>
            <a:chOff x="43766" y="2027777"/>
            <a:chExt cx="1516466" cy="408165"/>
          </a:xfrm>
        </p:grpSpPr>
        <p:sp>
          <p:nvSpPr>
            <p:cNvPr id="13" name="TextBox 12">
              <a:extLst>
                <a:ext uri="{FF2B5EF4-FFF2-40B4-BE49-F238E27FC236}">
                  <a16:creationId xmlns:a16="http://schemas.microsoft.com/office/drawing/2014/main" id="{4F65246C-2A75-A317-C548-DF0609A25884}"/>
                </a:ext>
              </a:extLst>
            </p:cNvPr>
            <p:cNvSpPr txBox="1"/>
            <p:nvPr/>
          </p:nvSpPr>
          <p:spPr>
            <a:xfrm>
              <a:off x="43766" y="2027777"/>
              <a:ext cx="86388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Metabolites as inputs</a:t>
              </a:r>
            </a:p>
          </p:txBody>
        </p:sp>
        <p:sp>
          <p:nvSpPr>
            <p:cNvPr id="14" name="TextBox 13">
              <a:extLst>
                <a:ext uri="{FF2B5EF4-FFF2-40B4-BE49-F238E27FC236}">
                  <a16:creationId xmlns:a16="http://schemas.microsoft.com/office/drawing/2014/main" id="{99FC1760-4A40-D3CF-A5A3-900529823F27}"/>
                </a:ext>
              </a:extLst>
            </p:cNvPr>
            <p:cNvSpPr txBox="1"/>
            <p:nvPr/>
          </p:nvSpPr>
          <p:spPr>
            <a:xfrm>
              <a:off x="50754" y="2145876"/>
              <a:ext cx="1509478"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Inputs are encoded in the concentration level of metabolites</a:t>
              </a:r>
            </a:p>
          </p:txBody>
        </p:sp>
      </p:grpSp>
      <p:sp>
        <p:nvSpPr>
          <p:cNvPr id="15" name="Rectangle: Rounded Corners 14">
            <a:extLst>
              <a:ext uri="{FF2B5EF4-FFF2-40B4-BE49-F238E27FC236}">
                <a16:creationId xmlns:a16="http://schemas.microsoft.com/office/drawing/2014/main" id="{3E48A32B-7DDF-E070-AE72-20F78B1826B5}"/>
              </a:ext>
            </a:extLst>
          </p:cNvPr>
          <p:cNvSpPr/>
          <p:nvPr/>
        </p:nvSpPr>
        <p:spPr>
          <a:xfrm>
            <a:off x="1878609" y="679688"/>
            <a:ext cx="246732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9DB99BF9-8B3E-EC37-979B-071001AA4072}"/>
              </a:ext>
            </a:extLst>
          </p:cNvPr>
          <p:cNvSpPr txBox="1"/>
          <p:nvPr/>
        </p:nvSpPr>
        <p:spPr>
          <a:xfrm>
            <a:off x="-52323" y="275098"/>
            <a:ext cx="1756598"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Substrate ↓ ▪  Stage →</a:t>
            </a:r>
          </a:p>
        </p:txBody>
      </p:sp>
      <p:sp>
        <p:nvSpPr>
          <p:cNvPr id="17" name="TextBox 16">
            <a:extLst>
              <a:ext uri="{FF2B5EF4-FFF2-40B4-BE49-F238E27FC236}">
                <a16:creationId xmlns:a16="http://schemas.microsoft.com/office/drawing/2014/main" id="{6F6C4931-1571-A750-E675-D0F598FF7018}"/>
              </a:ext>
            </a:extLst>
          </p:cNvPr>
          <p:cNvSpPr txBox="1"/>
          <p:nvPr/>
        </p:nvSpPr>
        <p:spPr>
          <a:xfrm>
            <a:off x="2406406" y="36999"/>
            <a:ext cx="1402335"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Input </a:t>
            </a:r>
            <a:r>
              <a:rPr kumimoji="0" lang="en-GB" sz="12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 </a:t>
            </a: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Interface</a:t>
            </a:r>
          </a:p>
        </p:txBody>
      </p:sp>
      <p:sp>
        <p:nvSpPr>
          <p:cNvPr id="18" name="TextBox 17">
            <a:extLst>
              <a:ext uri="{FF2B5EF4-FFF2-40B4-BE49-F238E27FC236}">
                <a16:creationId xmlns:a16="http://schemas.microsoft.com/office/drawing/2014/main" id="{07B38918-028B-3C42-15C7-049459ABDDD4}"/>
              </a:ext>
            </a:extLst>
          </p:cNvPr>
          <p:cNvSpPr txBox="1"/>
          <p:nvPr/>
        </p:nvSpPr>
        <p:spPr>
          <a:xfrm>
            <a:off x="7252232" y="293087"/>
            <a:ext cx="1472867" cy="217863"/>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Activation component</a:t>
            </a:r>
            <a:endParaRPr kumimoji="0" lang="en-GB" sz="1000" b="1" i="0" u="none" strike="noStrike" kern="1200" cap="none" spc="0" normalizeH="0" baseline="0" noProof="0" dirty="0">
              <a:ln/>
              <a:solidFill>
                <a:srgbClr val="000000"/>
              </a:solidFill>
              <a:effectLst/>
              <a:uLnTx/>
              <a:uFillTx/>
              <a:latin typeface="Arial"/>
              <a:ea typeface="+mn-ea"/>
              <a:cs typeface="Arial"/>
              <a:sym typeface="Arial"/>
              <a:rtl val="0"/>
            </a:endParaRPr>
          </a:p>
        </p:txBody>
      </p:sp>
      <p:sp>
        <p:nvSpPr>
          <p:cNvPr id="19" name="TextBox 18">
            <a:extLst>
              <a:ext uri="{FF2B5EF4-FFF2-40B4-BE49-F238E27FC236}">
                <a16:creationId xmlns:a16="http://schemas.microsoft.com/office/drawing/2014/main" id="{03BF7A72-2013-50D2-BC03-90539697DE71}"/>
              </a:ext>
            </a:extLst>
          </p:cNvPr>
          <p:cNvSpPr txBox="1"/>
          <p:nvPr/>
        </p:nvSpPr>
        <p:spPr>
          <a:xfrm>
            <a:off x="10252919" y="-1127"/>
            <a:ext cx="1530575"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Output </a:t>
            </a:r>
            <a:r>
              <a:rPr kumimoji="0" lang="en-GB" sz="12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 </a:t>
            </a: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Interface</a:t>
            </a:r>
          </a:p>
        </p:txBody>
      </p:sp>
      <p:sp>
        <p:nvSpPr>
          <p:cNvPr id="20" name="TextBox 19">
            <a:extLst>
              <a:ext uri="{FF2B5EF4-FFF2-40B4-BE49-F238E27FC236}">
                <a16:creationId xmlns:a16="http://schemas.microsoft.com/office/drawing/2014/main" id="{4FA6E2AD-DCCA-1680-EE2D-864EDD147BE9}"/>
              </a:ext>
            </a:extLst>
          </p:cNvPr>
          <p:cNvSpPr txBox="1"/>
          <p:nvPr/>
        </p:nvSpPr>
        <p:spPr>
          <a:xfrm>
            <a:off x="6214404" y="-41974"/>
            <a:ext cx="1650800" cy="248641"/>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200" b="1" i="0" u="none" strike="noStrike" kern="1200" cap="none" spc="0" normalizeH="0" baseline="0" noProof="0" dirty="0">
                <a:ln/>
                <a:solidFill>
                  <a:srgbClr val="000000"/>
                </a:solidFill>
                <a:effectLst/>
                <a:uLnTx/>
                <a:uFillTx/>
                <a:latin typeface="Arial"/>
                <a:ea typeface="+mn-ea"/>
                <a:cs typeface="Arial"/>
                <a:sym typeface="Arial"/>
                <a:rtl val="0"/>
              </a:rPr>
              <a:t>Neuron Components</a:t>
            </a:r>
          </a:p>
        </p:txBody>
      </p:sp>
      <p:cxnSp>
        <p:nvCxnSpPr>
          <p:cNvPr id="21" name="Straight Connector 20">
            <a:extLst>
              <a:ext uri="{FF2B5EF4-FFF2-40B4-BE49-F238E27FC236}">
                <a16:creationId xmlns:a16="http://schemas.microsoft.com/office/drawing/2014/main" id="{2AB3C0FF-E5A3-4D46-8043-6C32C04BA3E6}"/>
              </a:ext>
            </a:extLst>
          </p:cNvPr>
          <p:cNvCxnSpPr>
            <a:cxnSpLocks/>
          </p:cNvCxnSpPr>
          <p:nvPr/>
        </p:nvCxnSpPr>
        <p:spPr>
          <a:xfrm>
            <a:off x="34139" y="647339"/>
            <a:ext cx="12157861" cy="32349"/>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42EABDE7-6BE4-B815-9BEB-3D63E3C1747D}"/>
              </a:ext>
            </a:extLst>
          </p:cNvPr>
          <p:cNvGrpSpPr/>
          <p:nvPr/>
        </p:nvGrpSpPr>
        <p:grpSpPr>
          <a:xfrm>
            <a:off x="4456194" y="305329"/>
            <a:ext cx="135810" cy="216486"/>
            <a:chOff x="2235570" y="366714"/>
            <a:chExt cx="82161" cy="130967"/>
          </a:xfrm>
        </p:grpSpPr>
        <p:cxnSp>
          <p:nvCxnSpPr>
            <p:cNvPr id="23" name="Straight Connector 22">
              <a:extLst>
                <a:ext uri="{FF2B5EF4-FFF2-40B4-BE49-F238E27FC236}">
                  <a16:creationId xmlns:a16="http://schemas.microsoft.com/office/drawing/2014/main" id="{64CF5F3B-655C-CF09-EB24-5C880B7F5B08}"/>
                </a:ext>
              </a:extLst>
            </p:cNvPr>
            <p:cNvCxnSpPr>
              <a:cxnSpLocks/>
            </p:cNvCxnSpPr>
            <p:nvPr/>
          </p:nvCxnSpPr>
          <p:spPr>
            <a:xfrm>
              <a:off x="2235572" y="366714"/>
              <a:ext cx="82159" cy="69842"/>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8EDCB0B8-F1B5-F33C-B823-69E60E300A65}"/>
                </a:ext>
              </a:extLst>
            </p:cNvPr>
            <p:cNvCxnSpPr>
              <a:cxnSpLocks/>
            </p:cNvCxnSpPr>
            <p:nvPr/>
          </p:nvCxnSpPr>
          <p:spPr>
            <a:xfrm flipV="1">
              <a:off x="2235570" y="436556"/>
              <a:ext cx="82161" cy="6112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cxnSp>
        <p:nvCxnSpPr>
          <p:cNvPr id="25" name="Straight Connector 24">
            <a:extLst>
              <a:ext uri="{FF2B5EF4-FFF2-40B4-BE49-F238E27FC236}">
                <a16:creationId xmlns:a16="http://schemas.microsoft.com/office/drawing/2014/main" id="{CD18D8FF-17B0-8341-4999-24BA7E14D741}"/>
              </a:ext>
            </a:extLst>
          </p:cNvPr>
          <p:cNvCxnSpPr>
            <a:cxnSpLocks/>
          </p:cNvCxnSpPr>
          <p:nvPr/>
        </p:nvCxnSpPr>
        <p:spPr>
          <a:xfrm>
            <a:off x="4456194" y="14192"/>
            <a:ext cx="0" cy="291138"/>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nvGrpSpPr>
          <p:cNvPr id="26" name="Group 25">
            <a:extLst>
              <a:ext uri="{FF2B5EF4-FFF2-40B4-BE49-F238E27FC236}">
                <a16:creationId xmlns:a16="http://schemas.microsoft.com/office/drawing/2014/main" id="{24F13260-D774-B6EB-C755-BAF87AEF5CDD}"/>
              </a:ext>
            </a:extLst>
          </p:cNvPr>
          <p:cNvGrpSpPr/>
          <p:nvPr/>
        </p:nvGrpSpPr>
        <p:grpSpPr>
          <a:xfrm>
            <a:off x="4638637" y="169927"/>
            <a:ext cx="1731496" cy="430887"/>
            <a:chOff x="1999055" y="106448"/>
            <a:chExt cx="1047500" cy="260673"/>
          </a:xfrm>
        </p:grpSpPr>
        <p:sp>
          <p:nvSpPr>
            <p:cNvPr id="27" name="TextBox 26">
              <a:extLst>
                <a:ext uri="{FF2B5EF4-FFF2-40B4-BE49-F238E27FC236}">
                  <a16:creationId xmlns:a16="http://schemas.microsoft.com/office/drawing/2014/main" id="{49499B8E-4C18-2B68-7FB4-A3D582596614}"/>
                </a:ext>
              </a:extLst>
            </p:cNvPr>
            <p:cNvSpPr txBox="1"/>
            <p:nvPr/>
          </p:nvSpPr>
          <p:spPr>
            <a:xfrm>
              <a:off x="1999055" y="194277"/>
              <a:ext cx="606896"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Weighted </a:t>
              </a:r>
              <a:r>
                <a:rPr kumimoji="0" lang="en-GB" sz="1000" b="1" i="0" u="none" strike="noStrike" kern="1200" cap="none" spc="0" normalizeH="0" baseline="0" noProof="0" dirty="0">
                  <a:ln/>
                  <a:solidFill>
                    <a:srgbClr val="000000"/>
                  </a:solidFill>
                  <a:effectLst/>
                  <a:uLnTx/>
                  <a:uFillTx/>
                  <a:latin typeface="Arial"/>
                  <a:ea typeface="+mn-ea"/>
                  <a:cs typeface="Arial"/>
                  <a:sym typeface="Symbol" panose="05050102010706020507" pitchFamily="18" charset="2"/>
                  <a:rtl val="0"/>
                </a:rPr>
                <a:t>sum</a:t>
              </a:r>
              <a:endParaRPr kumimoji="0" lang="en-GB" sz="1000" b="1" i="0" u="none" strike="noStrike" kern="1200" cap="none" spc="0" normalizeH="0" baseline="0" noProof="0" dirty="0">
                <a:ln/>
                <a:solidFill>
                  <a:srgbClr val="000000"/>
                </a:solidFill>
                <a:effectLst/>
                <a:uLnTx/>
                <a:uFillTx/>
                <a:latin typeface="Arial"/>
                <a:ea typeface="+mn-ea"/>
                <a:cs typeface="Arial"/>
                <a:sym typeface="Arial"/>
                <a:rtl val="0"/>
              </a:endParaRPr>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80B47CA9-4ED8-7D91-0F1E-7B249264E685}"/>
                    </a:ext>
                  </a:extLst>
                </p:cNvPr>
                <p:cNvSpPr txBox="1"/>
                <p:nvPr/>
              </p:nvSpPr>
              <p:spPr>
                <a:xfrm>
                  <a:off x="2623853" y="106448"/>
                  <a:ext cx="422702" cy="260673"/>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mn-ea"/>
                          <a:cs typeface="+mn-cs"/>
                        </a:rPr>
                        <m:t>𝑦</m:t>
                      </m:r>
                      <m: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mn-ea"/>
                          <a:cs typeface="+mn-cs"/>
                        </a:rPr>
                        <m:t>=</m:t>
                      </m:r>
                      <m:nary>
                        <m:naryPr>
                          <m:chr m:val="∑"/>
                          <m:subHide m:val="on"/>
                          <m:supHide m:val="on"/>
                          <m:ctrlP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mn-ea"/>
                              <a:cs typeface="+mn-cs"/>
                            </a:rPr>
                          </m:ctrlPr>
                        </m:naryPr>
                        <m:sub/>
                        <m:sup/>
                        <m:e>
                          <m:sSub>
                            <m:sSubPr>
                              <m:ctrlP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Cambria Math" panose="02040503050406030204" pitchFamily="18" charset="0"/>
                                  <a:cs typeface="+mn-cs"/>
                                </a:rPr>
                              </m:ctrlPr>
                            </m:sSubPr>
                            <m:e>
                              <m: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Cambria Math" panose="02040503050406030204" pitchFamily="18" charset="0"/>
                                  <a:cs typeface="+mn-cs"/>
                                </a:rPr>
                                <m:t>𝜔</m:t>
                              </m:r>
                            </m:e>
                            <m:sub>
                              <m: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mn-ea"/>
                                  <a:cs typeface="+mn-cs"/>
                                </a:rPr>
                                <m:t>𝑖</m:t>
                              </m:r>
                            </m:sub>
                          </m:sSub>
                          <m:sSub>
                            <m:sSubPr>
                              <m:ctrlP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mn-ea"/>
                                  <a:cs typeface="+mn-cs"/>
                                </a:rPr>
                              </m:ctrlPr>
                            </m:sSubPr>
                            <m:e>
                              <m: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mn-ea"/>
                                  <a:cs typeface="+mn-cs"/>
                                </a:rPr>
                                <m:t>𝑥</m:t>
                              </m:r>
                            </m:e>
                            <m:sub>
                              <m: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mn-ea"/>
                                  <a:cs typeface="+mn-cs"/>
                                </a:rPr>
                                <m:t>𝑖</m:t>
                              </m:r>
                            </m:sub>
                          </m:sSub>
                        </m:e>
                      </m:nary>
                    </m:oMath>
                  </a14:m>
                  <a:r>
                    <a:rPr kumimoji="0" lang="en-GB" sz="28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 </a:t>
                  </a:r>
                </a:p>
              </p:txBody>
            </p:sp>
          </mc:Choice>
          <mc:Fallback xmlns="">
            <p:sp>
              <p:nvSpPr>
                <p:cNvPr id="28" name="TextBox 27">
                  <a:extLst>
                    <a:ext uri="{FF2B5EF4-FFF2-40B4-BE49-F238E27FC236}">
                      <a16:creationId xmlns:a16="http://schemas.microsoft.com/office/drawing/2014/main" id="{80B47CA9-4ED8-7D91-0F1E-7B249264E685}"/>
                    </a:ext>
                  </a:extLst>
                </p:cNvPr>
                <p:cNvSpPr txBox="1">
                  <a:spLocks noRot="1" noChangeAspect="1" noMove="1" noResize="1" noEditPoints="1" noAdjustHandles="1" noChangeArrowheads="1" noChangeShapeType="1" noTextEdit="1"/>
                </p:cNvSpPr>
                <p:nvPr/>
              </p:nvSpPr>
              <p:spPr>
                <a:xfrm>
                  <a:off x="2623853" y="106448"/>
                  <a:ext cx="422702" cy="260673"/>
                </a:xfrm>
                <a:prstGeom prst="rect">
                  <a:avLst/>
                </a:prstGeom>
                <a:blipFill>
                  <a:blip r:embed="rId2"/>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1CEF9230-CDA5-170D-34BE-28AD746BDE95}"/>
                  </a:ext>
                </a:extLst>
              </p:cNvPr>
              <p:cNvSpPr txBox="1"/>
              <p:nvPr/>
            </p:nvSpPr>
            <p:spPr>
              <a:xfrm>
                <a:off x="8757420" y="326478"/>
                <a:ext cx="298543" cy="16158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Cambria Math" panose="02040503050406030204" pitchFamily="18" charset="0"/>
                          <a:cs typeface="+mn-cs"/>
                        </a:rPr>
                        <m:t>𝜎</m:t>
                      </m:r>
                      <m:d>
                        <m:dPr>
                          <m:ctrlP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Cambria Math" panose="02040503050406030204" pitchFamily="18" charset="0"/>
                              <a:cs typeface="+mn-cs"/>
                            </a:rPr>
                          </m:ctrlPr>
                        </m:dPr>
                        <m:e>
                          <m:r>
                            <a:rPr kumimoji="0" lang="en-GB" sz="105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Cambria Math" panose="02040503050406030204" pitchFamily="18" charset="0"/>
                              <a:cs typeface="+mn-cs"/>
                            </a:rPr>
                            <m:t>𝑦</m:t>
                          </m:r>
                        </m:e>
                      </m:d>
                    </m:oMath>
                  </m:oMathPara>
                </a14:m>
                <a:endParaRPr kumimoji="0" lang="en-GB" sz="28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endParaRPr>
              </a:p>
            </p:txBody>
          </p:sp>
        </mc:Choice>
        <mc:Fallback xmlns="">
          <p:sp>
            <p:nvSpPr>
              <p:cNvPr id="29" name="TextBox 28">
                <a:extLst>
                  <a:ext uri="{FF2B5EF4-FFF2-40B4-BE49-F238E27FC236}">
                    <a16:creationId xmlns:a16="http://schemas.microsoft.com/office/drawing/2014/main" id="{1CEF9230-CDA5-170D-34BE-28AD746BDE95}"/>
                  </a:ext>
                </a:extLst>
              </p:cNvPr>
              <p:cNvSpPr txBox="1">
                <a:spLocks noRot="1" noChangeAspect="1" noMove="1" noResize="1" noEditPoints="1" noAdjustHandles="1" noChangeArrowheads="1" noChangeShapeType="1" noTextEdit="1"/>
              </p:cNvSpPr>
              <p:nvPr/>
            </p:nvSpPr>
            <p:spPr>
              <a:xfrm>
                <a:off x="8757420" y="326478"/>
                <a:ext cx="298543" cy="161584"/>
              </a:xfrm>
              <a:prstGeom prst="rect">
                <a:avLst/>
              </a:prstGeom>
              <a:blipFill>
                <a:blip r:embed="rId3"/>
                <a:stretch>
                  <a:fillRect l="-8163" b="-2692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D6755271-93A5-6931-20DF-C27D7D2500A4}"/>
                  </a:ext>
                </a:extLst>
              </p:cNvPr>
              <p:cNvSpPr txBox="1"/>
              <p:nvPr/>
            </p:nvSpPr>
            <p:spPr>
              <a:xfrm>
                <a:off x="10459968" y="266428"/>
                <a:ext cx="919739" cy="391326"/>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GB" sz="105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r>
                        <a:rPr kumimoji="0" lang="en-GB" sz="105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𝜎</m:t>
                      </m:r>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nary>
                        <m:naryPr>
                          <m:chr m:val="∑"/>
                          <m:subHide m:val="on"/>
                          <m:supHide m:val="on"/>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sup/>
                        <m:e>
                          <m:sSub>
                            <m:sSubPr>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b>
                            <m:sSubPr>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nary>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oMath>
                  </m:oMathPara>
                </a14:m>
                <a:endParaRPr kumimoji="0" lang="en-GB"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30" name="TextBox 29">
                <a:extLst>
                  <a:ext uri="{FF2B5EF4-FFF2-40B4-BE49-F238E27FC236}">
                    <a16:creationId xmlns:a16="http://schemas.microsoft.com/office/drawing/2014/main" id="{D6755271-93A5-6931-20DF-C27D7D2500A4}"/>
                  </a:ext>
                </a:extLst>
              </p:cNvPr>
              <p:cNvSpPr txBox="1">
                <a:spLocks noRot="1" noChangeAspect="1" noMove="1" noResize="1" noEditPoints="1" noAdjustHandles="1" noChangeArrowheads="1" noChangeShapeType="1" noTextEdit="1"/>
              </p:cNvSpPr>
              <p:nvPr/>
            </p:nvSpPr>
            <p:spPr>
              <a:xfrm>
                <a:off x="10459968" y="266428"/>
                <a:ext cx="919739" cy="391326"/>
              </a:xfrm>
              <a:prstGeom prst="rect">
                <a:avLst/>
              </a:prstGeom>
              <a:blipFill>
                <a:blip r:embed="rId4"/>
                <a:stretch>
                  <a:fillRect l="-13245" t="-153125" r="-72848" b="-207813"/>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59A168FC-0C02-9282-20F9-A8734300599E}"/>
              </a:ext>
            </a:extLst>
          </p:cNvPr>
          <p:cNvSpPr txBox="1"/>
          <p:nvPr/>
        </p:nvSpPr>
        <p:spPr>
          <a:xfrm>
            <a:off x="-41076" y="669192"/>
            <a:ext cx="1087158"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rPr>
              <a:t>ELECTRONIC</a:t>
            </a:r>
          </a:p>
        </p:txBody>
      </p: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022A280-BAE7-8A80-B9E8-DCB515B024DE}"/>
                  </a:ext>
                </a:extLst>
              </p:cNvPr>
              <p:cNvSpPr txBox="1"/>
              <p:nvPr/>
            </p:nvSpPr>
            <p:spPr>
              <a:xfrm>
                <a:off x="3034104" y="314256"/>
                <a:ext cx="244876" cy="161584"/>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d>
                        <m:dPr>
                          <m:begChr m:val="{"/>
                          <m:endChr m:val="}"/>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GB" sz="105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oMath>
                  </m:oMathPara>
                </a14:m>
                <a:endParaRPr kumimoji="0" lang="en-GB"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32" name="TextBox 31">
                <a:extLst>
                  <a:ext uri="{FF2B5EF4-FFF2-40B4-BE49-F238E27FC236}">
                    <a16:creationId xmlns:a16="http://schemas.microsoft.com/office/drawing/2014/main" id="{4022A280-BAE7-8A80-B9E8-DCB515B024DE}"/>
                  </a:ext>
                </a:extLst>
              </p:cNvPr>
              <p:cNvSpPr txBox="1">
                <a:spLocks noRot="1" noChangeAspect="1" noMove="1" noResize="1" noEditPoints="1" noAdjustHandles="1" noChangeArrowheads="1" noChangeShapeType="1" noTextEdit="1"/>
              </p:cNvSpPr>
              <p:nvPr/>
            </p:nvSpPr>
            <p:spPr>
              <a:xfrm>
                <a:off x="3034104" y="314256"/>
                <a:ext cx="244876" cy="161584"/>
              </a:xfrm>
              <a:prstGeom prst="rect">
                <a:avLst/>
              </a:prstGeom>
              <a:blipFill>
                <a:blip r:embed="rId5"/>
                <a:stretch>
                  <a:fillRect b="-15385"/>
                </a:stretch>
              </a:blipFill>
            </p:spPr>
            <p:txBody>
              <a:bodyPr/>
              <a:lstStyle/>
              <a:p>
                <a:r>
                  <a:rPr lang="en-US">
                    <a:noFill/>
                  </a:rPr>
                  <a:t> </a:t>
                </a:r>
              </a:p>
            </p:txBody>
          </p:sp>
        </mc:Fallback>
      </mc:AlternateContent>
      <p:cxnSp>
        <p:nvCxnSpPr>
          <p:cNvPr id="33" name="Straight Connector 32">
            <a:extLst>
              <a:ext uri="{FF2B5EF4-FFF2-40B4-BE49-F238E27FC236}">
                <a16:creationId xmlns:a16="http://schemas.microsoft.com/office/drawing/2014/main" id="{43C8EAC2-C65A-97F0-9CD9-AB236C8CF0C7}"/>
              </a:ext>
            </a:extLst>
          </p:cNvPr>
          <p:cNvCxnSpPr>
            <a:cxnSpLocks/>
          </p:cNvCxnSpPr>
          <p:nvPr/>
        </p:nvCxnSpPr>
        <p:spPr>
          <a:xfrm flipV="1">
            <a:off x="34139" y="2078423"/>
            <a:ext cx="12157861" cy="1486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34" name="TextBox 33">
            <a:extLst>
              <a:ext uri="{FF2B5EF4-FFF2-40B4-BE49-F238E27FC236}">
                <a16:creationId xmlns:a16="http://schemas.microsoft.com/office/drawing/2014/main" id="{E30A77DD-22DD-9D18-84B6-9C59CE8486D9}"/>
              </a:ext>
            </a:extLst>
          </p:cNvPr>
          <p:cNvSpPr txBox="1"/>
          <p:nvPr/>
        </p:nvSpPr>
        <p:spPr>
          <a:xfrm>
            <a:off x="34220" y="975191"/>
            <a:ext cx="1237225"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Graphene bio-FET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DSP circuit</a:t>
            </a:r>
          </a:p>
        </p:txBody>
      </p:sp>
      <p:sp>
        <p:nvSpPr>
          <p:cNvPr id="35" name="TextBox 34">
            <a:extLst>
              <a:ext uri="{FF2B5EF4-FFF2-40B4-BE49-F238E27FC236}">
                <a16:creationId xmlns:a16="http://schemas.microsoft.com/office/drawing/2014/main" id="{EAA7823B-93D2-BCB5-B984-0E9A2D2BC2C8}"/>
              </a:ext>
            </a:extLst>
          </p:cNvPr>
          <p:cNvSpPr txBox="1"/>
          <p:nvPr/>
        </p:nvSpPr>
        <p:spPr>
          <a:xfrm>
            <a:off x="26946" y="1318103"/>
            <a:ext cx="1303283"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Bridge the chemical and electric domains,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then computation in the electric domain.</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pic>
        <p:nvPicPr>
          <p:cNvPr id="36" name="Graphic 35" descr="Processor outline">
            <a:extLst>
              <a:ext uri="{FF2B5EF4-FFF2-40B4-BE49-F238E27FC236}">
                <a16:creationId xmlns:a16="http://schemas.microsoft.com/office/drawing/2014/main" id="{40F2BB9E-5A24-D76E-316A-4B5E2C7FCF7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18283" y="1082673"/>
            <a:ext cx="526132" cy="526132"/>
          </a:xfrm>
          <a:prstGeom prst="rect">
            <a:avLst/>
          </a:prstGeom>
        </p:spPr>
      </p:pic>
      <p:grpSp>
        <p:nvGrpSpPr>
          <p:cNvPr id="37" name="Group 36">
            <a:extLst>
              <a:ext uri="{FF2B5EF4-FFF2-40B4-BE49-F238E27FC236}">
                <a16:creationId xmlns:a16="http://schemas.microsoft.com/office/drawing/2014/main" id="{264B3C7B-F80A-1104-93E6-860981EC8368}"/>
              </a:ext>
            </a:extLst>
          </p:cNvPr>
          <p:cNvGrpSpPr/>
          <p:nvPr/>
        </p:nvGrpSpPr>
        <p:grpSpPr>
          <a:xfrm>
            <a:off x="1871988" y="960694"/>
            <a:ext cx="1572755" cy="1089616"/>
            <a:chOff x="832080" y="441050"/>
            <a:chExt cx="951467" cy="659183"/>
          </a:xfrm>
        </p:grpSpPr>
        <p:sp>
          <p:nvSpPr>
            <p:cNvPr id="38" name="Cylinder 37">
              <a:extLst>
                <a:ext uri="{FF2B5EF4-FFF2-40B4-BE49-F238E27FC236}">
                  <a16:creationId xmlns:a16="http://schemas.microsoft.com/office/drawing/2014/main" id="{B8EAB234-83AB-9095-824C-F9898BDDAC01}"/>
                </a:ext>
              </a:extLst>
            </p:cNvPr>
            <p:cNvSpPr/>
            <p:nvPr/>
          </p:nvSpPr>
          <p:spPr>
            <a:xfrm rot="5400000">
              <a:off x="1209082" y="272381"/>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9" name="TextBox 38">
              <a:extLst>
                <a:ext uri="{FF2B5EF4-FFF2-40B4-BE49-F238E27FC236}">
                  <a16:creationId xmlns:a16="http://schemas.microsoft.com/office/drawing/2014/main" id="{051A3EC8-3C58-04A0-89A6-409DB52A12F6}"/>
                </a:ext>
              </a:extLst>
            </p:cNvPr>
            <p:cNvSpPr txBox="1"/>
            <p:nvPr/>
          </p:nvSpPr>
          <p:spPr>
            <a:xfrm>
              <a:off x="832080" y="441050"/>
              <a:ext cx="687497"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Molecular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0" name="TextBox 39">
              <a:extLst>
                <a:ext uri="{FF2B5EF4-FFF2-40B4-BE49-F238E27FC236}">
                  <a16:creationId xmlns:a16="http://schemas.microsoft.com/office/drawing/2014/main" id="{F5BAF3EB-0443-E943-62E7-839ADD749ED9}"/>
                </a:ext>
              </a:extLst>
            </p:cNvPr>
            <p:cNvSpPr txBox="1"/>
            <p:nvPr/>
          </p:nvSpPr>
          <p:spPr>
            <a:xfrm>
              <a:off x="886882" y="960587"/>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Electric domain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41" name="Graphic 40" descr="DNA outline">
              <a:extLst>
                <a:ext uri="{FF2B5EF4-FFF2-40B4-BE49-F238E27FC236}">
                  <a16:creationId xmlns:a16="http://schemas.microsoft.com/office/drawing/2014/main" id="{8A949DA8-8143-C40B-D7EB-5C40DA6F7FE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2045088">
              <a:off x="934548" y="645118"/>
              <a:ext cx="100584" cy="100584"/>
            </a:xfrm>
            <a:prstGeom prst="rect">
              <a:avLst/>
            </a:prstGeom>
          </p:spPr>
        </p:pic>
        <p:pic>
          <p:nvPicPr>
            <p:cNvPr id="42" name="Graphic 41" descr="DNA outline">
              <a:extLst>
                <a:ext uri="{FF2B5EF4-FFF2-40B4-BE49-F238E27FC236}">
                  <a16:creationId xmlns:a16="http://schemas.microsoft.com/office/drawing/2014/main" id="{CD4D9B28-4297-57F4-F094-E4B089E1B4D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7372733">
              <a:off x="1107095" y="624831"/>
              <a:ext cx="100584" cy="100584"/>
            </a:xfrm>
            <a:prstGeom prst="rect">
              <a:avLst/>
            </a:prstGeom>
          </p:spPr>
        </p:pic>
        <p:pic>
          <p:nvPicPr>
            <p:cNvPr id="43" name="Graphic 42" descr="DNA outline">
              <a:extLst>
                <a:ext uri="{FF2B5EF4-FFF2-40B4-BE49-F238E27FC236}">
                  <a16:creationId xmlns:a16="http://schemas.microsoft.com/office/drawing/2014/main" id="{56246AD3-AB5E-0E1F-4A24-7050B58CE0B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6139420">
              <a:off x="1472103" y="581732"/>
              <a:ext cx="100584" cy="100584"/>
            </a:xfrm>
            <a:prstGeom prst="rect">
              <a:avLst/>
            </a:prstGeom>
          </p:spPr>
        </p:pic>
        <p:grpSp>
          <p:nvGrpSpPr>
            <p:cNvPr id="44" name="Group 43">
              <a:extLst>
                <a:ext uri="{FF2B5EF4-FFF2-40B4-BE49-F238E27FC236}">
                  <a16:creationId xmlns:a16="http://schemas.microsoft.com/office/drawing/2014/main" id="{0B507C15-D255-D0C3-2CD6-7568006B6D6D}"/>
                </a:ext>
              </a:extLst>
            </p:cNvPr>
            <p:cNvGrpSpPr/>
            <p:nvPr/>
          </p:nvGrpSpPr>
          <p:grpSpPr>
            <a:xfrm>
              <a:off x="1415778" y="785765"/>
              <a:ext cx="18819" cy="45720"/>
              <a:chOff x="1639649" y="1052940"/>
              <a:chExt cx="18819" cy="45720"/>
            </a:xfrm>
          </p:grpSpPr>
          <p:cxnSp>
            <p:nvCxnSpPr>
              <p:cNvPr id="93" name="Straight Connector 92">
                <a:extLst>
                  <a:ext uri="{FF2B5EF4-FFF2-40B4-BE49-F238E27FC236}">
                    <a16:creationId xmlns:a16="http://schemas.microsoft.com/office/drawing/2014/main" id="{111B4884-C857-256A-68C9-360D4CEC1079}"/>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AAF11239-30ED-D40A-BE32-678F42D538B4}"/>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79F9F109-E64C-CE14-48F3-2F699BC767BB}"/>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FBE4774A-7FB4-83F4-102B-1ED7D5B0774F}"/>
                </a:ext>
              </a:extLst>
            </p:cNvPr>
            <p:cNvGrpSpPr/>
            <p:nvPr/>
          </p:nvGrpSpPr>
          <p:grpSpPr>
            <a:xfrm>
              <a:off x="1442567" y="723305"/>
              <a:ext cx="18819" cy="45720"/>
              <a:chOff x="1639649" y="1052940"/>
              <a:chExt cx="18819" cy="45720"/>
            </a:xfrm>
          </p:grpSpPr>
          <p:cxnSp>
            <p:nvCxnSpPr>
              <p:cNvPr id="90" name="Straight Connector 89">
                <a:extLst>
                  <a:ext uri="{FF2B5EF4-FFF2-40B4-BE49-F238E27FC236}">
                    <a16:creationId xmlns:a16="http://schemas.microsoft.com/office/drawing/2014/main" id="{FC5CD3C5-EECB-08B9-5BAC-BFA3158274CF}"/>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BB171B57-4E74-A76D-24F6-8395E02732CE}"/>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055A2BCC-3BF2-ABD9-1900-D7E7A3F2B298}"/>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6" name="Group 45">
              <a:extLst>
                <a:ext uri="{FF2B5EF4-FFF2-40B4-BE49-F238E27FC236}">
                  <a16:creationId xmlns:a16="http://schemas.microsoft.com/office/drawing/2014/main" id="{3D9C86B9-4323-5088-1309-D034198A43B0}"/>
                </a:ext>
              </a:extLst>
            </p:cNvPr>
            <p:cNvGrpSpPr/>
            <p:nvPr/>
          </p:nvGrpSpPr>
          <p:grpSpPr>
            <a:xfrm>
              <a:off x="1468617" y="663272"/>
              <a:ext cx="18819" cy="45720"/>
              <a:chOff x="1639649" y="1052940"/>
              <a:chExt cx="18819" cy="45720"/>
            </a:xfrm>
          </p:grpSpPr>
          <p:cxnSp>
            <p:nvCxnSpPr>
              <p:cNvPr id="87" name="Straight Connector 86">
                <a:extLst>
                  <a:ext uri="{FF2B5EF4-FFF2-40B4-BE49-F238E27FC236}">
                    <a16:creationId xmlns:a16="http://schemas.microsoft.com/office/drawing/2014/main" id="{02DD12A0-E38F-6747-233D-434FCD95AA4E}"/>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6E340FEF-5719-54D1-A3F7-B043FF005489}"/>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79A21A4B-B8BD-7058-0C79-10EAFC2537ED}"/>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pic>
          <p:nvPicPr>
            <p:cNvPr id="47" name="Graphic 46" descr="DNA outline">
              <a:extLst>
                <a:ext uri="{FF2B5EF4-FFF2-40B4-BE49-F238E27FC236}">
                  <a16:creationId xmlns:a16="http://schemas.microsoft.com/office/drawing/2014/main" id="{EB96991C-9F1E-716C-3572-7A5FE820B1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4081304">
              <a:off x="1302122" y="731095"/>
              <a:ext cx="100584" cy="100584"/>
            </a:xfrm>
            <a:prstGeom prst="rect">
              <a:avLst/>
            </a:prstGeom>
          </p:spPr>
        </p:pic>
        <p:grpSp>
          <p:nvGrpSpPr>
            <p:cNvPr id="48" name="Group 47">
              <a:extLst>
                <a:ext uri="{FF2B5EF4-FFF2-40B4-BE49-F238E27FC236}">
                  <a16:creationId xmlns:a16="http://schemas.microsoft.com/office/drawing/2014/main" id="{C914BB64-6533-83DA-9311-88645E49B079}"/>
                </a:ext>
              </a:extLst>
            </p:cNvPr>
            <p:cNvGrpSpPr/>
            <p:nvPr/>
          </p:nvGrpSpPr>
          <p:grpSpPr>
            <a:xfrm>
              <a:off x="1489388" y="785765"/>
              <a:ext cx="18819" cy="45720"/>
              <a:chOff x="1639649" y="1052940"/>
              <a:chExt cx="18819" cy="45720"/>
            </a:xfrm>
          </p:grpSpPr>
          <p:cxnSp>
            <p:nvCxnSpPr>
              <p:cNvPr id="84" name="Straight Connector 83">
                <a:extLst>
                  <a:ext uri="{FF2B5EF4-FFF2-40B4-BE49-F238E27FC236}">
                    <a16:creationId xmlns:a16="http://schemas.microsoft.com/office/drawing/2014/main" id="{17E94C6E-E0C6-9261-2E5D-4DE45465E2BE}"/>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3DAC323D-9EF6-97D6-43FD-374981CE17B8}"/>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1B7115F9-04CD-DFF5-FAAA-E347FA82FB13}"/>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49" name="Group 48">
              <a:extLst>
                <a:ext uri="{FF2B5EF4-FFF2-40B4-BE49-F238E27FC236}">
                  <a16:creationId xmlns:a16="http://schemas.microsoft.com/office/drawing/2014/main" id="{51B2DA1C-5AA7-D60E-4B4C-153DA8876C1B}"/>
                </a:ext>
              </a:extLst>
            </p:cNvPr>
            <p:cNvGrpSpPr/>
            <p:nvPr/>
          </p:nvGrpSpPr>
          <p:grpSpPr>
            <a:xfrm>
              <a:off x="1516177" y="723305"/>
              <a:ext cx="18819" cy="45720"/>
              <a:chOff x="1639649" y="1052940"/>
              <a:chExt cx="18819" cy="45720"/>
            </a:xfrm>
          </p:grpSpPr>
          <p:cxnSp>
            <p:nvCxnSpPr>
              <p:cNvPr id="81" name="Straight Connector 80">
                <a:extLst>
                  <a:ext uri="{FF2B5EF4-FFF2-40B4-BE49-F238E27FC236}">
                    <a16:creationId xmlns:a16="http://schemas.microsoft.com/office/drawing/2014/main" id="{23A9CF18-0AE5-A757-0E8D-4D9BFD3932EB}"/>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EB0F56EA-A73B-B32D-45ED-E63ED9B1A4A7}"/>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E25C91F5-756D-6B63-7B7B-F61EA652DBE0}"/>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0" name="Group 49">
              <a:extLst>
                <a:ext uri="{FF2B5EF4-FFF2-40B4-BE49-F238E27FC236}">
                  <a16:creationId xmlns:a16="http://schemas.microsoft.com/office/drawing/2014/main" id="{99C6D234-FE0C-EEF9-F4A2-4489C241BECA}"/>
                </a:ext>
              </a:extLst>
            </p:cNvPr>
            <p:cNvGrpSpPr/>
            <p:nvPr/>
          </p:nvGrpSpPr>
          <p:grpSpPr>
            <a:xfrm>
              <a:off x="1542227" y="663272"/>
              <a:ext cx="18819" cy="45720"/>
              <a:chOff x="1639649" y="1052940"/>
              <a:chExt cx="18819" cy="45720"/>
            </a:xfrm>
          </p:grpSpPr>
          <p:cxnSp>
            <p:nvCxnSpPr>
              <p:cNvPr id="78" name="Straight Connector 77">
                <a:extLst>
                  <a:ext uri="{FF2B5EF4-FFF2-40B4-BE49-F238E27FC236}">
                    <a16:creationId xmlns:a16="http://schemas.microsoft.com/office/drawing/2014/main" id="{AFAF0376-9C30-A72A-CA44-4C857E6FAB24}"/>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B7D53C51-AC30-92EC-98E2-3129A8DC5918}"/>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03AA899F-5D77-05B5-1205-78866DF27D9E}"/>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1" name="Group 50">
              <a:extLst>
                <a:ext uri="{FF2B5EF4-FFF2-40B4-BE49-F238E27FC236}">
                  <a16:creationId xmlns:a16="http://schemas.microsoft.com/office/drawing/2014/main" id="{7D6AB578-AC0D-19FC-08C9-C823E647F8FF}"/>
                </a:ext>
              </a:extLst>
            </p:cNvPr>
            <p:cNvGrpSpPr/>
            <p:nvPr/>
          </p:nvGrpSpPr>
          <p:grpSpPr>
            <a:xfrm>
              <a:off x="1579486" y="785765"/>
              <a:ext cx="18819" cy="45720"/>
              <a:chOff x="1639649" y="1052940"/>
              <a:chExt cx="18819" cy="45720"/>
            </a:xfrm>
          </p:grpSpPr>
          <p:cxnSp>
            <p:nvCxnSpPr>
              <p:cNvPr id="75" name="Straight Connector 74">
                <a:extLst>
                  <a:ext uri="{FF2B5EF4-FFF2-40B4-BE49-F238E27FC236}">
                    <a16:creationId xmlns:a16="http://schemas.microsoft.com/office/drawing/2014/main" id="{505EC453-36B6-C069-4926-3A7A7B458D2A}"/>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24CA5795-0558-6FD8-A6B1-AB0C89AFC77F}"/>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8FEAE89C-1F2B-57BB-0BF6-3B50B593FD28}"/>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2" name="Group 51">
              <a:extLst>
                <a:ext uri="{FF2B5EF4-FFF2-40B4-BE49-F238E27FC236}">
                  <a16:creationId xmlns:a16="http://schemas.microsoft.com/office/drawing/2014/main" id="{3C6CFB14-388C-121E-5845-D366BF87C31C}"/>
                </a:ext>
              </a:extLst>
            </p:cNvPr>
            <p:cNvGrpSpPr/>
            <p:nvPr/>
          </p:nvGrpSpPr>
          <p:grpSpPr>
            <a:xfrm>
              <a:off x="1606275" y="723305"/>
              <a:ext cx="18819" cy="45720"/>
              <a:chOff x="1639649" y="1052940"/>
              <a:chExt cx="18819" cy="45720"/>
            </a:xfrm>
          </p:grpSpPr>
          <p:cxnSp>
            <p:nvCxnSpPr>
              <p:cNvPr id="72" name="Straight Connector 71">
                <a:extLst>
                  <a:ext uri="{FF2B5EF4-FFF2-40B4-BE49-F238E27FC236}">
                    <a16:creationId xmlns:a16="http://schemas.microsoft.com/office/drawing/2014/main" id="{054AF680-1845-66B5-17C1-0E7A4C198897}"/>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70A8FC71-FCF7-1C4C-6092-FCF91B52B802}"/>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A76648B-3CB7-7A1B-2666-610C18F026F1}"/>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grpSp>
          <p:nvGrpSpPr>
            <p:cNvPr id="53" name="Group 52">
              <a:extLst>
                <a:ext uri="{FF2B5EF4-FFF2-40B4-BE49-F238E27FC236}">
                  <a16:creationId xmlns:a16="http://schemas.microsoft.com/office/drawing/2014/main" id="{C2AC6EB9-055A-6944-3B53-2A3AD7B89C11}"/>
                </a:ext>
              </a:extLst>
            </p:cNvPr>
            <p:cNvGrpSpPr/>
            <p:nvPr/>
          </p:nvGrpSpPr>
          <p:grpSpPr>
            <a:xfrm>
              <a:off x="1632325" y="663272"/>
              <a:ext cx="18819" cy="45720"/>
              <a:chOff x="1639649" y="1052940"/>
              <a:chExt cx="18819" cy="45720"/>
            </a:xfrm>
          </p:grpSpPr>
          <p:cxnSp>
            <p:nvCxnSpPr>
              <p:cNvPr id="69" name="Straight Connector 68">
                <a:extLst>
                  <a:ext uri="{FF2B5EF4-FFF2-40B4-BE49-F238E27FC236}">
                    <a16:creationId xmlns:a16="http://schemas.microsoft.com/office/drawing/2014/main" id="{E798B467-D911-9D95-E647-9C996F897CAD}"/>
                  </a:ext>
                </a:extLst>
              </p:cNvPr>
              <p:cNvCxnSpPr>
                <a:cxnSpLocks/>
              </p:cNvCxnSpPr>
              <p:nvPr/>
            </p:nvCxnSpPr>
            <p:spPr>
              <a:xfrm flipH="1" flipV="1">
                <a:off x="1646956" y="10742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CC770F2A-46E7-64D0-1E11-74F6BCB8ED1D}"/>
                  </a:ext>
                </a:extLst>
              </p:cNvPr>
              <p:cNvCxnSpPr>
                <a:cxnSpLocks/>
              </p:cNvCxnSpPr>
              <p:nvPr/>
            </p:nvCxnSpPr>
            <p:spPr>
              <a:xfrm rot="1800000" flipH="1" flipV="1">
                <a:off x="1656714" y="1053096"/>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7BE51932-5E30-94A3-B23A-3A6726369C75}"/>
                  </a:ext>
                </a:extLst>
              </p:cNvPr>
              <p:cNvCxnSpPr>
                <a:cxnSpLocks/>
              </p:cNvCxnSpPr>
              <p:nvPr/>
            </p:nvCxnSpPr>
            <p:spPr>
              <a:xfrm rot="19500000" flipH="1">
                <a:off x="1639649" y="1052940"/>
                <a:ext cx="1754" cy="24364"/>
              </a:xfrm>
              <a:prstGeom prst="line">
                <a:avLst/>
              </a:prstGeom>
              <a:ln w="6350"/>
            </p:spPr>
            <p:style>
              <a:lnRef idx="2">
                <a:schemeClr val="accent1"/>
              </a:lnRef>
              <a:fillRef idx="0">
                <a:schemeClr val="accent1"/>
              </a:fillRef>
              <a:effectRef idx="1">
                <a:schemeClr val="accent1"/>
              </a:effectRef>
              <a:fontRef idx="minor">
                <a:schemeClr val="tx1"/>
              </a:fontRef>
            </p:style>
          </p:cxnSp>
        </p:grpSp>
        <p:cxnSp>
          <p:nvCxnSpPr>
            <p:cNvPr id="54" name="Straight Connector 53">
              <a:extLst>
                <a:ext uri="{FF2B5EF4-FFF2-40B4-BE49-F238E27FC236}">
                  <a16:creationId xmlns:a16="http://schemas.microsoft.com/office/drawing/2014/main" id="{4AA30C27-97CB-17AD-9F85-F44514CC44DB}"/>
                </a:ext>
              </a:extLst>
            </p:cNvPr>
            <p:cNvCxnSpPr>
              <a:cxnSpLocks/>
            </p:cNvCxnSpPr>
            <p:nvPr/>
          </p:nvCxnSpPr>
          <p:spPr>
            <a:xfrm flipV="1">
              <a:off x="1357047" y="830690"/>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81D5431-CD5A-6261-DB4A-F88FD1ACAC39}"/>
                </a:ext>
              </a:extLst>
            </p:cNvPr>
            <p:cNvCxnSpPr>
              <a:cxnSpLocks/>
            </p:cNvCxnSpPr>
            <p:nvPr/>
          </p:nvCxnSpPr>
          <p:spPr>
            <a:xfrm flipV="1">
              <a:off x="1418728" y="711235"/>
              <a:ext cx="292608" cy="240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sp>
          <p:nvSpPr>
            <p:cNvPr id="56" name="Freeform: Shape 55">
              <a:extLst>
                <a:ext uri="{FF2B5EF4-FFF2-40B4-BE49-F238E27FC236}">
                  <a16:creationId xmlns:a16="http://schemas.microsoft.com/office/drawing/2014/main" id="{5C958AD1-C322-AD77-D7A8-4F9136DE6181}"/>
                </a:ext>
              </a:extLst>
            </p:cNvPr>
            <p:cNvSpPr/>
            <p:nvPr/>
          </p:nvSpPr>
          <p:spPr>
            <a:xfrm>
              <a:off x="1357308"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7" name="Freeform: Shape 56">
              <a:extLst>
                <a:ext uri="{FF2B5EF4-FFF2-40B4-BE49-F238E27FC236}">
                  <a16:creationId xmlns:a16="http://schemas.microsoft.com/office/drawing/2014/main" id="{AA7CE86C-C0FF-2C02-3C77-A8C1921F68C8}"/>
                </a:ext>
              </a:extLst>
            </p:cNvPr>
            <p:cNvSpPr/>
            <p:nvPr/>
          </p:nvSpPr>
          <p:spPr>
            <a:xfrm>
              <a:off x="1643612" y="711977"/>
              <a:ext cx="64294" cy="121444"/>
            </a:xfrm>
            <a:custGeom>
              <a:avLst/>
              <a:gdLst>
                <a:gd name="csX0" fmla="*/ 0 w 64294"/>
                <a:gd name="csY0" fmla="*/ 121444 h 121444"/>
                <a:gd name="csX1" fmla="*/ 35719 w 64294"/>
                <a:gd name="csY1" fmla="*/ 61913 h 121444"/>
                <a:gd name="csX2" fmla="*/ 64294 w 64294"/>
                <a:gd name="csY2" fmla="*/ 0 h 121444"/>
              </a:gdLst>
              <a:ahLst/>
              <a:cxnLst>
                <a:cxn ang="0">
                  <a:pos x="csX0" y="csY0"/>
                </a:cxn>
                <a:cxn ang="0">
                  <a:pos x="csX1" y="csY1"/>
                </a:cxn>
                <a:cxn ang="0">
                  <a:pos x="csX2" y="csY2"/>
                </a:cxn>
              </a:cxnLst>
              <a:rect l="l" t="t" r="r" b="b"/>
              <a:pathLst>
                <a:path w="64294" h="121444">
                  <a:moveTo>
                    <a:pt x="0" y="121444"/>
                  </a:moveTo>
                  <a:cubicBezTo>
                    <a:pt x="12501" y="101799"/>
                    <a:pt x="25003" y="82154"/>
                    <a:pt x="35719" y="61913"/>
                  </a:cubicBezTo>
                  <a:cubicBezTo>
                    <a:pt x="46435" y="41672"/>
                    <a:pt x="55364" y="20836"/>
                    <a:pt x="64294" y="0"/>
                  </a:cubicBezTo>
                </a:path>
              </a:pathLst>
            </a:custGeom>
            <a:noFill/>
            <a:ln w="6350">
              <a:solidFill>
                <a:schemeClr val="bg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58" name="Group 57">
              <a:extLst>
                <a:ext uri="{FF2B5EF4-FFF2-40B4-BE49-F238E27FC236}">
                  <a16:creationId xmlns:a16="http://schemas.microsoft.com/office/drawing/2014/main" id="{3DC281D7-474F-5990-2884-6BAC877E57D8}"/>
                </a:ext>
              </a:extLst>
            </p:cNvPr>
            <p:cNvGrpSpPr/>
            <p:nvPr/>
          </p:nvGrpSpPr>
          <p:grpSpPr>
            <a:xfrm flipH="1">
              <a:off x="1511479" y="762715"/>
              <a:ext cx="53435" cy="145529"/>
              <a:chOff x="1640890" y="915718"/>
              <a:chExt cx="0" cy="199245"/>
            </a:xfrm>
          </p:grpSpPr>
          <p:cxnSp>
            <p:nvCxnSpPr>
              <p:cNvPr id="67" name="Straight Connector 66">
                <a:extLst>
                  <a:ext uri="{FF2B5EF4-FFF2-40B4-BE49-F238E27FC236}">
                    <a16:creationId xmlns:a16="http://schemas.microsoft.com/office/drawing/2014/main" id="{23D289AC-0E45-6B75-C188-B50B7A77232E}"/>
                  </a:ext>
                </a:extLst>
              </p:cNvPr>
              <p:cNvCxnSpPr>
                <a:cxnSpLocks/>
              </p:cNvCxnSpPr>
              <p:nvPr/>
            </p:nvCxnSpPr>
            <p:spPr>
              <a:xfrm>
                <a:off x="1640890" y="915718"/>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131715E-7E07-B0C8-5A14-7324287CEE9E}"/>
                  </a:ext>
                </a:extLst>
              </p:cNvPr>
              <p:cNvCxnSpPr>
                <a:cxnSpLocks/>
              </p:cNvCxnSpPr>
              <p:nvPr/>
            </p:nvCxnSpPr>
            <p:spPr>
              <a:xfrm>
                <a:off x="164089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grpSp>
          <p:nvGrpSpPr>
            <p:cNvPr id="59" name="Group 58">
              <a:extLst>
                <a:ext uri="{FF2B5EF4-FFF2-40B4-BE49-F238E27FC236}">
                  <a16:creationId xmlns:a16="http://schemas.microsoft.com/office/drawing/2014/main" id="{97067BC5-9D79-B494-D66C-7BE9E60241D4}"/>
                </a:ext>
              </a:extLst>
            </p:cNvPr>
            <p:cNvGrpSpPr/>
            <p:nvPr/>
          </p:nvGrpSpPr>
          <p:grpSpPr>
            <a:xfrm>
              <a:off x="1470798" y="758412"/>
              <a:ext cx="53435" cy="150410"/>
              <a:chOff x="1475910" y="909035"/>
              <a:chExt cx="0" cy="205928"/>
            </a:xfrm>
          </p:grpSpPr>
          <p:cxnSp>
            <p:nvCxnSpPr>
              <p:cNvPr id="65" name="Straight Connector 64">
                <a:extLst>
                  <a:ext uri="{FF2B5EF4-FFF2-40B4-BE49-F238E27FC236}">
                    <a16:creationId xmlns:a16="http://schemas.microsoft.com/office/drawing/2014/main" id="{C6458759-0AD9-0D0D-6608-A012C98E9DE8}"/>
                  </a:ext>
                </a:extLst>
              </p:cNvPr>
              <p:cNvCxnSpPr>
                <a:cxnSpLocks/>
              </p:cNvCxnSpPr>
              <p:nvPr/>
            </p:nvCxnSpPr>
            <p:spPr>
              <a:xfrm>
                <a:off x="1475910" y="909035"/>
                <a:ext cx="0" cy="132830"/>
              </a:xfrm>
              <a:prstGeom prst="line">
                <a:avLst/>
              </a:prstGeom>
              <a:ln w="6350">
                <a:solidFill>
                  <a:schemeClr val="bg1">
                    <a:lumMod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16B7E220-F137-39DA-D968-A77DDDA9E8F1}"/>
                  </a:ext>
                </a:extLst>
              </p:cNvPr>
              <p:cNvCxnSpPr>
                <a:cxnSpLocks/>
              </p:cNvCxnSpPr>
              <p:nvPr/>
            </p:nvCxnSpPr>
            <p:spPr>
              <a:xfrm>
                <a:off x="1475910" y="982133"/>
                <a:ext cx="0" cy="132830"/>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60" name="Oval 59">
              <a:extLst>
                <a:ext uri="{FF2B5EF4-FFF2-40B4-BE49-F238E27FC236}">
                  <a16:creationId xmlns:a16="http://schemas.microsoft.com/office/drawing/2014/main" id="{E3D56256-E8FE-F535-B743-E440146A6349}"/>
                </a:ext>
              </a:extLst>
            </p:cNvPr>
            <p:cNvSpPr>
              <a:spLocks noChangeAspect="1"/>
            </p:cNvSpPr>
            <p:nvPr/>
          </p:nvSpPr>
          <p:spPr>
            <a:xfrm>
              <a:off x="1547151" y="1052005"/>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Isosceles Triangle 60">
              <a:extLst>
                <a:ext uri="{FF2B5EF4-FFF2-40B4-BE49-F238E27FC236}">
                  <a16:creationId xmlns:a16="http://schemas.microsoft.com/office/drawing/2014/main" id="{7F3D3250-07BA-100D-37F6-6020A9F665CD}"/>
                </a:ext>
              </a:extLst>
            </p:cNvPr>
            <p:cNvSpPr/>
            <p:nvPr/>
          </p:nvSpPr>
          <p:spPr>
            <a:xfrm flipV="1">
              <a:off x="1426547" y="905177"/>
              <a:ext cx="182880" cy="127249"/>
            </a:xfrm>
            <a:prstGeom prst="triangl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2" name="Oval 61">
              <a:extLst>
                <a:ext uri="{FF2B5EF4-FFF2-40B4-BE49-F238E27FC236}">
                  <a16:creationId xmlns:a16="http://schemas.microsoft.com/office/drawing/2014/main" id="{B70F7E26-CD99-DDF5-8AD7-19CFAEAF2CF0}"/>
                </a:ext>
              </a:extLst>
            </p:cNvPr>
            <p:cNvSpPr>
              <a:spLocks noChangeAspect="1"/>
            </p:cNvSpPr>
            <p:nvPr/>
          </p:nvSpPr>
          <p:spPr>
            <a:xfrm>
              <a:off x="1459682" y="1051011"/>
              <a:ext cx="32804" cy="32804"/>
            </a:xfrm>
            <a:prstGeom prst="ellipse">
              <a:avLst/>
            </a:pr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63" name="Straight Connector 62">
              <a:extLst>
                <a:ext uri="{FF2B5EF4-FFF2-40B4-BE49-F238E27FC236}">
                  <a16:creationId xmlns:a16="http://schemas.microsoft.com/office/drawing/2014/main" id="{1A0C5BDD-703E-B98D-ACB2-7EFD597D52DD}"/>
                </a:ext>
              </a:extLst>
            </p:cNvPr>
            <p:cNvCxnSpPr>
              <a:cxnSpLocks/>
            </p:cNvCxnSpPr>
            <p:nvPr/>
          </p:nvCxnSpPr>
          <p:spPr>
            <a:xfrm>
              <a:off x="1478305" y="980105"/>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1EB4138-88B2-27F9-2BBF-2086756A8EB1}"/>
                </a:ext>
              </a:extLst>
            </p:cNvPr>
            <p:cNvCxnSpPr>
              <a:cxnSpLocks/>
            </p:cNvCxnSpPr>
            <p:nvPr/>
          </p:nvCxnSpPr>
          <p:spPr>
            <a:xfrm>
              <a:off x="1561811" y="979348"/>
              <a:ext cx="0" cy="73152"/>
            </a:xfrm>
            <a:prstGeom prst="line">
              <a:avLst/>
            </a:prstGeom>
            <a:ln w="6350">
              <a:solidFill>
                <a:schemeClr val="bg1">
                  <a:lumMod val="50000"/>
                </a:schemeClr>
              </a:solidFill>
              <a:prstDash val="solid"/>
            </a:ln>
          </p:spPr>
          <p:style>
            <a:lnRef idx="2">
              <a:schemeClr val="accent1"/>
            </a:lnRef>
            <a:fillRef idx="0">
              <a:schemeClr val="accent1"/>
            </a:fillRef>
            <a:effectRef idx="1">
              <a:schemeClr val="accent1"/>
            </a:effectRef>
            <a:fontRef idx="minor">
              <a:schemeClr val="tx1"/>
            </a:fontRef>
          </p:style>
        </p:cxnSp>
      </p:grpSp>
      <p:sp>
        <p:nvSpPr>
          <p:cNvPr id="96" name="TextBox 95">
            <a:extLst>
              <a:ext uri="{FF2B5EF4-FFF2-40B4-BE49-F238E27FC236}">
                <a16:creationId xmlns:a16="http://schemas.microsoft.com/office/drawing/2014/main" id="{38AF0629-0F1B-DAC6-C64C-4353A89522E1}"/>
              </a:ext>
            </a:extLst>
          </p:cNvPr>
          <p:cNvSpPr txBox="1"/>
          <p:nvPr/>
        </p:nvSpPr>
        <p:spPr>
          <a:xfrm>
            <a:off x="1954862" y="715458"/>
            <a:ext cx="2130098" cy="217863"/>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Molecular-electrical transduction</a:t>
            </a:r>
          </a:p>
        </p:txBody>
      </p:sp>
      <p:grpSp>
        <p:nvGrpSpPr>
          <p:cNvPr id="97" name="Group 96">
            <a:extLst>
              <a:ext uri="{FF2B5EF4-FFF2-40B4-BE49-F238E27FC236}">
                <a16:creationId xmlns:a16="http://schemas.microsoft.com/office/drawing/2014/main" id="{3656C183-A5CC-64E4-D4AA-991A5AA06FF2}"/>
              </a:ext>
            </a:extLst>
          </p:cNvPr>
          <p:cNvGrpSpPr/>
          <p:nvPr/>
        </p:nvGrpSpPr>
        <p:grpSpPr>
          <a:xfrm>
            <a:off x="4410093" y="595340"/>
            <a:ext cx="2209681" cy="389789"/>
            <a:chOff x="2209212" y="977577"/>
            <a:chExt cx="1336787" cy="235810"/>
          </a:xfrm>
        </p:grpSpPr>
        <p:sp>
          <p:nvSpPr>
            <p:cNvPr id="98" name="TextBox 97">
              <a:extLst>
                <a:ext uri="{FF2B5EF4-FFF2-40B4-BE49-F238E27FC236}">
                  <a16:creationId xmlns:a16="http://schemas.microsoft.com/office/drawing/2014/main" id="{E1AFDBBC-D3B0-706C-2778-2A4B7BAC9414}"/>
                </a:ext>
              </a:extLst>
            </p:cNvPr>
            <p:cNvSpPr txBox="1"/>
            <p:nvPr/>
          </p:nvSpPr>
          <p:spPr>
            <a:xfrm>
              <a:off x="2228264" y="1081587"/>
              <a:ext cx="131773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Digital Signal Processing pipeline</a:t>
              </a:r>
            </a:p>
          </p:txBody>
        </p:sp>
        <p:sp>
          <p:nvSpPr>
            <p:cNvPr id="99" name="TextBox 98">
              <a:extLst>
                <a:ext uri="{FF2B5EF4-FFF2-40B4-BE49-F238E27FC236}">
                  <a16:creationId xmlns:a16="http://schemas.microsoft.com/office/drawing/2014/main" id="{B36CCBDB-3DCA-2BC2-DD02-ECC9629E2D97}"/>
                </a:ext>
              </a:extLst>
            </p:cNvPr>
            <p:cNvSpPr txBox="1"/>
            <p:nvPr/>
          </p:nvSpPr>
          <p:spPr>
            <a:xfrm>
              <a:off x="2209212" y="977577"/>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100" name="Group 99">
            <a:extLst>
              <a:ext uri="{FF2B5EF4-FFF2-40B4-BE49-F238E27FC236}">
                <a16:creationId xmlns:a16="http://schemas.microsoft.com/office/drawing/2014/main" id="{43059074-7DF3-6CA0-B815-03581E7AA1CD}"/>
              </a:ext>
            </a:extLst>
          </p:cNvPr>
          <p:cNvGrpSpPr/>
          <p:nvPr/>
        </p:nvGrpSpPr>
        <p:grpSpPr>
          <a:xfrm>
            <a:off x="7151346" y="608340"/>
            <a:ext cx="1840458" cy="369367"/>
            <a:chOff x="3281496" y="1029155"/>
            <a:chExt cx="1113419" cy="223455"/>
          </a:xfrm>
        </p:grpSpPr>
        <p:sp>
          <p:nvSpPr>
            <p:cNvPr id="101" name="TextBox 100">
              <a:extLst>
                <a:ext uri="{FF2B5EF4-FFF2-40B4-BE49-F238E27FC236}">
                  <a16:creationId xmlns:a16="http://schemas.microsoft.com/office/drawing/2014/main" id="{660ED4BA-8468-D570-8C96-DCB55C6C0879}"/>
                </a:ext>
              </a:extLst>
            </p:cNvPr>
            <p:cNvSpPr txBox="1"/>
            <p:nvPr/>
          </p:nvSpPr>
          <p:spPr>
            <a:xfrm>
              <a:off x="3302166" y="1120810"/>
              <a:ext cx="1092749"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In-silico non-linear function</a:t>
              </a:r>
            </a:p>
          </p:txBody>
        </p:sp>
        <p:sp>
          <p:nvSpPr>
            <p:cNvPr id="102" name="TextBox 101">
              <a:extLst>
                <a:ext uri="{FF2B5EF4-FFF2-40B4-BE49-F238E27FC236}">
                  <a16:creationId xmlns:a16="http://schemas.microsoft.com/office/drawing/2014/main" id="{D9C177F4-1BEB-3E18-8258-BA57E06EBC89}"/>
                </a:ext>
              </a:extLst>
            </p:cNvPr>
            <p:cNvSpPr txBox="1"/>
            <p:nvPr/>
          </p:nvSpPr>
          <p:spPr>
            <a:xfrm>
              <a:off x="3281496" y="1029155"/>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103" name="Group 102">
            <a:extLst>
              <a:ext uri="{FF2B5EF4-FFF2-40B4-BE49-F238E27FC236}">
                <a16:creationId xmlns:a16="http://schemas.microsoft.com/office/drawing/2014/main" id="{C2C88A39-274E-60AA-CB3C-95A4D3447CCA}"/>
              </a:ext>
            </a:extLst>
          </p:cNvPr>
          <p:cNvGrpSpPr/>
          <p:nvPr/>
        </p:nvGrpSpPr>
        <p:grpSpPr>
          <a:xfrm>
            <a:off x="7142010" y="285214"/>
            <a:ext cx="135810" cy="216486"/>
            <a:chOff x="2235570" y="366714"/>
            <a:chExt cx="82161" cy="130967"/>
          </a:xfrm>
        </p:grpSpPr>
        <p:cxnSp>
          <p:nvCxnSpPr>
            <p:cNvPr id="104" name="Straight Connector 103">
              <a:extLst>
                <a:ext uri="{FF2B5EF4-FFF2-40B4-BE49-F238E27FC236}">
                  <a16:creationId xmlns:a16="http://schemas.microsoft.com/office/drawing/2014/main" id="{5F802E2B-082C-B3E4-9C3E-0A4921E27A4E}"/>
                </a:ext>
              </a:extLst>
            </p:cNvPr>
            <p:cNvCxnSpPr>
              <a:cxnSpLocks/>
            </p:cNvCxnSpPr>
            <p:nvPr/>
          </p:nvCxnSpPr>
          <p:spPr>
            <a:xfrm>
              <a:off x="2235572" y="366714"/>
              <a:ext cx="82159" cy="69842"/>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40629789-BF8B-1124-CE2E-BB1DCD10BECF}"/>
                </a:ext>
              </a:extLst>
            </p:cNvPr>
            <p:cNvCxnSpPr>
              <a:cxnSpLocks/>
            </p:cNvCxnSpPr>
            <p:nvPr/>
          </p:nvCxnSpPr>
          <p:spPr>
            <a:xfrm flipV="1">
              <a:off x="2235570" y="436556"/>
              <a:ext cx="82161" cy="6112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cxnSp>
        <p:nvCxnSpPr>
          <p:cNvPr id="106" name="Straight Connector 105">
            <a:extLst>
              <a:ext uri="{FF2B5EF4-FFF2-40B4-BE49-F238E27FC236}">
                <a16:creationId xmlns:a16="http://schemas.microsoft.com/office/drawing/2014/main" id="{393A02B5-EF1B-7876-0D13-CA363D0185E6}"/>
              </a:ext>
            </a:extLst>
          </p:cNvPr>
          <p:cNvCxnSpPr>
            <a:cxnSpLocks/>
          </p:cNvCxnSpPr>
          <p:nvPr/>
        </p:nvCxnSpPr>
        <p:spPr>
          <a:xfrm>
            <a:off x="7146274" y="497979"/>
            <a:ext cx="0" cy="30229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nvGrpSpPr>
          <p:cNvPr id="107" name="Group 106">
            <a:extLst>
              <a:ext uri="{FF2B5EF4-FFF2-40B4-BE49-F238E27FC236}">
                <a16:creationId xmlns:a16="http://schemas.microsoft.com/office/drawing/2014/main" id="{E9D0DE8A-CC76-B9DA-A425-6680942EC280}"/>
              </a:ext>
            </a:extLst>
          </p:cNvPr>
          <p:cNvGrpSpPr/>
          <p:nvPr/>
        </p:nvGrpSpPr>
        <p:grpSpPr>
          <a:xfrm rot="16200000">
            <a:off x="11221114" y="1278934"/>
            <a:ext cx="302297" cy="534598"/>
            <a:chOff x="5228606" y="737149"/>
            <a:chExt cx="182880" cy="323415"/>
          </a:xfrm>
        </p:grpSpPr>
        <p:cxnSp>
          <p:nvCxnSpPr>
            <p:cNvPr id="108" name="Straight Connector 107">
              <a:extLst>
                <a:ext uri="{FF2B5EF4-FFF2-40B4-BE49-F238E27FC236}">
                  <a16:creationId xmlns:a16="http://schemas.microsoft.com/office/drawing/2014/main" id="{08A4561A-3611-9829-7F61-BACB5BFA8454}"/>
                </a:ext>
              </a:extLst>
            </p:cNvPr>
            <p:cNvCxnSpPr>
              <a:cxnSpLocks/>
            </p:cNvCxnSpPr>
            <p:nvPr/>
          </p:nvCxnSpPr>
          <p:spPr>
            <a:xfrm flipH="1">
              <a:off x="5365421" y="772694"/>
              <a:ext cx="0" cy="97019"/>
            </a:xfrm>
            <a:prstGeom prst="line">
              <a:avLst/>
            </a:prstGeom>
            <a:ln w="6350">
              <a:solidFill>
                <a:schemeClr val="tx1"/>
              </a:solidFill>
              <a:prstDash val="solid"/>
            </a:ln>
          </p:spPr>
          <p:style>
            <a:lnRef idx="2">
              <a:schemeClr val="accent1"/>
            </a:lnRef>
            <a:fillRef idx="0">
              <a:schemeClr val="accent1"/>
            </a:fillRef>
            <a:effectRef idx="1">
              <a:schemeClr val="accent1"/>
            </a:effectRef>
            <a:fontRef idx="minor">
              <a:schemeClr val="tx1"/>
            </a:fontRef>
          </p:style>
        </p:cxnSp>
        <p:cxnSp>
          <p:nvCxnSpPr>
            <p:cNvPr id="109" name="Straight Connector 108">
              <a:extLst>
                <a:ext uri="{FF2B5EF4-FFF2-40B4-BE49-F238E27FC236}">
                  <a16:creationId xmlns:a16="http://schemas.microsoft.com/office/drawing/2014/main" id="{0B9B7581-39F9-E4F7-D6A4-7941E06F9DDE}"/>
                </a:ext>
              </a:extLst>
            </p:cNvPr>
            <p:cNvCxnSpPr>
              <a:cxnSpLocks/>
            </p:cNvCxnSpPr>
            <p:nvPr/>
          </p:nvCxnSpPr>
          <p:spPr>
            <a:xfrm>
              <a:off x="5273381" y="773272"/>
              <a:ext cx="0" cy="97019"/>
            </a:xfrm>
            <a:prstGeom prst="line">
              <a:avLst/>
            </a:prstGeom>
            <a:ln w="6350">
              <a:solidFill>
                <a:schemeClr val="tx1"/>
              </a:solidFill>
              <a:prstDash val="solid"/>
            </a:ln>
          </p:spPr>
          <p:style>
            <a:lnRef idx="2">
              <a:schemeClr val="accent1"/>
            </a:lnRef>
            <a:fillRef idx="0">
              <a:schemeClr val="accent1"/>
            </a:fillRef>
            <a:effectRef idx="1">
              <a:schemeClr val="accent1"/>
            </a:effectRef>
            <a:fontRef idx="minor">
              <a:schemeClr val="tx1"/>
            </a:fontRef>
          </p:style>
        </p:cxnSp>
        <p:sp>
          <p:nvSpPr>
            <p:cNvPr id="110" name="Oval 109">
              <a:extLst>
                <a:ext uri="{FF2B5EF4-FFF2-40B4-BE49-F238E27FC236}">
                  <a16:creationId xmlns:a16="http://schemas.microsoft.com/office/drawing/2014/main" id="{D26F1544-2D3C-5C89-DB6A-81DF0FA04AB1}"/>
                </a:ext>
              </a:extLst>
            </p:cNvPr>
            <p:cNvSpPr>
              <a:spLocks noChangeAspect="1"/>
            </p:cNvSpPr>
            <p:nvPr/>
          </p:nvSpPr>
          <p:spPr>
            <a:xfrm>
              <a:off x="5349210" y="1027760"/>
              <a:ext cx="32804" cy="32804"/>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1" name="Isosceles Triangle 110">
              <a:extLst>
                <a:ext uri="{FF2B5EF4-FFF2-40B4-BE49-F238E27FC236}">
                  <a16:creationId xmlns:a16="http://schemas.microsoft.com/office/drawing/2014/main" id="{797EAAEC-56D8-03A8-9725-A9FF8D6AD3D3}"/>
                </a:ext>
              </a:extLst>
            </p:cNvPr>
            <p:cNvSpPr/>
            <p:nvPr/>
          </p:nvSpPr>
          <p:spPr>
            <a:xfrm flipV="1">
              <a:off x="5228606" y="866646"/>
              <a:ext cx="182880" cy="127249"/>
            </a:xfrm>
            <a:prstGeom prst="triangl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2" name="Oval 111">
              <a:extLst>
                <a:ext uri="{FF2B5EF4-FFF2-40B4-BE49-F238E27FC236}">
                  <a16:creationId xmlns:a16="http://schemas.microsoft.com/office/drawing/2014/main" id="{DB73FC32-BF64-67F0-10EC-AEB55F98B1B8}"/>
                </a:ext>
              </a:extLst>
            </p:cNvPr>
            <p:cNvSpPr>
              <a:spLocks noChangeAspect="1"/>
            </p:cNvSpPr>
            <p:nvPr/>
          </p:nvSpPr>
          <p:spPr>
            <a:xfrm>
              <a:off x="5261741" y="1026766"/>
              <a:ext cx="32804" cy="32804"/>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13" name="Straight Connector 112">
              <a:extLst>
                <a:ext uri="{FF2B5EF4-FFF2-40B4-BE49-F238E27FC236}">
                  <a16:creationId xmlns:a16="http://schemas.microsoft.com/office/drawing/2014/main" id="{56EE39CC-B78B-B6E8-AC4F-F13809652C18}"/>
                </a:ext>
              </a:extLst>
            </p:cNvPr>
            <p:cNvCxnSpPr>
              <a:cxnSpLocks/>
            </p:cNvCxnSpPr>
            <p:nvPr/>
          </p:nvCxnSpPr>
          <p:spPr>
            <a:xfrm>
              <a:off x="5276610" y="939193"/>
              <a:ext cx="0" cy="91440"/>
            </a:xfrm>
            <a:prstGeom prst="line">
              <a:avLst/>
            </a:prstGeom>
            <a:ln w="6350">
              <a:solidFill>
                <a:schemeClr val="tx1"/>
              </a:solidFill>
              <a:prstDash val="solid"/>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CC4CADCB-5405-C401-F378-F73AE2A6FB4F}"/>
                </a:ext>
              </a:extLst>
            </p:cNvPr>
            <p:cNvCxnSpPr>
              <a:cxnSpLocks/>
            </p:cNvCxnSpPr>
            <p:nvPr/>
          </p:nvCxnSpPr>
          <p:spPr>
            <a:xfrm>
              <a:off x="5365421" y="938436"/>
              <a:ext cx="0" cy="91440"/>
            </a:xfrm>
            <a:prstGeom prst="line">
              <a:avLst/>
            </a:prstGeom>
            <a:ln w="6350">
              <a:solidFill>
                <a:schemeClr val="tx1"/>
              </a:solidFill>
              <a:prstDash val="solid"/>
            </a:ln>
          </p:spPr>
          <p:style>
            <a:lnRef idx="2">
              <a:schemeClr val="accent1"/>
            </a:lnRef>
            <a:fillRef idx="0">
              <a:schemeClr val="accent1"/>
            </a:fillRef>
            <a:effectRef idx="1">
              <a:schemeClr val="accent1"/>
            </a:effectRef>
            <a:fontRef idx="minor">
              <a:schemeClr val="tx1"/>
            </a:fontRef>
          </p:style>
        </p:cxnSp>
        <p:sp>
          <p:nvSpPr>
            <p:cNvPr id="115" name="Oval 114">
              <a:extLst>
                <a:ext uri="{FF2B5EF4-FFF2-40B4-BE49-F238E27FC236}">
                  <a16:creationId xmlns:a16="http://schemas.microsoft.com/office/drawing/2014/main" id="{0B780AAA-889D-1662-F1BD-A68C50E3134A}"/>
                </a:ext>
              </a:extLst>
            </p:cNvPr>
            <p:cNvSpPr>
              <a:spLocks noChangeAspect="1"/>
            </p:cNvSpPr>
            <p:nvPr/>
          </p:nvSpPr>
          <p:spPr>
            <a:xfrm>
              <a:off x="5351591" y="738143"/>
              <a:ext cx="32804" cy="32804"/>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6" name="Oval 115">
              <a:extLst>
                <a:ext uri="{FF2B5EF4-FFF2-40B4-BE49-F238E27FC236}">
                  <a16:creationId xmlns:a16="http://schemas.microsoft.com/office/drawing/2014/main" id="{4BC9B7D9-19C8-1046-8016-29A05E4FB564}"/>
                </a:ext>
              </a:extLst>
            </p:cNvPr>
            <p:cNvSpPr>
              <a:spLocks noChangeAspect="1"/>
            </p:cNvSpPr>
            <p:nvPr/>
          </p:nvSpPr>
          <p:spPr>
            <a:xfrm>
              <a:off x="5256979" y="737149"/>
              <a:ext cx="32804" cy="32804"/>
            </a:xfrm>
            <a:prstGeom prst="ellipse">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17" name="Group 116">
            <a:extLst>
              <a:ext uri="{FF2B5EF4-FFF2-40B4-BE49-F238E27FC236}">
                <a16:creationId xmlns:a16="http://schemas.microsoft.com/office/drawing/2014/main" id="{B3DFD90B-E180-4B4F-C74D-1831861158DF}"/>
              </a:ext>
            </a:extLst>
          </p:cNvPr>
          <p:cNvGrpSpPr/>
          <p:nvPr/>
        </p:nvGrpSpPr>
        <p:grpSpPr>
          <a:xfrm>
            <a:off x="9825628" y="607101"/>
            <a:ext cx="1430090" cy="369367"/>
            <a:chOff x="4628939" y="1005796"/>
            <a:chExt cx="865159" cy="223455"/>
          </a:xfrm>
        </p:grpSpPr>
        <p:sp>
          <p:nvSpPr>
            <p:cNvPr id="118" name="TextBox 117">
              <a:extLst>
                <a:ext uri="{FF2B5EF4-FFF2-40B4-BE49-F238E27FC236}">
                  <a16:creationId xmlns:a16="http://schemas.microsoft.com/office/drawing/2014/main" id="{B46C40E0-A353-B837-C705-BC3CC0164BFC}"/>
                </a:ext>
              </a:extLst>
            </p:cNvPr>
            <p:cNvSpPr txBox="1"/>
            <p:nvPr/>
          </p:nvSpPr>
          <p:spPr>
            <a:xfrm>
              <a:off x="4649609" y="1097451"/>
              <a:ext cx="844489"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Electrical waveforms</a:t>
              </a:r>
            </a:p>
          </p:txBody>
        </p:sp>
        <p:sp>
          <p:nvSpPr>
            <p:cNvPr id="119" name="TextBox 118">
              <a:extLst>
                <a:ext uri="{FF2B5EF4-FFF2-40B4-BE49-F238E27FC236}">
                  <a16:creationId xmlns:a16="http://schemas.microsoft.com/office/drawing/2014/main" id="{58DA6DAD-602B-83EF-57F7-9DA11AB00DF4}"/>
                </a:ext>
              </a:extLst>
            </p:cNvPr>
            <p:cNvSpPr txBox="1"/>
            <p:nvPr/>
          </p:nvSpPr>
          <p:spPr>
            <a:xfrm>
              <a:off x="4628939" y="1005796"/>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Readout</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
        <p:nvSpPr>
          <p:cNvPr id="120" name="TextBox 119">
            <a:extLst>
              <a:ext uri="{FF2B5EF4-FFF2-40B4-BE49-F238E27FC236}">
                <a16:creationId xmlns:a16="http://schemas.microsoft.com/office/drawing/2014/main" id="{8EF5AB16-5004-F348-5996-4E8CD80B1974}"/>
              </a:ext>
            </a:extLst>
          </p:cNvPr>
          <p:cNvSpPr txBox="1"/>
          <p:nvPr/>
        </p:nvSpPr>
        <p:spPr>
          <a:xfrm>
            <a:off x="-41076" y="2103158"/>
            <a:ext cx="1192955"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MICROFLUIDIC</a:t>
            </a:r>
            <a:endPar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mn-cs"/>
            </a:endParaRPr>
          </a:p>
        </p:txBody>
      </p:sp>
      <p:sp>
        <p:nvSpPr>
          <p:cNvPr id="121" name="TextBox 120">
            <a:extLst>
              <a:ext uri="{FF2B5EF4-FFF2-40B4-BE49-F238E27FC236}">
                <a16:creationId xmlns:a16="http://schemas.microsoft.com/office/drawing/2014/main" id="{B5BAA676-5D5F-2EF9-FC18-17BC7BF8DAFE}"/>
              </a:ext>
            </a:extLst>
          </p:cNvPr>
          <p:cNvSpPr txBox="1"/>
          <p:nvPr/>
        </p:nvSpPr>
        <p:spPr>
          <a:xfrm>
            <a:off x="-28037" y="2400654"/>
            <a:ext cx="148088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FIR-shaped channels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 in-channel reactions</a:t>
            </a:r>
          </a:p>
        </p:txBody>
      </p:sp>
      <p:grpSp>
        <p:nvGrpSpPr>
          <p:cNvPr id="122" name="Group 121">
            <a:extLst>
              <a:ext uri="{FF2B5EF4-FFF2-40B4-BE49-F238E27FC236}">
                <a16:creationId xmlns:a16="http://schemas.microsoft.com/office/drawing/2014/main" id="{D5112CEF-5FF4-7456-C9D4-390A6508D853}"/>
              </a:ext>
            </a:extLst>
          </p:cNvPr>
          <p:cNvGrpSpPr/>
          <p:nvPr/>
        </p:nvGrpSpPr>
        <p:grpSpPr>
          <a:xfrm>
            <a:off x="2055272" y="2952382"/>
            <a:ext cx="1482051" cy="417106"/>
            <a:chOff x="902563" y="1366361"/>
            <a:chExt cx="896594" cy="252336"/>
          </a:xfrm>
        </p:grpSpPr>
        <p:sp>
          <p:nvSpPr>
            <p:cNvPr id="123" name="Cylinder 122">
              <a:extLst>
                <a:ext uri="{FF2B5EF4-FFF2-40B4-BE49-F238E27FC236}">
                  <a16:creationId xmlns:a16="http://schemas.microsoft.com/office/drawing/2014/main" id="{5C399457-8E5A-1D62-5D7D-F1AE70D824D4}"/>
                </a:ext>
              </a:extLst>
            </p:cNvPr>
            <p:cNvSpPr/>
            <p:nvPr/>
          </p:nvSpPr>
          <p:spPr>
            <a:xfrm rot="5400000">
              <a:off x="1224692" y="1044232"/>
              <a:ext cx="252336" cy="896594"/>
            </a:xfrm>
            <a:prstGeom prst="can">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4" name="Oval 123">
              <a:extLst>
                <a:ext uri="{FF2B5EF4-FFF2-40B4-BE49-F238E27FC236}">
                  <a16:creationId xmlns:a16="http://schemas.microsoft.com/office/drawing/2014/main" id="{36B6D9CB-B20C-E37E-85F6-A91D4853833C}"/>
                </a:ext>
              </a:extLst>
            </p:cNvPr>
            <p:cNvSpPr>
              <a:spLocks noChangeAspect="1"/>
            </p:cNvSpPr>
            <p:nvPr/>
          </p:nvSpPr>
          <p:spPr>
            <a:xfrm>
              <a:off x="987864" y="1421561"/>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5" name="Oval 124">
              <a:extLst>
                <a:ext uri="{FF2B5EF4-FFF2-40B4-BE49-F238E27FC236}">
                  <a16:creationId xmlns:a16="http://schemas.microsoft.com/office/drawing/2014/main" id="{6C8E21B8-EF1B-5E24-E6A2-B4C52D7B399A}"/>
                </a:ext>
              </a:extLst>
            </p:cNvPr>
            <p:cNvSpPr>
              <a:spLocks noChangeAspect="1"/>
            </p:cNvSpPr>
            <p:nvPr/>
          </p:nvSpPr>
          <p:spPr>
            <a:xfrm>
              <a:off x="987864" y="14986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6" name="Oval 125">
              <a:extLst>
                <a:ext uri="{FF2B5EF4-FFF2-40B4-BE49-F238E27FC236}">
                  <a16:creationId xmlns:a16="http://schemas.microsoft.com/office/drawing/2014/main" id="{899273A3-F1B6-AC1F-F0CB-3A31AC179CC6}"/>
                </a:ext>
              </a:extLst>
            </p:cNvPr>
            <p:cNvSpPr>
              <a:spLocks noChangeAspect="1"/>
            </p:cNvSpPr>
            <p:nvPr/>
          </p:nvSpPr>
          <p:spPr>
            <a:xfrm>
              <a:off x="952163" y="14605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7" name="Oval 126">
              <a:extLst>
                <a:ext uri="{FF2B5EF4-FFF2-40B4-BE49-F238E27FC236}">
                  <a16:creationId xmlns:a16="http://schemas.microsoft.com/office/drawing/2014/main" id="{ADACE2B3-0FE5-DB40-B174-BE5FDC845EAC}"/>
                </a:ext>
              </a:extLst>
            </p:cNvPr>
            <p:cNvSpPr>
              <a:spLocks noChangeAspect="1"/>
            </p:cNvSpPr>
            <p:nvPr/>
          </p:nvSpPr>
          <p:spPr>
            <a:xfrm>
              <a:off x="958349" y="1553810"/>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8" name="Oval 127">
              <a:extLst>
                <a:ext uri="{FF2B5EF4-FFF2-40B4-BE49-F238E27FC236}">
                  <a16:creationId xmlns:a16="http://schemas.microsoft.com/office/drawing/2014/main" id="{55D32115-07B1-0BDC-EC12-568E30EDDB60}"/>
                </a:ext>
              </a:extLst>
            </p:cNvPr>
            <p:cNvSpPr>
              <a:spLocks noChangeAspect="1"/>
            </p:cNvSpPr>
            <p:nvPr/>
          </p:nvSpPr>
          <p:spPr>
            <a:xfrm>
              <a:off x="1068946" y="1459256"/>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9" name="Oval 128">
              <a:extLst>
                <a:ext uri="{FF2B5EF4-FFF2-40B4-BE49-F238E27FC236}">
                  <a16:creationId xmlns:a16="http://schemas.microsoft.com/office/drawing/2014/main" id="{F9B70C6A-6ED3-B2FE-9162-3A7B356C591B}"/>
                </a:ext>
              </a:extLst>
            </p:cNvPr>
            <p:cNvSpPr>
              <a:spLocks noChangeAspect="1"/>
            </p:cNvSpPr>
            <p:nvPr/>
          </p:nvSpPr>
          <p:spPr>
            <a:xfrm>
              <a:off x="1057404" y="1522575"/>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0" name="Oval 129">
              <a:extLst>
                <a:ext uri="{FF2B5EF4-FFF2-40B4-BE49-F238E27FC236}">
                  <a16:creationId xmlns:a16="http://schemas.microsoft.com/office/drawing/2014/main" id="{A5BB2995-9FE5-F6DC-AA57-9E7E9F55D136}"/>
                </a:ext>
              </a:extLst>
            </p:cNvPr>
            <p:cNvSpPr>
              <a:spLocks noChangeAspect="1"/>
            </p:cNvSpPr>
            <p:nvPr/>
          </p:nvSpPr>
          <p:spPr>
            <a:xfrm>
              <a:off x="1152176" y="1480419"/>
              <a:ext cx="32804" cy="3280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131" name="Straight Arrow Connector 130">
              <a:extLst>
                <a:ext uri="{FF2B5EF4-FFF2-40B4-BE49-F238E27FC236}">
                  <a16:creationId xmlns:a16="http://schemas.microsoft.com/office/drawing/2014/main" id="{75D31D29-47B3-84D1-73EF-53D78C34CBB5}"/>
                </a:ext>
              </a:extLst>
            </p:cNvPr>
            <p:cNvCxnSpPr/>
            <p:nvPr/>
          </p:nvCxnSpPr>
          <p:spPr>
            <a:xfrm>
              <a:off x="1470423" y="1492807"/>
              <a:ext cx="18288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AD660AC2-9A21-36FD-5F5F-FE5BCE217D1C}"/>
                </a:ext>
              </a:extLst>
            </p:cNvPr>
            <p:cNvCxnSpPr/>
            <p:nvPr/>
          </p:nvCxnSpPr>
          <p:spPr>
            <a:xfrm>
              <a:off x="1470423" y="1421561"/>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3" name="Straight Arrow Connector 132">
              <a:extLst>
                <a:ext uri="{FF2B5EF4-FFF2-40B4-BE49-F238E27FC236}">
                  <a16:creationId xmlns:a16="http://schemas.microsoft.com/office/drawing/2014/main" id="{673AA8B6-49DB-DE17-1EB9-DA1061E51423}"/>
                </a:ext>
              </a:extLst>
            </p:cNvPr>
            <p:cNvCxnSpPr/>
            <p:nvPr/>
          </p:nvCxnSpPr>
          <p:spPr>
            <a:xfrm>
              <a:off x="1470423" y="1564803"/>
              <a:ext cx="91440" cy="0"/>
            </a:xfrm>
            <a:prstGeom prst="straightConnector1">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p:grpSp>
        <p:nvGrpSpPr>
          <p:cNvPr id="134" name="Group 133">
            <a:extLst>
              <a:ext uri="{FF2B5EF4-FFF2-40B4-BE49-F238E27FC236}">
                <a16:creationId xmlns:a16="http://schemas.microsoft.com/office/drawing/2014/main" id="{94E77089-D219-0345-2060-8204BD07E350}"/>
              </a:ext>
            </a:extLst>
          </p:cNvPr>
          <p:cNvGrpSpPr/>
          <p:nvPr/>
        </p:nvGrpSpPr>
        <p:grpSpPr>
          <a:xfrm>
            <a:off x="1824994" y="2132544"/>
            <a:ext cx="2380426" cy="674688"/>
            <a:chOff x="43766" y="2027777"/>
            <a:chExt cx="1440082" cy="408165"/>
          </a:xfrm>
        </p:grpSpPr>
        <p:sp>
          <p:nvSpPr>
            <p:cNvPr id="135" name="TextBox 134">
              <a:extLst>
                <a:ext uri="{FF2B5EF4-FFF2-40B4-BE49-F238E27FC236}">
                  <a16:creationId xmlns:a16="http://schemas.microsoft.com/office/drawing/2014/main" id="{D975BFA2-34F6-9216-B7A3-9900E7A1BFF6}"/>
                </a:ext>
              </a:extLst>
            </p:cNvPr>
            <p:cNvSpPr txBox="1"/>
            <p:nvPr/>
          </p:nvSpPr>
          <p:spPr>
            <a:xfrm>
              <a:off x="43766" y="2027777"/>
              <a:ext cx="1237244"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Molecular concentration pulses</a:t>
              </a:r>
            </a:p>
          </p:txBody>
        </p:sp>
        <p:sp>
          <p:nvSpPr>
            <p:cNvPr id="136" name="TextBox 135">
              <a:extLst>
                <a:ext uri="{FF2B5EF4-FFF2-40B4-BE49-F238E27FC236}">
                  <a16:creationId xmlns:a16="http://schemas.microsoft.com/office/drawing/2014/main" id="{F37D926C-6FFE-383D-08B6-3E382CBE2CF1}"/>
                </a:ext>
              </a:extLst>
            </p:cNvPr>
            <p:cNvSpPr txBox="1"/>
            <p:nvPr/>
          </p:nvSpPr>
          <p:spPr>
            <a:xfrm>
              <a:off x="50753" y="2145876"/>
              <a:ext cx="1433095"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Signalling molecules are injected</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into a laminar-flow channel</a:t>
              </a:r>
            </a:p>
          </p:txBody>
        </p:sp>
      </p:grpSp>
      <p:grpSp>
        <p:nvGrpSpPr>
          <p:cNvPr id="137" name="Group 136">
            <a:extLst>
              <a:ext uri="{FF2B5EF4-FFF2-40B4-BE49-F238E27FC236}">
                <a16:creationId xmlns:a16="http://schemas.microsoft.com/office/drawing/2014/main" id="{330A0029-02A6-2643-97A9-72BB97F3BA98}"/>
              </a:ext>
            </a:extLst>
          </p:cNvPr>
          <p:cNvGrpSpPr/>
          <p:nvPr/>
        </p:nvGrpSpPr>
        <p:grpSpPr>
          <a:xfrm>
            <a:off x="4671805" y="2120497"/>
            <a:ext cx="2277215" cy="1390804"/>
            <a:chOff x="2122252" y="1293298"/>
            <a:chExt cx="1377643" cy="841392"/>
          </a:xfrm>
        </p:grpSpPr>
        <p:sp>
          <p:nvSpPr>
            <p:cNvPr id="138" name="Rectangle: Rounded Corners 137">
              <a:extLst>
                <a:ext uri="{FF2B5EF4-FFF2-40B4-BE49-F238E27FC236}">
                  <a16:creationId xmlns:a16="http://schemas.microsoft.com/office/drawing/2014/main" id="{9E029314-9D79-AF04-0D57-E0A748FAD0EC}"/>
                </a:ext>
              </a:extLst>
            </p:cNvPr>
            <p:cNvSpPr/>
            <p:nvPr/>
          </p:nvSpPr>
          <p:spPr>
            <a:xfrm>
              <a:off x="2143073" y="1306000"/>
              <a:ext cx="1356822" cy="828690"/>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39" name="Group 138">
              <a:extLst>
                <a:ext uri="{FF2B5EF4-FFF2-40B4-BE49-F238E27FC236}">
                  <a16:creationId xmlns:a16="http://schemas.microsoft.com/office/drawing/2014/main" id="{0BE7E7BC-280D-ED25-F69C-1DC30AAB30E5}"/>
                </a:ext>
              </a:extLst>
            </p:cNvPr>
            <p:cNvGrpSpPr/>
            <p:nvPr/>
          </p:nvGrpSpPr>
          <p:grpSpPr>
            <a:xfrm>
              <a:off x="2218053" y="1690969"/>
              <a:ext cx="1007081" cy="427675"/>
              <a:chOff x="2096814" y="1275711"/>
              <a:chExt cx="1007081" cy="427675"/>
            </a:xfrm>
          </p:grpSpPr>
          <p:cxnSp>
            <p:nvCxnSpPr>
              <p:cNvPr id="143" name="Straight Connector 142">
                <a:extLst>
                  <a:ext uri="{FF2B5EF4-FFF2-40B4-BE49-F238E27FC236}">
                    <a16:creationId xmlns:a16="http://schemas.microsoft.com/office/drawing/2014/main" id="{3A5F8E16-54DC-6D85-7906-9B1E246F8640}"/>
                  </a:ext>
                </a:extLst>
              </p:cNvPr>
              <p:cNvCxnSpPr>
                <a:cxnSpLocks/>
              </p:cNvCxnSpPr>
              <p:nvPr/>
            </p:nvCxnSpPr>
            <p:spPr>
              <a:xfrm>
                <a:off x="2096814" y="1533518"/>
                <a:ext cx="998535"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4" name="Straight Connector 143">
                <a:extLst>
                  <a:ext uri="{FF2B5EF4-FFF2-40B4-BE49-F238E27FC236}">
                    <a16:creationId xmlns:a16="http://schemas.microsoft.com/office/drawing/2014/main" id="{BBD44880-9706-2CF7-AD9F-BA8031B9452F}"/>
                  </a:ext>
                </a:extLst>
              </p:cNvPr>
              <p:cNvCxnSpPr>
                <a:cxnSpLocks/>
              </p:cNvCxnSpPr>
              <p:nvPr/>
            </p:nvCxnSpPr>
            <p:spPr>
              <a:xfrm flipV="1">
                <a:off x="2309277" y="1368465"/>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5" name="Straight Connector 144">
                <a:extLst>
                  <a:ext uri="{FF2B5EF4-FFF2-40B4-BE49-F238E27FC236}">
                    <a16:creationId xmlns:a16="http://schemas.microsoft.com/office/drawing/2014/main" id="{A215BB00-DF85-CDA5-6821-7531E95CBB06}"/>
                  </a:ext>
                </a:extLst>
              </p:cNvPr>
              <p:cNvCxnSpPr>
                <a:cxnSpLocks/>
              </p:cNvCxnSpPr>
              <p:nvPr/>
            </p:nvCxnSpPr>
            <p:spPr>
              <a:xfrm flipV="1">
                <a:off x="2573052" y="1366846"/>
                <a:ext cx="266861"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B9E59B7E-B633-EBE7-BAE0-66BE7634178A}"/>
                  </a:ext>
                </a:extLst>
              </p:cNvPr>
              <p:cNvCxnSpPr>
                <a:cxnSpLocks/>
              </p:cNvCxnSpPr>
              <p:nvPr/>
            </p:nvCxnSpPr>
            <p:spPr>
              <a:xfrm flipH="1" flipV="1">
                <a:off x="2840120" y="1368464"/>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47" name="Group 146">
                <a:extLst>
                  <a:ext uri="{FF2B5EF4-FFF2-40B4-BE49-F238E27FC236}">
                    <a16:creationId xmlns:a16="http://schemas.microsoft.com/office/drawing/2014/main" id="{153A3EE8-C8BF-9309-5B99-343C4D4E9EBB}"/>
                  </a:ext>
                </a:extLst>
              </p:cNvPr>
              <p:cNvGrpSpPr/>
              <p:nvPr/>
            </p:nvGrpSpPr>
            <p:grpSpPr>
              <a:xfrm flipV="1">
                <a:off x="2308268" y="1536714"/>
                <a:ext cx="792237" cy="166672"/>
                <a:chOff x="2450838" y="1647010"/>
                <a:chExt cx="792237" cy="166672"/>
              </a:xfrm>
            </p:grpSpPr>
            <p:cxnSp>
              <p:nvCxnSpPr>
                <p:cNvPr id="151" name="Straight Connector 150">
                  <a:extLst>
                    <a:ext uri="{FF2B5EF4-FFF2-40B4-BE49-F238E27FC236}">
                      <a16:creationId xmlns:a16="http://schemas.microsoft.com/office/drawing/2014/main" id="{B6DF3891-5EA3-DA73-4B6F-B9A918643A28}"/>
                    </a:ext>
                  </a:extLst>
                </p:cNvPr>
                <p:cNvCxnSpPr>
                  <a:cxnSpLocks/>
                </p:cNvCxnSpPr>
                <p:nvPr/>
              </p:nvCxnSpPr>
              <p:spPr>
                <a:xfrm flipV="1">
                  <a:off x="2450838" y="1648629"/>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670A3208-2B07-7E01-E80F-D5E771E6563F}"/>
                    </a:ext>
                  </a:extLst>
                </p:cNvPr>
                <p:cNvCxnSpPr>
                  <a:cxnSpLocks/>
                </p:cNvCxnSpPr>
                <p:nvPr/>
              </p:nvCxnSpPr>
              <p:spPr>
                <a:xfrm flipV="1">
                  <a:off x="2714613" y="1647010"/>
                  <a:ext cx="266861" cy="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52307EF-BDA9-3BCE-B69F-8714927FFE6A}"/>
                    </a:ext>
                  </a:extLst>
                </p:cNvPr>
                <p:cNvCxnSpPr>
                  <a:cxnSpLocks/>
                </p:cNvCxnSpPr>
                <p:nvPr/>
              </p:nvCxnSpPr>
              <p:spPr>
                <a:xfrm flipH="1" flipV="1">
                  <a:off x="2979300" y="1648628"/>
                  <a:ext cx="263775" cy="16505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148" name="TextBox 147">
                    <a:extLst>
                      <a:ext uri="{FF2B5EF4-FFF2-40B4-BE49-F238E27FC236}">
                        <a16:creationId xmlns:a16="http://schemas.microsoft.com/office/drawing/2014/main" id="{70334F05-0F93-7A98-9682-FAED5A8713DD}"/>
                      </a:ext>
                    </a:extLst>
                  </p:cNvPr>
                  <p:cNvSpPr txBox="1"/>
                  <p:nvPr/>
                </p:nvSpPr>
                <p:spPr>
                  <a:xfrm>
                    <a:off x="2648508" y="1439062"/>
                    <a:ext cx="95347"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48" name="TextBox 147">
                    <a:extLst>
                      <a:ext uri="{FF2B5EF4-FFF2-40B4-BE49-F238E27FC236}">
                        <a16:creationId xmlns:a16="http://schemas.microsoft.com/office/drawing/2014/main" id="{70334F05-0F93-7A98-9682-FAED5A8713DD}"/>
                      </a:ext>
                    </a:extLst>
                  </p:cNvPr>
                  <p:cNvSpPr txBox="1">
                    <a:spLocks noRot="1" noChangeAspect="1" noMove="1" noResize="1" noEditPoints="1" noAdjustHandles="1" noChangeArrowheads="1" noChangeShapeType="1" noTextEdit="1"/>
                  </p:cNvSpPr>
                  <p:nvPr/>
                </p:nvSpPr>
                <p:spPr>
                  <a:xfrm>
                    <a:off x="2648508" y="1439062"/>
                    <a:ext cx="95347" cy="83787"/>
                  </a:xfrm>
                  <a:prstGeom prst="rect">
                    <a:avLst/>
                  </a:prstGeom>
                  <a:blipFill>
                    <a:blip r:embed="rId8"/>
                    <a:stretch>
                      <a:fillRect l="-11538" r="-11538"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9" name="TextBox 148">
                    <a:extLst>
                      <a:ext uri="{FF2B5EF4-FFF2-40B4-BE49-F238E27FC236}">
                        <a16:creationId xmlns:a16="http://schemas.microsoft.com/office/drawing/2014/main" id="{EAE7C697-F7EE-A2B2-161D-5AA0A918944E}"/>
                      </a:ext>
                    </a:extLst>
                  </p:cNvPr>
                  <p:cNvSpPr txBox="1"/>
                  <p:nvPr/>
                </p:nvSpPr>
                <p:spPr>
                  <a:xfrm>
                    <a:off x="2647771" y="1275711"/>
                    <a:ext cx="96976"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49" name="TextBox 148">
                    <a:extLst>
                      <a:ext uri="{FF2B5EF4-FFF2-40B4-BE49-F238E27FC236}">
                        <a16:creationId xmlns:a16="http://schemas.microsoft.com/office/drawing/2014/main" id="{EAE7C697-F7EE-A2B2-161D-5AA0A918944E}"/>
                      </a:ext>
                    </a:extLst>
                  </p:cNvPr>
                  <p:cNvSpPr txBox="1">
                    <a:spLocks noRot="1" noChangeAspect="1" noMove="1" noResize="1" noEditPoints="1" noAdjustHandles="1" noChangeArrowheads="1" noChangeShapeType="1" noTextEdit="1"/>
                  </p:cNvSpPr>
                  <p:nvPr/>
                </p:nvSpPr>
                <p:spPr>
                  <a:xfrm>
                    <a:off x="2647771" y="1275711"/>
                    <a:ext cx="96976" cy="83787"/>
                  </a:xfrm>
                  <a:prstGeom prst="rect">
                    <a:avLst/>
                  </a:prstGeom>
                  <a:blipFill>
                    <a:blip r:embed="rId9"/>
                    <a:stretch>
                      <a:fillRect l="-11538" r="-11538" b="-181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0" name="TextBox 149">
                    <a:extLst>
                      <a:ext uri="{FF2B5EF4-FFF2-40B4-BE49-F238E27FC236}">
                        <a16:creationId xmlns:a16="http://schemas.microsoft.com/office/drawing/2014/main" id="{CC1F9FCC-4FE1-30E7-9340-7F647E41D2E2}"/>
                      </a:ext>
                    </a:extLst>
                  </p:cNvPr>
                  <p:cNvSpPr txBox="1"/>
                  <p:nvPr/>
                </p:nvSpPr>
                <p:spPr>
                  <a:xfrm>
                    <a:off x="2647771" y="1613336"/>
                    <a:ext cx="96976" cy="837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50" name="TextBox 149">
                    <a:extLst>
                      <a:ext uri="{FF2B5EF4-FFF2-40B4-BE49-F238E27FC236}">
                        <a16:creationId xmlns:a16="http://schemas.microsoft.com/office/drawing/2014/main" id="{CC1F9FCC-4FE1-30E7-9340-7F647E41D2E2}"/>
                      </a:ext>
                    </a:extLst>
                  </p:cNvPr>
                  <p:cNvSpPr txBox="1">
                    <a:spLocks noRot="1" noChangeAspect="1" noMove="1" noResize="1" noEditPoints="1" noAdjustHandles="1" noChangeArrowheads="1" noChangeShapeType="1" noTextEdit="1"/>
                  </p:cNvSpPr>
                  <p:nvPr/>
                </p:nvSpPr>
                <p:spPr>
                  <a:xfrm>
                    <a:off x="2647771" y="1613336"/>
                    <a:ext cx="96976" cy="83787"/>
                  </a:xfrm>
                  <a:prstGeom prst="rect">
                    <a:avLst/>
                  </a:prstGeom>
                  <a:blipFill>
                    <a:blip r:embed="rId10"/>
                    <a:stretch>
                      <a:fillRect l="-11538" r="-11538" b="-13043"/>
                    </a:stretch>
                  </a:blipFill>
                </p:spPr>
                <p:txBody>
                  <a:bodyPr/>
                  <a:lstStyle/>
                  <a:p>
                    <a:r>
                      <a:rPr lang="en-US">
                        <a:noFill/>
                      </a:rPr>
                      <a:t> </a:t>
                    </a:r>
                  </a:p>
                </p:txBody>
              </p:sp>
            </mc:Fallback>
          </mc:AlternateContent>
        </p:grpSp>
        <p:grpSp>
          <p:nvGrpSpPr>
            <p:cNvPr id="140" name="Group 139">
              <a:extLst>
                <a:ext uri="{FF2B5EF4-FFF2-40B4-BE49-F238E27FC236}">
                  <a16:creationId xmlns:a16="http://schemas.microsoft.com/office/drawing/2014/main" id="{1019A678-AEAF-44EC-88DA-13FCA94F29F6}"/>
                </a:ext>
              </a:extLst>
            </p:cNvPr>
            <p:cNvGrpSpPr/>
            <p:nvPr/>
          </p:nvGrpSpPr>
          <p:grpSpPr>
            <a:xfrm>
              <a:off x="2122252" y="1293298"/>
              <a:ext cx="1087900" cy="420475"/>
              <a:chOff x="1974463" y="1711291"/>
              <a:chExt cx="1087900" cy="420475"/>
            </a:xfrm>
          </p:grpSpPr>
          <p:sp>
            <p:nvSpPr>
              <p:cNvPr id="141" name="TextBox 140">
                <a:extLst>
                  <a:ext uri="{FF2B5EF4-FFF2-40B4-BE49-F238E27FC236}">
                    <a16:creationId xmlns:a16="http://schemas.microsoft.com/office/drawing/2014/main" id="{EEA54EB4-1C9C-3DFE-4C8B-09A6720AACF5}"/>
                  </a:ext>
                </a:extLst>
              </p:cNvPr>
              <p:cNvSpPr txBox="1"/>
              <p:nvPr/>
            </p:nvSpPr>
            <p:spPr>
              <a:xfrm>
                <a:off x="1987863" y="1841700"/>
                <a:ext cx="1052988" cy="290066"/>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rPr>
                  <a:t>Interconnected pipes realizes the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white">
                        <a:lumMod val="50000"/>
                      </a:prstClr>
                    </a:solidFill>
                    <a:effectLst/>
                    <a:uLnTx/>
                    <a:uFillTx/>
                    <a:latin typeface="Aptos Light" panose="020B0004020202020204" pitchFamily="34" charset="0"/>
                    <a:ea typeface="+mn-ea"/>
                    <a:cs typeface="Arial"/>
                    <a:sym typeface="Arial"/>
                    <a:rtl val="0"/>
                  </a:rPr>
                  <a:t>linear operation of a neuron </a:t>
                </a:r>
              </a:p>
            </p:txBody>
          </p:sp>
          <p:sp>
            <p:nvSpPr>
              <p:cNvPr id="142" name="TextBox 141">
                <a:extLst>
                  <a:ext uri="{FF2B5EF4-FFF2-40B4-BE49-F238E27FC236}">
                    <a16:creationId xmlns:a16="http://schemas.microsoft.com/office/drawing/2014/main" id="{B78BEA88-1076-C427-4AB2-A3C708594440}"/>
                  </a:ext>
                </a:extLst>
              </p:cNvPr>
              <p:cNvSpPr txBox="1"/>
              <p:nvPr/>
            </p:nvSpPr>
            <p:spPr>
              <a:xfrm>
                <a:off x="1974463" y="1711291"/>
                <a:ext cx="1087900"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Branched-channel FIR filter</a:t>
                </a:r>
              </a:p>
            </p:txBody>
          </p:sp>
        </p:grpSp>
      </p:grpSp>
      <p:grpSp>
        <p:nvGrpSpPr>
          <p:cNvPr id="154" name="Group 153">
            <a:extLst>
              <a:ext uri="{FF2B5EF4-FFF2-40B4-BE49-F238E27FC236}">
                <a16:creationId xmlns:a16="http://schemas.microsoft.com/office/drawing/2014/main" id="{47FC31C8-F78E-CD05-EA6F-821291575B29}"/>
              </a:ext>
            </a:extLst>
          </p:cNvPr>
          <p:cNvGrpSpPr/>
          <p:nvPr/>
        </p:nvGrpSpPr>
        <p:grpSpPr>
          <a:xfrm>
            <a:off x="7252233" y="2151073"/>
            <a:ext cx="2326055" cy="1369807"/>
            <a:chOff x="3398647" y="1292745"/>
            <a:chExt cx="1407189" cy="828690"/>
          </a:xfrm>
        </p:grpSpPr>
        <p:sp>
          <p:nvSpPr>
            <p:cNvPr id="155" name="Rectangle: Rounded Corners 154">
              <a:extLst>
                <a:ext uri="{FF2B5EF4-FFF2-40B4-BE49-F238E27FC236}">
                  <a16:creationId xmlns:a16="http://schemas.microsoft.com/office/drawing/2014/main" id="{3B52B297-BBB3-FD8E-477F-DA612C34218B}"/>
                </a:ext>
              </a:extLst>
            </p:cNvPr>
            <p:cNvSpPr/>
            <p:nvPr/>
          </p:nvSpPr>
          <p:spPr>
            <a:xfrm>
              <a:off x="3430313" y="1292745"/>
              <a:ext cx="1375523" cy="828690"/>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56" name="Graphic 155" descr="Flask outline">
              <a:extLst>
                <a:ext uri="{FF2B5EF4-FFF2-40B4-BE49-F238E27FC236}">
                  <a16:creationId xmlns:a16="http://schemas.microsoft.com/office/drawing/2014/main" id="{05B34F88-F72B-90F0-63AA-1D2D42456ABA}"/>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195640" y="1740930"/>
              <a:ext cx="338974" cy="338974"/>
            </a:xfrm>
            <a:prstGeom prst="rect">
              <a:avLst/>
            </a:prstGeom>
          </p:spPr>
        </p:pic>
        <p:grpSp>
          <p:nvGrpSpPr>
            <p:cNvPr id="157" name="Group 156">
              <a:extLst>
                <a:ext uri="{FF2B5EF4-FFF2-40B4-BE49-F238E27FC236}">
                  <a16:creationId xmlns:a16="http://schemas.microsoft.com/office/drawing/2014/main" id="{F77FE924-9DC9-08B0-0A9B-C104A188CE10}"/>
                </a:ext>
              </a:extLst>
            </p:cNvPr>
            <p:cNvGrpSpPr/>
            <p:nvPr/>
          </p:nvGrpSpPr>
          <p:grpSpPr>
            <a:xfrm>
              <a:off x="3398647" y="1298979"/>
              <a:ext cx="1407188" cy="504263"/>
              <a:chOff x="2025263" y="1711291"/>
              <a:chExt cx="1407188" cy="504263"/>
            </a:xfrm>
          </p:grpSpPr>
          <p:sp>
            <p:nvSpPr>
              <p:cNvPr id="158" name="TextBox 157">
                <a:extLst>
                  <a:ext uri="{FF2B5EF4-FFF2-40B4-BE49-F238E27FC236}">
                    <a16:creationId xmlns:a16="http://schemas.microsoft.com/office/drawing/2014/main" id="{A8F13AEC-3C19-B60F-18C8-4FE419641636}"/>
                  </a:ext>
                </a:extLst>
              </p:cNvPr>
              <p:cNvSpPr txBox="1"/>
              <p:nvPr/>
            </p:nvSpPr>
            <p:spPr>
              <a:xfrm>
                <a:off x="2025963" y="1841700"/>
                <a:ext cx="1406488" cy="373854"/>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Non-linear components of chemical reactions synthetize the activation function of a neuron</a:t>
                </a:r>
              </a:p>
            </p:txBody>
          </p:sp>
          <p:sp>
            <p:nvSpPr>
              <p:cNvPr id="159" name="TextBox 158">
                <a:extLst>
                  <a:ext uri="{FF2B5EF4-FFF2-40B4-BE49-F238E27FC236}">
                    <a16:creationId xmlns:a16="http://schemas.microsoft.com/office/drawing/2014/main" id="{D260692B-2EDB-D6A6-312D-CE09D3836CDA}"/>
                  </a:ext>
                </a:extLst>
              </p:cNvPr>
              <p:cNvSpPr txBox="1"/>
              <p:nvPr/>
            </p:nvSpPr>
            <p:spPr>
              <a:xfrm>
                <a:off x="2025263" y="1711291"/>
                <a:ext cx="1183907"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Acidic-base chemical reaction</a:t>
                </a:r>
              </a:p>
            </p:txBody>
          </p:sp>
        </p:grpSp>
      </p:grpSp>
      <p:sp>
        <p:nvSpPr>
          <p:cNvPr id="160" name="TextBox 159">
            <a:extLst>
              <a:ext uri="{FF2B5EF4-FFF2-40B4-BE49-F238E27FC236}">
                <a16:creationId xmlns:a16="http://schemas.microsoft.com/office/drawing/2014/main" id="{B2FBC1FF-68FA-13EF-2135-65D039FC3BB7}"/>
              </a:ext>
            </a:extLst>
          </p:cNvPr>
          <p:cNvSpPr txBox="1"/>
          <p:nvPr/>
        </p:nvSpPr>
        <p:spPr>
          <a:xfrm>
            <a:off x="9815592" y="942766"/>
            <a:ext cx="166138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Amplitude of voltage levels at the outlet of DSP circuits</a:t>
            </a: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161" name="Straight Connector 160">
            <a:extLst>
              <a:ext uri="{FF2B5EF4-FFF2-40B4-BE49-F238E27FC236}">
                <a16:creationId xmlns:a16="http://schemas.microsoft.com/office/drawing/2014/main" id="{772CAD60-6C64-20C6-1AC5-62ECFBF34925}"/>
              </a:ext>
            </a:extLst>
          </p:cNvPr>
          <p:cNvCxnSpPr>
            <a:cxnSpLocks/>
          </p:cNvCxnSpPr>
          <p:nvPr/>
        </p:nvCxnSpPr>
        <p:spPr>
          <a:xfrm flipV="1">
            <a:off x="39817" y="3601774"/>
            <a:ext cx="12152183" cy="4421"/>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62" name="TextBox 161">
            <a:extLst>
              <a:ext uri="{FF2B5EF4-FFF2-40B4-BE49-F238E27FC236}">
                <a16:creationId xmlns:a16="http://schemas.microsoft.com/office/drawing/2014/main" id="{B383DCC8-6302-2539-37D7-CC717EB33D1E}"/>
              </a:ext>
            </a:extLst>
          </p:cNvPr>
          <p:cNvSpPr txBox="1"/>
          <p:nvPr/>
        </p:nvSpPr>
        <p:spPr>
          <a:xfrm>
            <a:off x="-41076" y="3608440"/>
            <a:ext cx="944489"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srgbClr val="E97132">
                    <a:lumMod val="50000"/>
                  </a:srgbClr>
                </a:solidFill>
                <a:effectLst/>
                <a:uLnTx/>
                <a:uFillTx/>
                <a:latin typeface="Arial" panose="020B0604020202020204" pitchFamily="34" charset="0"/>
                <a:ea typeface="+mn-ea"/>
                <a:cs typeface="Arial" panose="020B0604020202020204" pitchFamily="34" charset="0"/>
              </a:rPr>
              <a:t>▪</a:t>
            </a:r>
            <a:r>
              <a:rPr kumimoji="0" lang="en-GB" sz="1000" b="0" i="0" u="none" strike="noStrike" kern="1200" cap="none" spc="0" normalizeH="0" baseline="0" noProof="0" dirty="0">
                <a:ln>
                  <a:noFill/>
                </a:ln>
                <a:solidFill>
                  <a:prstClr val="white">
                    <a:lumMod val="50000"/>
                  </a:prstClr>
                </a:solidFill>
                <a:effectLst/>
                <a:uLnTx/>
                <a:uFillTx/>
                <a:latin typeface="Arial" panose="020B0604020202020204" pitchFamily="34" charset="0"/>
                <a:ea typeface="+mn-ea"/>
                <a:cs typeface="Arial" panose="020B0604020202020204" pitchFamily="34" charset="0"/>
              </a:rPr>
              <a:t>  </a:t>
            </a:r>
            <a:r>
              <a:rPr kumimoji="0" lang="en-GB" sz="1000" b="0" i="0" u="none" strike="noStrike" kern="1200" cap="none" spc="0" normalizeH="0" baseline="0" noProof="0" dirty="0">
                <a:ln>
                  <a:noFill/>
                </a:ln>
                <a:solidFill>
                  <a:prstClr val="white">
                    <a:lumMod val="50000"/>
                  </a:prstClr>
                </a:solidFill>
                <a:effectLst/>
                <a:uLnTx/>
                <a:uFillTx/>
                <a:latin typeface="Arial Nova" panose="020F0502020204030204" pitchFamily="34" charset="0"/>
                <a:ea typeface="+mn-ea"/>
                <a:cs typeface="Arial" panose="020B0604020202020204" pitchFamily="34" charset="0"/>
              </a:rPr>
              <a:t>CHEMICAL</a:t>
            </a:r>
          </a:p>
        </p:txBody>
      </p:sp>
      <p:sp>
        <p:nvSpPr>
          <p:cNvPr id="163" name="TextBox 162">
            <a:extLst>
              <a:ext uri="{FF2B5EF4-FFF2-40B4-BE49-F238E27FC236}">
                <a16:creationId xmlns:a16="http://schemas.microsoft.com/office/drawing/2014/main" id="{C0E07BEE-01ED-1FB5-25D6-247E44D2A4F7}"/>
              </a:ext>
            </a:extLst>
          </p:cNvPr>
          <p:cNvSpPr txBox="1"/>
          <p:nvPr/>
        </p:nvSpPr>
        <p:spPr>
          <a:xfrm>
            <a:off x="45294" y="3885572"/>
            <a:ext cx="1278903" cy="371752"/>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Reaction Networks</a:t>
            </a:r>
          </a:p>
        </p:txBody>
      </p:sp>
      <p:sp>
        <p:nvSpPr>
          <p:cNvPr id="164" name="TextBox 163">
            <a:extLst>
              <a:ext uri="{FF2B5EF4-FFF2-40B4-BE49-F238E27FC236}">
                <a16:creationId xmlns:a16="http://schemas.microsoft.com/office/drawing/2014/main" id="{851B893E-F2F3-7625-A524-8CE1E0FDBAA5}"/>
              </a:ext>
            </a:extLst>
          </p:cNvPr>
          <p:cNvSpPr txBox="1"/>
          <p:nvPr/>
        </p:nvSpPr>
        <p:spPr>
          <a:xfrm>
            <a:off x="26946" y="2760680"/>
            <a:ext cx="1481154"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Geometry of microfluidic pipes sets the weights, chemistry sets non-linearity</a:t>
            </a:r>
            <a:endParaRPr kumimoji="0" lang="en-GB" sz="900" b="0" i="1" u="none" strike="noStrike" kern="1200" cap="none" spc="0" normalizeH="0" baseline="0" noProof="0" dirty="0">
              <a:ln>
                <a:noFill/>
              </a:ln>
              <a:solidFill>
                <a:prstClr val="black"/>
              </a:solidFill>
              <a:effectLst/>
              <a:uLnTx/>
              <a:uFillTx/>
              <a:latin typeface="Aptos Light" panose="020B0004020202020204" pitchFamily="34" charset="0"/>
              <a:ea typeface="+mn-ea"/>
              <a:cs typeface="+mn-cs"/>
            </a:endParaRPr>
          </a:p>
        </p:txBody>
      </p:sp>
      <p:cxnSp>
        <p:nvCxnSpPr>
          <p:cNvPr id="165" name="Straight Connector 164">
            <a:extLst>
              <a:ext uri="{FF2B5EF4-FFF2-40B4-BE49-F238E27FC236}">
                <a16:creationId xmlns:a16="http://schemas.microsoft.com/office/drawing/2014/main" id="{AC279038-E747-5A5F-E2F9-615B979647F3}"/>
              </a:ext>
            </a:extLst>
          </p:cNvPr>
          <p:cNvCxnSpPr>
            <a:cxnSpLocks/>
          </p:cNvCxnSpPr>
          <p:nvPr/>
        </p:nvCxnSpPr>
        <p:spPr>
          <a:xfrm flipV="1">
            <a:off x="29018" y="5237265"/>
            <a:ext cx="7117256" cy="19277"/>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pic>
        <p:nvPicPr>
          <p:cNvPr id="166" name="Graphic 165" descr="Germ outline">
            <a:extLst>
              <a:ext uri="{FF2B5EF4-FFF2-40B4-BE49-F238E27FC236}">
                <a16:creationId xmlns:a16="http://schemas.microsoft.com/office/drawing/2014/main" id="{33C2F3EF-34D8-B962-3543-534D7551501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019911" y="4458473"/>
            <a:ext cx="375261" cy="375261"/>
          </a:xfrm>
          <a:prstGeom prst="rect">
            <a:avLst/>
          </a:prstGeom>
        </p:spPr>
      </p:pic>
      <p:pic>
        <p:nvPicPr>
          <p:cNvPr id="167" name="Graphic 166" descr="Germ outline">
            <a:extLst>
              <a:ext uri="{FF2B5EF4-FFF2-40B4-BE49-F238E27FC236}">
                <a16:creationId xmlns:a16="http://schemas.microsoft.com/office/drawing/2014/main" id="{7B23A7AD-CB8A-AD7C-6461-17E459261D0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rot="1246808">
            <a:off x="3395135" y="4379803"/>
            <a:ext cx="273249" cy="273249"/>
          </a:xfrm>
          <a:prstGeom prst="rect">
            <a:avLst/>
          </a:prstGeom>
        </p:spPr>
      </p:pic>
      <p:pic>
        <p:nvPicPr>
          <p:cNvPr id="168" name="Graphic 167" descr="Germ outline">
            <a:extLst>
              <a:ext uri="{FF2B5EF4-FFF2-40B4-BE49-F238E27FC236}">
                <a16:creationId xmlns:a16="http://schemas.microsoft.com/office/drawing/2014/main" id="{84ACAF56-5979-5404-848E-4F8FDF8646C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rot="20600580">
            <a:off x="3405942" y="4656702"/>
            <a:ext cx="173113" cy="173113"/>
          </a:xfrm>
          <a:prstGeom prst="rect">
            <a:avLst/>
          </a:prstGeom>
        </p:spPr>
      </p:pic>
      <p:grpSp>
        <p:nvGrpSpPr>
          <p:cNvPr id="169" name="Group 168">
            <a:extLst>
              <a:ext uri="{FF2B5EF4-FFF2-40B4-BE49-F238E27FC236}">
                <a16:creationId xmlns:a16="http://schemas.microsoft.com/office/drawing/2014/main" id="{5AF52FF0-6792-0EB7-772E-D47EB459F571}"/>
              </a:ext>
            </a:extLst>
          </p:cNvPr>
          <p:cNvGrpSpPr/>
          <p:nvPr/>
        </p:nvGrpSpPr>
        <p:grpSpPr>
          <a:xfrm>
            <a:off x="9901393" y="4562482"/>
            <a:ext cx="1919563" cy="1372256"/>
            <a:chOff x="4710323" y="2751571"/>
            <a:chExt cx="1161275" cy="830171"/>
          </a:xfrm>
        </p:grpSpPr>
        <p:sp>
          <p:nvSpPr>
            <p:cNvPr id="170" name="Rectangle: Rounded Corners 169">
              <a:extLst>
                <a:ext uri="{FF2B5EF4-FFF2-40B4-BE49-F238E27FC236}">
                  <a16:creationId xmlns:a16="http://schemas.microsoft.com/office/drawing/2014/main" id="{ED0780D6-0EB5-3C50-86E5-FE2FC0F7C25E}"/>
                </a:ext>
              </a:extLst>
            </p:cNvPr>
            <p:cNvSpPr/>
            <p:nvPr/>
          </p:nvSpPr>
          <p:spPr>
            <a:xfrm>
              <a:off x="4737742" y="2753052"/>
              <a:ext cx="1133856" cy="828690"/>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71" name="Group 170">
              <a:extLst>
                <a:ext uri="{FF2B5EF4-FFF2-40B4-BE49-F238E27FC236}">
                  <a16:creationId xmlns:a16="http://schemas.microsoft.com/office/drawing/2014/main" id="{F89B1333-F106-52FC-6F28-D4A80E66DD88}"/>
                </a:ext>
              </a:extLst>
            </p:cNvPr>
            <p:cNvGrpSpPr/>
            <p:nvPr/>
          </p:nvGrpSpPr>
          <p:grpSpPr>
            <a:xfrm>
              <a:off x="4713798" y="2751571"/>
              <a:ext cx="771803" cy="252422"/>
              <a:chOff x="4628939" y="1005796"/>
              <a:chExt cx="771803" cy="252422"/>
            </a:xfrm>
          </p:grpSpPr>
          <p:sp>
            <p:nvSpPr>
              <p:cNvPr id="174" name="TextBox 173">
                <a:extLst>
                  <a:ext uri="{FF2B5EF4-FFF2-40B4-BE49-F238E27FC236}">
                    <a16:creationId xmlns:a16="http://schemas.microsoft.com/office/drawing/2014/main" id="{4E296269-56BD-DB55-F978-702BF1AD053D}"/>
                  </a:ext>
                </a:extLst>
              </p:cNvPr>
              <p:cNvSpPr txBox="1"/>
              <p:nvPr/>
            </p:nvSpPr>
            <p:spPr>
              <a:xfrm>
                <a:off x="4650320" y="1126418"/>
                <a:ext cx="750422"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Fluorescent levels</a:t>
                </a:r>
              </a:p>
            </p:txBody>
          </p:sp>
          <p:sp>
            <p:nvSpPr>
              <p:cNvPr id="175" name="TextBox 174">
                <a:extLst>
                  <a:ext uri="{FF2B5EF4-FFF2-40B4-BE49-F238E27FC236}">
                    <a16:creationId xmlns:a16="http://schemas.microsoft.com/office/drawing/2014/main" id="{9E729055-83E0-5A03-DA90-703558CA5818}"/>
                  </a:ext>
                </a:extLst>
              </p:cNvPr>
              <p:cNvSpPr txBox="1"/>
              <p:nvPr/>
            </p:nvSpPr>
            <p:spPr>
              <a:xfrm>
                <a:off x="4628939" y="1005796"/>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Readout</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
          <p:nvSpPr>
            <p:cNvPr id="172" name="TextBox 171">
              <a:extLst>
                <a:ext uri="{FF2B5EF4-FFF2-40B4-BE49-F238E27FC236}">
                  <a16:creationId xmlns:a16="http://schemas.microsoft.com/office/drawing/2014/main" id="{E6E2C4B6-DBF5-3673-8A97-E0D29EA1333E}"/>
                </a:ext>
              </a:extLst>
            </p:cNvPr>
            <p:cNvSpPr txBox="1"/>
            <p:nvPr/>
          </p:nvSpPr>
          <p:spPr>
            <a:xfrm>
              <a:off x="4710323" y="2946745"/>
              <a:ext cx="1064123" cy="22343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Reporter-gene expression measured through fluorescence</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173" name="Graphic 172" descr="Microscope outline">
              <a:extLst>
                <a:ext uri="{FF2B5EF4-FFF2-40B4-BE49-F238E27FC236}">
                  <a16:creationId xmlns:a16="http://schemas.microsoft.com/office/drawing/2014/main" id="{2C2EF26F-ED59-D9CD-2D1D-E6410EA3CF2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21825" y="3242298"/>
              <a:ext cx="323045" cy="323045"/>
            </a:xfrm>
            <a:prstGeom prst="rect">
              <a:avLst/>
            </a:prstGeom>
          </p:spPr>
        </p:pic>
      </p:grpSp>
      <p:grpSp>
        <p:nvGrpSpPr>
          <p:cNvPr id="176" name="Group 175">
            <a:extLst>
              <a:ext uri="{FF2B5EF4-FFF2-40B4-BE49-F238E27FC236}">
                <a16:creationId xmlns:a16="http://schemas.microsoft.com/office/drawing/2014/main" id="{FCC17017-E065-D7D2-0B21-DB27541EF7DF}"/>
              </a:ext>
            </a:extLst>
          </p:cNvPr>
          <p:cNvGrpSpPr/>
          <p:nvPr/>
        </p:nvGrpSpPr>
        <p:grpSpPr>
          <a:xfrm>
            <a:off x="9704869" y="293973"/>
            <a:ext cx="135810" cy="216486"/>
            <a:chOff x="2235570" y="366714"/>
            <a:chExt cx="82161" cy="130967"/>
          </a:xfrm>
        </p:grpSpPr>
        <p:cxnSp>
          <p:nvCxnSpPr>
            <p:cNvPr id="177" name="Straight Connector 176">
              <a:extLst>
                <a:ext uri="{FF2B5EF4-FFF2-40B4-BE49-F238E27FC236}">
                  <a16:creationId xmlns:a16="http://schemas.microsoft.com/office/drawing/2014/main" id="{0B727696-9F84-9592-E826-7A11419EF481}"/>
                </a:ext>
              </a:extLst>
            </p:cNvPr>
            <p:cNvCxnSpPr>
              <a:cxnSpLocks/>
            </p:cNvCxnSpPr>
            <p:nvPr/>
          </p:nvCxnSpPr>
          <p:spPr>
            <a:xfrm>
              <a:off x="2235572" y="366714"/>
              <a:ext cx="82159" cy="69842"/>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cxnSp>
          <p:nvCxnSpPr>
            <p:cNvPr id="178" name="Straight Connector 177">
              <a:extLst>
                <a:ext uri="{FF2B5EF4-FFF2-40B4-BE49-F238E27FC236}">
                  <a16:creationId xmlns:a16="http://schemas.microsoft.com/office/drawing/2014/main" id="{40A2E21D-4A19-2DF4-08DD-AE7EFDE51257}"/>
                </a:ext>
              </a:extLst>
            </p:cNvPr>
            <p:cNvCxnSpPr>
              <a:cxnSpLocks/>
            </p:cNvCxnSpPr>
            <p:nvPr/>
          </p:nvCxnSpPr>
          <p:spPr>
            <a:xfrm flipV="1">
              <a:off x="2235570" y="436556"/>
              <a:ext cx="82161" cy="61125"/>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grpSp>
      <p:cxnSp>
        <p:nvCxnSpPr>
          <p:cNvPr id="179" name="Straight Connector 178">
            <a:extLst>
              <a:ext uri="{FF2B5EF4-FFF2-40B4-BE49-F238E27FC236}">
                <a16:creationId xmlns:a16="http://schemas.microsoft.com/office/drawing/2014/main" id="{B72B2F56-240A-574A-5184-DA0A39AF8C7E}"/>
              </a:ext>
            </a:extLst>
          </p:cNvPr>
          <p:cNvCxnSpPr>
            <a:cxnSpLocks/>
          </p:cNvCxnSpPr>
          <p:nvPr/>
        </p:nvCxnSpPr>
        <p:spPr>
          <a:xfrm>
            <a:off x="9704869" y="14192"/>
            <a:ext cx="0" cy="279782"/>
          </a:xfrm>
          <a:prstGeom prst="line">
            <a:avLst/>
          </a:prstGeom>
          <a:ln w="6350">
            <a:solidFill>
              <a:schemeClr val="accent2">
                <a:lumMod val="50000"/>
                <a:alpha val="33000"/>
              </a:schemeClr>
            </a:solidFill>
          </a:ln>
        </p:spPr>
        <p:style>
          <a:lnRef idx="2">
            <a:schemeClr val="accent1"/>
          </a:lnRef>
          <a:fillRef idx="0">
            <a:schemeClr val="accent1"/>
          </a:fillRef>
          <a:effectRef idx="1">
            <a:schemeClr val="accent1"/>
          </a:effectRef>
          <a:fontRef idx="minor">
            <a:schemeClr val="tx1"/>
          </a:fontRef>
        </p:style>
      </p:cxnSp>
      <p:sp>
        <p:nvSpPr>
          <p:cNvPr id="180" name="TextBox 179">
            <a:extLst>
              <a:ext uri="{FF2B5EF4-FFF2-40B4-BE49-F238E27FC236}">
                <a16:creationId xmlns:a16="http://schemas.microsoft.com/office/drawing/2014/main" id="{600122ED-79B9-32F0-3C0C-0E8FB4117AFD}"/>
              </a:ext>
            </a:extLst>
          </p:cNvPr>
          <p:cNvSpPr txBox="1"/>
          <p:nvPr/>
        </p:nvSpPr>
        <p:spPr>
          <a:xfrm>
            <a:off x="-41076" y="5301377"/>
            <a:ext cx="1181734" cy="24622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r>
              <a:rPr kumimoji="0" lang="en-GB" sz="1000" b="1" i="0" u="none" strike="noStrike" kern="1200" cap="none" spc="0" normalizeH="0" baseline="0" noProof="0" dirty="0">
                <a:ln>
                  <a:noFill/>
                </a:ln>
                <a:solidFill>
                  <a:prstClr val="black"/>
                </a:solidFill>
                <a:effectLst/>
                <a:uLnTx/>
                <a:uFillTx/>
                <a:latin typeface="Arial Nova" panose="020F0502020204030204" pitchFamily="34" charset="0"/>
                <a:ea typeface="+mn-ea"/>
                <a:cs typeface="Arial" panose="020B0604020202020204" pitchFamily="34" charset="0"/>
              </a:rPr>
              <a:t>CELLULAR / WET</a:t>
            </a:r>
          </a:p>
        </p:txBody>
      </p:sp>
      <p:sp>
        <p:nvSpPr>
          <p:cNvPr id="184" name="Rectangle: Rounded Corners 183">
            <a:extLst>
              <a:ext uri="{FF2B5EF4-FFF2-40B4-BE49-F238E27FC236}">
                <a16:creationId xmlns:a16="http://schemas.microsoft.com/office/drawing/2014/main" id="{510BB073-DD48-671E-7A0D-98AE02640EA0}"/>
              </a:ext>
            </a:extLst>
          </p:cNvPr>
          <p:cNvSpPr/>
          <p:nvPr/>
        </p:nvSpPr>
        <p:spPr>
          <a:xfrm>
            <a:off x="1882979" y="5320556"/>
            <a:ext cx="2432087"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185" name="Graphic 184" descr="Germ outline">
            <a:extLst>
              <a:ext uri="{FF2B5EF4-FFF2-40B4-BE49-F238E27FC236}">
                <a16:creationId xmlns:a16="http://schemas.microsoft.com/office/drawing/2014/main" id="{8E6C4066-ECA5-DBA8-3A0D-B0D7E0D728B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794897" y="5949342"/>
            <a:ext cx="645204" cy="645204"/>
          </a:xfrm>
          <a:prstGeom prst="rect">
            <a:avLst/>
          </a:prstGeom>
        </p:spPr>
      </p:pic>
      <p:sp>
        <p:nvSpPr>
          <p:cNvPr id="186" name="Oval 185">
            <a:extLst>
              <a:ext uri="{FF2B5EF4-FFF2-40B4-BE49-F238E27FC236}">
                <a16:creationId xmlns:a16="http://schemas.microsoft.com/office/drawing/2014/main" id="{A9D671CC-43BC-A3BD-E8D3-9E3C42D275FB}"/>
              </a:ext>
            </a:extLst>
          </p:cNvPr>
          <p:cNvSpPr>
            <a:spLocks noChangeAspect="1"/>
          </p:cNvSpPr>
          <p:nvPr/>
        </p:nvSpPr>
        <p:spPr>
          <a:xfrm>
            <a:off x="2042089" y="6359831"/>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7" name="Oval 186">
            <a:extLst>
              <a:ext uri="{FF2B5EF4-FFF2-40B4-BE49-F238E27FC236}">
                <a16:creationId xmlns:a16="http://schemas.microsoft.com/office/drawing/2014/main" id="{FF8F0E28-638E-1118-EDF2-DB62CAE83CA4}"/>
              </a:ext>
            </a:extLst>
          </p:cNvPr>
          <p:cNvSpPr>
            <a:spLocks noChangeAspect="1"/>
          </p:cNvSpPr>
          <p:nvPr/>
        </p:nvSpPr>
        <p:spPr>
          <a:xfrm>
            <a:off x="2491286" y="646028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8" name="Oval 187">
            <a:extLst>
              <a:ext uri="{FF2B5EF4-FFF2-40B4-BE49-F238E27FC236}">
                <a16:creationId xmlns:a16="http://schemas.microsoft.com/office/drawing/2014/main" id="{FF1E3523-8F59-1BB1-52F7-0974875C5723}"/>
              </a:ext>
            </a:extLst>
          </p:cNvPr>
          <p:cNvSpPr>
            <a:spLocks noChangeAspect="1"/>
          </p:cNvSpPr>
          <p:nvPr/>
        </p:nvSpPr>
        <p:spPr>
          <a:xfrm>
            <a:off x="2098841" y="651451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9" name="Oval 188">
            <a:extLst>
              <a:ext uri="{FF2B5EF4-FFF2-40B4-BE49-F238E27FC236}">
                <a16:creationId xmlns:a16="http://schemas.microsoft.com/office/drawing/2014/main" id="{ECD56CA2-DCA2-1CBD-EEC3-AA70367F7DF3}"/>
              </a:ext>
            </a:extLst>
          </p:cNvPr>
          <p:cNvSpPr>
            <a:spLocks noChangeAspect="1"/>
          </p:cNvSpPr>
          <p:nvPr/>
        </p:nvSpPr>
        <p:spPr>
          <a:xfrm>
            <a:off x="2590351"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0" name="Oval 189">
            <a:extLst>
              <a:ext uri="{FF2B5EF4-FFF2-40B4-BE49-F238E27FC236}">
                <a16:creationId xmlns:a16="http://schemas.microsoft.com/office/drawing/2014/main" id="{B86F1244-606A-4B8E-55F1-EE1F1757AE3E}"/>
              </a:ext>
            </a:extLst>
          </p:cNvPr>
          <p:cNvSpPr>
            <a:spLocks noChangeAspect="1"/>
          </p:cNvSpPr>
          <p:nvPr/>
        </p:nvSpPr>
        <p:spPr>
          <a:xfrm>
            <a:off x="2245214"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1" name="Oval 190">
            <a:extLst>
              <a:ext uri="{FF2B5EF4-FFF2-40B4-BE49-F238E27FC236}">
                <a16:creationId xmlns:a16="http://schemas.microsoft.com/office/drawing/2014/main" id="{A81D9BB6-4E6D-FF24-01F5-6C12EFD8EBC3}"/>
              </a:ext>
            </a:extLst>
          </p:cNvPr>
          <p:cNvSpPr>
            <a:spLocks noChangeAspect="1"/>
          </p:cNvSpPr>
          <p:nvPr/>
        </p:nvSpPr>
        <p:spPr>
          <a:xfrm>
            <a:off x="2190990" y="6274843"/>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2" name="Oval 191">
            <a:extLst>
              <a:ext uri="{FF2B5EF4-FFF2-40B4-BE49-F238E27FC236}">
                <a16:creationId xmlns:a16="http://schemas.microsoft.com/office/drawing/2014/main" id="{DC4C6037-2597-8449-FFAD-9A3B53B7DA0C}"/>
              </a:ext>
            </a:extLst>
          </p:cNvPr>
          <p:cNvSpPr>
            <a:spLocks noChangeAspect="1"/>
          </p:cNvSpPr>
          <p:nvPr/>
        </p:nvSpPr>
        <p:spPr>
          <a:xfrm>
            <a:off x="2697661"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193" name="Group 192">
            <a:extLst>
              <a:ext uri="{FF2B5EF4-FFF2-40B4-BE49-F238E27FC236}">
                <a16:creationId xmlns:a16="http://schemas.microsoft.com/office/drawing/2014/main" id="{36DF40ED-966D-5D20-075C-1E7604D497EB}"/>
              </a:ext>
            </a:extLst>
          </p:cNvPr>
          <p:cNvGrpSpPr/>
          <p:nvPr/>
        </p:nvGrpSpPr>
        <p:grpSpPr>
          <a:xfrm>
            <a:off x="1845762" y="5295846"/>
            <a:ext cx="1885791" cy="674688"/>
            <a:chOff x="43766" y="2027777"/>
            <a:chExt cx="1140844" cy="408165"/>
          </a:xfrm>
        </p:grpSpPr>
        <p:sp>
          <p:nvSpPr>
            <p:cNvPr id="194" name="TextBox 193">
              <a:extLst>
                <a:ext uri="{FF2B5EF4-FFF2-40B4-BE49-F238E27FC236}">
                  <a16:creationId xmlns:a16="http://schemas.microsoft.com/office/drawing/2014/main" id="{BA7D3947-8112-AE44-0AED-00C9509E5215}"/>
                </a:ext>
              </a:extLst>
            </p:cNvPr>
            <p:cNvSpPr txBox="1"/>
            <p:nvPr/>
          </p:nvSpPr>
          <p:spPr>
            <a:xfrm>
              <a:off x="43766" y="2027777"/>
              <a:ext cx="763998"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Chemical inducers</a:t>
              </a:r>
            </a:p>
          </p:txBody>
        </p:sp>
        <p:sp>
          <p:nvSpPr>
            <p:cNvPr id="195" name="TextBox 194">
              <a:extLst>
                <a:ext uri="{FF2B5EF4-FFF2-40B4-BE49-F238E27FC236}">
                  <a16:creationId xmlns:a16="http://schemas.microsoft.com/office/drawing/2014/main" id="{960EB085-1260-E2E6-1F96-3599C8CB417A}"/>
                </a:ext>
              </a:extLst>
            </p:cNvPr>
            <p:cNvSpPr txBox="1"/>
            <p:nvPr/>
          </p:nvSpPr>
          <p:spPr>
            <a:xfrm>
              <a:off x="50754" y="2145876"/>
              <a:ext cx="1133856" cy="290066"/>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Chemical inducers activate bacteria to release signalling molecules</a:t>
              </a:r>
            </a:p>
          </p:txBody>
        </p:sp>
      </p:grpSp>
      <p:sp>
        <p:nvSpPr>
          <p:cNvPr id="196" name="Rectangle: Rounded Corners 195">
            <a:extLst>
              <a:ext uri="{FF2B5EF4-FFF2-40B4-BE49-F238E27FC236}">
                <a16:creationId xmlns:a16="http://schemas.microsoft.com/office/drawing/2014/main" id="{FF85D510-155C-4FAE-1714-69D5C015CEAC}"/>
              </a:ext>
            </a:extLst>
          </p:cNvPr>
          <p:cNvSpPr/>
          <p:nvPr/>
        </p:nvSpPr>
        <p:spPr>
          <a:xfrm>
            <a:off x="4676249" y="3735519"/>
            <a:ext cx="2272775" cy="1369807"/>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197" name="TextBox 196">
                <a:extLst>
                  <a:ext uri="{FF2B5EF4-FFF2-40B4-BE49-F238E27FC236}">
                    <a16:creationId xmlns:a16="http://schemas.microsoft.com/office/drawing/2014/main" id="{CDE6A0E6-45B2-A4DC-BAF9-08B53BF8CFF7}"/>
                  </a:ext>
                </a:extLst>
              </p:cNvPr>
              <p:cNvSpPr txBox="1"/>
              <p:nvPr/>
            </p:nvSpPr>
            <p:spPr>
              <a:xfrm>
                <a:off x="4779829" y="4787274"/>
                <a:ext cx="120353"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97" name="TextBox 196">
                <a:extLst>
                  <a:ext uri="{FF2B5EF4-FFF2-40B4-BE49-F238E27FC236}">
                    <a16:creationId xmlns:a16="http://schemas.microsoft.com/office/drawing/2014/main" id="{CDE6A0E6-45B2-A4DC-BAF9-08B53BF8CFF7}"/>
                  </a:ext>
                </a:extLst>
              </p:cNvPr>
              <p:cNvSpPr txBox="1">
                <a:spLocks noRot="1" noChangeAspect="1" noMove="1" noResize="1" noEditPoints="1" noAdjustHandles="1" noChangeArrowheads="1" noChangeShapeType="1" noTextEdit="1"/>
              </p:cNvSpPr>
              <p:nvPr/>
            </p:nvSpPr>
            <p:spPr>
              <a:xfrm>
                <a:off x="4779829" y="4787274"/>
                <a:ext cx="120353" cy="138498"/>
              </a:xfrm>
              <a:prstGeom prst="rect">
                <a:avLst/>
              </a:prstGeom>
              <a:blipFill>
                <a:blip r:embed="rId15"/>
                <a:stretch>
                  <a:fillRect l="-15000" r="-10000" b="-13043"/>
                </a:stretch>
              </a:blipFill>
            </p:spPr>
            <p:txBody>
              <a:bodyPr/>
              <a:lstStyle/>
              <a:p>
                <a:r>
                  <a:rPr lang="en-US">
                    <a:noFill/>
                  </a:rPr>
                  <a:t> </a:t>
                </a:r>
              </a:p>
            </p:txBody>
          </p:sp>
        </mc:Fallback>
      </mc:AlternateContent>
      <p:grpSp>
        <p:nvGrpSpPr>
          <p:cNvPr id="198" name="Group 197">
            <a:extLst>
              <a:ext uri="{FF2B5EF4-FFF2-40B4-BE49-F238E27FC236}">
                <a16:creationId xmlns:a16="http://schemas.microsoft.com/office/drawing/2014/main" id="{FEA234A9-F701-B44D-FEE3-D8BF56544510}"/>
              </a:ext>
            </a:extLst>
          </p:cNvPr>
          <p:cNvGrpSpPr>
            <a:grpSpLocks noChangeAspect="1"/>
          </p:cNvGrpSpPr>
          <p:nvPr/>
        </p:nvGrpSpPr>
        <p:grpSpPr>
          <a:xfrm>
            <a:off x="6083456" y="4633990"/>
            <a:ext cx="381678" cy="403044"/>
            <a:chOff x="951888" y="2657006"/>
            <a:chExt cx="397322" cy="348607"/>
          </a:xfrm>
        </p:grpSpPr>
        <p:grpSp>
          <p:nvGrpSpPr>
            <p:cNvPr id="199" name="Group 198">
              <a:extLst>
                <a:ext uri="{FF2B5EF4-FFF2-40B4-BE49-F238E27FC236}">
                  <a16:creationId xmlns:a16="http://schemas.microsoft.com/office/drawing/2014/main" id="{190644DF-844C-4D8B-749F-9A9D2BF355BF}"/>
                </a:ext>
              </a:extLst>
            </p:cNvPr>
            <p:cNvGrpSpPr>
              <a:grpSpLocks noChangeAspect="1"/>
            </p:cNvGrpSpPr>
            <p:nvPr/>
          </p:nvGrpSpPr>
          <p:grpSpPr>
            <a:xfrm>
              <a:off x="951888" y="2657006"/>
              <a:ext cx="397322" cy="348607"/>
              <a:chOff x="951884" y="2656998"/>
              <a:chExt cx="480489" cy="421577"/>
            </a:xfrm>
          </p:grpSpPr>
          <p:sp>
            <p:nvSpPr>
              <p:cNvPr id="203" name="Flowchart: Delay 964">
                <a:extLst>
                  <a:ext uri="{FF2B5EF4-FFF2-40B4-BE49-F238E27FC236}">
                    <a16:creationId xmlns:a16="http://schemas.microsoft.com/office/drawing/2014/main" id="{C44B83D2-4006-F9D1-7628-A4794BE15A8C}"/>
                  </a:ext>
                </a:extLst>
              </p:cNvPr>
              <p:cNvSpPr/>
              <p:nvPr/>
            </p:nvSpPr>
            <p:spPr>
              <a:xfrm rot="5400000">
                <a:off x="1063960" y="2710162"/>
                <a:ext cx="256337" cy="480489"/>
              </a:xfrm>
              <a:custGeom>
                <a:avLst/>
                <a:gdLst>
                  <a:gd name="csX0" fmla="*/ 0 w 382704"/>
                  <a:gd name="csY0" fmla="*/ 0 h 761999"/>
                  <a:gd name="csX1" fmla="*/ 191352 w 382704"/>
                  <a:gd name="csY1" fmla="*/ 0 h 761999"/>
                  <a:gd name="csX2" fmla="*/ 382704 w 382704"/>
                  <a:gd name="csY2" fmla="*/ 381000 h 761999"/>
                  <a:gd name="csX3" fmla="*/ 191352 w 382704"/>
                  <a:gd name="csY3" fmla="*/ 762000 h 761999"/>
                  <a:gd name="csX4" fmla="*/ 0 w 382704"/>
                  <a:gd name="csY4" fmla="*/ 761999 h 761999"/>
                  <a:gd name="csX5" fmla="*/ 0 w 382704"/>
                  <a:gd name="csY5" fmla="*/ 0 h 761999"/>
                  <a:gd name="csX0" fmla="*/ 0 w 382704"/>
                  <a:gd name="csY0" fmla="*/ 0 h 762000"/>
                  <a:gd name="csX1" fmla="*/ 191352 w 382704"/>
                  <a:gd name="csY1" fmla="*/ 0 h 762000"/>
                  <a:gd name="csX2" fmla="*/ 382704 w 382704"/>
                  <a:gd name="csY2" fmla="*/ 381000 h 762000"/>
                  <a:gd name="csX3" fmla="*/ 191352 w 382704"/>
                  <a:gd name="csY3" fmla="*/ 762000 h 762000"/>
                  <a:gd name="csX4" fmla="*/ 3 w 382704"/>
                  <a:gd name="csY4" fmla="*/ 721518 h 762000"/>
                  <a:gd name="csX5" fmla="*/ 0 w 382704"/>
                  <a:gd name="csY5" fmla="*/ 0 h 762000"/>
                  <a:gd name="csX0" fmla="*/ 0 w 382704"/>
                  <a:gd name="csY0" fmla="*/ 0 h 762000"/>
                  <a:gd name="csX1" fmla="*/ 191352 w 382704"/>
                  <a:gd name="csY1" fmla="*/ 0 h 762000"/>
                  <a:gd name="csX2" fmla="*/ 382704 w 382704"/>
                  <a:gd name="csY2" fmla="*/ 381000 h 762000"/>
                  <a:gd name="csX3" fmla="*/ 191352 w 382704"/>
                  <a:gd name="csY3" fmla="*/ 762000 h 762000"/>
                  <a:gd name="csX4" fmla="*/ 2384 w 382704"/>
                  <a:gd name="csY4" fmla="*/ 707231 h 762000"/>
                  <a:gd name="csX5" fmla="*/ 0 w 382704"/>
                  <a:gd name="csY5" fmla="*/ 0 h 762000"/>
                  <a:gd name="csX0" fmla="*/ 0 w 382704"/>
                  <a:gd name="csY0" fmla="*/ 57150 h 762000"/>
                  <a:gd name="csX1" fmla="*/ 191352 w 382704"/>
                  <a:gd name="csY1" fmla="*/ 0 h 762000"/>
                  <a:gd name="csX2" fmla="*/ 382704 w 382704"/>
                  <a:gd name="csY2" fmla="*/ 381000 h 762000"/>
                  <a:gd name="csX3" fmla="*/ 191352 w 382704"/>
                  <a:gd name="csY3" fmla="*/ 762000 h 762000"/>
                  <a:gd name="csX4" fmla="*/ 2384 w 382704"/>
                  <a:gd name="csY4" fmla="*/ 707231 h 762000"/>
                  <a:gd name="csX5" fmla="*/ 0 w 382704"/>
                  <a:gd name="csY5" fmla="*/ 57150 h 762000"/>
                  <a:gd name="csX0" fmla="*/ 0 w 382704"/>
                  <a:gd name="csY0" fmla="*/ 57150 h 762000"/>
                  <a:gd name="csX1" fmla="*/ 191352 w 382704"/>
                  <a:gd name="csY1" fmla="*/ 0 h 762000"/>
                  <a:gd name="csX2" fmla="*/ 382704 w 382704"/>
                  <a:gd name="csY2" fmla="*/ 381000 h 762000"/>
                  <a:gd name="csX3" fmla="*/ 191352 w 382704"/>
                  <a:gd name="csY3" fmla="*/ 762000 h 762000"/>
                  <a:gd name="csX4" fmla="*/ 8227 w 382704"/>
                  <a:gd name="csY4" fmla="*/ 652462 h 762000"/>
                  <a:gd name="csX5" fmla="*/ 0 w 382704"/>
                  <a:gd name="csY5" fmla="*/ 57150 h 762000"/>
                  <a:gd name="csX0" fmla="*/ 0 w 376862"/>
                  <a:gd name="csY0" fmla="*/ 130969 h 762000"/>
                  <a:gd name="csX1" fmla="*/ 185510 w 376862"/>
                  <a:gd name="csY1" fmla="*/ 0 h 762000"/>
                  <a:gd name="csX2" fmla="*/ 376862 w 376862"/>
                  <a:gd name="csY2" fmla="*/ 381000 h 762000"/>
                  <a:gd name="csX3" fmla="*/ 185510 w 376862"/>
                  <a:gd name="csY3" fmla="*/ 762000 h 762000"/>
                  <a:gd name="csX4" fmla="*/ 2385 w 376862"/>
                  <a:gd name="csY4" fmla="*/ 652462 h 762000"/>
                  <a:gd name="csX5" fmla="*/ 0 w 376862"/>
                  <a:gd name="csY5" fmla="*/ 130969 h 762000"/>
                </a:gdLst>
                <a:ahLst/>
                <a:cxnLst>
                  <a:cxn ang="0">
                    <a:pos x="csX0" y="csY0"/>
                  </a:cxn>
                  <a:cxn ang="0">
                    <a:pos x="csX1" y="csY1"/>
                  </a:cxn>
                  <a:cxn ang="0">
                    <a:pos x="csX2" y="csY2"/>
                  </a:cxn>
                  <a:cxn ang="0">
                    <a:pos x="csX3" y="csY3"/>
                  </a:cxn>
                  <a:cxn ang="0">
                    <a:pos x="csX4" y="csY4"/>
                  </a:cxn>
                  <a:cxn ang="0">
                    <a:pos x="csX5" y="csY5"/>
                  </a:cxn>
                </a:cxnLst>
                <a:rect l="l" t="t" r="r" b="b"/>
                <a:pathLst>
                  <a:path w="376862" h="762000">
                    <a:moveTo>
                      <a:pt x="0" y="130969"/>
                    </a:moveTo>
                    <a:lnTo>
                      <a:pt x="185510" y="0"/>
                    </a:lnTo>
                    <a:cubicBezTo>
                      <a:pt x="291191" y="0"/>
                      <a:pt x="376862" y="170580"/>
                      <a:pt x="376862" y="381000"/>
                    </a:cubicBezTo>
                    <a:cubicBezTo>
                      <a:pt x="376862" y="591420"/>
                      <a:pt x="291191" y="762000"/>
                      <a:pt x="185510" y="762000"/>
                    </a:cubicBezTo>
                    <a:lnTo>
                      <a:pt x="2385" y="652462"/>
                    </a:lnTo>
                    <a:cubicBezTo>
                      <a:pt x="1590" y="416718"/>
                      <a:pt x="795" y="366713"/>
                      <a:pt x="0" y="130969"/>
                    </a:cubicBezTo>
                    <a:close/>
                  </a:path>
                </a:pathLst>
              </a:custGeom>
              <a:solidFill>
                <a:srgbClr val="F2EADA"/>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4" name="Rectangle 203">
                <a:extLst>
                  <a:ext uri="{FF2B5EF4-FFF2-40B4-BE49-F238E27FC236}">
                    <a16:creationId xmlns:a16="http://schemas.microsoft.com/office/drawing/2014/main" id="{A4B00836-DC1C-7B2D-D223-F9A200CFE159}"/>
                  </a:ext>
                </a:extLst>
              </p:cNvPr>
              <p:cNvSpPr/>
              <p:nvPr/>
            </p:nvSpPr>
            <p:spPr>
              <a:xfrm>
                <a:off x="1023249" y="2656998"/>
                <a:ext cx="323537" cy="166997"/>
              </a:xfrm>
              <a:prstGeom prst="rect">
                <a:avLst/>
              </a:prstGeom>
              <a:solidFill>
                <a:schemeClr val="bg1"/>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05" name="Straight Connector 204">
                <a:extLst>
                  <a:ext uri="{FF2B5EF4-FFF2-40B4-BE49-F238E27FC236}">
                    <a16:creationId xmlns:a16="http://schemas.microsoft.com/office/drawing/2014/main" id="{D97D1F11-1A4E-3E20-5FD8-7E2A17BDAC60}"/>
                  </a:ext>
                </a:extLst>
              </p:cNvPr>
              <p:cNvCxnSpPr/>
              <p:nvPr/>
            </p:nvCxnSpPr>
            <p:spPr>
              <a:xfrm>
                <a:off x="1030392" y="2827360"/>
                <a:ext cx="310897" cy="0"/>
              </a:xfrm>
              <a:prstGeom prst="line">
                <a:avLst/>
              </a:prstGeom>
              <a:ln w="19050">
                <a:solidFill>
                  <a:srgbClr val="F2EADA"/>
                </a:solidFill>
              </a:ln>
            </p:spPr>
            <p:style>
              <a:lnRef idx="2">
                <a:schemeClr val="accent1"/>
              </a:lnRef>
              <a:fillRef idx="0">
                <a:schemeClr val="accent1"/>
              </a:fillRef>
              <a:effectRef idx="1">
                <a:schemeClr val="accent1"/>
              </a:effectRef>
              <a:fontRef idx="minor">
                <a:schemeClr val="tx1"/>
              </a:fontRef>
            </p:style>
          </p:cxnSp>
        </p:grpSp>
        <p:pic>
          <p:nvPicPr>
            <p:cNvPr id="200" name="Graphic 199" descr="DNA outline">
              <a:extLst>
                <a:ext uri="{FF2B5EF4-FFF2-40B4-BE49-F238E27FC236}">
                  <a16:creationId xmlns:a16="http://schemas.microsoft.com/office/drawing/2014/main" id="{21DE8241-0951-EDBD-1FFF-077F1A98D74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7372733">
              <a:off x="1214764" y="2804071"/>
              <a:ext cx="82296" cy="82296"/>
            </a:xfrm>
            <a:prstGeom prst="rect">
              <a:avLst/>
            </a:prstGeom>
          </p:spPr>
        </p:pic>
        <p:pic>
          <p:nvPicPr>
            <p:cNvPr id="201" name="Graphic 200" descr="DNA outline">
              <a:extLst>
                <a:ext uri="{FF2B5EF4-FFF2-40B4-BE49-F238E27FC236}">
                  <a16:creationId xmlns:a16="http://schemas.microsoft.com/office/drawing/2014/main" id="{E1ACB795-C013-C656-C20B-5947A093484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9420000">
              <a:off x="1132889" y="2873662"/>
              <a:ext cx="82296" cy="82296"/>
            </a:xfrm>
            <a:prstGeom prst="rect">
              <a:avLst/>
            </a:prstGeom>
          </p:spPr>
        </p:pic>
        <p:pic>
          <p:nvPicPr>
            <p:cNvPr id="202" name="Graphic 201" descr="DNA outline">
              <a:extLst>
                <a:ext uri="{FF2B5EF4-FFF2-40B4-BE49-F238E27FC236}">
                  <a16:creationId xmlns:a16="http://schemas.microsoft.com/office/drawing/2014/main" id="{764AD201-5B6D-9000-8246-C4320A9A5BC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rot="5091502">
              <a:off x="1007773" y="2854551"/>
              <a:ext cx="100584" cy="100584"/>
            </a:xfrm>
            <a:prstGeom prst="rect">
              <a:avLst/>
            </a:prstGeom>
          </p:spPr>
        </p:pic>
      </p:grpSp>
      <p:grpSp>
        <p:nvGrpSpPr>
          <p:cNvPr id="206" name="Group 205">
            <a:extLst>
              <a:ext uri="{FF2B5EF4-FFF2-40B4-BE49-F238E27FC236}">
                <a16:creationId xmlns:a16="http://schemas.microsoft.com/office/drawing/2014/main" id="{277913E9-C53C-4D6B-0CA4-31C5571B810D}"/>
              </a:ext>
            </a:extLst>
          </p:cNvPr>
          <p:cNvGrpSpPr/>
          <p:nvPr/>
        </p:nvGrpSpPr>
        <p:grpSpPr>
          <a:xfrm>
            <a:off x="4606773" y="3690033"/>
            <a:ext cx="1981019" cy="951688"/>
            <a:chOff x="43766" y="2027777"/>
            <a:chExt cx="1198454" cy="575741"/>
          </a:xfrm>
        </p:grpSpPr>
        <p:sp>
          <p:nvSpPr>
            <p:cNvPr id="207" name="TextBox 206">
              <a:extLst>
                <a:ext uri="{FF2B5EF4-FFF2-40B4-BE49-F238E27FC236}">
                  <a16:creationId xmlns:a16="http://schemas.microsoft.com/office/drawing/2014/main" id="{EC80DFF5-A364-00FB-135A-7FFA1CC31733}"/>
                </a:ext>
              </a:extLst>
            </p:cNvPr>
            <p:cNvSpPr txBox="1"/>
            <p:nvPr/>
          </p:nvSpPr>
          <p:spPr>
            <a:xfrm>
              <a:off x="43766" y="2027777"/>
              <a:ext cx="1198454"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Metabolic-enzymatic reactions</a:t>
              </a:r>
            </a:p>
          </p:txBody>
        </p:sp>
        <p:sp>
          <p:nvSpPr>
            <p:cNvPr id="208" name="TextBox 207">
              <a:extLst>
                <a:ext uri="{FF2B5EF4-FFF2-40B4-BE49-F238E27FC236}">
                  <a16:creationId xmlns:a16="http://schemas.microsoft.com/office/drawing/2014/main" id="{BDA805D1-B617-941F-87A9-0EF8374CB811}"/>
                </a:ext>
              </a:extLst>
            </p:cNvPr>
            <p:cNvSpPr txBox="1"/>
            <p:nvPr/>
          </p:nvSpPr>
          <p:spPr>
            <a:xfrm>
              <a:off x="50753" y="2145876"/>
              <a:ext cx="1168899" cy="457642"/>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DNA template concentrations tune enzyme expression, and the resulting reaction fluxes of input metabolites define the linear coefficients.</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mc:AlternateContent xmlns:mc="http://schemas.openxmlformats.org/markup-compatibility/2006" xmlns:a14="http://schemas.microsoft.com/office/drawing/2010/main">
        <mc:Choice Requires="a14">
          <p:sp>
            <p:nvSpPr>
              <p:cNvPr id="209" name="TextBox 208">
                <a:extLst>
                  <a:ext uri="{FF2B5EF4-FFF2-40B4-BE49-F238E27FC236}">
                    <a16:creationId xmlns:a16="http://schemas.microsoft.com/office/drawing/2014/main" id="{05725549-FC63-D5A2-49A4-5EA4E7E9A30E}"/>
                  </a:ext>
                </a:extLst>
              </p:cNvPr>
              <p:cNvSpPr txBox="1"/>
              <p:nvPr/>
            </p:nvSpPr>
            <p:spPr>
              <a:xfrm>
                <a:off x="5041308" y="4700339"/>
                <a:ext cx="362150"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𝑘</m:t>
                      </m:r>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09" name="TextBox 208">
                <a:extLst>
                  <a:ext uri="{FF2B5EF4-FFF2-40B4-BE49-F238E27FC236}">
                    <a16:creationId xmlns:a16="http://schemas.microsoft.com/office/drawing/2014/main" id="{05725549-FC63-D5A2-49A4-5EA4E7E9A30E}"/>
                  </a:ext>
                </a:extLst>
              </p:cNvPr>
              <p:cNvSpPr txBox="1">
                <a:spLocks noRot="1" noChangeAspect="1" noMove="1" noResize="1" noEditPoints="1" noAdjustHandles="1" noChangeArrowheads="1" noChangeShapeType="1" noTextEdit="1"/>
              </p:cNvSpPr>
              <p:nvPr/>
            </p:nvSpPr>
            <p:spPr>
              <a:xfrm>
                <a:off x="5041308" y="4700339"/>
                <a:ext cx="362150" cy="138498"/>
              </a:xfrm>
              <a:prstGeom prst="rect">
                <a:avLst/>
              </a:prstGeom>
              <a:blipFill>
                <a:blip r:embed="rId16"/>
                <a:stretch>
                  <a:fillRect l="-8475" r="-5085" b="-13043"/>
                </a:stretch>
              </a:blipFill>
            </p:spPr>
            <p:txBody>
              <a:bodyPr/>
              <a:lstStyle/>
              <a:p>
                <a:r>
                  <a:rPr lang="en-US">
                    <a:noFill/>
                  </a:rPr>
                  <a:t> </a:t>
                </a:r>
              </a:p>
            </p:txBody>
          </p:sp>
        </mc:Fallback>
      </mc:AlternateContent>
      <p:cxnSp>
        <p:nvCxnSpPr>
          <p:cNvPr id="210" name="Straight Arrow Connector 209">
            <a:extLst>
              <a:ext uri="{FF2B5EF4-FFF2-40B4-BE49-F238E27FC236}">
                <a16:creationId xmlns:a16="http://schemas.microsoft.com/office/drawing/2014/main" id="{5CC78361-AA5D-BE21-5E5D-D47567916031}"/>
              </a:ext>
            </a:extLst>
          </p:cNvPr>
          <p:cNvCxnSpPr>
            <a:cxnSpLocks/>
          </p:cNvCxnSpPr>
          <p:nvPr/>
        </p:nvCxnSpPr>
        <p:spPr>
          <a:xfrm>
            <a:off x="4979378" y="4868029"/>
            <a:ext cx="481002" cy="0"/>
          </a:xfrm>
          <a:prstGeom prst="straightConnector1">
            <a:avLst/>
          </a:prstGeom>
          <a:ln w="3175">
            <a:solidFill>
              <a:schemeClr val="tx1"/>
            </a:solidFill>
            <a:headEnd w="sm" len="sm"/>
            <a:tailEnd type="triangle" w="sm" len="sm"/>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11" name="TextBox 210">
                <a:extLst>
                  <a:ext uri="{FF2B5EF4-FFF2-40B4-BE49-F238E27FC236}">
                    <a16:creationId xmlns:a16="http://schemas.microsoft.com/office/drawing/2014/main" id="{6A8273C3-DE44-F210-CB08-1BAA95D7202C}"/>
                  </a:ext>
                </a:extLst>
              </p:cNvPr>
              <p:cNvSpPr txBox="1"/>
              <p:nvPr/>
            </p:nvSpPr>
            <p:spPr>
              <a:xfrm>
                <a:off x="5521345" y="4799382"/>
                <a:ext cx="240259"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11" name="TextBox 210">
                <a:extLst>
                  <a:ext uri="{FF2B5EF4-FFF2-40B4-BE49-F238E27FC236}">
                    <a16:creationId xmlns:a16="http://schemas.microsoft.com/office/drawing/2014/main" id="{6A8273C3-DE44-F210-CB08-1BAA95D7202C}"/>
                  </a:ext>
                </a:extLst>
              </p:cNvPr>
              <p:cNvSpPr txBox="1">
                <a:spLocks noRot="1" noChangeAspect="1" noMove="1" noResize="1" noEditPoints="1" noAdjustHandles="1" noChangeArrowheads="1" noChangeShapeType="1" noTextEdit="1"/>
              </p:cNvSpPr>
              <p:nvPr/>
            </p:nvSpPr>
            <p:spPr>
              <a:xfrm>
                <a:off x="5521345" y="4799382"/>
                <a:ext cx="240259" cy="138498"/>
              </a:xfrm>
              <a:prstGeom prst="rect">
                <a:avLst/>
              </a:prstGeom>
              <a:blipFill>
                <a:blip r:embed="rId17"/>
                <a:stretch>
                  <a:fillRect l="-7692" r="-7692" b="-13043"/>
                </a:stretch>
              </a:blipFill>
            </p:spPr>
            <p:txBody>
              <a:bodyPr/>
              <a:lstStyle/>
              <a:p>
                <a:r>
                  <a:rPr lang="en-US">
                    <a:noFill/>
                  </a:rPr>
                  <a:t> </a:t>
                </a:r>
              </a:p>
            </p:txBody>
          </p:sp>
        </mc:Fallback>
      </mc:AlternateContent>
      <p:grpSp>
        <p:nvGrpSpPr>
          <p:cNvPr id="212" name="Group 211">
            <a:extLst>
              <a:ext uri="{FF2B5EF4-FFF2-40B4-BE49-F238E27FC236}">
                <a16:creationId xmlns:a16="http://schemas.microsoft.com/office/drawing/2014/main" id="{A022B8E8-37BB-63FE-5D68-021A3DC72AB3}"/>
              </a:ext>
            </a:extLst>
          </p:cNvPr>
          <p:cNvGrpSpPr/>
          <p:nvPr/>
        </p:nvGrpSpPr>
        <p:grpSpPr>
          <a:xfrm>
            <a:off x="7287280" y="4606983"/>
            <a:ext cx="2316157" cy="844724"/>
            <a:chOff x="43766" y="1989677"/>
            <a:chExt cx="1401202" cy="511031"/>
          </a:xfrm>
        </p:grpSpPr>
        <p:sp>
          <p:nvSpPr>
            <p:cNvPr id="213" name="TextBox 212">
              <a:extLst>
                <a:ext uri="{FF2B5EF4-FFF2-40B4-BE49-F238E27FC236}">
                  <a16:creationId xmlns:a16="http://schemas.microsoft.com/office/drawing/2014/main" id="{A7BE6343-F5AC-C6DE-B75A-5A7E9C375129}"/>
                </a:ext>
              </a:extLst>
            </p:cNvPr>
            <p:cNvSpPr txBox="1"/>
            <p:nvPr/>
          </p:nvSpPr>
          <p:spPr>
            <a:xfrm>
              <a:off x="43766" y="1989677"/>
              <a:ext cx="98801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Gene regulatory network</a:t>
              </a:r>
            </a:p>
          </p:txBody>
        </p:sp>
        <p:sp>
          <p:nvSpPr>
            <p:cNvPr id="214" name="TextBox 213">
              <a:extLst>
                <a:ext uri="{FF2B5EF4-FFF2-40B4-BE49-F238E27FC236}">
                  <a16:creationId xmlns:a16="http://schemas.microsoft.com/office/drawing/2014/main" id="{003D927A-0DBE-5979-9A7C-E06C9D10B1A9}"/>
                </a:ext>
              </a:extLst>
            </p:cNvPr>
            <p:cNvSpPr txBox="1"/>
            <p:nvPr/>
          </p:nvSpPr>
          <p:spPr>
            <a:xfrm>
              <a:off x="50754" y="2126854"/>
              <a:ext cx="1394214" cy="373854"/>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A gene-regulatory module senses the accumulated chemical signal and converts it into nonlinear reporter expression.</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p:sp>
        <p:nvSpPr>
          <p:cNvPr id="215" name="TextBox 214">
            <a:extLst>
              <a:ext uri="{FF2B5EF4-FFF2-40B4-BE49-F238E27FC236}">
                <a16:creationId xmlns:a16="http://schemas.microsoft.com/office/drawing/2014/main" id="{53CE045B-D621-4FD5-7F3C-47CCC0276DE4}"/>
              </a:ext>
            </a:extLst>
          </p:cNvPr>
          <p:cNvSpPr txBox="1"/>
          <p:nvPr/>
        </p:nvSpPr>
        <p:spPr>
          <a:xfrm>
            <a:off x="4825545" y="6358690"/>
            <a:ext cx="627096" cy="338553"/>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bacteria</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1</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7" name="Rectangle: Rounded Corners 216">
            <a:extLst>
              <a:ext uri="{FF2B5EF4-FFF2-40B4-BE49-F238E27FC236}">
                <a16:creationId xmlns:a16="http://schemas.microsoft.com/office/drawing/2014/main" id="{A5FD3501-82A9-1B5D-10C0-0B6AAAE54899}"/>
              </a:ext>
            </a:extLst>
          </p:cNvPr>
          <p:cNvSpPr/>
          <p:nvPr/>
        </p:nvSpPr>
        <p:spPr>
          <a:xfrm>
            <a:off x="4664333" y="5341073"/>
            <a:ext cx="2284695" cy="1369808"/>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218" name="Group 217">
            <a:extLst>
              <a:ext uri="{FF2B5EF4-FFF2-40B4-BE49-F238E27FC236}">
                <a16:creationId xmlns:a16="http://schemas.microsoft.com/office/drawing/2014/main" id="{6D84ED95-76E3-D3D4-1766-ED2B2B44D2C9}"/>
              </a:ext>
            </a:extLst>
          </p:cNvPr>
          <p:cNvGrpSpPr>
            <a:grpSpLocks noChangeAspect="1"/>
          </p:cNvGrpSpPr>
          <p:nvPr/>
        </p:nvGrpSpPr>
        <p:grpSpPr>
          <a:xfrm>
            <a:off x="5424077" y="6486020"/>
            <a:ext cx="412332" cy="208122"/>
            <a:chOff x="2274482" y="3759370"/>
            <a:chExt cx="520920" cy="262930"/>
          </a:xfrm>
        </p:grpSpPr>
        <p:sp>
          <p:nvSpPr>
            <p:cNvPr id="229" name="Rectangle: Rounded Corners 228">
              <a:extLst>
                <a:ext uri="{FF2B5EF4-FFF2-40B4-BE49-F238E27FC236}">
                  <a16:creationId xmlns:a16="http://schemas.microsoft.com/office/drawing/2014/main" id="{E80FF507-72E2-2208-67BE-8017FD34765A}"/>
                </a:ext>
              </a:extLst>
            </p:cNvPr>
            <p:cNvSpPr/>
            <p:nvPr/>
          </p:nvSpPr>
          <p:spPr>
            <a:xfrm>
              <a:off x="2274482" y="3759370"/>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30" name="Straight Connector 229">
              <a:extLst>
                <a:ext uri="{FF2B5EF4-FFF2-40B4-BE49-F238E27FC236}">
                  <a16:creationId xmlns:a16="http://schemas.microsoft.com/office/drawing/2014/main" id="{46A010FA-5836-F889-4704-84A7FC00DB64}"/>
                </a:ext>
              </a:extLst>
            </p:cNvPr>
            <p:cNvCxnSpPr/>
            <p:nvPr/>
          </p:nvCxnSpPr>
          <p:spPr>
            <a:xfrm>
              <a:off x="2337933" y="3964876"/>
              <a:ext cx="352424"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1" name="Connector: Elbow 230">
              <a:extLst>
                <a:ext uri="{FF2B5EF4-FFF2-40B4-BE49-F238E27FC236}">
                  <a16:creationId xmlns:a16="http://schemas.microsoft.com/office/drawing/2014/main" id="{EB57BBED-9FBA-28AB-EBDB-41879FD09FF5}"/>
                </a:ext>
              </a:extLst>
            </p:cNvPr>
            <p:cNvCxnSpPr>
              <a:cxnSpLocks/>
            </p:cNvCxnSpPr>
            <p:nvPr/>
          </p:nvCxnSpPr>
          <p:spPr>
            <a:xfrm flipV="1">
              <a:off x="2392700" y="3834431"/>
              <a:ext cx="221457" cy="123781"/>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p:grpSp>
        <p:nvGrpSpPr>
          <p:cNvPr id="219" name="Group 218">
            <a:extLst>
              <a:ext uri="{FF2B5EF4-FFF2-40B4-BE49-F238E27FC236}">
                <a16:creationId xmlns:a16="http://schemas.microsoft.com/office/drawing/2014/main" id="{04D0BD35-0ADC-58BC-ED28-51524F85F7BC}"/>
              </a:ext>
            </a:extLst>
          </p:cNvPr>
          <p:cNvGrpSpPr/>
          <p:nvPr/>
        </p:nvGrpSpPr>
        <p:grpSpPr>
          <a:xfrm>
            <a:off x="4653749" y="5320968"/>
            <a:ext cx="2266866" cy="951688"/>
            <a:chOff x="43766" y="2027777"/>
            <a:chExt cx="1371382" cy="575741"/>
          </a:xfrm>
        </p:grpSpPr>
        <p:sp>
          <p:nvSpPr>
            <p:cNvPr id="227" name="TextBox 226">
              <a:extLst>
                <a:ext uri="{FF2B5EF4-FFF2-40B4-BE49-F238E27FC236}">
                  <a16:creationId xmlns:a16="http://schemas.microsoft.com/office/drawing/2014/main" id="{BAA2CC05-10AC-1B50-A899-25F0E6423B60}"/>
                </a:ext>
              </a:extLst>
            </p:cNvPr>
            <p:cNvSpPr txBox="1"/>
            <p:nvPr/>
          </p:nvSpPr>
          <p:spPr>
            <a:xfrm>
              <a:off x="43766" y="2027777"/>
              <a:ext cx="692235"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Quorum sensing</a:t>
              </a:r>
            </a:p>
          </p:txBody>
        </p:sp>
        <p:sp>
          <p:nvSpPr>
            <p:cNvPr id="228" name="TextBox 227">
              <a:extLst>
                <a:ext uri="{FF2B5EF4-FFF2-40B4-BE49-F238E27FC236}">
                  <a16:creationId xmlns:a16="http://schemas.microsoft.com/office/drawing/2014/main" id="{E56CDE77-C2DB-7D82-CB66-C773721F4AC7}"/>
                </a:ext>
              </a:extLst>
            </p:cNvPr>
            <p:cNvSpPr txBox="1"/>
            <p:nvPr/>
          </p:nvSpPr>
          <p:spPr>
            <a:xfrm>
              <a:off x="50753" y="2145876"/>
              <a:ext cx="1364395" cy="457642"/>
            </a:xfrm>
            <a:prstGeom prst="rect">
              <a:avLst/>
            </a:prstGeom>
            <a:noFill/>
          </p:spPr>
          <p:txBody>
            <a:bodyPr rot="0" spcFirstLastPara="0" vertOverflow="overflow" horzOverflow="overflow" vert="horz" wrap="squar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Mechanism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Sender bacteria convert chemical inducers into quorum-sensing signals with promoter-tuned amplitudes, whose accumulation realizes the weighted sum.</a:t>
              </a:r>
              <a:endPar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endParaRPr>
            </a:p>
          </p:txBody>
        </p:sp>
      </p:grpSp>
      <p:grpSp>
        <p:nvGrpSpPr>
          <p:cNvPr id="220" name="Group 219">
            <a:extLst>
              <a:ext uri="{FF2B5EF4-FFF2-40B4-BE49-F238E27FC236}">
                <a16:creationId xmlns:a16="http://schemas.microsoft.com/office/drawing/2014/main" id="{832B45EB-1EED-1D9B-663D-FB5447A6EFE8}"/>
              </a:ext>
            </a:extLst>
          </p:cNvPr>
          <p:cNvGrpSpPr>
            <a:grpSpLocks noChangeAspect="1"/>
          </p:cNvGrpSpPr>
          <p:nvPr/>
        </p:nvGrpSpPr>
        <p:grpSpPr>
          <a:xfrm>
            <a:off x="6387607" y="6446118"/>
            <a:ext cx="375056" cy="189308"/>
            <a:chOff x="2242626" y="3775944"/>
            <a:chExt cx="520920" cy="262930"/>
          </a:xfrm>
        </p:grpSpPr>
        <p:sp>
          <p:nvSpPr>
            <p:cNvPr id="224" name="Rectangle: Rounded Corners 223">
              <a:extLst>
                <a:ext uri="{FF2B5EF4-FFF2-40B4-BE49-F238E27FC236}">
                  <a16:creationId xmlns:a16="http://schemas.microsoft.com/office/drawing/2014/main" id="{BDA2EBD0-66CA-B16A-42BD-44176E7698B7}"/>
                </a:ext>
              </a:extLst>
            </p:cNvPr>
            <p:cNvSpPr/>
            <p:nvPr/>
          </p:nvSpPr>
          <p:spPr>
            <a:xfrm>
              <a:off x="2242626" y="3775944"/>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25" name="Straight Connector 224">
              <a:extLst>
                <a:ext uri="{FF2B5EF4-FFF2-40B4-BE49-F238E27FC236}">
                  <a16:creationId xmlns:a16="http://schemas.microsoft.com/office/drawing/2014/main" id="{40BAA33D-BE08-B022-B253-5EE28B1928F3}"/>
                </a:ext>
              </a:extLst>
            </p:cNvPr>
            <p:cNvCxnSpPr/>
            <p:nvPr/>
          </p:nvCxnSpPr>
          <p:spPr>
            <a:xfrm>
              <a:off x="2306076" y="3981451"/>
              <a:ext cx="352426"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6" name="Connector: Elbow 225">
              <a:extLst>
                <a:ext uri="{FF2B5EF4-FFF2-40B4-BE49-F238E27FC236}">
                  <a16:creationId xmlns:a16="http://schemas.microsoft.com/office/drawing/2014/main" id="{CB0B696B-D358-88DC-EFC7-DD63396091ED}"/>
                </a:ext>
              </a:extLst>
            </p:cNvPr>
            <p:cNvCxnSpPr>
              <a:cxnSpLocks/>
            </p:cNvCxnSpPr>
            <p:nvPr/>
          </p:nvCxnSpPr>
          <p:spPr>
            <a:xfrm flipV="1">
              <a:off x="2360846" y="3851004"/>
              <a:ext cx="221457" cy="123782"/>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21" name="TextBox 220">
                <a:extLst>
                  <a:ext uri="{FF2B5EF4-FFF2-40B4-BE49-F238E27FC236}">
                    <a16:creationId xmlns:a16="http://schemas.microsoft.com/office/drawing/2014/main" id="{32601253-9FD3-D8D3-F01F-2434A9624878}"/>
                  </a:ext>
                </a:extLst>
              </p:cNvPr>
              <p:cNvSpPr txBox="1"/>
              <p:nvPr/>
            </p:nvSpPr>
            <p:spPr>
              <a:xfrm>
                <a:off x="5550909" y="6332955"/>
                <a:ext cx="157607"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21" name="TextBox 220">
                <a:extLst>
                  <a:ext uri="{FF2B5EF4-FFF2-40B4-BE49-F238E27FC236}">
                    <a16:creationId xmlns:a16="http://schemas.microsoft.com/office/drawing/2014/main" id="{32601253-9FD3-D8D3-F01F-2434A9624878}"/>
                  </a:ext>
                </a:extLst>
              </p:cNvPr>
              <p:cNvSpPr txBox="1">
                <a:spLocks noRot="1" noChangeAspect="1" noMove="1" noResize="1" noEditPoints="1" noAdjustHandles="1" noChangeArrowheads="1" noChangeShapeType="1" noTextEdit="1"/>
              </p:cNvSpPr>
              <p:nvPr/>
            </p:nvSpPr>
            <p:spPr>
              <a:xfrm>
                <a:off x="5550909" y="6332955"/>
                <a:ext cx="157607" cy="138498"/>
              </a:xfrm>
              <a:prstGeom prst="rect">
                <a:avLst/>
              </a:prstGeom>
              <a:blipFill>
                <a:blip r:embed="rId8"/>
                <a:stretch>
                  <a:fillRect l="-12000" r="-16000" b="-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F61758D4-7C46-495B-65BF-EA39D5759733}"/>
                  </a:ext>
                </a:extLst>
              </p:cNvPr>
              <p:cNvSpPr txBox="1"/>
              <p:nvPr/>
            </p:nvSpPr>
            <p:spPr>
              <a:xfrm>
                <a:off x="6518996" y="6281230"/>
                <a:ext cx="160299" cy="138498"/>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de-DE" sz="9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22" name="TextBox 221">
                <a:extLst>
                  <a:ext uri="{FF2B5EF4-FFF2-40B4-BE49-F238E27FC236}">
                    <a16:creationId xmlns:a16="http://schemas.microsoft.com/office/drawing/2014/main" id="{F61758D4-7C46-495B-65BF-EA39D5759733}"/>
                  </a:ext>
                </a:extLst>
              </p:cNvPr>
              <p:cNvSpPr txBox="1">
                <a:spLocks noRot="1" noChangeAspect="1" noMove="1" noResize="1" noEditPoints="1" noAdjustHandles="1" noChangeArrowheads="1" noChangeShapeType="1" noTextEdit="1"/>
              </p:cNvSpPr>
              <p:nvPr/>
            </p:nvSpPr>
            <p:spPr>
              <a:xfrm>
                <a:off x="6518996" y="6281230"/>
                <a:ext cx="160299" cy="138498"/>
              </a:xfrm>
              <a:prstGeom prst="rect">
                <a:avLst/>
              </a:prstGeom>
              <a:blipFill>
                <a:blip r:embed="rId9"/>
                <a:stretch>
                  <a:fillRect l="-11111" r="-7407" b="-13043"/>
                </a:stretch>
              </a:blipFill>
            </p:spPr>
            <p:txBody>
              <a:bodyPr/>
              <a:lstStyle/>
              <a:p>
                <a:r>
                  <a:rPr lang="en-US">
                    <a:noFill/>
                  </a:rPr>
                  <a:t> </a:t>
                </a:r>
              </a:p>
            </p:txBody>
          </p:sp>
        </mc:Fallback>
      </mc:AlternateContent>
      <p:sp>
        <p:nvSpPr>
          <p:cNvPr id="223" name="TextBox 222">
            <a:extLst>
              <a:ext uri="{FF2B5EF4-FFF2-40B4-BE49-F238E27FC236}">
                <a16:creationId xmlns:a16="http://schemas.microsoft.com/office/drawing/2014/main" id="{2EC9A559-970A-5030-AFFC-E00D257FCCB3}"/>
              </a:ext>
            </a:extLst>
          </p:cNvPr>
          <p:cNvSpPr txBox="1"/>
          <p:nvPr/>
        </p:nvSpPr>
        <p:spPr>
          <a:xfrm>
            <a:off x="5744871" y="6347072"/>
            <a:ext cx="747755" cy="338553"/>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bacterium</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2</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nvGrpSpPr>
          <p:cNvPr id="232" name="Group 231">
            <a:extLst>
              <a:ext uri="{FF2B5EF4-FFF2-40B4-BE49-F238E27FC236}">
                <a16:creationId xmlns:a16="http://schemas.microsoft.com/office/drawing/2014/main" id="{15F9B69A-B703-E9A3-EBB3-88D8306A0DEA}"/>
              </a:ext>
            </a:extLst>
          </p:cNvPr>
          <p:cNvGrpSpPr>
            <a:grpSpLocks noChangeAspect="1"/>
          </p:cNvGrpSpPr>
          <p:nvPr/>
        </p:nvGrpSpPr>
        <p:grpSpPr>
          <a:xfrm>
            <a:off x="8336310" y="5571806"/>
            <a:ext cx="568266" cy="286827"/>
            <a:chOff x="2191594" y="3775944"/>
            <a:chExt cx="520920" cy="262930"/>
          </a:xfrm>
        </p:grpSpPr>
        <p:sp>
          <p:nvSpPr>
            <p:cNvPr id="233" name="Rectangle: Rounded Corners 232">
              <a:extLst>
                <a:ext uri="{FF2B5EF4-FFF2-40B4-BE49-F238E27FC236}">
                  <a16:creationId xmlns:a16="http://schemas.microsoft.com/office/drawing/2014/main" id="{048E658B-805D-C14A-1B79-78675A08FE97}"/>
                </a:ext>
              </a:extLst>
            </p:cNvPr>
            <p:cNvSpPr/>
            <p:nvPr/>
          </p:nvSpPr>
          <p:spPr>
            <a:xfrm>
              <a:off x="2191594" y="3775944"/>
              <a:ext cx="520920" cy="262930"/>
            </a:xfrm>
            <a:prstGeom prst="roundRect">
              <a:avLst>
                <a:gd name="adj" fmla="val 26328"/>
              </a:avLst>
            </a:pr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34" name="Straight Connector 233">
              <a:extLst>
                <a:ext uri="{FF2B5EF4-FFF2-40B4-BE49-F238E27FC236}">
                  <a16:creationId xmlns:a16="http://schemas.microsoft.com/office/drawing/2014/main" id="{9DE954B5-6D75-6B51-6CFF-14EA3F9822D4}"/>
                </a:ext>
              </a:extLst>
            </p:cNvPr>
            <p:cNvCxnSpPr/>
            <p:nvPr/>
          </p:nvCxnSpPr>
          <p:spPr>
            <a:xfrm>
              <a:off x="2255044" y="3981450"/>
              <a:ext cx="352425"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5" name="Connector: Elbow 234">
              <a:extLst>
                <a:ext uri="{FF2B5EF4-FFF2-40B4-BE49-F238E27FC236}">
                  <a16:creationId xmlns:a16="http://schemas.microsoft.com/office/drawing/2014/main" id="{CD92EE91-3E43-D836-E246-7E2722A0FAE4}"/>
                </a:ext>
              </a:extLst>
            </p:cNvPr>
            <p:cNvCxnSpPr>
              <a:cxnSpLocks/>
            </p:cNvCxnSpPr>
            <p:nvPr/>
          </p:nvCxnSpPr>
          <p:spPr>
            <a:xfrm flipV="1">
              <a:off x="2309813" y="3851005"/>
              <a:ext cx="221456" cy="123782"/>
            </a:xfrm>
            <a:prstGeom prst="bentConnector3">
              <a:avLst>
                <a:gd name="adj1" fmla="val 1613"/>
              </a:avLst>
            </a:prstGeom>
            <a:ln w="6350">
              <a:solidFill>
                <a:schemeClr val="tx1"/>
              </a:solidFill>
              <a:tailEnd type="triangle" w="sm" len="sm"/>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36" name="TextBox 235">
                <a:extLst>
                  <a:ext uri="{FF2B5EF4-FFF2-40B4-BE49-F238E27FC236}">
                    <a16:creationId xmlns:a16="http://schemas.microsoft.com/office/drawing/2014/main" id="{87F6A51E-A1EF-26DD-C648-06960F3A7CD6}"/>
                  </a:ext>
                </a:extLst>
              </p:cNvPr>
              <p:cNvSpPr txBox="1"/>
              <p:nvPr/>
            </p:nvSpPr>
            <p:spPr>
              <a:xfrm>
                <a:off x="8565056" y="5423073"/>
                <a:ext cx="104131" cy="153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GB" sz="1000" b="0" i="1" u="none" strike="noStrike" kern="1200" cap="none" spc="0" normalizeH="0" baseline="0" noProof="0">
                          <a:ln>
                            <a:noFill/>
                          </a:ln>
                          <a:solidFill>
                            <a:prstClr val="white">
                              <a:lumMod val="50000"/>
                            </a:prstClr>
                          </a:solidFill>
                          <a:effectLst/>
                          <a:uLnTx/>
                          <a:uFillTx/>
                          <a:latin typeface="Cambria Math" panose="02040503050406030204" pitchFamily="18" charset="0"/>
                          <a:ea typeface="Cambria Math" panose="02040503050406030204" pitchFamily="18" charset="0"/>
                          <a:cs typeface="+mn-cs"/>
                        </a:rPr>
                        <m:t>𝜎</m:t>
                      </m:r>
                    </m:oMath>
                  </m:oMathPara>
                </a14:m>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36" name="TextBox 235">
                <a:extLst>
                  <a:ext uri="{FF2B5EF4-FFF2-40B4-BE49-F238E27FC236}">
                    <a16:creationId xmlns:a16="http://schemas.microsoft.com/office/drawing/2014/main" id="{87F6A51E-A1EF-26DD-C648-06960F3A7CD6}"/>
                  </a:ext>
                </a:extLst>
              </p:cNvPr>
              <p:cNvSpPr txBox="1">
                <a:spLocks noRot="1" noChangeAspect="1" noMove="1" noResize="1" noEditPoints="1" noAdjustHandles="1" noChangeArrowheads="1" noChangeShapeType="1" noTextEdit="1"/>
              </p:cNvSpPr>
              <p:nvPr/>
            </p:nvSpPr>
            <p:spPr>
              <a:xfrm>
                <a:off x="8565056" y="5423073"/>
                <a:ext cx="104131" cy="153887"/>
              </a:xfrm>
              <a:prstGeom prst="rect">
                <a:avLst/>
              </a:prstGeom>
              <a:blipFill>
                <a:blip r:embed="rId18"/>
                <a:stretch>
                  <a:fillRect l="-17647" r="-17647"/>
                </a:stretch>
              </a:blipFill>
            </p:spPr>
            <p:txBody>
              <a:bodyPr/>
              <a:lstStyle/>
              <a:p>
                <a:r>
                  <a:rPr lang="en-US">
                    <a:noFill/>
                  </a:rPr>
                  <a:t> </a:t>
                </a:r>
              </a:p>
            </p:txBody>
          </p:sp>
        </mc:Fallback>
      </mc:AlternateContent>
      <p:sp>
        <p:nvSpPr>
          <p:cNvPr id="237" name="TextBox 236">
            <a:extLst>
              <a:ext uri="{FF2B5EF4-FFF2-40B4-BE49-F238E27FC236}">
                <a16:creationId xmlns:a16="http://schemas.microsoft.com/office/drawing/2014/main" id="{417F8173-F8FC-15E5-018D-3E5874D2560C}"/>
              </a:ext>
            </a:extLst>
          </p:cNvPr>
          <p:cNvSpPr txBox="1"/>
          <p:nvPr/>
        </p:nvSpPr>
        <p:spPr>
          <a:xfrm>
            <a:off x="26946" y="4344304"/>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lives in stoichiometry and reaction-rate ratios.</a:t>
            </a:r>
          </a:p>
        </p:txBody>
      </p:sp>
      <p:sp>
        <p:nvSpPr>
          <p:cNvPr id="238" name="TextBox 237">
            <a:extLst>
              <a:ext uri="{FF2B5EF4-FFF2-40B4-BE49-F238E27FC236}">
                <a16:creationId xmlns:a16="http://schemas.microsoft.com/office/drawing/2014/main" id="{61DB2D68-CCE3-8EB4-DE3B-6E82601F9F37}"/>
              </a:ext>
            </a:extLst>
          </p:cNvPr>
          <p:cNvSpPr txBox="1"/>
          <p:nvPr/>
        </p:nvSpPr>
        <p:spPr>
          <a:xfrm>
            <a:off x="26946" y="5603338"/>
            <a:ext cx="1481154" cy="507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00" b="0" i="1"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Computation embedded in living gene-regulatory networks.</a:t>
            </a:r>
          </a:p>
        </p:txBody>
      </p:sp>
      <p:sp>
        <p:nvSpPr>
          <p:cNvPr id="240" name="TextBox 239">
            <a:extLst>
              <a:ext uri="{FF2B5EF4-FFF2-40B4-BE49-F238E27FC236}">
                <a16:creationId xmlns:a16="http://schemas.microsoft.com/office/drawing/2014/main" id="{4078267D-46A9-3538-F841-2C9D9265C694}"/>
              </a:ext>
            </a:extLst>
          </p:cNvPr>
          <p:cNvSpPr txBox="1"/>
          <p:nvPr/>
        </p:nvSpPr>
        <p:spPr>
          <a:xfrm>
            <a:off x="6214404" y="1559362"/>
            <a:ext cx="992978" cy="24622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solidFill>
                  <a:prstClr val="white">
                    <a:lumMod val="50000"/>
                  </a:prstClr>
                </a:solidFill>
                <a:effectLst/>
                <a:uLnTx/>
                <a:uFillTx/>
                <a:latin typeface="Arial"/>
                <a:ea typeface="+mn-ea"/>
                <a:cs typeface="Arial"/>
                <a:sym typeface="Arial"/>
                <a:rtl val="0"/>
              </a:rPr>
              <a:t>DSP circuit</a:t>
            </a:r>
            <a:endPar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endParaRPr>
          </a:p>
        </p:txBody>
      </p:sp>
      <p:grpSp>
        <p:nvGrpSpPr>
          <p:cNvPr id="241" name="Group 240">
            <a:extLst>
              <a:ext uri="{FF2B5EF4-FFF2-40B4-BE49-F238E27FC236}">
                <a16:creationId xmlns:a16="http://schemas.microsoft.com/office/drawing/2014/main" id="{918B529F-EDEA-B323-891C-6620B6D9915A}"/>
              </a:ext>
            </a:extLst>
          </p:cNvPr>
          <p:cNvGrpSpPr/>
          <p:nvPr/>
        </p:nvGrpSpPr>
        <p:grpSpPr>
          <a:xfrm>
            <a:off x="9879445" y="2128309"/>
            <a:ext cx="1973465" cy="1382717"/>
            <a:chOff x="4752925" y="1278974"/>
            <a:chExt cx="1193884" cy="836500"/>
          </a:xfrm>
        </p:grpSpPr>
        <p:sp>
          <p:nvSpPr>
            <p:cNvPr id="242" name="Rectangle: Rounded Corners 241">
              <a:extLst>
                <a:ext uri="{FF2B5EF4-FFF2-40B4-BE49-F238E27FC236}">
                  <a16:creationId xmlns:a16="http://schemas.microsoft.com/office/drawing/2014/main" id="{B75F7A6C-0741-6DE9-45E1-5BDBCD6D034B}"/>
                </a:ext>
              </a:extLst>
            </p:cNvPr>
            <p:cNvSpPr/>
            <p:nvPr/>
          </p:nvSpPr>
          <p:spPr>
            <a:xfrm>
              <a:off x="4812953" y="1286784"/>
              <a:ext cx="1133856" cy="828690"/>
            </a:xfrm>
            <a:prstGeom prst="roundRect">
              <a:avLst>
                <a:gd name="adj" fmla="val 4351"/>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nvGrpSpPr>
            <p:cNvPr id="243" name="Group 242">
              <a:extLst>
                <a:ext uri="{FF2B5EF4-FFF2-40B4-BE49-F238E27FC236}">
                  <a16:creationId xmlns:a16="http://schemas.microsoft.com/office/drawing/2014/main" id="{E6CC3582-D0B3-D659-CAA8-E9D94CDAE4BE}"/>
                </a:ext>
              </a:extLst>
            </p:cNvPr>
            <p:cNvGrpSpPr/>
            <p:nvPr/>
          </p:nvGrpSpPr>
          <p:grpSpPr>
            <a:xfrm>
              <a:off x="4756400" y="1278974"/>
              <a:ext cx="653491" cy="252422"/>
              <a:chOff x="4628939" y="1005796"/>
              <a:chExt cx="653491" cy="252422"/>
            </a:xfrm>
          </p:grpSpPr>
          <p:sp>
            <p:nvSpPr>
              <p:cNvPr id="255" name="TextBox 254">
                <a:extLst>
                  <a:ext uri="{FF2B5EF4-FFF2-40B4-BE49-F238E27FC236}">
                    <a16:creationId xmlns:a16="http://schemas.microsoft.com/office/drawing/2014/main" id="{971C3FB7-CC12-C5DA-7D1A-EAB1CE5D7849}"/>
                  </a:ext>
                </a:extLst>
              </p:cNvPr>
              <p:cNvSpPr txBox="1"/>
              <p:nvPr/>
            </p:nvSpPr>
            <p:spPr>
              <a:xfrm>
                <a:off x="4650320" y="1126418"/>
                <a:ext cx="632110" cy="131800"/>
              </a:xfrm>
              <a:prstGeom prst="rect">
                <a:avLst/>
              </a:prstGeom>
              <a:noFill/>
            </p:spPr>
            <p:txBody>
              <a:bodyPr rot="0" spcFirstLastPara="0" vertOverflow="overflow" horzOverflow="overflow" vert="horz" wrap="none" lIns="63355" tIns="31678" rIns="63355" bIns="31678"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00" b="1" i="0" u="none" strike="noStrike" kern="1200" cap="none" spc="0" normalizeH="0" baseline="0" noProof="0" dirty="0">
                    <a:ln/>
                    <a:solidFill>
                      <a:srgbClr val="000000"/>
                    </a:solidFill>
                    <a:effectLst/>
                    <a:uLnTx/>
                    <a:uFillTx/>
                    <a:latin typeface="Arial"/>
                    <a:ea typeface="+mn-ea"/>
                    <a:cs typeface="Arial"/>
                    <a:sym typeface="Arial"/>
                    <a:rtl val="0"/>
                  </a:rPr>
                  <a:t>Outlet pH trace</a:t>
                </a:r>
              </a:p>
            </p:txBody>
          </p:sp>
          <p:sp>
            <p:nvSpPr>
              <p:cNvPr id="256" name="TextBox 255">
                <a:extLst>
                  <a:ext uri="{FF2B5EF4-FFF2-40B4-BE49-F238E27FC236}">
                    <a16:creationId xmlns:a16="http://schemas.microsoft.com/office/drawing/2014/main" id="{C77FCBCF-6D16-261B-0EC6-47AD49146FA8}"/>
                  </a:ext>
                </a:extLst>
              </p:cNvPr>
              <p:cNvSpPr txBox="1"/>
              <p:nvPr/>
            </p:nvSpPr>
            <p:spPr>
              <a:xfrm>
                <a:off x="4628939" y="1005796"/>
                <a:ext cx="632079" cy="139646"/>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Readout</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
          <p:nvSpPr>
            <p:cNvPr id="244" name="TextBox 243">
              <a:extLst>
                <a:ext uri="{FF2B5EF4-FFF2-40B4-BE49-F238E27FC236}">
                  <a16:creationId xmlns:a16="http://schemas.microsoft.com/office/drawing/2014/main" id="{8FBA649A-CB7D-FD5A-822B-827AC687BAE1}"/>
                </a:ext>
              </a:extLst>
            </p:cNvPr>
            <p:cNvSpPr txBox="1"/>
            <p:nvPr/>
          </p:nvSpPr>
          <p:spPr>
            <a:xfrm>
              <a:off x="4752925" y="1474148"/>
              <a:ext cx="1064123" cy="22343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white">
                      <a:lumMod val="50000"/>
                    </a:prstClr>
                  </a:solidFill>
                  <a:effectLst/>
                  <a:uLnTx/>
                  <a:uFillTx/>
                  <a:latin typeface="Aptos Light" panose="020B0004020202020204" pitchFamily="34" charset="0"/>
                  <a:ea typeface="+mn-ea"/>
                  <a:cs typeface="+mn-cs"/>
                </a:rPr>
                <a:t>pH levels of  the chemical reaction at the readout sensor</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nvGrpSpPr>
            <p:cNvPr id="245" name="Group 244">
              <a:extLst>
                <a:ext uri="{FF2B5EF4-FFF2-40B4-BE49-F238E27FC236}">
                  <a16:creationId xmlns:a16="http://schemas.microsoft.com/office/drawing/2014/main" id="{D9C112B2-3A0B-94B1-8229-C9CB125B41C7}"/>
                </a:ext>
              </a:extLst>
            </p:cNvPr>
            <p:cNvGrpSpPr/>
            <p:nvPr/>
          </p:nvGrpSpPr>
          <p:grpSpPr>
            <a:xfrm>
              <a:off x="5722364" y="1788775"/>
              <a:ext cx="167782" cy="282162"/>
              <a:chOff x="5608371" y="1712569"/>
              <a:chExt cx="167782" cy="282162"/>
            </a:xfrm>
          </p:grpSpPr>
          <p:sp>
            <p:nvSpPr>
              <p:cNvPr id="246" name="Rectangle: Rounded Corners 245">
                <a:extLst>
                  <a:ext uri="{FF2B5EF4-FFF2-40B4-BE49-F238E27FC236}">
                    <a16:creationId xmlns:a16="http://schemas.microsoft.com/office/drawing/2014/main" id="{FC6EEF86-8ABF-7038-7E69-224DA2D9BEE7}"/>
                  </a:ext>
                </a:extLst>
              </p:cNvPr>
              <p:cNvSpPr/>
              <p:nvPr/>
            </p:nvSpPr>
            <p:spPr>
              <a:xfrm>
                <a:off x="5608987" y="1895151"/>
                <a:ext cx="116985" cy="99580"/>
              </a:xfrm>
              <a:prstGeom prst="roundRect">
                <a:avLst>
                  <a:gd name="adj" fmla="val 24766"/>
                </a:avLst>
              </a:prstGeom>
              <a:solidFill>
                <a:srgbClr val="C29B4E"/>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247" name="Straight Connector 246">
                <a:extLst>
                  <a:ext uri="{FF2B5EF4-FFF2-40B4-BE49-F238E27FC236}">
                    <a16:creationId xmlns:a16="http://schemas.microsoft.com/office/drawing/2014/main" id="{E1B3FA9E-39E0-7374-7A92-8E6F36697119}"/>
                  </a:ext>
                </a:extLst>
              </p:cNvPr>
              <p:cNvCxnSpPr>
                <a:cxnSpLocks/>
              </p:cNvCxnSpPr>
              <p:nvPr/>
            </p:nvCxnSpPr>
            <p:spPr>
              <a:xfrm>
                <a:off x="5608371" y="1836342"/>
                <a:ext cx="45720" cy="1"/>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8" name="Straight Connector 247">
                <a:extLst>
                  <a:ext uri="{FF2B5EF4-FFF2-40B4-BE49-F238E27FC236}">
                    <a16:creationId xmlns:a16="http://schemas.microsoft.com/office/drawing/2014/main" id="{1027C1A0-97DC-30B7-5558-93F356AF6A9E}"/>
                  </a:ext>
                </a:extLst>
              </p:cNvPr>
              <p:cNvCxnSpPr>
                <a:cxnSpLocks/>
              </p:cNvCxnSpPr>
              <p:nvPr/>
            </p:nvCxnSpPr>
            <p:spPr>
              <a:xfrm>
                <a:off x="5608371" y="1915536"/>
                <a:ext cx="45720" cy="1"/>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9" name="Straight Connector 248">
                <a:extLst>
                  <a:ext uri="{FF2B5EF4-FFF2-40B4-BE49-F238E27FC236}">
                    <a16:creationId xmlns:a16="http://schemas.microsoft.com/office/drawing/2014/main" id="{DCBE78AD-6EA4-B947-F82A-C63F3CF20BB7}"/>
                  </a:ext>
                </a:extLst>
              </p:cNvPr>
              <p:cNvCxnSpPr>
                <a:cxnSpLocks/>
              </p:cNvCxnSpPr>
              <p:nvPr/>
            </p:nvCxnSpPr>
            <p:spPr>
              <a:xfrm>
                <a:off x="5608371" y="1875926"/>
                <a:ext cx="45720" cy="1"/>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250" name="Oval 249">
                <a:extLst>
                  <a:ext uri="{FF2B5EF4-FFF2-40B4-BE49-F238E27FC236}">
                    <a16:creationId xmlns:a16="http://schemas.microsoft.com/office/drawing/2014/main" id="{92EF46CE-D460-6D03-1F21-95E4CE106C8B}"/>
                  </a:ext>
                </a:extLst>
              </p:cNvPr>
              <p:cNvSpPr>
                <a:spLocks noChangeAspect="1"/>
              </p:cNvSpPr>
              <p:nvPr/>
            </p:nvSpPr>
            <p:spPr>
              <a:xfrm>
                <a:off x="5743349" y="1753286"/>
                <a:ext cx="32804" cy="32804"/>
              </a:xfrm>
              <a:prstGeom prst="ellipse">
                <a:avLst/>
              </a:pr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1" name="Oval 250">
                <a:extLst>
                  <a:ext uri="{FF2B5EF4-FFF2-40B4-BE49-F238E27FC236}">
                    <a16:creationId xmlns:a16="http://schemas.microsoft.com/office/drawing/2014/main" id="{97214A36-C085-7E91-6918-AAE5B8B90042}"/>
                  </a:ext>
                </a:extLst>
              </p:cNvPr>
              <p:cNvSpPr>
                <a:spLocks noChangeAspect="1"/>
              </p:cNvSpPr>
              <p:nvPr/>
            </p:nvSpPr>
            <p:spPr>
              <a:xfrm>
                <a:off x="5660899" y="1932228"/>
                <a:ext cx="32804" cy="32804"/>
              </a:xfrm>
              <a:prstGeom prst="ellipse">
                <a:avLst/>
              </a:prstGeom>
              <a:solidFill>
                <a:schemeClr val="bg1"/>
              </a:solid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2" name="Freeform: Shape 251">
                <a:extLst>
                  <a:ext uri="{FF2B5EF4-FFF2-40B4-BE49-F238E27FC236}">
                    <a16:creationId xmlns:a16="http://schemas.microsoft.com/office/drawing/2014/main" id="{E07C8A39-474E-0F36-9439-7F539028C28D}"/>
                  </a:ext>
                </a:extLst>
              </p:cNvPr>
              <p:cNvSpPr/>
              <p:nvPr/>
            </p:nvSpPr>
            <p:spPr>
              <a:xfrm rot="5400000">
                <a:off x="5684871" y="1697561"/>
                <a:ext cx="42917" cy="80963"/>
              </a:xfrm>
              <a:custGeom>
                <a:avLst/>
                <a:gdLst>
                  <a:gd name="csX0" fmla="*/ 42917 w 42917"/>
                  <a:gd name="csY0" fmla="*/ 0 h 80963"/>
                  <a:gd name="csX1" fmla="*/ 54 w 42917"/>
                  <a:gd name="csY1" fmla="*/ 42863 h 80963"/>
                  <a:gd name="csX2" fmla="*/ 35773 w 42917"/>
                  <a:gd name="csY2" fmla="*/ 80963 h 80963"/>
                </a:gdLst>
                <a:ahLst/>
                <a:cxnLst>
                  <a:cxn ang="0">
                    <a:pos x="csX0" y="csY0"/>
                  </a:cxn>
                  <a:cxn ang="0">
                    <a:pos x="csX1" y="csY1"/>
                  </a:cxn>
                  <a:cxn ang="0">
                    <a:pos x="csX2" y="csY2"/>
                  </a:cxn>
                </a:cxnLst>
                <a:rect l="l" t="t" r="r" b="b"/>
                <a:pathLst>
                  <a:path w="42917" h="80963">
                    <a:moveTo>
                      <a:pt x="42917" y="0"/>
                    </a:moveTo>
                    <a:cubicBezTo>
                      <a:pt x="22081" y="14684"/>
                      <a:pt x="1245" y="29369"/>
                      <a:pt x="54" y="42863"/>
                    </a:cubicBezTo>
                    <a:cubicBezTo>
                      <a:pt x="-1137" y="56357"/>
                      <a:pt x="17318" y="68660"/>
                      <a:pt x="35773" y="80963"/>
                    </a:cubicBezTo>
                  </a:path>
                </a:pathLst>
              </a:custGeom>
              <a:noFill/>
              <a:ln w="635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3" name="Rectangle: Rounded Corners 252">
                <a:extLst>
                  <a:ext uri="{FF2B5EF4-FFF2-40B4-BE49-F238E27FC236}">
                    <a16:creationId xmlns:a16="http://schemas.microsoft.com/office/drawing/2014/main" id="{3BF9ABDD-2FAA-CF71-66CE-8FA5D22F9082}"/>
                  </a:ext>
                </a:extLst>
              </p:cNvPr>
              <p:cNvSpPr/>
              <p:nvPr/>
            </p:nvSpPr>
            <p:spPr>
              <a:xfrm>
                <a:off x="5608371" y="1757119"/>
                <a:ext cx="117600" cy="237612"/>
              </a:xfrm>
              <a:prstGeom prst="roundRect">
                <a:avLst>
                  <a:gd name="adj" fmla="val 24766"/>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4" name="Freeform: Shape 253">
                <a:extLst>
                  <a:ext uri="{FF2B5EF4-FFF2-40B4-BE49-F238E27FC236}">
                    <a16:creationId xmlns:a16="http://schemas.microsoft.com/office/drawing/2014/main" id="{8C14446C-EA1D-A550-DA68-B94849BC6E2B}"/>
                  </a:ext>
                </a:extLst>
              </p:cNvPr>
              <p:cNvSpPr/>
              <p:nvPr/>
            </p:nvSpPr>
            <p:spPr>
              <a:xfrm>
                <a:off x="5661507" y="1712569"/>
                <a:ext cx="90006" cy="219419"/>
              </a:xfrm>
              <a:custGeom>
                <a:avLst/>
                <a:gdLst>
                  <a:gd name="csX0" fmla="*/ 16981 w 90006"/>
                  <a:gd name="csY0" fmla="*/ 219419 h 219419"/>
                  <a:gd name="csX1" fmla="*/ 36031 w 90006"/>
                  <a:gd name="csY1" fmla="*/ 140044 h 219419"/>
                  <a:gd name="csX2" fmla="*/ 1106 w 90006"/>
                  <a:gd name="csY2" fmla="*/ 100356 h 219419"/>
                  <a:gd name="csX3" fmla="*/ 12218 w 90006"/>
                  <a:gd name="csY3" fmla="*/ 27331 h 219419"/>
                  <a:gd name="csX4" fmla="*/ 47143 w 90006"/>
                  <a:gd name="csY4" fmla="*/ 344 h 219419"/>
                  <a:gd name="csX5" fmla="*/ 90006 w 90006"/>
                  <a:gd name="csY5" fmla="*/ 43206 h 219419"/>
                </a:gdLst>
                <a:ahLst/>
                <a:cxnLst>
                  <a:cxn ang="0">
                    <a:pos x="csX0" y="csY0"/>
                  </a:cxn>
                  <a:cxn ang="0">
                    <a:pos x="csX1" y="csY1"/>
                  </a:cxn>
                  <a:cxn ang="0">
                    <a:pos x="csX2" y="csY2"/>
                  </a:cxn>
                  <a:cxn ang="0">
                    <a:pos x="csX3" y="csY3"/>
                  </a:cxn>
                  <a:cxn ang="0">
                    <a:pos x="csX4" y="csY4"/>
                  </a:cxn>
                  <a:cxn ang="0">
                    <a:pos x="csX5" y="csY5"/>
                  </a:cxn>
                </a:cxnLst>
                <a:rect l="l" t="t" r="r" b="b"/>
                <a:pathLst>
                  <a:path w="90006" h="219419">
                    <a:moveTo>
                      <a:pt x="16981" y="219419"/>
                    </a:moveTo>
                    <a:cubicBezTo>
                      <a:pt x="27829" y="189653"/>
                      <a:pt x="38677" y="159888"/>
                      <a:pt x="36031" y="140044"/>
                    </a:cubicBezTo>
                    <a:cubicBezTo>
                      <a:pt x="33385" y="120200"/>
                      <a:pt x="5075" y="119141"/>
                      <a:pt x="1106" y="100356"/>
                    </a:cubicBezTo>
                    <a:cubicBezTo>
                      <a:pt x="-2863" y="81571"/>
                      <a:pt x="4545" y="44000"/>
                      <a:pt x="12218" y="27331"/>
                    </a:cubicBezTo>
                    <a:cubicBezTo>
                      <a:pt x="19891" y="10662"/>
                      <a:pt x="34178" y="-2302"/>
                      <a:pt x="47143" y="344"/>
                    </a:cubicBezTo>
                    <a:cubicBezTo>
                      <a:pt x="60108" y="2990"/>
                      <a:pt x="75057" y="23098"/>
                      <a:pt x="90006" y="43206"/>
                    </a:cubicBezTo>
                  </a:path>
                </a:pathLst>
              </a:custGeom>
              <a:noFill/>
              <a:ln w="63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sp>
        <p:nvSpPr>
          <p:cNvPr id="257" name="TextBox 256">
            <a:extLst>
              <a:ext uri="{FF2B5EF4-FFF2-40B4-BE49-F238E27FC236}">
                <a16:creationId xmlns:a16="http://schemas.microsoft.com/office/drawing/2014/main" id="{025952F8-DA96-97BF-7BE4-443BC5999599}"/>
              </a:ext>
            </a:extLst>
          </p:cNvPr>
          <p:cNvSpPr txBox="1"/>
          <p:nvPr/>
        </p:nvSpPr>
        <p:spPr>
          <a:xfrm>
            <a:off x="3168980" y="1735704"/>
            <a:ext cx="643287"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bio</a:t>
            </a:r>
            <a:r>
              <a:rPr kumimoji="0" lang="de-DE"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-FET</a:t>
            </a:r>
            <a:r>
              <a:rPr kumimoji="0" lang="en-GB" sz="900" b="0" i="0" u="none" strike="noStrike" kern="1200" cap="none" spc="0" normalizeH="0" baseline="0" noProof="0" dirty="0">
                <a:ln>
                  <a:noFill/>
                </a:ln>
                <a:solidFill>
                  <a:prstClr val="black"/>
                </a:solidFill>
                <a:effectLst/>
                <a:uLnTx/>
                <a:uFillTx/>
                <a:latin typeface="Aptos Light" panose="020B0004020202020204" pitchFamily="34" charset="0"/>
                <a:ea typeface="+mn-ea"/>
                <a:cs typeface="+mn-cs"/>
              </a:rPr>
              <a:t> </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258" name="Straight Arrow Connector 257">
            <a:extLst>
              <a:ext uri="{FF2B5EF4-FFF2-40B4-BE49-F238E27FC236}">
                <a16:creationId xmlns:a16="http://schemas.microsoft.com/office/drawing/2014/main" id="{4E592182-DD47-2654-D8AD-9AFAA79F9820}"/>
              </a:ext>
            </a:extLst>
          </p:cNvPr>
          <p:cNvCxnSpPr>
            <a:cxnSpLocks/>
          </p:cNvCxnSpPr>
          <p:nvPr/>
        </p:nvCxnSpPr>
        <p:spPr>
          <a:xfrm rot="2220000">
            <a:off x="3227852" y="1608805"/>
            <a:ext cx="262771" cy="98027"/>
          </a:xfrm>
          <a:prstGeom prst="straightConnector1">
            <a:avLst/>
          </a:prstGeom>
          <a:ln w="6350">
            <a:solidFill>
              <a:schemeClr val="bg1">
                <a:lumMod val="50000"/>
              </a:schemeClr>
            </a:solidFill>
            <a:tailEnd type="triangle" w="sm" len="sm"/>
          </a:ln>
        </p:spPr>
        <p:style>
          <a:lnRef idx="2">
            <a:schemeClr val="accent1"/>
          </a:lnRef>
          <a:fillRef idx="0">
            <a:schemeClr val="accent1"/>
          </a:fillRef>
          <a:effectRef idx="1">
            <a:schemeClr val="accent1"/>
          </a:effectRef>
          <a:fontRef idx="minor">
            <a:schemeClr val="tx1"/>
          </a:fontRef>
        </p:style>
      </p:cxnSp>
      <p:sp>
        <p:nvSpPr>
          <p:cNvPr id="259" name="TextBox 258">
            <a:extLst>
              <a:ext uri="{FF2B5EF4-FFF2-40B4-BE49-F238E27FC236}">
                <a16:creationId xmlns:a16="http://schemas.microsoft.com/office/drawing/2014/main" id="{187F7C69-F82D-0888-F6AB-F05E3B2BA186}"/>
              </a:ext>
            </a:extLst>
          </p:cNvPr>
          <p:cNvSpPr txBox="1"/>
          <p:nvPr/>
        </p:nvSpPr>
        <p:spPr>
          <a:xfrm>
            <a:off x="4757527" y="6410392"/>
            <a:ext cx="718466" cy="338553"/>
          </a:xfrm>
          <a:prstGeom prst="rect">
            <a:avLst/>
          </a:prstGeom>
          <a:noFill/>
        </p:spPr>
        <p:txBody>
          <a:bodyPr wrap="non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Sender</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800" b="0" i="0" u="none" strike="noStrike" kern="1200" cap="none" spc="0" normalizeH="0" baseline="0" noProof="0" dirty="0" err="1">
                <a:ln>
                  <a:noFill/>
                </a:ln>
                <a:solidFill>
                  <a:prstClr val="black"/>
                </a:solidFill>
                <a:effectLst/>
                <a:uLnTx/>
                <a:uFillTx/>
                <a:latin typeface="Aptos" panose="02110004020202020204"/>
                <a:ea typeface="+mn-ea"/>
                <a:cs typeface="+mn-cs"/>
              </a:rPr>
              <a:t>bacterium</a:t>
            </a:r>
            <a:r>
              <a:rPr kumimoji="0" lang="de-DE" sz="800" b="0" i="0" u="none" strike="noStrike" kern="1200" cap="none" spc="0" normalizeH="0" baseline="0" noProof="0" dirty="0">
                <a:ln>
                  <a:noFill/>
                </a:ln>
                <a:solidFill>
                  <a:prstClr val="black"/>
                </a:solidFill>
                <a:effectLst/>
                <a:uLnTx/>
                <a:uFillTx/>
                <a:latin typeface="Aptos" panose="02110004020202020204"/>
                <a:ea typeface="+mn-ea"/>
                <a:cs typeface="+mn-cs"/>
              </a:rPr>
              <a:t> 1</a:t>
            </a:r>
            <a:endPar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0" name="TextBox 259">
            <a:extLst>
              <a:ext uri="{FF2B5EF4-FFF2-40B4-BE49-F238E27FC236}">
                <a16:creationId xmlns:a16="http://schemas.microsoft.com/office/drawing/2014/main" id="{0F6AADF2-7789-7576-098E-C1CE8EF854A5}"/>
              </a:ext>
            </a:extLst>
          </p:cNvPr>
          <p:cNvSpPr txBox="1"/>
          <p:nvPr/>
        </p:nvSpPr>
        <p:spPr>
          <a:xfrm>
            <a:off x="2962281" y="6427188"/>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bacteria</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1" name="TextBox 260">
            <a:extLst>
              <a:ext uri="{FF2B5EF4-FFF2-40B4-BE49-F238E27FC236}">
                <a16:creationId xmlns:a16="http://schemas.microsoft.com/office/drawing/2014/main" id="{3F19E827-80C2-069A-CEB9-56666416A4BC}"/>
              </a:ext>
            </a:extLst>
          </p:cNvPr>
          <p:cNvSpPr txBox="1"/>
          <p:nvPr/>
        </p:nvSpPr>
        <p:spPr>
          <a:xfrm>
            <a:off x="1829066" y="6008245"/>
            <a:ext cx="709434" cy="2308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900" b="0" i="0" u="none" strike="noStrike" kern="1200" cap="none" spc="0" normalizeH="0" baseline="0" noProof="0" dirty="0">
                <a:ln/>
                <a:solidFill>
                  <a:prstClr val="black"/>
                </a:solidFill>
                <a:effectLst/>
                <a:uLnTx/>
                <a:uFillTx/>
                <a:latin typeface="Aptos Light" panose="020B0004020202020204" pitchFamily="34" charset="0"/>
                <a:ea typeface="+mn-ea"/>
                <a:cs typeface="Arial"/>
                <a:sym typeface="Arial"/>
                <a:rtl val="0"/>
              </a:rPr>
              <a:t>inducers</a:t>
            </a:r>
            <a:endParaRPr kumimoji="0" lang="en-US" sz="9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62" name="Oval 261">
            <a:extLst>
              <a:ext uri="{FF2B5EF4-FFF2-40B4-BE49-F238E27FC236}">
                <a16:creationId xmlns:a16="http://schemas.microsoft.com/office/drawing/2014/main" id="{D86FECE9-21B0-6265-7FCA-635493A23187}"/>
              </a:ext>
            </a:extLst>
          </p:cNvPr>
          <p:cNvSpPr>
            <a:spLocks noChangeAspect="1"/>
          </p:cNvSpPr>
          <p:nvPr/>
        </p:nvSpPr>
        <p:spPr>
          <a:xfrm>
            <a:off x="3058856" y="6414055"/>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3" name="Oval 262">
            <a:extLst>
              <a:ext uri="{FF2B5EF4-FFF2-40B4-BE49-F238E27FC236}">
                <a16:creationId xmlns:a16="http://schemas.microsoft.com/office/drawing/2014/main" id="{CAF8709C-4F29-45A2-A0E4-73DF87EE3D12}"/>
              </a:ext>
            </a:extLst>
          </p:cNvPr>
          <p:cNvSpPr>
            <a:spLocks noChangeAspect="1"/>
          </p:cNvSpPr>
          <p:nvPr/>
        </p:nvSpPr>
        <p:spPr>
          <a:xfrm>
            <a:off x="3168588" y="6179549"/>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4" name="Oval 263">
            <a:extLst>
              <a:ext uri="{FF2B5EF4-FFF2-40B4-BE49-F238E27FC236}">
                <a16:creationId xmlns:a16="http://schemas.microsoft.com/office/drawing/2014/main" id="{B9537D89-92FA-8559-5699-4F89E915D0E2}"/>
              </a:ext>
            </a:extLst>
          </p:cNvPr>
          <p:cNvSpPr>
            <a:spLocks noChangeAspect="1"/>
          </p:cNvSpPr>
          <p:nvPr/>
        </p:nvSpPr>
        <p:spPr>
          <a:xfrm>
            <a:off x="2349548" y="6293118"/>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65" name="Oval 264">
            <a:extLst>
              <a:ext uri="{FF2B5EF4-FFF2-40B4-BE49-F238E27FC236}">
                <a16:creationId xmlns:a16="http://schemas.microsoft.com/office/drawing/2014/main" id="{E18AA023-1BBC-96E1-6035-D00C4C9B50B8}"/>
              </a:ext>
            </a:extLst>
          </p:cNvPr>
          <p:cNvSpPr>
            <a:spLocks noChangeAspect="1"/>
          </p:cNvSpPr>
          <p:nvPr/>
        </p:nvSpPr>
        <p:spPr>
          <a:xfrm>
            <a:off x="2245510" y="6541626"/>
            <a:ext cx="54224" cy="54224"/>
          </a:xfrm>
          <a:prstGeom prst="ellipse">
            <a:avLst/>
          </a:prstGeom>
          <a:solidFill>
            <a:srgbClr val="C29B4E"/>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652883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drawing of a cell&#10;&#10;Description automatically generated">
            <a:extLst>
              <a:ext uri="{FF2B5EF4-FFF2-40B4-BE49-F238E27FC236}">
                <a16:creationId xmlns:a16="http://schemas.microsoft.com/office/drawing/2014/main" id="{0523F701-D93C-BDCD-F55A-25D7F784E4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160002" y="55088"/>
            <a:ext cx="3150211" cy="2762203"/>
          </a:xfrm>
          <a:prstGeom prst="rect">
            <a:avLst/>
          </a:prstGeom>
        </p:spPr>
      </p:pic>
      <p:sp>
        <p:nvSpPr>
          <p:cNvPr id="6" name="Rectangle: Rounded Corners 5">
            <a:extLst>
              <a:ext uri="{FF2B5EF4-FFF2-40B4-BE49-F238E27FC236}">
                <a16:creationId xmlns:a16="http://schemas.microsoft.com/office/drawing/2014/main" id="{77DA6C25-FF9B-B157-74EC-0B9226D37BFA}"/>
              </a:ext>
            </a:extLst>
          </p:cNvPr>
          <p:cNvSpPr/>
          <p:nvPr/>
        </p:nvSpPr>
        <p:spPr>
          <a:xfrm>
            <a:off x="389728" y="913682"/>
            <a:ext cx="1192784" cy="312235"/>
          </a:xfrm>
          <a:prstGeom prst="round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7" name="Rectangle: Rounded Corners 6">
            <a:extLst>
              <a:ext uri="{FF2B5EF4-FFF2-40B4-BE49-F238E27FC236}">
                <a16:creationId xmlns:a16="http://schemas.microsoft.com/office/drawing/2014/main" id="{D4B1720E-3272-2454-1723-F66128121C13}"/>
              </a:ext>
            </a:extLst>
          </p:cNvPr>
          <p:cNvSpPr/>
          <p:nvPr/>
        </p:nvSpPr>
        <p:spPr>
          <a:xfrm>
            <a:off x="3577164" y="766567"/>
            <a:ext cx="1390531" cy="294230"/>
          </a:xfrm>
          <a:prstGeom prst="round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8" name="TextBox 7">
            <a:extLst>
              <a:ext uri="{FF2B5EF4-FFF2-40B4-BE49-F238E27FC236}">
                <a16:creationId xmlns:a16="http://schemas.microsoft.com/office/drawing/2014/main" id="{606AD0B6-D957-7205-E382-EFA3974FEDF4}"/>
              </a:ext>
            </a:extLst>
          </p:cNvPr>
          <p:cNvSpPr txBox="1"/>
          <p:nvPr/>
        </p:nvSpPr>
        <p:spPr>
          <a:xfrm>
            <a:off x="3514210" y="687205"/>
            <a:ext cx="1557451" cy="400111"/>
          </a:xfrm>
          <a:prstGeom prst="rect">
            <a:avLst/>
          </a:prstGeom>
          <a:noFill/>
        </p:spPr>
        <p:txBody>
          <a:bodyPr wrap="square">
            <a:spAutoFit/>
          </a:bodyPr>
          <a:lstStyle/>
          <a:p>
            <a:r>
              <a:rPr lang="en-US" sz="2000" dirty="0">
                <a:solidFill>
                  <a:srgbClr val="000000"/>
                </a:solidFill>
                <a:latin typeface="Calibri" panose="020F0502020204030204" pitchFamily="34" charset="0"/>
              </a:rPr>
              <a:t>Immune cell</a:t>
            </a:r>
            <a:endParaRPr lang="LID4096" sz="2000" dirty="0"/>
          </a:p>
        </p:txBody>
      </p:sp>
      <p:sp>
        <p:nvSpPr>
          <p:cNvPr id="9" name="TextBox 8">
            <a:extLst>
              <a:ext uri="{FF2B5EF4-FFF2-40B4-BE49-F238E27FC236}">
                <a16:creationId xmlns:a16="http://schemas.microsoft.com/office/drawing/2014/main" id="{EEADEB57-1EFE-F506-4F5E-0FEBE5ED5A99}"/>
              </a:ext>
            </a:extLst>
          </p:cNvPr>
          <p:cNvSpPr txBox="1"/>
          <p:nvPr/>
        </p:nvSpPr>
        <p:spPr>
          <a:xfrm>
            <a:off x="295816" y="851280"/>
            <a:ext cx="1571663" cy="400111"/>
          </a:xfrm>
          <a:prstGeom prst="rect">
            <a:avLst/>
          </a:prstGeom>
          <a:noFill/>
        </p:spPr>
        <p:txBody>
          <a:bodyPr wrap="square">
            <a:spAutoFit/>
          </a:bodyPr>
          <a:lstStyle/>
          <a:p>
            <a:r>
              <a:rPr lang="en-US" sz="2000" dirty="0">
                <a:solidFill>
                  <a:srgbClr val="000000"/>
                </a:solidFill>
                <a:latin typeface="Calibri" panose="020F0502020204030204" pitchFamily="34" charset="0"/>
              </a:rPr>
              <a:t>Tumor cell</a:t>
            </a:r>
            <a:endParaRPr lang="LID4096" sz="2000" dirty="0"/>
          </a:p>
        </p:txBody>
      </p:sp>
      <p:grpSp>
        <p:nvGrpSpPr>
          <p:cNvPr id="44" name="Group 43">
            <a:extLst>
              <a:ext uri="{FF2B5EF4-FFF2-40B4-BE49-F238E27FC236}">
                <a16:creationId xmlns:a16="http://schemas.microsoft.com/office/drawing/2014/main" id="{7BEFA78F-70C3-3953-672F-938A8661ACB7}"/>
              </a:ext>
            </a:extLst>
          </p:cNvPr>
          <p:cNvGrpSpPr/>
          <p:nvPr/>
        </p:nvGrpSpPr>
        <p:grpSpPr>
          <a:xfrm>
            <a:off x="1599825" y="2609369"/>
            <a:ext cx="1192784" cy="400111"/>
            <a:chOff x="1726825" y="2812569"/>
            <a:chExt cx="1192784" cy="400111"/>
          </a:xfrm>
        </p:grpSpPr>
        <p:sp>
          <p:nvSpPr>
            <p:cNvPr id="10" name="Rectangle: Rounded Corners 9">
              <a:extLst>
                <a:ext uri="{FF2B5EF4-FFF2-40B4-BE49-F238E27FC236}">
                  <a16:creationId xmlns:a16="http://schemas.microsoft.com/office/drawing/2014/main" id="{F570BF29-D8E0-579A-A647-9062E07BC09A}"/>
                </a:ext>
              </a:extLst>
            </p:cNvPr>
            <p:cNvSpPr/>
            <p:nvPr/>
          </p:nvSpPr>
          <p:spPr>
            <a:xfrm>
              <a:off x="1836111" y="2883157"/>
              <a:ext cx="989075" cy="294230"/>
            </a:xfrm>
            <a:prstGeom prst="round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11" name="TextBox 10">
              <a:extLst>
                <a:ext uri="{FF2B5EF4-FFF2-40B4-BE49-F238E27FC236}">
                  <a16:creationId xmlns:a16="http://schemas.microsoft.com/office/drawing/2014/main" id="{921E6891-9100-9FC5-8811-069261793F4D}"/>
                </a:ext>
              </a:extLst>
            </p:cNvPr>
            <p:cNvSpPr txBox="1"/>
            <p:nvPr/>
          </p:nvSpPr>
          <p:spPr>
            <a:xfrm>
              <a:off x="1726825" y="2812569"/>
              <a:ext cx="1192784" cy="400111"/>
            </a:xfrm>
            <a:prstGeom prst="rect">
              <a:avLst/>
            </a:prstGeom>
            <a:noFill/>
          </p:spPr>
          <p:txBody>
            <a:bodyPr wrap="square">
              <a:spAutoFit/>
            </a:bodyPr>
            <a:lstStyle/>
            <a:p>
              <a:pPr algn="ctr"/>
              <a:r>
                <a:rPr lang="en-US" sz="2000" dirty="0">
                  <a:solidFill>
                    <a:srgbClr val="000000"/>
                  </a:solidFill>
                  <a:latin typeface="Calibri" panose="020F0502020204030204" pitchFamily="34" charset="0"/>
                </a:rPr>
                <a:t>Vesicles</a:t>
              </a:r>
              <a:endParaRPr lang="LID4096" sz="2000" dirty="0"/>
            </a:p>
          </p:txBody>
        </p:sp>
      </p:grpSp>
      <p:grpSp>
        <p:nvGrpSpPr>
          <p:cNvPr id="47" name="Group 46">
            <a:extLst>
              <a:ext uri="{FF2B5EF4-FFF2-40B4-BE49-F238E27FC236}">
                <a16:creationId xmlns:a16="http://schemas.microsoft.com/office/drawing/2014/main" id="{E547DBB2-EE0B-42EE-FDC5-3CFB21477923}"/>
              </a:ext>
            </a:extLst>
          </p:cNvPr>
          <p:cNvGrpSpPr/>
          <p:nvPr/>
        </p:nvGrpSpPr>
        <p:grpSpPr>
          <a:xfrm>
            <a:off x="4310213" y="1436190"/>
            <a:ext cx="2267077" cy="1007515"/>
            <a:chOff x="4310213" y="1436190"/>
            <a:chExt cx="2267077" cy="1007515"/>
          </a:xfrm>
        </p:grpSpPr>
        <p:cxnSp>
          <p:nvCxnSpPr>
            <p:cNvPr id="4" name="Connector: Elbow 3">
              <a:extLst>
                <a:ext uri="{FF2B5EF4-FFF2-40B4-BE49-F238E27FC236}">
                  <a16:creationId xmlns:a16="http://schemas.microsoft.com/office/drawing/2014/main" id="{8B7B705A-1E9B-F509-8544-27546D90EBDB}"/>
                </a:ext>
              </a:extLst>
            </p:cNvPr>
            <p:cNvCxnSpPr>
              <a:cxnSpLocks/>
              <a:stCxn id="5" idx="1"/>
              <a:endCxn id="35" idx="0"/>
            </p:cNvCxnSpPr>
            <p:nvPr/>
          </p:nvCxnSpPr>
          <p:spPr>
            <a:xfrm>
              <a:off x="4310213" y="1436190"/>
              <a:ext cx="1564936" cy="299629"/>
            </a:xfrm>
            <a:prstGeom prst="bentConnector2">
              <a:avLst/>
            </a:prstGeom>
            <a:ln>
              <a:solidFill>
                <a:srgbClr val="72634F"/>
              </a:solidFill>
              <a:tailEnd type="triangle" w="lg" len="lg"/>
            </a:ln>
          </p:spPr>
          <p:style>
            <a:lnRef idx="2">
              <a:schemeClr val="accent1"/>
            </a:lnRef>
            <a:fillRef idx="0">
              <a:schemeClr val="accent1"/>
            </a:fillRef>
            <a:effectRef idx="1">
              <a:schemeClr val="accent1"/>
            </a:effectRef>
            <a:fontRef idx="minor">
              <a:schemeClr val="tx1"/>
            </a:fontRef>
          </p:style>
        </p:cxnSp>
        <p:sp>
          <p:nvSpPr>
            <p:cNvPr id="34" name="Rectangle: Rounded Corners 33">
              <a:extLst>
                <a:ext uri="{FF2B5EF4-FFF2-40B4-BE49-F238E27FC236}">
                  <a16:creationId xmlns:a16="http://schemas.microsoft.com/office/drawing/2014/main" id="{B13758A0-CB77-10FE-425D-D2AE32C171BC}"/>
                </a:ext>
              </a:extLst>
            </p:cNvPr>
            <p:cNvSpPr/>
            <p:nvPr/>
          </p:nvSpPr>
          <p:spPr>
            <a:xfrm>
              <a:off x="5275021" y="1730028"/>
              <a:ext cx="1230299" cy="660516"/>
            </a:xfrm>
            <a:prstGeom prst="roundRect">
              <a:avLst/>
            </a:prstGeom>
            <a:solidFill>
              <a:srgbClr val="FFC000">
                <a:alpha val="54000"/>
              </a:srgbClr>
            </a:solidFill>
            <a:ln>
              <a:solidFill>
                <a:srgbClr val="DEA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35" name="TextBox 34">
              <a:extLst>
                <a:ext uri="{FF2B5EF4-FFF2-40B4-BE49-F238E27FC236}">
                  <a16:creationId xmlns:a16="http://schemas.microsoft.com/office/drawing/2014/main" id="{93D92B13-C115-B616-16FF-0454FE6D80D2}"/>
                </a:ext>
              </a:extLst>
            </p:cNvPr>
            <p:cNvSpPr txBox="1"/>
            <p:nvPr/>
          </p:nvSpPr>
          <p:spPr>
            <a:xfrm>
              <a:off x="5173008" y="1735819"/>
              <a:ext cx="1404282" cy="707886"/>
            </a:xfrm>
            <a:prstGeom prst="rect">
              <a:avLst/>
            </a:prstGeom>
            <a:noFill/>
          </p:spPr>
          <p:txBody>
            <a:bodyPr wrap="square">
              <a:spAutoFit/>
            </a:bodyPr>
            <a:lstStyle/>
            <a:p>
              <a:pPr algn="ctr"/>
              <a:r>
                <a:rPr lang="en-US" sz="2000" dirty="0">
                  <a:solidFill>
                    <a:srgbClr val="000000"/>
                  </a:solidFill>
                  <a:latin typeface="Calibri" panose="020F0502020204030204" pitchFamily="34" charset="0"/>
                </a:rPr>
                <a:t>Feature</a:t>
              </a:r>
            </a:p>
            <a:p>
              <a:pPr algn="ctr"/>
              <a:r>
                <a:rPr lang="en-US" sz="2000" dirty="0">
                  <a:solidFill>
                    <a:srgbClr val="000000"/>
                  </a:solidFill>
                  <a:latin typeface="Calibri" panose="020F0502020204030204" pitchFamily="34" charset="0"/>
                </a:rPr>
                <a:t>Extraction</a:t>
              </a:r>
              <a:endParaRPr lang="LID4096" sz="2000" dirty="0"/>
            </a:p>
          </p:txBody>
        </p:sp>
      </p:grpSp>
      <p:grpSp>
        <p:nvGrpSpPr>
          <p:cNvPr id="49" name="Group 48">
            <a:extLst>
              <a:ext uri="{FF2B5EF4-FFF2-40B4-BE49-F238E27FC236}">
                <a16:creationId xmlns:a16="http://schemas.microsoft.com/office/drawing/2014/main" id="{ED7B3E3D-E3FC-5C52-F670-926DD3E81EC1}"/>
              </a:ext>
            </a:extLst>
          </p:cNvPr>
          <p:cNvGrpSpPr/>
          <p:nvPr/>
        </p:nvGrpSpPr>
        <p:grpSpPr>
          <a:xfrm>
            <a:off x="846392" y="3141313"/>
            <a:ext cx="5644493" cy="3750622"/>
            <a:chOff x="846392" y="3141313"/>
            <a:chExt cx="5644493" cy="3750622"/>
          </a:xfrm>
        </p:grpSpPr>
        <p:sp>
          <p:nvSpPr>
            <p:cNvPr id="14" name="TextBox 13">
              <a:extLst>
                <a:ext uri="{FF2B5EF4-FFF2-40B4-BE49-F238E27FC236}">
                  <a16:creationId xmlns:a16="http://schemas.microsoft.com/office/drawing/2014/main" id="{E7F5E58F-3A16-CE7D-8E69-0C764EFF1F02}"/>
                </a:ext>
              </a:extLst>
            </p:cNvPr>
            <p:cNvSpPr txBox="1"/>
            <p:nvPr/>
          </p:nvSpPr>
          <p:spPr>
            <a:xfrm>
              <a:off x="1442058" y="3141313"/>
              <a:ext cx="2758110" cy="400111"/>
            </a:xfrm>
            <a:prstGeom prst="rect">
              <a:avLst/>
            </a:prstGeom>
            <a:noFill/>
          </p:spPr>
          <p:txBody>
            <a:bodyPr wrap="square">
              <a:spAutoFit/>
            </a:bodyPr>
            <a:lstStyle/>
            <a:p>
              <a:r>
                <a:rPr lang="en-US" sz="2000" dirty="0">
                  <a:solidFill>
                    <a:srgbClr val="000000"/>
                  </a:solidFill>
                  <a:latin typeface="Calibri" panose="020F0502020204030204" pitchFamily="34" charset="0"/>
                </a:rPr>
                <a:t>(c) Estimated distance</a:t>
              </a:r>
              <a:endParaRPr lang="LID4096" sz="2000" dirty="0"/>
            </a:p>
          </p:txBody>
        </p:sp>
        <p:grpSp>
          <p:nvGrpSpPr>
            <p:cNvPr id="15" name="Group 14">
              <a:extLst>
                <a:ext uri="{FF2B5EF4-FFF2-40B4-BE49-F238E27FC236}">
                  <a16:creationId xmlns:a16="http://schemas.microsoft.com/office/drawing/2014/main" id="{F6071968-5186-12A2-52C3-5DE6BB3F130E}"/>
                </a:ext>
              </a:extLst>
            </p:cNvPr>
            <p:cNvGrpSpPr/>
            <p:nvPr/>
          </p:nvGrpSpPr>
          <p:grpSpPr>
            <a:xfrm>
              <a:off x="5298099" y="3398480"/>
              <a:ext cx="1192786" cy="1579245"/>
              <a:chOff x="1138931" y="4046540"/>
              <a:chExt cx="839990" cy="969433"/>
            </a:xfrm>
          </p:grpSpPr>
          <p:sp>
            <p:nvSpPr>
              <p:cNvPr id="16" name="Rectangle: Rounded Corners 15">
                <a:extLst>
                  <a:ext uri="{FF2B5EF4-FFF2-40B4-BE49-F238E27FC236}">
                    <a16:creationId xmlns:a16="http://schemas.microsoft.com/office/drawing/2014/main" id="{114EF9E0-970D-8F7F-F768-CBEBCB782CF6}"/>
                  </a:ext>
                </a:extLst>
              </p:cNvPr>
              <p:cNvSpPr/>
              <p:nvPr/>
            </p:nvSpPr>
            <p:spPr>
              <a:xfrm>
                <a:off x="1138931" y="4046540"/>
                <a:ext cx="839990" cy="969433"/>
              </a:xfrm>
              <a:prstGeom prst="roundRect">
                <a:avLst/>
              </a:prstGeom>
              <a:solidFill>
                <a:srgbClr val="FFC000">
                  <a:alpha val="54000"/>
                </a:srgbClr>
              </a:solidFill>
              <a:ln>
                <a:solidFill>
                  <a:srgbClr val="DEA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17" name="TextBox 16">
                <a:extLst>
                  <a:ext uri="{FF2B5EF4-FFF2-40B4-BE49-F238E27FC236}">
                    <a16:creationId xmlns:a16="http://schemas.microsoft.com/office/drawing/2014/main" id="{3A6853CC-0528-9432-751D-93684073A7FC}"/>
                  </a:ext>
                </a:extLst>
              </p:cNvPr>
              <p:cNvSpPr txBox="1"/>
              <p:nvPr/>
            </p:nvSpPr>
            <p:spPr>
              <a:xfrm>
                <a:off x="1140882" y="4053766"/>
                <a:ext cx="821630" cy="434542"/>
              </a:xfrm>
              <a:prstGeom prst="rect">
                <a:avLst/>
              </a:prstGeom>
              <a:noFill/>
            </p:spPr>
            <p:txBody>
              <a:bodyPr wrap="square">
                <a:spAutoFit/>
              </a:bodyPr>
              <a:lstStyle/>
              <a:p>
                <a:pPr algn="ctr"/>
                <a:r>
                  <a:rPr lang="en-US" sz="2000" dirty="0">
                    <a:solidFill>
                      <a:srgbClr val="000000"/>
                    </a:solidFill>
                    <a:latin typeface="Calibri" panose="020F0502020204030204" pitchFamily="34" charset="0"/>
                  </a:rPr>
                  <a:t>Neural Network</a:t>
                </a:r>
                <a:endParaRPr lang="LID4096" sz="2000" dirty="0"/>
              </a:p>
            </p:txBody>
          </p:sp>
          <p:grpSp>
            <p:nvGrpSpPr>
              <p:cNvPr id="18" name="Group 17">
                <a:extLst>
                  <a:ext uri="{FF2B5EF4-FFF2-40B4-BE49-F238E27FC236}">
                    <a16:creationId xmlns:a16="http://schemas.microsoft.com/office/drawing/2014/main" id="{FD903018-29DB-7B9B-3E21-80570F77ACFB}"/>
                  </a:ext>
                </a:extLst>
              </p:cNvPr>
              <p:cNvGrpSpPr/>
              <p:nvPr/>
            </p:nvGrpSpPr>
            <p:grpSpPr>
              <a:xfrm>
                <a:off x="1358111" y="4487744"/>
                <a:ext cx="484177" cy="475488"/>
                <a:chOff x="1358111" y="4487744"/>
                <a:chExt cx="484177" cy="475488"/>
              </a:xfrm>
            </p:grpSpPr>
            <p:sp>
              <p:nvSpPr>
                <p:cNvPr id="19" name="Oval 18">
                  <a:extLst>
                    <a:ext uri="{FF2B5EF4-FFF2-40B4-BE49-F238E27FC236}">
                      <a16:creationId xmlns:a16="http://schemas.microsoft.com/office/drawing/2014/main" id="{BBC17AE7-1549-FD88-BF40-205261D80161}"/>
                    </a:ext>
                  </a:extLst>
                </p:cNvPr>
                <p:cNvSpPr>
                  <a:spLocks noChangeAspect="1"/>
                </p:cNvSpPr>
                <p:nvPr/>
              </p:nvSpPr>
              <p:spPr>
                <a:xfrm>
                  <a:off x="1358111" y="4487744"/>
                  <a:ext cx="87027" cy="87027"/>
                </a:xfrm>
                <a:prstGeom prst="ellipse">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20" name="Oval 19">
                  <a:extLst>
                    <a:ext uri="{FF2B5EF4-FFF2-40B4-BE49-F238E27FC236}">
                      <a16:creationId xmlns:a16="http://schemas.microsoft.com/office/drawing/2014/main" id="{2684A2A0-FF92-3BB5-7A12-32AD11190BBF}"/>
                    </a:ext>
                  </a:extLst>
                </p:cNvPr>
                <p:cNvSpPr>
                  <a:spLocks noChangeAspect="1"/>
                </p:cNvSpPr>
                <p:nvPr/>
              </p:nvSpPr>
              <p:spPr>
                <a:xfrm>
                  <a:off x="1358111" y="4681975"/>
                  <a:ext cx="87027" cy="87027"/>
                </a:xfrm>
                <a:prstGeom prst="ellipse">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21" name="Oval 20">
                  <a:extLst>
                    <a:ext uri="{FF2B5EF4-FFF2-40B4-BE49-F238E27FC236}">
                      <a16:creationId xmlns:a16="http://schemas.microsoft.com/office/drawing/2014/main" id="{ED301F0A-51DC-B691-1514-E4BD4927C064}"/>
                    </a:ext>
                  </a:extLst>
                </p:cNvPr>
                <p:cNvSpPr>
                  <a:spLocks noChangeAspect="1"/>
                </p:cNvSpPr>
                <p:nvPr/>
              </p:nvSpPr>
              <p:spPr>
                <a:xfrm>
                  <a:off x="1358111" y="4876205"/>
                  <a:ext cx="87027" cy="87027"/>
                </a:xfrm>
                <a:prstGeom prst="ellipse">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22" name="Oval 21">
                  <a:extLst>
                    <a:ext uri="{FF2B5EF4-FFF2-40B4-BE49-F238E27FC236}">
                      <a16:creationId xmlns:a16="http://schemas.microsoft.com/office/drawing/2014/main" id="{08C54D93-655E-668A-C769-1CC0FF5045BC}"/>
                    </a:ext>
                  </a:extLst>
                </p:cNvPr>
                <p:cNvSpPr>
                  <a:spLocks noChangeAspect="1"/>
                </p:cNvSpPr>
                <p:nvPr/>
              </p:nvSpPr>
              <p:spPr>
                <a:xfrm>
                  <a:off x="1587455" y="4789178"/>
                  <a:ext cx="87027" cy="87027"/>
                </a:xfrm>
                <a:prstGeom prst="ellipse">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sp>
              <p:nvSpPr>
                <p:cNvPr id="23" name="Oval 22">
                  <a:extLst>
                    <a:ext uri="{FF2B5EF4-FFF2-40B4-BE49-F238E27FC236}">
                      <a16:creationId xmlns:a16="http://schemas.microsoft.com/office/drawing/2014/main" id="{B7F7F8B1-28B8-E153-F155-D6D80A3A2734}"/>
                    </a:ext>
                  </a:extLst>
                </p:cNvPr>
                <p:cNvSpPr>
                  <a:spLocks noChangeAspect="1"/>
                </p:cNvSpPr>
                <p:nvPr/>
              </p:nvSpPr>
              <p:spPr>
                <a:xfrm>
                  <a:off x="1587455" y="4575772"/>
                  <a:ext cx="87027" cy="87027"/>
                </a:xfrm>
                <a:prstGeom prst="ellipse">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cxnSp>
              <p:nvCxnSpPr>
                <p:cNvPr id="24" name="Straight Connector 23">
                  <a:extLst>
                    <a:ext uri="{FF2B5EF4-FFF2-40B4-BE49-F238E27FC236}">
                      <a16:creationId xmlns:a16="http://schemas.microsoft.com/office/drawing/2014/main" id="{1107C92A-F519-851A-B590-409592EE9514}"/>
                    </a:ext>
                  </a:extLst>
                </p:cNvPr>
                <p:cNvCxnSpPr>
                  <a:cxnSpLocks/>
                  <a:stCxn id="19" idx="6"/>
                  <a:endCxn id="23" idx="1"/>
                </p:cNvCxnSpPr>
                <p:nvPr/>
              </p:nvCxnSpPr>
              <p:spPr>
                <a:xfrm>
                  <a:off x="1445138" y="4531257"/>
                  <a:ext cx="155062" cy="57259"/>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3DE132A4-464D-579D-A547-C5ECD122FE94}"/>
                    </a:ext>
                  </a:extLst>
                </p:cNvPr>
                <p:cNvCxnSpPr>
                  <a:cxnSpLocks/>
                  <a:stCxn id="20" idx="6"/>
                  <a:endCxn id="23" idx="3"/>
                </p:cNvCxnSpPr>
                <p:nvPr/>
              </p:nvCxnSpPr>
              <p:spPr>
                <a:xfrm flipV="1">
                  <a:off x="1445138" y="4650055"/>
                  <a:ext cx="155062" cy="754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9486F19D-B1B6-88C7-C3D5-3EA567F1D5C5}"/>
                    </a:ext>
                  </a:extLst>
                </p:cNvPr>
                <p:cNvCxnSpPr>
                  <a:cxnSpLocks/>
                  <a:stCxn id="21" idx="7"/>
                  <a:endCxn id="23" idx="4"/>
                </p:cNvCxnSpPr>
                <p:nvPr/>
              </p:nvCxnSpPr>
              <p:spPr>
                <a:xfrm flipV="1">
                  <a:off x="1432393" y="4662799"/>
                  <a:ext cx="198575" cy="22615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8327F49B-F9F5-5C02-75B7-C72C13BA65ED}"/>
                    </a:ext>
                  </a:extLst>
                </p:cNvPr>
                <p:cNvCxnSpPr>
                  <a:cxnSpLocks/>
                  <a:stCxn id="20" idx="5"/>
                  <a:endCxn id="22" idx="2"/>
                </p:cNvCxnSpPr>
                <p:nvPr/>
              </p:nvCxnSpPr>
              <p:spPr>
                <a:xfrm>
                  <a:off x="1432393" y="4756257"/>
                  <a:ext cx="155062" cy="76435"/>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7A27B7F-BD79-CFA2-132D-3599C424EE3F}"/>
                    </a:ext>
                  </a:extLst>
                </p:cNvPr>
                <p:cNvCxnSpPr>
                  <a:cxnSpLocks/>
                  <a:stCxn id="21" idx="5"/>
                  <a:endCxn id="22" idx="3"/>
                </p:cNvCxnSpPr>
                <p:nvPr/>
              </p:nvCxnSpPr>
              <p:spPr>
                <a:xfrm flipV="1">
                  <a:off x="1432393" y="4863461"/>
                  <a:ext cx="167806" cy="87027"/>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sp>
              <p:nvSpPr>
                <p:cNvPr id="29" name="Oval 28">
                  <a:extLst>
                    <a:ext uri="{FF2B5EF4-FFF2-40B4-BE49-F238E27FC236}">
                      <a16:creationId xmlns:a16="http://schemas.microsoft.com/office/drawing/2014/main" id="{CE29ADAA-795B-0BBF-4A2C-3D6B78B2D619}"/>
                    </a:ext>
                  </a:extLst>
                </p:cNvPr>
                <p:cNvSpPr>
                  <a:spLocks noChangeAspect="1"/>
                </p:cNvSpPr>
                <p:nvPr/>
              </p:nvSpPr>
              <p:spPr>
                <a:xfrm>
                  <a:off x="1755261" y="4687771"/>
                  <a:ext cx="87027" cy="87027"/>
                </a:xfrm>
                <a:prstGeom prst="ellipse">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sz="3200"/>
                </a:p>
              </p:txBody>
            </p:sp>
            <p:cxnSp>
              <p:nvCxnSpPr>
                <p:cNvPr id="30" name="Straight Connector 29">
                  <a:extLst>
                    <a:ext uri="{FF2B5EF4-FFF2-40B4-BE49-F238E27FC236}">
                      <a16:creationId xmlns:a16="http://schemas.microsoft.com/office/drawing/2014/main" id="{B1FBD476-D17C-7BC2-3F69-38244E7DBA26}"/>
                    </a:ext>
                  </a:extLst>
                </p:cNvPr>
                <p:cNvCxnSpPr>
                  <a:cxnSpLocks/>
                  <a:stCxn id="19" idx="5"/>
                  <a:endCxn id="22" idx="1"/>
                </p:cNvCxnSpPr>
                <p:nvPr/>
              </p:nvCxnSpPr>
              <p:spPr>
                <a:xfrm>
                  <a:off x="1432393" y="4562026"/>
                  <a:ext cx="167806" cy="23989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A927383C-06B8-1824-AC20-AE5242355C80}"/>
                    </a:ext>
                  </a:extLst>
                </p:cNvPr>
                <p:cNvCxnSpPr>
                  <a:cxnSpLocks/>
                  <a:stCxn id="23" idx="6"/>
                  <a:endCxn id="29" idx="1"/>
                </p:cNvCxnSpPr>
                <p:nvPr/>
              </p:nvCxnSpPr>
              <p:spPr>
                <a:xfrm>
                  <a:off x="1674482" y="4619286"/>
                  <a:ext cx="93524" cy="81230"/>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DA4E8CC0-B457-6FC0-9D2D-0AB3B5C6F6DE}"/>
                    </a:ext>
                  </a:extLst>
                </p:cNvPr>
                <p:cNvCxnSpPr>
                  <a:cxnSpLocks/>
                  <a:stCxn id="22" idx="6"/>
                  <a:endCxn id="29" idx="3"/>
                </p:cNvCxnSpPr>
                <p:nvPr/>
              </p:nvCxnSpPr>
              <p:spPr>
                <a:xfrm flipV="1">
                  <a:off x="1674482" y="4762053"/>
                  <a:ext cx="93524" cy="70639"/>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grpSp>
        </p:grpSp>
        <p:cxnSp>
          <p:nvCxnSpPr>
            <p:cNvPr id="33" name="Connector: Elbow 32">
              <a:extLst>
                <a:ext uri="{FF2B5EF4-FFF2-40B4-BE49-F238E27FC236}">
                  <a16:creationId xmlns:a16="http://schemas.microsoft.com/office/drawing/2014/main" id="{AD48009A-15E1-B29C-0A4D-4129EE048E66}"/>
                </a:ext>
              </a:extLst>
            </p:cNvPr>
            <p:cNvCxnSpPr>
              <a:cxnSpLocks/>
              <a:endCxn id="16" idx="2"/>
            </p:cNvCxnSpPr>
            <p:nvPr/>
          </p:nvCxnSpPr>
          <p:spPr>
            <a:xfrm flipV="1">
              <a:off x="5200333" y="4977725"/>
              <a:ext cx="694158" cy="319179"/>
            </a:xfrm>
            <a:prstGeom prst="bentConnector2">
              <a:avLst/>
            </a:prstGeom>
            <a:ln w="22225">
              <a:solidFill>
                <a:srgbClr val="72634F"/>
              </a:solidFill>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39" name="Graphic 38">
              <a:extLst>
                <a:ext uri="{FF2B5EF4-FFF2-40B4-BE49-F238E27FC236}">
                  <a16:creationId xmlns:a16="http://schemas.microsoft.com/office/drawing/2014/main" id="{D2634124-63AC-D75F-004F-EB683BF56A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6392" y="3672478"/>
              <a:ext cx="3618057" cy="3219457"/>
            </a:xfrm>
            <a:prstGeom prst="rect">
              <a:avLst/>
            </a:prstGeom>
          </p:spPr>
        </p:pic>
      </p:grpSp>
      <p:grpSp>
        <p:nvGrpSpPr>
          <p:cNvPr id="46" name="Group 45">
            <a:extLst>
              <a:ext uri="{FF2B5EF4-FFF2-40B4-BE49-F238E27FC236}">
                <a16:creationId xmlns:a16="http://schemas.microsoft.com/office/drawing/2014/main" id="{6128A4C6-1242-4BE3-4117-C89A120A69D8}"/>
              </a:ext>
            </a:extLst>
          </p:cNvPr>
          <p:cNvGrpSpPr/>
          <p:nvPr/>
        </p:nvGrpSpPr>
        <p:grpSpPr>
          <a:xfrm>
            <a:off x="5894491" y="61037"/>
            <a:ext cx="6033849" cy="3200003"/>
            <a:chOff x="5894491" y="61037"/>
            <a:chExt cx="6033849" cy="3200003"/>
          </a:xfrm>
        </p:grpSpPr>
        <p:cxnSp>
          <p:nvCxnSpPr>
            <p:cNvPr id="12" name="Straight Arrow Connector 11">
              <a:extLst>
                <a:ext uri="{FF2B5EF4-FFF2-40B4-BE49-F238E27FC236}">
                  <a16:creationId xmlns:a16="http://schemas.microsoft.com/office/drawing/2014/main" id="{1875E7FA-702C-2735-DD46-B3D7EB71FA75}"/>
                </a:ext>
              </a:extLst>
            </p:cNvPr>
            <p:cNvCxnSpPr>
              <a:cxnSpLocks/>
            </p:cNvCxnSpPr>
            <p:nvPr/>
          </p:nvCxnSpPr>
          <p:spPr>
            <a:xfrm>
              <a:off x="6185181" y="1225917"/>
              <a:ext cx="748855" cy="288"/>
            </a:xfrm>
            <a:prstGeom prst="straightConnector1">
              <a:avLst/>
            </a:prstGeom>
            <a:ln w="22225">
              <a:solidFill>
                <a:srgbClr val="72634F"/>
              </a:solidFill>
              <a:prstDash val="dash"/>
              <a:tailEnd type="triangle" w="lg" len="lg"/>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037971C7-E684-458F-DE8F-8E2525866F79}"/>
                </a:ext>
              </a:extLst>
            </p:cNvPr>
            <p:cNvSpPr txBox="1"/>
            <p:nvPr/>
          </p:nvSpPr>
          <p:spPr>
            <a:xfrm>
              <a:off x="5894491" y="568152"/>
              <a:ext cx="1449727" cy="400111"/>
            </a:xfrm>
            <a:prstGeom prst="rect">
              <a:avLst/>
            </a:prstGeom>
            <a:noFill/>
          </p:spPr>
          <p:txBody>
            <a:bodyPr wrap="square">
              <a:spAutoFit/>
            </a:bodyPr>
            <a:lstStyle/>
            <a:p>
              <a:r>
                <a:rPr lang="en-US" sz="2000" dirty="0">
                  <a:solidFill>
                    <a:srgbClr val="000000"/>
                  </a:solidFill>
                  <a:latin typeface="Calibri" panose="020F0502020204030204" pitchFamily="34" charset="0"/>
                </a:rPr>
                <a:t>(a) Dataset</a:t>
              </a:r>
              <a:endParaRPr lang="LID4096" sz="2000" dirty="0"/>
            </a:p>
          </p:txBody>
        </p:sp>
        <p:pic>
          <p:nvPicPr>
            <p:cNvPr id="40" name="Graphic 39">
              <a:extLst>
                <a:ext uri="{FF2B5EF4-FFF2-40B4-BE49-F238E27FC236}">
                  <a16:creationId xmlns:a16="http://schemas.microsoft.com/office/drawing/2014/main" id="{FAFE151D-D74D-C040-E2BC-59289505B1A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61672" y="61037"/>
              <a:ext cx="4266668" cy="3200003"/>
            </a:xfrm>
            <a:prstGeom prst="rect">
              <a:avLst/>
            </a:prstGeom>
          </p:spPr>
        </p:pic>
      </p:grpSp>
      <p:grpSp>
        <p:nvGrpSpPr>
          <p:cNvPr id="48" name="Group 47">
            <a:extLst>
              <a:ext uri="{FF2B5EF4-FFF2-40B4-BE49-F238E27FC236}">
                <a16:creationId xmlns:a16="http://schemas.microsoft.com/office/drawing/2014/main" id="{795CD45A-3A82-1951-7688-B912A77256DF}"/>
              </a:ext>
            </a:extLst>
          </p:cNvPr>
          <p:cNvGrpSpPr/>
          <p:nvPr/>
        </p:nvGrpSpPr>
        <p:grpSpPr>
          <a:xfrm>
            <a:off x="5884227" y="2390544"/>
            <a:ext cx="6341679" cy="4477471"/>
            <a:chOff x="5884227" y="2390544"/>
            <a:chExt cx="6341679" cy="4477471"/>
          </a:xfrm>
        </p:grpSpPr>
        <p:cxnSp>
          <p:nvCxnSpPr>
            <p:cNvPr id="36" name="Straight Arrow Connector 35">
              <a:extLst>
                <a:ext uri="{FF2B5EF4-FFF2-40B4-BE49-F238E27FC236}">
                  <a16:creationId xmlns:a16="http://schemas.microsoft.com/office/drawing/2014/main" id="{37C71296-FE6E-14A6-0DAF-CCF4B831D904}"/>
                </a:ext>
              </a:extLst>
            </p:cNvPr>
            <p:cNvCxnSpPr>
              <a:cxnSpLocks/>
              <a:stCxn id="34" idx="2"/>
              <a:endCxn id="17" idx="0"/>
            </p:cNvCxnSpPr>
            <p:nvPr/>
          </p:nvCxnSpPr>
          <p:spPr>
            <a:xfrm flipH="1">
              <a:off x="5884227" y="2390544"/>
              <a:ext cx="5944" cy="1019708"/>
            </a:xfrm>
            <a:prstGeom prst="straightConnector1">
              <a:avLst/>
            </a:prstGeom>
            <a:ln w="22225">
              <a:solidFill>
                <a:srgbClr val="72634F"/>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7" name="Connector: Elbow 36">
              <a:extLst>
                <a:ext uri="{FF2B5EF4-FFF2-40B4-BE49-F238E27FC236}">
                  <a16:creationId xmlns:a16="http://schemas.microsoft.com/office/drawing/2014/main" id="{A09AF032-4466-ECAF-F1B6-1EC944005372}"/>
                </a:ext>
              </a:extLst>
            </p:cNvPr>
            <p:cNvCxnSpPr>
              <a:cxnSpLocks/>
              <a:endCxn id="38" idx="1"/>
            </p:cNvCxnSpPr>
            <p:nvPr/>
          </p:nvCxnSpPr>
          <p:spPr>
            <a:xfrm>
              <a:off x="5894491" y="2777031"/>
              <a:ext cx="1833062" cy="804857"/>
            </a:xfrm>
            <a:prstGeom prst="bentConnector3">
              <a:avLst>
                <a:gd name="adj1" fmla="val 50000"/>
              </a:avLst>
            </a:prstGeom>
            <a:ln w="25400">
              <a:solidFill>
                <a:srgbClr val="72634F"/>
              </a:solidFill>
              <a:prstDash val="dash"/>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EC19DA3A-3BF2-AE9A-1CB6-CA2EF6A0FC77}"/>
                </a:ext>
              </a:extLst>
            </p:cNvPr>
            <p:cNvSpPr txBox="1"/>
            <p:nvPr/>
          </p:nvSpPr>
          <p:spPr>
            <a:xfrm>
              <a:off x="7727553" y="3381832"/>
              <a:ext cx="1691964" cy="400111"/>
            </a:xfrm>
            <a:prstGeom prst="rect">
              <a:avLst/>
            </a:prstGeom>
            <a:noFill/>
          </p:spPr>
          <p:txBody>
            <a:bodyPr wrap="square">
              <a:spAutoFit/>
            </a:bodyPr>
            <a:lstStyle/>
            <a:p>
              <a:pPr algn="ctr"/>
              <a:r>
                <a:rPr lang="en-US" sz="2000" dirty="0">
                  <a:solidFill>
                    <a:srgbClr val="000000"/>
                  </a:solidFill>
                  <a:latin typeface="Calibri" panose="020F0502020204030204" pitchFamily="34" charset="0"/>
                </a:rPr>
                <a:t>(b) Features</a:t>
              </a:r>
              <a:endParaRPr lang="LID4096" sz="2000" dirty="0"/>
            </a:p>
          </p:txBody>
        </p:sp>
        <p:pic>
          <p:nvPicPr>
            <p:cNvPr id="41" name="Graphic 40">
              <a:extLst>
                <a:ext uri="{FF2B5EF4-FFF2-40B4-BE49-F238E27FC236}">
                  <a16:creationId xmlns:a16="http://schemas.microsoft.com/office/drawing/2014/main" id="{C0B5B56F-9F23-E681-3C0D-55A24CE286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727553" y="3974772"/>
              <a:ext cx="4498353" cy="2893243"/>
            </a:xfrm>
            <a:prstGeom prst="rect">
              <a:avLst/>
            </a:prstGeom>
          </p:spPr>
        </p:pic>
      </p:grpSp>
    </p:spTree>
    <p:extLst>
      <p:ext uri="{BB962C8B-B14F-4D97-AF65-F5344CB8AC3E}">
        <p14:creationId xmlns:p14="http://schemas.microsoft.com/office/powerpoint/2010/main" val="518698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fade">
                                      <p:cBhvr>
                                        <p:cTn id="7" dur="500"/>
                                        <p:tgtEl>
                                          <p:spTgt spid="4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7"/>
                                        </p:tgtEl>
                                        <p:attrNameLst>
                                          <p:attrName>style.visibility</p:attrName>
                                        </p:attrNameLst>
                                      </p:cBhvr>
                                      <p:to>
                                        <p:strVal val="visible"/>
                                      </p:to>
                                    </p:set>
                                    <p:animEffect transition="in" filter="fade">
                                      <p:cBhvr>
                                        <p:cTn id="12" dur="500"/>
                                        <p:tgtEl>
                                          <p:spTgt spid="47"/>
                                        </p:tgtEl>
                                      </p:cBhvr>
                                    </p:animEffect>
                                  </p:childTnLst>
                                </p:cTn>
                              </p:par>
                              <p:par>
                                <p:cTn id="13" presetID="10" presetClass="entr" presetSubtype="0" fill="hold" nodeType="with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fade">
                                      <p:cBhvr>
                                        <p:cTn id="15" dur="5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fade">
                                      <p:cBhvr>
                                        <p:cTn id="20"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18</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1A260-A1BB-5FC4-6217-3FFFB91F941C}"/>
            </a:ext>
          </a:extLst>
        </p:cNvPr>
        <p:cNvGrpSpPr/>
        <p:nvPr/>
      </p:nvGrpSpPr>
      <p:grpSpPr>
        <a:xfrm>
          <a:off x="0" y="0"/>
          <a:ext cx="0" cy="0"/>
          <a:chOff x="0" y="0"/>
          <a:chExt cx="0" cy="0"/>
        </a:xfrm>
      </p:grpSpPr>
      <p:grpSp>
        <p:nvGrpSpPr>
          <p:cNvPr id="45" name="Group 44">
            <a:extLst>
              <a:ext uri="{FF2B5EF4-FFF2-40B4-BE49-F238E27FC236}">
                <a16:creationId xmlns:a16="http://schemas.microsoft.com/office/drawing/2014/main" id="{57ACB1D5-546D-9D45-CBEC-9B91666FC293}"/>
              </a:ext>
            </a:extLst>
          </p:cNvPr>
          <p:cNvGrpSpPr/>
          <p:nvPr/>
        </p:nvGrpSpPr>
        <p:grpSpPr>
          <a:xfrm>
            <a:off x="7627804" y="2103242"/>
            <a:ext cx="3509704" cy="2092440"/>
            <a:chOff x="7627804" y="2103242"/>
            <a:chExt cx="3509704" cy="2092440"/>
          </a:xfrm>
        </p:grpSpPr>
        <p:pic>
          <p:nvPicPr>
            <p:cNvPr id="24" name="Picture 23">
              <a:extLst>
                <a:ext uri="{FF2B5EF4-FFF2-40B4-BE49-F238E27FC236}">
                  <a16:creationId xmlns:a16="http://schemas.microsoft.com/office/drawing/2014/main" id="{29F6EA5A-3577-72DA-64B5-B27582D56B15}"/>
                </a:ext>
              </a:extLst>
            </p:cNvPr>
            <p:cNvPicPr>
              <a:picLocks noChangeAspect="1"/>
            </p:cNvPicPr>
            <p:nvPr/>
          </p:nvPicPr>
          <p:blipFill>
            <a:blip r:embed="rId3"/>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24069B66-5EB3-F08F-AD34-9AE93BC49AB6}"/>
                </a:ext>
              </a:extLst>
            </p:cNvPr>
            <p:cNvSpPr txBox="1"/>
            <p:nvPr/>
          </p:nvSpPr>
          <p:spPr>
            <a:xfrm>
              <a:off x="10486368" y="2276987"/>
              <a:ext cx="651140"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0F678591-9E0A-FC23-E13F-4DCFD6643F5A}"/>
                </a:ext>
              </a:extLst>
            </p:cNvPr>
            <p:cNvPicPr>
              <a:picLocks noChangeAspect="1"/>
            </p:cNvPicPr>
            <p:nvPr/>
          </p:nvPicPr>
          <p:blipFill>
            <a:blip r:embed="rId4"/>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AC72B6D7-6CBB-FE8F-7CEB-9319E27B9736}"/>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5506ABA3-5B9A-4675-0B3C-D97C41EF2066}"/>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sp>
        <p:nvSpPr>
          <p:cNvPr id="3" name="Title 1">
            <a:extLst>
              <a:ext uri="{FF2B5EF4-FFF2-40B4-BE49-F238E27FC236}">
                <a16:creationId xmlns:a16="http://schemas.microsoft.com/office/drawing/2014/main" id="{13D168E5-B083-2DBA-C1C6-F1951AD0D1E0}"/>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F1F7A9D7-E1CB-338F-3968-5AEF17EF8A11}"/>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19</a:t>
            </a:fld>
            <a:endParaRPr lang="en-US"/>
          </a:p>
        </p:txBody>
      </p:sp>
      <p:grpSp>
        <p:nvGrpSpPr>
          <p:cNvPr id="40" name="Group 39">
            <a:extLst>
              <a:ext uri="{FF2B5EF4-FFF2-40B4-BE49-F238E27FC236}">
                <a16:creationId xmlns:a16="http://schemas.microsoft.com/office/drawing/2014/main" id="{CB0CB0E0-1EF3-49E0-E8F0-7E3A554E93B9}"/>
              </a:ext>
            </a:extLst>
          </p:cNvPr>
          <p:cNvGrpSpPr/>
          <p:nvPr/>
        </p:nvGrpSpPr>
        <p:grpSpPr>
          <a:xfrm>
            <a:off x="2322114" y="2638093"/>
            <a:ext cx="2930911" cy="1760200"/>
            <a:chOff x="2322114" y="2638093"/>
            <a:chExt cx="2930911" cy="1760200"/>
          </a:xfrm>
        </p:grpSpPr>
        <p:sp>
          <p:nvSpPr>
            <p:cNvPr id="30" name="TextBox 29">
              <a:extLst>
                <a:ext uri="{FF2B5EF4-FFF2-40B4-BE49-F238E27FC236}">
                  <a16:creationId xmlns:a16="http://schemas.microsoft.com/office/drawing/2014/main" id="{1CCB38FD-BE2D-04F9-3280-4C4C8C7BED42}"/>
                </a:ext>
              </a:extLst>
            </p:cNvPr>
            <p:cNvSpPr txBox="1"/>
            <p:nvPr/>
          </p:nvSpPr>
          <p:spPr>
            <a:xfrm>
              <a:off x="2445581" y="2638093"/>
              <a:ext cx="1154483"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Enzyme</a:t>
              </a:r>
              <a:endParaRPr lang="en-US" sz="2000" b="1" dirty="0">
                <a:ln/>
                <a:solidFill>
                  <a:srgbClr val="000000"/>
                </a:solidFill>
                <a:latin typeface="Arial"/>
                <a:cs typeface="Arial"/>
                <a:sym typeface="Arial"/>
                <a:rtl val="0"/>
              </a:endParaRPr>
            </a:p>
          </p:txBody>
        </p:sp>
        <p:cxnSp>
          <p:nvCxnSpPr>
            <p:cNvPr id="42" name="Straight Arrow Connector 41">
              <a:extLst>
                <a:ext uri="{FF2B5EF4-FFF2-40B4-BE49-F238E27FC236}">
                  <a16:creationId xmlns:a16="http://schemas.microsoft.com/office/drawing/2014/main" id="{0C56DF3D-6816-2E21-F3CF-2AB1590004B7}"/>
                </a:ext>
              </a:extLst>
            </p:cNvPr>
            <p:cNvCxnSpPr>
              <a:cxnSpLocks/>
            </p:cNvCxnSpPr>
            <p:nvPr/>
          </p:nvCxnSpPr>
          <p:spPr>
            <a:xfrm flipH="1" flipV="1">
              <a:off x="4098253" y="3836762"/>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609B682B-8D1D-02FF-4B28-CE6889A45507}"/>
                </a:ext>
              </a:extLst>
            </p:cNvPr>
            <p:cNvSpPr txBox="1"/>
            <p:nvPr/>
          </p:nvSpPr>
          <p:spPr>
            <a:xfrm>
              <a:off x="4062891" y="3378905"/>
              <a:ext cx="1190134"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Translation</a:t>
              </a:r>
            </a:p>
          </p:txBody>
        </p:sp>
        <p:pic>
          <p:nvPicPr>
            <p:cNvPr id="60" name="Picture 59" descr="Protein folding and denaturation (article) | Khan Academy">
              <a:extLst>
                <a:ext uri="{FF2B5EF4-FFF2-40B4-BE49-F238E27FC236}">
                  <a16:creationId xmlns:a16="http://schemas.microsoft.com/office/drawing/2014/main" id="{7319D374-B078-6C01-7642-CFD08AB8C3AB}"/>
                </a:ext>
              </a:extLst>
            </p:cNvPr>
            <p:cNvPicPr>
              <a:picLocks noChangeAspect="1"/>
            </p:cNvPicPr>
            <p:nvPr/>
          </p:nvPicPr>
          <p:blipFill>
            <a:blip r:embed="rId5"/>
            <a:srcRect r="60237" b="14179"/>
            <a:stretch>
              <a:fillRect/>
            </a:stretch>
          </p:blipFill>
          <p:spPr>
            <a:xfrm rot="5400000">
              <a:off x="2444360" y="3009013"/>
              <a:ext cx="1267034" cy="1511525"/>
            </a:xfrm>
            <a:prstGeom prst="rect">
              <a:avLst/>
            </a:prstGeom>
          </p:spPr>
        </p:pic>
      </p:grpSp>
      <p:grpSp>
        <p:nvGrpSpPr>
          <p:cNvPr id="38" name="Group 37">
            <a:extLst>
              <a:ext uri="{FF2B5EF4-FFF2-40B4-BE49-F238E27FC236}">
                <a16:creationId xmlns:a16="http://schemas.microsoft.com/office/drawing/2014/main" id="{074715B5-6674-B7B0-4A68-4E8E017104F2}"/>
              </a:ext>
            </a:extLst>
          </p:cNvPr>
          <p:cNvGrpSpPr/>
          <p:nvPr/>
        </p:nvGrpSpPr>
        <p:grpSpPr>
          <a:xfrm>
            <a:off x="5236576" y="2253624"/>
            <a:ext cx="2409425" cy="2083632"/>
            <a:chOff x="5236576" y="2253624"/>
            <a:chExt cx="2409425" cy="2083632"/>
          </a:xfrm>
        </p:grpSpPr>
        <p:pic>
          <p:nvPicPr>
            <p:cNvPr id="2" name="Picture 1" descr="RNA related vector icon. RNA sign. Isolated on white background. Editable vector illustration Stock Vector Image &amp; Art - Alamy">
              <a:extLst>
                <a:ext uri="{FF2B5EF4-FFF2-40B4-BE49-F238E27FC236}">
                  <a16:creationId xmlns:a16="http://schemas.microsoft.com/office/drawing/2014/main" id="{E7044E46-50B3-92EB-D952-FC605CBD3E24}"/>
                </a:ext>
              </a:extLst>
            </p:cNvPr>
            <p:cNvPicPr>
              <a:picLocks noChangeAspect="1"/>
            </p:cNvPicPr>
            <p:nvPr/>
          </p:nvPicPr>
          <p:blipFill>
            <a:blip r:embed="rId6"/>
            <a:srcRect l="35275" t="15265" r="22388" b="22407"/>
            <a:stretch>
              <a:fillRect/>
            </a:stretch>
          </p:blipFill>
          <p:spPr>
            <a:xfrm rot="19474698">
              <a:off x="5426623" y="2959865"/>
              <a:ext cx="875192" cy="1377391"/>
            </a:xfrm>
            <a:prstGeom prst="rect">
              <a:avLst/>
            </a:prstGeom>
          </p:spPr>
        </p:pic>
        <p:sp>
          <p:nvSpPr>
            <p:cNvPr id="39" name="TextBox 38">
              <a:extLst>
                <a:ext uri="{FF2B5EF4-FFF2-40B4-BE49-F238E27FC236}">
                  <a16:creationId xmlns:a16="http://schemas.microsoft.com/office/drawing/2014/main" id="{7CD1BA65-AC9F-EF02-F39F-FB6373253F9B}"/>
                </a:ext>
              </a:extLst>
            </p:cNvPr>
            <p:cNvSpPr txBox="1"/>
            <p:nvPr/>
          </p:nvSpPr>
          <p:spPr>
            <a:xfrm>
              <a:off x="5236576" y="2253624"/>
              <a:ext cx="1003801" cy="584775"/>
            </a:xfrm>
            <a:prstGeom prst="rect">
              <a:avLst/>
            </a:prstGeom>
            <a:noFill/>
          </p:spPr>
          <p:txBody>
            <a:bodyPr wrap="none" rtlCol="0">
              <a:spAutoFit/>
            </a:bodyPr>
            <a:lstStyle/>
            <a:p>
              <a:pPr algn="ctr"/>
              <a:r>
                <a:rPr lang="en-US" sz="1600" dirty="0">
                  <a:ln/>
                  <a:solidFill>
                    <a:srgbClr val="000000"/>
                  </a:solidFill>
                  <a:latin typeface="Arial"/>
                  <a:cs typeface="Arial"/>
                  <a:sym typeface="Arial"/>
                  <a:rtl val="0"/>
                </a:rPr>
                <a:t>RNA</a:t>
              </a:r>
            </a:p>
            <a:p>
              <a:pPr algn="ctr"/>
              <a:r>
                <a:rPr lang="en-US" sz="1600" dirty="0">
                  <a:ln/>
                  <a:solidFill>
                    <a:srgbClr val="000000"/>
                  </a:solidFill>
                  <a:latin typeface="Arial"/>
                  <a:cs typeface="Arial"/>
                  <a:sym typeface="Arial"/>
                  <a:rtl val="0"/>
                </a:rPr>
                <a:t>molecule</a:t>
              </a:r>
            </a:p>
          </p:txBody>
        </p:sp>
        <p:sp>
          <p:nvSpPr>
            <p:cNvPr id="41" name="TextBox 40">
              <a:extLst>
                <a:ext uri="{FF2B5EF4-FFF2-40B4-BE49-F238E27FC236}">
                  <a16:creationId xmlns:a16="http://schemas.microsoft.com/office/drawing/2014/main" id="{921BC5BE-C8B2-8803-E710-9BA1972DD312}"/>
                </a:ext>
              </a:extLst>
            </p:cNvPr>
            <p:cNvSpPr txBox="1"/>
            <p:nvPr/>
          </p:nvSpPr>
          <p:spPr>
            <a:xfrm>
              <a:off x="6284346" y="3422873"/>
              <a:ext cx="1361655"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Transcription</a:t>
              </a:r>
            </a:p>
          </p:txBody>
        </p:sp>
        <p:cxnSp>
          <p:nvCxnSpPr>
            <p:cNvPr id="34" name="Straight Arrow Connector 33">
              <a:extLst>
                <a:ext uri="{FF2B5EF4-FFF2-40B4-BE49-F238E27FC236}">
                  <a16:creationId xmlns:a16="http://schemas.microsoft.com/office/drawing/2014/main" id="{B3D69260-336C-4610-B615-9FAF6AFD38A5}"/>
                </a:ext>
              </a:extLst>
            </p:cNvPr>
            <p:cNvCxnSpPr>
              <a:cxnSpLocks/>
            </p:cNvCxnSpPr>
            <p:nvPr/>
          </p:nvCxnSpPr>
          <p:spPr>
            <a:xfrm flipH="1" flipV="1">
              <a:off x="6484888" y="3849922"/>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grpSp>
      <p:grpSp>
        <p:nvGrpSpPr>
          <p:cNvPr id="44" name="Group 43">
            <a:extLst>
              <a:ext uri="{FF2B5EF4-FFF2-40B4-BE49-F238E27FC236}">
                <a16:creationId xmlns:a16="http://schemas.microsoft.com/office/drawing/2014/main" id="{8D02BF01-634A-B18A-90AA-1908705938FE}"/>
              </a:ext>
            </a:extLst>
          </p:cNvPr>
          <p:cNvGrpSpPr/>
          <p:nvPr/>
        </p:nvGrpSpPr>
        <p:grpSpPr>
          <a:xfrm>
            <a:off x="133958" y="2226075"/>
            <a:ext cx="1970023" cy="3080584"/>
            <a:chOff x="133958" y="2226075"/>
            <a:chExt cx="1970023" cy="3080584"/>
          </a:xfrm>
        </p:grpSpPr>
        <p:sp>
          <p:nvSpPr>
            <p:cNvPr id="48" name="TextBox 47">
              <a:extLst>
                <a:ext uri="{FF2B5EF4-FFF2-40B4-BE49-F238E27FC236}">
                  <a16:creationId xmlns:a16="http://schemas.microsoft.com/office/drawing/2014/main" id="{ED8F1C5C-A73E-0724-5D0A-91E2811EF577}"/>
                </a:ext>
              </a:extLst>
            </p:cNvPr>
            <p:cNvSpPr txBox="1"/>
            <p:nvPr/>
          </p:nvSpPr>
          <p:spPr>
            <a:xfrm>
              <a:off x="142321" y="2751008"/>
              <a:ext cx="1329018" cy="369332"/>
            </a:xfrm>
            <a:prstGeom prst="rect">
              <a:avLst/>
            </a:prstGeom>
            <a:noFill/>
          </p:spPr>
          <p:txBody>
            <a:bodyPr wrap="none" rtlCol="0">
              <a:spAutoFit/>
            </a:bodyPr>
            <a:lstStyle/>
            <a:p>
              <a:r>
                <a:rPr lang="en-US" dirty="0"/>
                <a:t>Substrate A</a:t>
              </a:r>
            </a:p>
          </p:txBody>
        </p:sp>
        <p:cxnSp>
          <p:nvCxnSpPr>
            <p:cNvPr id="50" name="Straight Arrow Connector 49">
              <a:extLst>
                <a:ext uri="{FF2B5EF4-FFF2-40B4-BE49-F238E27FC236}">
                  <a16:creationId xmlns:a16="http://schemas.microsoft.com/office/drawing/2014/main" id="{798593DD-977B-DF08-C73A-ED707DCB0499}"/>
                </a:ext>
              </a:extLst>
            </p:cNvPr>
            <p:cNvCxnSpPr/>
            <p:nvPr/>
          </p:nvCxnSpPr>
          <p:spPr>
            <a:xfrm>
              <a:off x="711200" y="3310791"/>
              <a:ext cx="0" cy="15017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C11E2DF0-51EE-BDFE-61C7-88346AFA9383}"/>
                </a:ext>
              </a:extLst>
            </p:cNvPr>
            <p:cNvSpPr txBox="1"/>
            <p:nvPr/>
          </p:nvSpPr>
          <p:spPr>
            <a:xfrm>
              <a:off x="156160" y="4937327"/>
              <a:ext cx="1153906" cy="369332"/>
            </a:xfrm>
            <a:prstGeom prst="rect">
              <a:avLst/>
            </a:prstGeom>
            <a:noFill/>
          </p:spPr>
          <p:txBody>
            <a:bodyPr wrap="none" rtlCol="0">
              <a:spAutoFit/>
            </a:bodyPr>
            <a:lstStyle/>
            <a:p>
              <a:r>
                <a:rPr lang="en-US" dirty="0"/>
                <a:t>Product B</a:t>
              </a:r>
            </a:p>
          </p:txBody>
        </p:sp>
        <p:sp>
          <p:nvSpPr>
            <p:cNvPr id="54" name="TextBox 53">
              <a:extLst>
                <a:ext uri="{FF2B5EF4-FFF2-40B4-BE49-F238E27FC236}">
                  <a16:creationId xmlns:a16="http://schemas.microsoft.com/office/drawing/2014/main" id="{41A03933-545E-57DD-A058-7C59BF1F7B33}"/>
                </a:ext>
              </a:extLst>
            </p:cNvPr>
            <p:cNvSpPr txBox="1"/>
            <p:nvPr/>
          </p:nvSpPr>
          <p:spPr>
            <a:xfrm>
              <a:off x="1088960" y="3310791"/>
              <a:ext cx="1015021"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Catalysis</a:t>
              </a:r>
            </a:p>
          </p:txBody>
        </p:sp>
        <p:sp>
          <p:nvSpPr>
            <p:cNvPr id="58" name="TextBox 57">
              <a:extLst>
                <a:ext uri="{FF2B5EF4-FFF2-40B4-BE49-F238E27FC236}">
                  <a16:creationId xmlns:a16="http://schemas.microsoft.com/office/drawing/2014/main" id="{9621569A-7F9D-931D-2E54-C3092BA0840F}"/>
                </a:ext>
              </a:extLst>
            </p:cNvPr>
            <p:cNvSpPr txBox="1"/>
            <p:nvPr/>
          </p:nvSpPr>
          <p:spPr>
            <a:xfrm>
              <a:off x="133958" y="2226075"/>
              <a:ext cx="1268296"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Reaction</a:t>
              </a:r>
              <a:endParaRPr lang="en-US" sz="2000" b="1" dirty="0">
                <a:ln/>
                <a:solidFill>
                  <a:srgbClr val="000000"/>
                </a:solidFill>
                <a:latin typeface="Arial"/>
                <a:cs typeface="Arial"/>
                <a:sym typeface="Arial"/>
                <a:rtl val="0"/>
              </a:endParaRPr>
            </a:p>
          </p:txBody>
        </p:sp>
        <p:cxnSp>
          <p:nvCxnSpPr>
            <p:cNvPr id="35" name="Straight Arrow Connector 34">
              <a:extLst>
                <a:ext uri="{FF2B5EF4-FFF2-40B4-BE49-F238E27FC236}">
                  <a16:creationId xmlns:a16="http://schemas.microsoft.com/office/drawing/2014/main" id="{4470E8DB-4598-C029-CF47-67BCB787F096}"/>
                </a:ext>
              </a:extLst>
            </p:cNvPr>
            <p:cNvCxnSpPr>
              <a:cxnSpLocks/>
            </p:cNvCxnSpPr>
            <p:nvPr/>
          </p:nvCxnSpPr>
          <p:spPr>
            <a:xfrm flipH="1" flipV="1">
              <a:off x="1085436" y="3860024"/>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2547184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5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5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4"/>
                                        </p:tgtEl>
                                        <p:attrNameLst>
                                          <p:attrName>style.visibility</p:attrName>
                                        </p:attrNameLst>
                                      </p:cBhvr>
                                      <p:to>
                                        <p:strVal val="visible"/>
                                      </p:to>
                                    </p:set>
                                    <p:animEffect transition="in" filter="fade">
                                      <p:cBhvr>
                                        <p:cTn id="17"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FFB574-C76A-E7CD-AFDD-F5309BC35969}"/>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BC70A484-7A19-5FA7-B81E-BAA71A63818B}"/>
              </a:ext>
            </a:extLst>
          </p:cNvPr>
          <p:cNvPicPr>
            <a:picLocks noChangeAspect="1"/>
          </p:cNvPicPr>
          <p:nvPr/>
        </p:nvPicPr>
        <p:blipFill>
          <a:blip r:embed="rId3"/>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21434B7D-9CFF-BCFF-D051-141DB4C8154E}"/>
              </a:ext>
            </a:extLst>
          </p:cNvPr>
          <p:cNvSpPr txBox="1"/>
          <p:nvPr/>
        </p:nvSpPr>
        <p:spPr>
          <a:xfrm>
            <a:off x="10486368" y="2276987"/>
            <a:ext cx="651140"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B79B00DC-7658-D133-51F9-22A28EEB3101}"/>
              </a:ext>
            </a:extLst>
          </p:cNvPr>
          <p:cNvPicPr>
            <a:picLocks noChangeAspect="1"/>
          </p:cNvPicPr>
          <p:nvPr/>
        </p:nvPicPr>
        <p:blipFill>
          <a:blip r:embed="rId4"/>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E2817976-D083-18E5-F85D-782D3BCFB099}"/>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D3E429C7-6DB9-555D-6835-B5407AB4EBA7}"/>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D1162FDA-7573-9243-165F-C433CB284A30}"/>
              </a:ext>
            </a:extLst>
          </p:cNvPr>
          <p:cNvSpPr txBox="1"/>
          <p:nvPr/>
        </p:nvSpPr>
        <p:spPr>
          <a:xfrm>
            <a:off x="2280481" y="2574593"/>
            <a:ext cx="1154483"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Enzyme</a:t>
            </a:r>
            <a:endParaRPr lang="en-US" sz="2000" b="1" dirty="0">
              <a:ln/>
              <a:solidFill>
                <a:srgbClr val="000000"/>
              </a:solidFill>
              <a:latin typeface="Arial"/>
              <a:cs typeface="Arial"/>
              <a:sym typeface="Arial"/>
              <a:rtl val="0"/>
            </a:endParaRPr>
          </a:p>
        </p:txBody>
      </p:sp>
      <p:sp>
        <p:nvSpPr>
          <p:cNvPr id="3" name="Title 1">
            <a:extLst>
              <a:ext uri="{FF2B5EF4-FFF2-40B4-BE49-F238E27FC236}">
                <a16:creationId xmlns:a16="http://schemas.microsoft.com/office/drawing/2014/main" id="{095B31BD-CEB3-1088-16F2-50505DD54D76}"/>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F24CC49D-3C97-D1AC-7932-10EA9DE42F73}"/>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20</a:t>
            </a:fld>
            <a:endParaRPr lang="en-US"/>
          </a:p>
        </p:txBody>
      </p:sp>
      <p:cxnSp>
        <p:nvCxnSpPr>
          <p:cNvPr id="42" name="Straight Arrow Connector 41">
            <a:extLst>
              <a:ext uri="{FF2B5EF4-FFF2-40B4-BE49-F238E27FC236}">
                <a16:creationId xmlns:a16="http://schemas.microsoft.com/office/drawing/2014/main" id="{FD0BECE2-F252-F8F9-B0EA-8DBA29195211}"/>
              </a:ext>
            </a:extLst>
          </p:cNvPr>
          <p:cNvCxnSpPr>
            <a:cxnSpLocks/>
          </p:cNvCxnSpPr>
          <p:nvPr/>
        </p:nvCxnSpPr>
        <p:spPr>
          <a:xfrm flipH="1" flipV="1">
            <a:off x="4098253" y="3836762"/>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086A7CF8-25DE-4EAC-68C6-3955A33DB625}"/>
              </a:ext>
            </a:extLst>
          </p:cNvPr>
          <p:cNvSpPr txBox="1"/>
          <p:nvPr/>
        </p:nvSpPr>
        <p:spPr>
          <a:xfrm>
            <a:off x="4062891" y="3378905"/>
            <a:ext cx="1190134"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Translation</a:t>
            </a:r>
          </a:p>
        </p:txBody>
      </p:sp>
      <p:sp>
        <p:nvSpPr>
          <p:cNvPr id="48" name="TextBox 47">
            <a:extLst>
              <a:ext uri="{FF2B5EF4-FFF2-40B4-BE49-F238E27FC236}">
                <a16:creationId xmlns:a16="http://schemas.microsoft.com/office/drawing/2014/main" id="{E410A8B1-503F-C029-AC59-A64FF67A6C9F}"/>
              </a:ext>
            </a:extLst>
          </p:cNvPr>
          <p:cNvSpPr txBox="1"/>
          <p:nvPr/>
        </p:nvSpPr>
        <p:spPr>
          <a:xfrm>
            <a:off x="142321" y="2751008"/>
            <a:ext cx="1329018" cy="369332"/>
          </a:xfrm>
          <a:prstGeom prst="rect">
            <a:avLst/>
          </a:prstGeom>
          <a:noFill/>
        </p:spPr>
        <p:txBody>
          <a:bodyPr wrap="none" rtlCol="0">
            <a:spAutoFit/>
          </a:bodyPr>
          <a:lstStyle/>
          <a:p>
            <a:r>
              <a:rPr lang="en-US" dirty="0"/>
              <a:t>Substrate A</a:t>
            </a:r>
          </a:p>
        </p:txBody>
      </p:sp>
      <p:cxnSp>
        <p:nvCxnSpPr>
          <p:cNvPr id="50" name="Straight Arrow Connector 49">
            <a:extLst>
              <a:ext uri="{FF2B5EF4-FFF2-40B4-BE49-F238E27FC236}">
                <a16:creationId xmlns:a16="http://schemas.microsoft.com/office/drawing/2014/main" id="{6C647935-4681-8B2E-BA56-393DEC2BC2DF}"/>
              </a:ext>
            </a:extLst>
          </p:cNvPr>
          <p:cNvCxnSpPr/>
          <p:nvPr/>
        </p:nvCxnSpPr>
        <p:spPr>
          <a:xfrm>
            <a:off x="711200" y="3310791"/>
            <a:ext cx="0" cy="15017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2B4F713F-7600-DAA3-3622-7671EC08799C}"/>
              </a:ext>
            </a:extLst>
          </p:cNvPr>
          <p:cNvSpPr txBox="1"/>
          <p:nvPr/>
        </p:nvSpPr>
        <p:spPr>
          <a:xfrm>
            <a:off x="156160" y="4937327"/>
            <a:ext cx="1153906" cy="369332"/>
          </a:xfrm>
          <a:prstGeom prst="rect">
            <a:avLst/>
          </a:prstGeom>
          <a:noFill/>
        </p:spPr>
        <p:txBody>
          <a:bodyPr wrap="none" rtlCol="0">
            <a:spAutoFit/>
          </a:bodyPr>
          <a:lstStyle/>
          <a:p>
            <a:r>
              <a:rPr lang="en-US" dirty="0"/>
              <a:t>Product B</a:t>
            </a:r>
          </a:p>
        </p:txBody>
      </p:sp>
      <p:sp>
        <p:nvSpPr>
          <p:cNvPr id="54" name="TextBox 53">
            <a:extLst>
              <a:ext uri="{FF2B5EF4-FFF2-40B4-BE49-F238E27FC236}">
                <a16:creationId xmlns:a16="http://schemas.microsoft.com/office/drawing/2014/main" id="{33708E13-2100-AB11-EA74-8931B334D0E0}"/>
              </a:ext>
            </a:extLst>
          </p:cNvPr>
          <p:cNvSpPr txBox="1"/>
          <p:nvPr/>
        </p:nvSpPr>
        <p:spPr>
          <a:xfrm>
            <a:off x="1088960" y="3310791"/>
            <a:ext cx="1015021"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Catalysis</a:t>
            </a:r>
          </a:p>
        </p:txBody>
      </p:sp>
      <p:cxnSp>
        <p:nvCxnSpPr>
          <p:cNvPr id="55" name="Straight Arrow Connector 54">
            <a:extLst>
              <a:ext uri="{FF2B5EF4-FFF2-40B4-BE49-F238E27FC236}">
                <a16:creationId xmlns:a16="http://schemas.microsoft.com/office/drawing/2014/main" id="{4C3B0A05-8D4E-6623-39BB-2840DA674C32}"/>
              </a:ext>
            </a:extLst>
          </p:cNvPr>
          <p:cNvCxnSpPr>
            <a:cxnSpLocks/>
          </p:cNvCxnSpPr>
          <p:nvPr/>
        </p:nvCxnSpPr>
        <p:spPr>
          <a:xfrm flipH="1">
            <a:off x="3860800" y="4402017"/>
            <a:ext cx="1394288" cy="1132533"/>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9C38C387-C162-A406-1647-1321B83B5215}"/>
              </a:ext>
            </a:extLst>
          </p:cNvPr>
          <p:cNvSpPr txBox="1"/>
          <p:nvPr/>
        </p:nvSpPr>
        <p:spPr>
          <a:xfrm>
            <a:off x="133958" y="2226075"/>
            <a:ext cx="1268296"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Reaction</a:t>
            </a:r>
            <a:endParaRPr lang="en-US" sz="2000" b="1" dirty="0">
              <a:ln/>
              <a:solidFill>
                <a:srgbClr val="000000"/>
              </a:solidFill>
              <a:latin typeface="Arial"/>
              <a:cs typeface="Arial"/>
              <a:sym typeface="Arial"/>
              <a:rtl val="0"/>
            </a:endParaRPr>
          </a:p>
        </p:txBody>
      </p:sp>
      <p:pic>
        <p:nvPicPr>
          <p:cNvPr id="60" name="Picture 59" descr="Protein folding and denaturation (article) | Khan Academy">
            <a:extLst>
              <a:ext uri="{FF2B5EF4-FFF2-40B4-BE49-F238E27FC236}">
                <a16:creationId xmlns:a16="http://schemas.microsoft.com/office/drawing/2014/main" id="{6BCD89BF-AE70-98D9-4BCA-D362F5095562}"/>
              </a:ext>
            </a:extLst>
          </p:cNvPr>
          <p:cNvPicPr>
            <a:picLocks noChangeAspect="1"/>
          </p:cNvPicPr>
          <p:nvPr/>
        </p:nvPicPr>
        <p:blipFill>
          <a:blip r:embed="rId5"/>
          <a:srcRect l="54929" t="9815" b="18889"/>
          <a:stretch>
            <a:fillRect/>
          </a:stretch>
        </p:blipFill>
        <p:spPr>
          <a:xfrm rot="5400000">
            <a:off x="2314854" y="4971773"/>
            <a:ext cx="1436129" cy="1255712"/>
          </a:xfrm>
          <a:prstGeom prst="rect">
            <a:avLst/>
          </a:prstGeom>
        </p:spPr>
      </p:pic>
      <p:grpSp>
        <p:nvGrpSpPr>
          <p:cNvPr id="38" name="Group 37">
            <a:extLst>
              <a:ext uri="{FF2B5EF4-FFF2-40B4-BE49-F238E27FC236}">
                <a16:creationId xmlns:a16="http://schemas.microsoft.com/office/drawing/2014/main" id="{23EB2E50-E721-9FA0-D0E1-F39D50509D71}"/>
              </a:ext>
            </a:extLst>
          </p:cNvPr>
          <p:cNvGrpSpPr/>
          <p:nvPr/>
        </p:nvGrpSpPr>
        <p:grpSpPr>
          <a:xfrm>
            <a:off x="5236576" y="2253624"/>
            <a:ext cx="2409425" cy="2083632"/>
            <a:chOff x="5236576" y="2253624"/>
            <a:chExt cx="2409425" cy="2083632"/>
          </a:xfrm>
        </p:grpSpPr>
        <p:pic>
          <p:nvPicPr>
            <p:cNvPr id="2" name="Picture 1" descr="RNA related vector icon. RNA sign. Isolated on white background. Editable vector illustration Stock Vector Image &amp; Art - Alamy">
              <a:extLst>
                <a:ext uri="{FF2B5EF4-FFF2-40B4-BE49-F238E27FC236}">
                  <a16:creationId xmlns:a16="http://schemas.microsoft.com/office/drawing/2014/main" id="{B2C6E61F-7382-D98E-2675-584EFD6204AD}"/>
                </a:ext>
              </a:extLst>
            </p:cNvPr>
            <p:cNvPicPr>
              <a:picLocks noChangeAspect="1"/>
            </p:cNvPicPr>
            <p:nvPr/>
          </p:nvPicPr>
          <p:blipFill>
            <a:blip r:embed="rId6"/>
            <a:srcRect l="35275" t="15265" r="22388" b="22407"/>
            <a:stretch>
              <a:fillRect/>
            </a:stretch>
          </p:blipFill>
          <p:spPr>
            <a:xfrm rot="19474698">
              <a:off x="5426623" y="2959865"/>
              <a:ext cx="875192" cy="1377391"/>
            </a:xfrm>
            <a:prstGeom prst="rect">
              <a:avLst/>
            </a:prstGeom>
          </p:spPr>
        </p:pic>
        <p:sp>
          <p:nvSpPr>
            <p:cNvPr id="39" name="TextBox 38">
              <a:extLst>
                <a:ext uri="{FF2B5EF4-FFF2-40B4-BE49-F238E27FC236}">
                  <a16:creationId xmlns:a16="http://schemas.microsoft.com/office/drawing/2014/main" id="{FAA13E1B-DBB4-883F-52E3-A9D0E3C92196}"/>
                </a:ext>
              </a:extLst>
            </p:cNvPr>
            <p:cNvSpPr txBox="1"/>
            <p:nvPr/>
          </p:nvSpPr>
          <p:spPr>
            <a:xfrm>
              <a:off x="5236576" y="2253624"/>
              <a:ext cx="1003801" cy="584775"/>
            </a:xfrm>
            <a:prstGeom prst="rect">
              <a:avLst/>
            </a:prstGeom>
            <a:noFill/>
          </p:spPr>
          <p:txBody>
            <a:bodyPr wrap="none" rtlCol="0">
              <a:spAutoFit/>
            </a:bodyPr>
            <a:lstStyle/>
            <a:p>
              <a:pPr algn="ctr"/>
              <a:r>
                <a:rPr lang="en-US" sz="1600" dirty="0">
                  <a:ln/>
                  <a:solidFill>
                    <a:srgbClr val="000000"/>
                  </a:solidFill>
                  <a:latin typeface="Arial"/>
                  <a:cs typeface="Arial"/>
                  <a:sym typeface="Arial"/>
                  <a:rtl val="0"/>
                </a:rPr>
                <a:t>RNA</a:t>
              </a:r>
            </a:p>
            <a:p>
              <a:pPr algn="ctr"/>
              <a:r>
                <a:rPr lang="en-US" sz="1600" dirty="0">
                  <a:ln/>
                  <a:solidFill>
                    <a:srgbClr val="000000"/>
                  </a:solidFill>
                  <a:latin typeface="Arial"/>
                  <a:cs typeface="Arial"/>
                  <a:sym typeface="Arial"/>
                  <a:rtl val="0"/>
                </a:rPr>
                <a:t>molecule</a:t>
              </a:r>
            </a:p>
          </p:txBody>
        </p:sp>
        <p:sp>
          <p:nvSpPr>
            <p:cNvPr id="41" name="TextBox 40">
              <a:extLst>
                <a:ext uri="{FF2B5EF4-FFF2-40B4-BE49-F238E27FC236}">
                  <a16:creationId xmlns:a16="http://schemas.microsoft.com/office/drawing/2014/main" id="{9DAF3D02-4A45-BDA2-791A-ABC45F69DCB9}"/>
                </a:ext>
              </a:extLst>
            </p:cNvPr>
            <p:cNvSpPr txBox="1"/>
            <p:nvPr/>
          </p:nvSpPr>
          <p:spPr>
            <a:xfrm>
              <a:off x="6284346" y="3422873"/>
              <a:ext cx="1361655"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Transcription</a:t>
              </a:r>
            </a:p>
          </p:txBody>
        </p:sp>
        <p:cxnSp>
          <p:nvCxnSpPr>
            <p:cNvPr id="34" name="Straight Arrow Connector 33">
              <a:extLst>
                <a:ext uri="{FF2B5EF4-FFF2-40B4-BE49-F238E27FC236}">
                  <a16:creationId xmlns:a16="http://schemas.microsoft.com/office/drawing/2014/main" id="{91AC8FCE-F56B-D171-6346-68BC60A8F9D4}"/>
                </a:ext>
              </a:extLst>
            </p:cNvPr>
            <p:cNvCxnSpPr>
              <a:cxnSpLocks/>
            </p:cNvCxnSpPr>
            <p:nvPr/>
          </p:nvCxnSpPr>
          <p:spPr>
            <a:xfrm flipH="1" flipV="1">
              <a:off x="6484888" y="3849922"/>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grpSp>
      <p:cxnSp>
        <p:nvCxnSpPr>
          <p:cNvPr id="35" name="Straight Arrow Connector 34">
            <a:extLst>
              <a:ext uri="{FF2B5EF4-FFF2-40B4-BE49-F238E27FC236}">
                <a16:creationId xmlns:a16="http://schemas.microsoft.com/office/drawing/2014/main" id="{CEDF400A-C02D-84AC-5FAE-F6A461225C11}"/>
              </a:ext>
            </a:extLst>
          </p:cNvPr>
          <p:cNvCxnSpPr>
            <a:cxnSpLocks/>
          </p:cNvCxnSpPr>
          <p:nvPr/>
        </p:nvCxnSpPr>
        <p:spPr>
          <a:xfrm flipH="1" flipV="1">
            <a:off x="1085436" y="3860024"/>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4" name="Cross 3">
            <a:extLst>
              <a:ext uri="{FF2B5EF4-FFF2-40B4-BE49-F238E27FC236}">
                <a16:creationId xmlns:a16="http://schemas.microsoft.com/office/drawing/2014/main" id="{53276CB6-1530-6AB9-979B-94DB8B98705E}"/>
              </a:ext>
            </a:extLst>
          </p:cNvPr>
          <p:cNvSpPr/>
          <p:nvPr/>
        </p:nvSpPr>
        <p:spPr>
          <a:xfrm rot="3132553">
            <a:off x="1181028" y="3344506"/>
            <a:ext cx="914400" cy="914400"/>
          </a:xfrm>
          <a:prstGeom prst="plus">
            <a:avLst>
              <a:gd name="adj" fmla="val 40278"/>
            </a:avLst>
          </a:prstGeom>
          <a:solidFill>
            <a:srgbClr val="C00000">
              <a:alpha val="32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Protein folding and denaturation (article) | Khan Academy">
            <a:extLst>
              <a:ext uri="{FF2B5EF4-FFF2-40B4-BE49-F238E27FC236}">
                <a16:creationId xmlns:a16="http://schemas.microsoft.com/office/drawing/2014/main" id="{00010E4C-7FE1-255D-6620-429E6280D633}"/>
              </a:ext>
            </a:extLst>
          </p:cNvPr>
          <p:cNvPicPr>
            <a:picLocks noChangeAspect="1"/>
          </p:cNvPicPr>
          <p:nvPr/>
        </p:nvPicPr>
        <p:blipFill>
          <a:blip r:embed="rId5"/>
          <a:srcRect r="60237" b="14179"/>
          <a:stretch>
            <a:fillRect/>
          </a:stretch>
        </p:blipFill>
        <p:spPr>
          <a:xfrm rot="5400000">
            <a:off x="2444360" y="3009013"/>
            <a:ext cx="1267034" cy="1511525"/>
          </a:xfrm>
          <a:prstGeom prst="rect">
            <a:avLst/>
          </a:prstGeom>
        </p:spPr>
      </p:pic>
      <p:cxnSp>
        <p:nvCxnSpPr>
          <p:cNvPr id="8" name="Straight Arrow Connector 7">
            <a:extLst>
              <a:ext uri="{FF2B5EF4-FFF2-40B4-BE49-F238E27FC236}">
                <a16:creationId xmlns:a16="http://schemas.microsoft.com/office/drawing/2014/main" id="{72C37906-A1F6-D614-12EC-0E67D42350BE}"/>
              </a:ext>
            </a:extLst>
          </p:cNvPr>
          <p:cNvCxnSpPr>
            <a:cxnSpLocks/>
            <a:endCxn id="60" idx="1"/>
          </p:cNvCxnSpPr>
          <p:nvPr/>
        </p:nvCxnSpPr>
        <p:spPr>
          <a:xfrm>
            <a:off x="2946400" y="4398293"/>
            <a:ext cx="0" cy="48327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92565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4D46F-C393-9AD7-82B1-D82BD6876AA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06A793A0-DEB8-0E55-202B-B134F8039626}"/>
              </a:ext>
            </a:extLst>
          </p:cNvPr>
          <p:cNvPicPr>
            <a:picLocks noChangeAspect="1"/>
          </p:cNvPicPr>
          <p:nvPr/>
        </p:nvPicPr>
        <p:blipFill>
          <a:blip r:embed="rId3"/>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4EA0FF82-A691-7E62-A9B1-625FE988876F}"/>
              </a:ext>
            </a:extLst>
          </p:cNvPr>
          <p:cNvSpPr txBox="1"/>
          <p:nvPr/>
        </p:nvSpPr>
        <p:spPr>
          <a:xfrm>
            <a:off x="10486368" y="2276987"/>
            <a:ext cx="651140"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3B4B7424-A1AF-94B0-3DCC-AFB5A224F398}"/>
              </a:ext>
            </a:extLst>
          </p:cNvPr>
          <p:cNvPicPr>
            <a:picLocks noChangeAspect="1"/>
          </p:cNvPicPr>
          <p:nvPr/>
        </p:nvPicPr>
        <p:blipFill>
          <a:blip r:embed="rId4"/>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3931F939-D1D5-5559-7773-12A904C53D7A}"/>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7DBD14E-7AAF-240C-B93A-8A2E3E6D2892}"/>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62" name="Group 61">
            <a:extLst>
              <a:ext uri="{FF2B5EF4-FFF2-40B4-BE49-F238E27FC236}">
                <a16:creationId xmlns:a16="http://schemas.microsoft.com/office/drawing/2014/main" id="{647EA34F-5427-5893-AA83-7CF598D73160}"/>
              </a:ext>
            </a:extLst>
          </p:cNvPr>
          <p:cNvGrpSpPr/>
          <p:nvPr/>
        </p:nvGrpSpPr>
        <p:grpSpPr>
          <a:xfrm rot="5400000">
            <a:off x="4423929" y="1375784"/>
            <a:ext cx="929932" cy="775626"/>
            <a:chOff x="583890" y="-94136"/>
            <a:chExt cx="929932" cy="775626"/>
          </a:xfrm>
        </p:grpSpPr>
        <p:pic>
          <p:nvPicPr>
            <p:cNvPr id="5" name="Picture 4">
              <a:extLst>
                <a:ext uri="{FF2B5EF4-FFF2-40B4-BE49-F238E27FC236}">
                  <a16:creationId xmlns:a16="http://schemas.microsoft.com/office/drawing/2014/main" id="{14CC0158-A75C-BA61-368B-D7DAEE9E72CE}"/>
                </a:ext>
              </a:extLst>
            </p:cNvPr>
            <p:cNvPicPr>
              <a:picLocks noChangeAspect="1"/>
            </p:cNvPicPr>
            <p:nvPr/>
          </p:nvPicPr>
          <p:blipFill>
            <a:blip r:embed="rId5"/>
            <a:srcRect l="25538" t="6542" r="31911" b="10234"/>
            <a:stretch>
              <a:fillRect/>
            </a:stretch>
          </p:blipFill>
          <p:spPr>
            <a:xfrm rot="9842333">
              <a:off x="906610" y="218803"/>
              <a:ext cx="354848" cy="462687"/>
            </a:xfrm>
            <a:prstGeom prst="rect">
              <a:avLst/>
            </a:prstGeom>
          </p:spPr>
        </p:pic>
        <p:pic>
          <p:nvPicPr>
            <p:cNvPr id="9" name="Picture 8">
              <a:extLst>
                <a:ext uri="{FF2B5EF4-FFF2-40B4-BE49-F238E27FC236}">
                  <a16:creationId xmlns:a16="http://schemas.microsoft.com/office/drawing/2014/main" id="{F63E3D35-3C6B-24DE-AF13-5C20E8F28C96}"/>
                </a:ext>
              </a:extLst>
            </p:cNvPr>
            <p:cNvPicPr>
              <a:picLocks noChangeAspect="1"/>
            </p:cNvPicPr>
            <p:nvPr/>
          </p:nvPicPr>
          <p:blipFill>
            <a:blip r:embed="rId5"/>
            <a:srcRect l="25538" t="6542" r="31911" b="10234"/>
            <a:stretch>
              <a:fillRect/>
            </a:stretch>
          </p:blipFill>
          <p:spPr>
            <a:xfrm rot="9842333">
              <a:off x="1158974" y="-94136"/>
              <a:ext cx="354848" cy="462687"/>
            </a:xfrm>
            <a:prstGeom prst="rect">
              <a:avLst/>
            </a:prstGeom>
          </p:spPr>
        </p:pic>
        <p:pic>
          <p:nvPicPr>
            <p:cNvPr id="10" name="Picture 9">
              <a:extLst>
                <a:ext uri="{FF2B5EF4-FFF2-40B4-BE49-F238E27FC236}">
                  <a16:creationId xmlns:a16="http://schemas.microsoft.com/office/drawing/2014/main" id="{0C66A496-D009-07D2-2185-D84C1CD18D72}"/>
                </a:ext>
              </a:extLst>
            </p:cNvPr>
            <p:cNvPicPr>
              <a:picLocks noChangeAspect="1"/>
            </p:cNvPicPr>
            <p:nvPr/>
          </p:nvPicPr>
          <p:blipFill>
            <a:blip r:embed="rId5"/>
            <a:srcRect l="25538" t="6542" r="31911" b="10234"/>
            <a:stretch>
              <a:fillRect/>
            </a:stretch>
          </p:blipFill>
          <p:spPr>
            <a:xfrm rot="9842333">
              <a:off x="583890" y="98442"/>
              <a:ext cx="354848" cy="462687"/>
            </a:xfrm>
            <a:prstGeom prst="rect">
              <a:avLst/>
            </a:prstGeom>
          </p:spPr>
        </p:pic>
        <p:pic>
          <p:nvPicPr>
            <p:cNvPr id="11" name="Picture 10">
              <a:extLst>
                <a:ext uri="{FF2B5EF4-FFF2-40B4-BE49-F238E27FC236}">
                  <a16:creationId xmlns:a16="http://schemas.microsoft.com/office/drawing/2014/main" id="{898370A0-3B7E-D72A-EC4D-B96C460C3660}"/>
                </a:ext>
              </a:extLst>
            </p:cNvPr>
            <p:cNvPicPr>
              <a:picLocks noChangeAspect="1"/>
            </p:cNvPicPr>
            <p:nvPr/>
          </p:nvPicPr>
          <p:blipFill>
            <a:blip r:embed="rId5"/>
            <a:srcRect l="25538" t="6542" r="31911" b="10234"/>
            <a:stretch>
              <a:fillRect/>
            </a:stretch>
          </p:blipFill>
          <p:spPr>
            <a:xfrm rot="9842333">
              <a:off x="888484" y="-81377"/>
              <a:ext cx="354848" cy="462687"/>
            </a:xfrm>
            <a:prstGeom prst="rect">
              <a:avLst/>
            </a:prstGeom>
          </p:spPr>
        </p:pic>
      </p:grpSp>
      <p:grpSp>
        <p:nvGrpSpPr>
          <p:cNvPr id="61" name="Group 60">
            <a:extLst>
              <a:ext uri="{FF2B5EF4-FFF2-40B4-BE49-F238E27FC236}">
                <a16:creationId xmlns:a16="http://schemas.microsoft.com/office/drawing/2014/main" id="{605CD086-20EF-8776-5550-053E6124BCC0}"/>
              </a:ext>
            </a:extLst>
          </p:cNvPr>
          <p:cNvGrpSpPr/>
          <p:nvPr/>
        </p:nvGrpSpPr>
        <p:grpSpPr>
          <a:xfrm rot="4130755">
            <a:off x="3777528" y="2107011"/>
            <a:ext cx="503836" cy="1038348"/>
            <a:chOff x="1562125" y="646334"/>
            <a:chExt cx="503836" cy="1038348"/>
          </a:xfrm>
        </p:grpSpPr>
        <p:sp>
          <p:nvSpPr>
            <p:cNvPr id="8" name="Freeform: Shape 7">
              <a:extLst>
                <a:ext uri="{FF2B5EF4-FFF2-40B4-BE49-F238E27FC236}">
                  <a16:creationId xmlns:a16="http://schemas.microsoft.com/office/drawing/2014/main" id="{93ADF741-6B95-14CA-2E0A-CA2FD22EF818}"/>
                </a:ext>
              </a:extLst>
            </p:cNvPr>
            <p:cNvSpPr/>
            <p:nvPr/>
          </p:nvSpPr>
          <p:spPr>
            <a:xfrm rot="3269968" flipV="1">
              <a:off x="1310379" y="1127408"/>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2" name="Freeform: Shape 11">
              <a:extLst>
                <a:ext uri="{FF2B5EF4-FFF2-40B4-BE49-F238E27FC236}">
                  <a16:creationId xmlns:a16="http://schemas.microsoft.com/office/drawing/2014/main" id="{E7FCF43A-FFC1-ED7F-3A27-D81DEF2E9211}"/>
                </a:ext>
              </a:extLst>
            </p:cNvPr>
            <p:cNvSpPr/>
            <p:nvPr/>
          </p:nvSpPr>
          <p:spPr>
            <a:xfrm rot="3269968" flipV="1">
              <a:off x="1615088" y="994589"/>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0750FB9A-D085-42B1-A26E-A48DBBF027CE}"/>
                </a:ext>
              </a:extLst>
            </p:cNvPr>
            <p:cNvSpPr/>
            <p:nvPr/>
          </p:nvSpPr>
          <p:spPr>
            <a:xfrm rot="3269968" flipV="1">
              <a:off x="1217693" y="1216531"/>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grpSp>
      <p:sp>
        <p:nvSpPr>
          <p:cNvPr id="14" name="TextBox 13">
            <a:extLst>
              <a:ext uri="{FF2B5EF4-FFF2-40B4-BE49-F238E27FC236}">
                <a16:creationId xmlns:a16="http://schemas.microsoft.com/office/drawing/2014/main" id="{4B36A6B0-F8E8-3BE8-083F-244F6101828F}"/>
              </a:ext>
            </a:extLst>
          </p:cNvPr>
          <p:cNvSpPr txBox="1"/>
          <p:nvPr/>
        </p:nvSpPr>
        <p:spPr>
          <a:xfrm>
            <a:off x="5031340" y="1026518"/>
            <a:ext cx="1762149" cy="369332"/>
          </a:xfrm>
          <a:prstGeom prst="rect">
            <a:avLst/>
          </a:prstGeom>
          <a:noFill/>
        </p:spPr>
        <p:txBody>
          <a:bodyPr wrap="none" rtlCol="0">
            <a:spAutoFit/>
          </a:bodyPr>
          <a:lstStyle/>
          <a:p>
            <a:r>
              <a:rPr lang="en-US" dirty="0">
                <a:ln/>
                <a:solidFill>
                  <a:srgbClr val="000000"/>
                </a:solidFill>
                <a:latin typeface="Arial"/>
                <a:cs typeface="Arial"/>
                <a:sym typeface="Arial"/>
                <a:rtl val="0"/>
              </a:rPr>
              <a:t>  </a:t>
            </a:r>
            <a:r>
              <a:rPr lang="en-US" spc="0" baseline="0" dirty="0">
                <a:ln/>
                <a:solidFill>
                  <a:srgbClr val="000000"/>
                </a:solidFill>
                <a:latin typeface="Arial"/>
                <a:cs typeface="Arial"/>
                <a:sym typeface="Arial"/>
                <a:rtl val="0"/>
              </a:rPr>
              <a:t>Antenna Array</a:t>
            </a:r>
            <a:endParaRPr lang="en-US"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C9D61AD1-73FE-9876-E8C1-0B74B0BB7D87}"/>
              </a:ext>
            </a:extLst>
          </p:cNvPr>
          <p:cNvSpPr txBox="1"/>
          <p:nvPr/>
        </p:nvSpPr>
        <p:spPr>
          <a:xfrm>
            <a:off x="2604067" y="1078030"/>
            <a:ext cx="1556965" cy="707886"/>
          </a:xfrm>
          <a:prstGeom prst="rect">
            <a:avLst/>
          </a:prstGeom>
          <a:noFill/>
        </p:spPr>
        <p:txBody>
          <a:bodyPr wrap="none" rtlCol="0">
            <a:spAutoFit/>
          </a:bodyPr>
          <a:lstStyle/>
          <a:p>
            <a:r>
              <a:rPr lang="en-US" sz="2000" b="1" dirty="0">
                <a:ln/>
                <a:solidFill>
                  <a:srgbClr val="000000"/>
                </a:solidFill>
                <a:latin typeface="Arial"/>
                <a:cs typeface="Arial"/>
                <a:sym typeface="Arial"/>
                <a:rtl val="0"/>
              </a:rPr>
              <a:t>  </a:t>
            </a:r>
            <a:r>
              <a:rPr lang="en-US" sz="2000" b="1" spc="0" baseline="0" dirty="0">
                <a:ln/>
                <a:solidFill>
                  <a:srgbClr val="000000"/>
                </a:solidFill>
                <a:latin typeface="Arial"/>
                <a:cs typeface="Arial"/>
                <a:sym typeface="Arial"/>
                <a:rtl val="0"/>
              </a:rPr>
              <a:t>Terahertz</a:t>
            </a:r>
          </a:p>
          <a:p>
            <a:pPr algn="ctr"/>
            <a:r>
              <a:rPr lang="en-US" sz="2000" b="1" dirty="0">
                <a:ln/>
                <a:solidFill>
                  <a:srgbClr val="000000"/>
                </a:solidFill>
                <a:latin typeface="Arial"/>
                <a:cs typeface="Arial"/>
                <a:sym typeface="Arial"/>
                <a:rtl val="0"/>
              </a:rPr>
              <a:t>Waveforms</a:t>
            </a:r>
          </a:p>
        </p:txBody>
      </p:sp>
      <p:sp>
        <p:nvSpPr>
          <p:cNvPr id="30" name="TextBox 29">
            <a:extLst>
              <a:ext uri="{FF2B5EF4-FFF2-40B4-BE49-F238E27FC236}">
                <a16:creationId xmlns:a16="http://schemas.microsoft.com/office/drawing/2014/main" id="{CEE85A82-4161-7DCA-D734-624AFDE557E7}"/>
              </a:ext>
            </a:extLst>
          </p:cNvPr>
          <p:cNvSpPr txBox="1"/>
          <p:nvPr/>
        </p:nvSpPr>
        <p:spPr>
          <a:xfrm>
            <a:off x="2280481" y="2574593"/>
            <a:ext cx="1154483"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Enzyme</a:t>
            </a:r>
            <a:endParaRPr lang="en-US" sz="2000" b="1" dirty="0">
              <a:ln/>
              <a:solidFill>
                <a:srgbClr val="000000"/>
              </a:solidFill>
              <a:latin typeface="Arial"/>
              <a:cs typeface="Arial"/>
              <a:sym typeface="Arial"/>
              <a:rtl val="0"/>
            </a:endParaRPr>
          </a:p>
        </p:txBody>
      </p:sp>
      <p:sp>
        <p:nvSpPr>
          <p:cNvPr id="3" name="Title 1">
            <a:extLst>
              <a:ext uri="{FF2B5EF4-FFF2-40B4-BE49-F238E27FC236}">
                <a16:creationId xmlns:a16="http://schemas.microsoft.com/office/drawing/2014/main" id="{B1410CA9-3B6A-0621-A424-24748EE552DD}"/>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F6DAF649-C617-7B35-062A-80853FFAE757}"/>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21</a:t>
            </a:fld>
            <a:endParaRPr lang="en-US"/>
          </a:p>
        </p:txBody>
      </p:sp>
      <p:pic>
        <p:nvPicPr>
          <p:cNvPr id="2" name="Picture 1" descr="RNA related vector icon. RNA sign. Isolated on white background. Editable vector illustration Stock Vector Image &amp; Art - Alamy">
            <a:extLst>
              <a:ext uri="{FF2B5EF4-FFF2-40B4-BE49-F238E27FC236}">
                <a16:creationId xmlns:a16="http://schemas.microsoft.com/office/drawing/2014/main" id="{07362544-6952-5475-BC96-81F4E3CE58F9}"/>
              </a:ext>
            </a:extLst>
          </p:cNvPr>
          <p:cNvPicPr>
            <a:picLocks noChangeAspect="1"/>
          </p:cNvPicPr>
          <p:nvPr/>
        </p:nvPicPr>
        <p:blipFill>
          <a:blip r:embed="rId6"/>
          <a:srcRect l="35275" t="15265" r="22388" b="22407"/>
          <a:stretch>
            <a:fillRect/>
          </a:stretch>
        </p:blipFill>
        <p:spPr>
          <a:xfrm rot="19474698">
            <a:off x="5426623" y="2959865"/>
            <a:ext cx="875192" cy="1377391"/>
          </a:xfrm>
          <a:prstGeom prst="rect">
            <a:avLst/>
          </a:prstGeom>
        </p:spPr>
      </p:pic>
      <p:sp>
        <p:nvSpPr>
          <p:cNvPr id="39" name="TextBox 38">
            <a:extLst>
              <a:ext uri="{FF2B5EF4-FFF2-40B4-BE49-F238E27FC236}">
                <a16:creationId xmlns:a16="http://schemas.microsoft.com/office/drawing/2014/main" id="{66FEEE94-D592-442C-F58E-A02F80B06CAE}"/>
              </a:ext>
            </a:extLst>
          </p:cNvPr>
          <p:cNvSpPr txBox="1"/>
          <p:nvPr/>
        </p:nvSpPr>
        <p:spPr>
          <a:xfrm>
            <a:off x="5236576" y="2253624"/>
            <a:ext cx="1003801" cy="584775"/>
          </a:xfrm>
          <a:prstGeom prst="rect">
            <a:avLst/>
          </a:prstGeom>
          <a:noFill/>
        </p:spPr>
        <p:txBody>
          <a:bodyPr wrap="none" rtlCol="0">
            <a:spAutoFit/>
          </a:bodyPr>
          <a:lstStyle/>
          <a:p>
            <a:pPr algn="ctr"/>
            <a:r>
              <a:rPr lang="en-US" sz="1600" dirty="0">
                <a:ln/>
                <a:solidFill>
                  <a:srgbClr val="000000"/>
                </a:solidFill>
                <a:latin typeface="Arial"/>
                <a:cs typeface="Arial"/>
                <a:sym typeface="Arial"/>
                <a:rtl val="0"/>
              </a:rPr>
              <a:t>RNA</a:t>
            </a:r>
          </a:p>
          <a:p>
            <a:pPr algn="ctr"/>
            <a:r>
              <a:rPr lang="en-US" sz="1600" dirty="0">
                <a:ln/>
                <a:solidFill>
                  <a:srgbClr val="000000"/>
                </a:solidFill>
                <a:latin typeface="Arial"/>
                <a:cs typeface="Arial"/>
                <a:sym typeface="Arial"/>
                <a:rtl val="0"/>
              </a:rPr>
              <a:t>molecule</a:t>
            </a:r>
          </a:p>
        </p:txBody>
      </p:sp>
      <p:sp>
        <p:nvSpPr>
          <p:cNvPr id="41" name="TextBox 40">
            <a:extLst>
              <a:ext uri="{FF2B5EF4-FFF2-40B4-BE49-F238E27FC236}">
                <a16:creationId xmlns:a16="http://schemas.microsoft.com/office/drawing/2014/main" id="{E3FBEAE6-5459-BB3E-7846-83ABD2351F57}"/>
              </a:ext>
            </a:extLst>
          </p:cNvPr>
          <p:cNvSpPr txBox="1"/>
          <p:nvPr/>
        </p:nvSpPr>
        <p:spPr>
          <a:xfrm>
            <a:off x="6284346" y="3422873"/>
            <a:ext cx="1361655"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Transcription</a:t>
            </a:r>
          </a:p>
        </p:txBody>
      </p:sp>
      <p:cxnSp>
        <p:nvCxnSpPr>
          <p:cNvPr id="42" name="Straight Arrow Connector 41">
            <a:extLst>
              <a:ext uri="{FF2B5EF4-FFF2-40B4-BE49-F238E27FC236}">
                <a16:creationId xmlns:a16="http://schemas.microsoft.com/office/drawing/2014/main" id="{6BBF7174-10FB-CC9E-CABF-FBF39A6A7335}"/>
              </a:ext>
            </a:extLst>
          </p:cNvPr>
          <p:cNvCxnSpPr>
            <a:cxnSpLocks/>
          </p:cNvCxnSpPr>
          <p:nvPr/>
        </p:nvCxnSpPr>
        <p:spPr>
          <a:xfrm flipH="1" flipV="1">
            <a:off x="4098253" y="3836762"/>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B1C6D18F-6209-0A54-8E27-3DBA88DE227B}"/>
              </a:ext>
            </a:extLst>
          </p:cNvPr>
          <p:cNvSpPr txBox="1"/>
          <p:nvPr/>
        </p:nvSpPr>
        <p:spPr>
          <a:xfrm>
            <a:off x="4062891" y="3378905"/>
            <a:ext cx="1190134"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Translation</a:t>
            </a:r>
          </a:p>
        </p:txBody>
      </p:sp>
      <p:sp>
        <p:nvSpPr>
          <p:cNvPr id="48" name="TextBox 47">
            <a:extLst>
              <a:ext uri="{FF2B5EF4-FFF2-40B4-BE49-F238E27FC236}">
                <a16:creationId xmlns:a16="http://schemas.microsoft.com/office/drawing/2014/main" id="{B723B694-FAC5-19D3-8C01-AF8D8C4784B5}"/>
              </a:ext>
            </a:extLst>
          </p:cNvPr>
          <p:cNvSpPr txBox="1"/>
          <p:nvPr/>
        </p:nvSpPr>
        <p:spPr>
          <a:xfrm>
            <a:off x="142321" y="2751008"/>
            <a:ext cx="1329018" cy="369332"/>
          </a:xfrm>
          <a:prstGeom prst="rect">
            <a:avLst/>
          </a:prstGeom>
          <a:noFill/>
        </p:spPr>
        <p:txBody>
          <a:bodyPr wrap="none" rtlCol="0">
            <a:spAutoFit/>
          </a:bodyPr>
          <a:lstStyle/>
          <a:p>
            <a:r>
              <a:rPr lang="en-US" dirty="0"/>
              <a:t>Substrate A</a:t>
            </a:r>
          </a:p>
        </p:txBody>
      </p:sp>
      <p:cxnSp>
        <p:nvCxnSpPr>
          <p:cNvPr id="50" name="Straight Arrow Connector 49">
            <a:extLst>
              <a:ext uri="{FF2B5EF4-FFF2-40B4-BE49-F238E27FC236}">
                <a16:creationId xmlns:a16="http://schemas.microsoft.com/office/drawing/2014/main" id="{03AC85EB-00A3-AA27-530D-D281F323F5B8}"/>
              </a:ext>
            </a:extLst>
          </p:cNvPr>
          <p:cNvCxnSpPr/>
          <p:nvPr/>
        </p:nvCxnSpPr>
        <p:spPr>
          <a:xfrm>
            <a:off x="711200" y="3310791"/>
            <a:ext cx="0" cy="15017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6A0115BE-D545-7FD3-355B-DB19C87E6CE8}"/>
              </a:ext>
            </a:extLst>
          </p:cNvPr>
          <p:cNvSpPr txBox="1"/>
          <p:nvPr/>
        </p:nvSpPr>
        <p:spPr>
          <a:xfrm>
            <a:off x="156160" y="4937327"/>
            <a:ext cx="1153906" cy="369332"/>
          </a:xfrm>
          <a:prstGeom prst="rect">
            <a:avLst/>
          </a:prstGeom>
          <a:noFill/>
        </p:spPr>
        <p:txBody>
          <a:bodyPr wrap="none" rtlCol="0">
            <a:spAutoFit/>
          </a:bodyPr>
          <a:lstStyle/>
          <a:p>
            <a:r>
              <a:rPr lang="en-US" dirty="0"/>
              <a:t>Product B</a:t>
            </a:r>
          </a:p>
        </p:txBody>
      </p:sp>
      <p:sp>
        <p:nvSpPr>
          <p:cNvPr id="54" name="TextBox 53">
            <a:extLst>
              <a:ext uri="{FF2B5EF4-FFF2-40B4-BE49-F238E27FC236}">
                <a16:creationId xmlns:a16="http://schemas.microsoft.com/office/drawing/2014/main" id="{5A182A54-C244-081B-5116-5BFC1DC42CAE}"/>
              </a:ext>
            </a:extLst>
          </p:cNvPr>
          <p:cNvSpPr txBox="1"/>
          <p:nvPr/>
        </p:nvSpPr>
        <p:spPr>
          <a:xfrm>
            <a:off x="1088960" y="3310791"/>
            <a:ext cx="1015021"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Catalysis</a:t>
            </a:r>
          </a:p>
        </p:txBody>
      </p:sp>
      <p:cxnSp>
        <p:nvCxnSpPr>
          <p:cNvPr id="55" name="Straight Arrow Connector 54">
            <a:extLst>
              <a:ext uri="{FF2B5EF4-FFF2-40B4-BE49-F238E27FC236}">
                <a16:creationId xmlns:a16="http://schemas.microsoft.com/office/drawing/2014/main" id="{9317E1CF-1664-8E75-D861-2ADA719D4A00}"/>
              </a:ext>
            </a:extLst>
          </p:cNvPr>
          <p:cNvCxnSpPr>
            <a:cxnSpLocks/>
          </p:cNvCxnSpPr>
          <p:nvPr/>
        </p:nvCxnSpPr>
        <p:spPr>
          <a:xfrm flipH="1">
            <a:off x="3860800" y="4402017"/>
            <a:ext cx="1394288" cy="1132533"/>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87E16F8F-B8D2-D6C6-6A0F-CF3A56F60A2E}"/>
              </a:ext>
            </a:extLst>
          </p:cNvPr>
          <p:cNvSpPr txBox="1"/>
          <p:nvPr/>
        </p:nvSpPr>
        <p:spPr>
          <a:xfrm>
            <a:off x="133958" y="2226075"/>
            <a:ext cx="1268296"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Reaction</a:t>
            </a:r>
            <a:endParaRPr lang="en-US" sz="2000" b="1" dirty="0">
              <a:ln/>
              <a:solidFill>
                <a:srgbClr val="000000"/>
              </a:solidFill>
              <a:latin typeface="Arial"/>
              <a:cs typeface="Arial"/>
              <a:sym typeface="Arial"/>
              <a:rtl val="0"/>
            </a:endParaRPr>
          </a:p>
        </p:txBody>
      </p:sp>
      <p:cxnSp>
        <p:nvCxnSpPr>
          <p:cNvPr id="34" name="Straight Arrow Connector 33">
            <a:extLst>
              <a:ext uri="{FF2B5EF4-FFF2-40B4-BE49-F238E27FC236}">
                <a16:creationId xmlns:a16="http://schemas.microsoft.com/office/drawing/2014/main" id="{48A76686-A4A5-A797-38A1-E50EAE66925B}"/>
              </a:ext>
            </a:extLst>
          </p:cNvPr>
          <p:cNvCxnSpPr>
            <a:cxnSpLocks/>
          </p:cNvCxnSpPr>
          <p:nvPr/>
        </p:nvCxnSpPr>
        <p:spPr>
          <a:xfrm flipH="1" flipV="1">
            <a:off x="6484888" y="3849922"/>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8CB7A35B-1A33-7349-4C07-4C5D18F05806}"/>
              </a:ext>
            </a:extLst>
          </p:cNvPr>
          <p:cNvCxnSpPr>
            <a:cxnSpLocks/>
          </p:cNvCxnSpPr>
          <p:nvPr/>
        </p:nvCxnSpPr>
        <p:spPr>
          <a:xfrm flipH="1" flipV="1">
            <a:off x="1085436" y="3860024"/>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pic>
        <p:nvPicPr>
          <p:cNvPr id="4" name="Picture 3" descr="Protein folding and denaturation (article) | Khan Academy">
            <a:extLst>
              <a:ext uri="{FF2B5EF4-FFF2-40B4-BE49-F238E27FC236}">
                <a16:creationId xmlns:a16="http://schemas.microsoft.com/office/drawing/2014/main" id="{0621B7CB-89EF-35CB-4B24-7DA96EE2897F}"/>
              </a:ext>
            </a:extLst>
          </p:cNvPr>
          <p:cNvPicPr>
            <a:picLocks noChangeAspect="1"/>
          </p:cNvPicPr>
          <p:nvPr/>
        </p:nvPicPr>
        <p:blipFill>
          <a:blip r:embed="rId7"/>
          <a:srcRect l="54929" t="9815" b="18889"/>
          <a:stretch>
            <a:fillRect/>
          </a:stretch>
        </p:blipFill>
        <p:spPr>
          <a:xfrm rot="5400000">
            <a:off x="2314854" y="4971773"/>
            <a:ext cx="1436129" cy="1255712"/>
          </a:xfrm>
          <a:prstGeom prst="rect">
            <a:avLst/>
          </a:prstGeom>
        </p:spPr>
      </p:pic>
      <p:pic>
        <p:nvPicPr>
          <p:cNvPr id="6" name="Picture 5" descr="Protein folding and denaturation (article) | Khan Academy">
            <a:extLst>
              <a:ext uri="{FF2B5EF4-FFF2-40B4-BE49-F238E27FC236}">
                <a16:creationId xmlns:a16="http://schemas.microsoft.com/office/drawing/2014/main" id="{0EC702BA-BCE0-91AF-24A7-59A1A482AB03}"/>
              </a:ext>
            </a:extLst>
          </p:cNvPr>
          <p:cNvPicPr>
            <a:picLocks noChangeAspect="1"/>
          </p:cNvPicPr>
          <p:nvPr/>
        </p:nvPicPr>
        <p:blipFill>
          <a:blip r:embed="rId7"/>
          <a:srcRect r="60237" b="14179"/>
          <a:stretch>
            <a:fillRect/>
          </a:stretch>
        </p:blipFill>
        <p:spPr>
          <a:xfrm rot="5400000">
            <a:off x="2444360" y="3009013"/>
            <a:ext cx="1267034" cy="1511525"/>
          </a:xfrm>
          <a:prstGeom prst="rect">
            <a:avLst/>
          </a:prstGeom>
        </p:spPr>
      </p:pic>
      <p:cxnSp>
        <p:nvCxnSpPr>
          <p:cNvPr id="7" name="Straight Arrow Connector 6">
            <a:extLst>
              <a:ext uri="{FF2B5EF4-FFF2-40B4-BE49-F238E27FC236}">
                <a16:creationId xmlns:a16="http://schemas.microsoft.com/office/drawing/2014/main" id="{81B58077-E30C-1B76-C2E3-B775FA017123}"/>
              </a:ext>
            </a:extLst>
          </p:cNvPr>
          <p:cNvCxnSpPr>
            <a:cxnSpLocks/>
            <a:endCxn id="4" idx="1"/>
          </p:cNvCxnSpPr>
          <p:nvPr/>
        </p:nvCxnSpPr>
        <p:spPr>
          <a:xfrm>
            <a:off x="2946400" y="4398293"/>
            <a:ext cx="0" cy="48327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983344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3343F-6413-ADD8-289D-A86A430445CD}"/>
            </a:ext>
          </a:extLst>
        </p:cNvPr>
        <p:cNvGrpSpPr/>
        <p:nvPr/>
      </p:nvGrpSpPr>
      <p:grpSpPr>
        <a:xfrm>
          <a:off x="0" y="0"/>
          <a:ext cx="0" cy="0"/>
          <a:chOff x="0" y="0"/>
          <a:chExt cx="0" cy="0"/>
        </a:xfrm>
      </p:grpSpPr>
      <p:grpSp>
        <p:nvGrpSpPr>
          <p:cNvPr id="62" name="Group 61">
            <a:extLst>
              <a:ext uri="{FF2B5EF4-FFF2-40B4-BE49-F238E27FC236}">
                <a16:creationId xmlns:a16="http://schemas.microsoft.com/office/drawing/2014/main" id="{E9DAE39C-955E-A43E-910D-E80FAC5BC919}"/>
              </a:ext>
            </a:extLst>
          </p:cNvPr>
          <p:cNvGrpSpPr/>
          <p:nvPr/>
        </p:nvGrpSpPr>
        <p:grpSpPr>
          <a:xfrm rot="5400000">
            <a:off x="9459401" y="2927125"/>
            <a:ext cx="929932" cy="775626"/>
            <a:chOff x="583890" y="-94136"/>
            <a:chExt cx="929932" cy="775626"/>
          </a:xfrm>
        </p:grpSpPr>
        <p:pic>
          <p:nvPicPr>
            <p:cNvPr id="5" name="Picture 4">
              <a:extLst>
                <a:ext uri="{FF2B5EF4-FFF2-40B4-BE49-F238E27FC236}">
                  <a16:creationId xmlns:a16="http://schemas.microsoft.com/office/drawing/2014/main" id="{84ABAB73-C1D4-0834-94DA-BB429C5CEDEF}"/>
                </a:ext>
              </a:extLst>
            </p:cNvPr>
            <p:cNvPicPr>
              <a:picLocks noChangeAspect="1"/>
            </p:cNvPicPr>
            <p:nvPr/>
          </p:nvPicPr>
          <p:blipFill>
            <a:blip r:embed="rId3"/>
            <a:srcRect l="25538" t="6542" r="31911" b="10234"/>
            <a:stretch>
              <a:fillRect/>
            </a:stretch>
          </p:blipFill>
          <p:spPr>
            <a:xfrm rot="9842333">
              <a:off x="906610" y="218803"/>
              <a:ext cx="354848" cy="462687"/>
            </a:xfrm>
            <a:prstGeom prst="rect">
              <a:avLst/>
            </a:prstGeom>
          </p:spPr>
        </p:pic>
        <p:pic>
          <p:nvPicPr>
            <p:cNvPr id="9" name="Picture 8">
              <a:extLst>
                <a:ext uri="{FF2B5EF4-FFF2-40B4-BE49-F238E27FC236}">
                  <a16:creationId xmlns:a16="http://schemas.microsoft.com/office/drawing/2014/main" id="{A2CB0961-08FC-EC63-CEE8-8218A3422ACC}"/>
                </a:ext>
              </a:extLst>
            </p:cNvPr>
            <p:cNvPicPr>
              <a:picLocks noChangeAspect="1"/>
            </p:cNvPicPr>
            <p:nvPr/>
          </p:nvPicPr>
          <p:blipFill>
            <a:blip r:embed="rId3"/>
            <a:srcRect l="25538" t="6542" r="31911" b="10234"/>
            <a:stretch>
              <a:fillRect/>
            </a:stretch>
          </p:blipFill>
          <p:spPr>
            <a:xfrm rot="9842333">
              <a:off x="1158974" y="-94136"/>
              <a:ext cx="354848" cy="462687"/>
            </a:xfrm>
            <a:prstGeom prst="rect">
              <a:avLst/>
            </a:prstGeom>
          </p:spPr>
        </p:pic>
        <p:pic>
          <p:nvPicPr>
            <p:cNvPr id="10" name="Picture 9">
              <a:extLst>
                <a:ext uri="{FF2B5EF4-FFF2-40B4-BE49-F238E27FC236}">
                  <a16:creationId xmlns:a16="http://schemas.microsoft.com/office/drawing/2014/main" id="{CD524601-1EE1-4428-B216-9E2F21686093}"/>
                </a:ext>
              </a:extLst>
            </p:cNvPr>
            <p:cNvPicPr>
              <a:picLocks noChangeAspect="1"/>
            </p:cNvPicPr>
            <p:nvPr/>
          </p:nvPicPr>
          <p:blipFill>
            <a:blip r:embed="rId3"/>
            <a:srcRect l="25538" t="6542" r="31911" b="10234"/>
            <a:stretch>
              <a:fillRect/>
            </a:stretch>
          </p:blipFill>
          <p:spPr>
            <a:xfrm rot="9842333">
              <a:off x="583890" y="98442"/>
              <a:ext cx="354848" cy="462687"/>
            </a:xfrm>
            <a:prstGeom prst="rect">
              <a:avLst/>
            </a:prstGeom>
          </p:spPr>
        </p:pic>
        <p:pic>
          <p:nvPicPr>
            <p:cNvPr id="11" name="Picture 10">
              <a:extLst>
                <a:ext uri="{FF2B5EF4-FFF2-40B4-BE49-F238E27FC236}">
                  <a16:creationId xmlns:a16="http://schemas.microsoft.com/office/drawing/2014/main" id="{638F7292-5353-9B86-849A-3BBF35E4D31E}"/>
                </a:ext>
              </a:extLst>
            </p:cNvPr>
            <p:cNvPicPr>
              <a:picLocks noChangeAspect="1"/>
            </p:cNvPicPr>
            <p:nvPr/>
          </p:nvPicPr>
          <p:blipFill>
            <a:blip r:embed="rId3"/>
            <a:srcRect l="25538" t="6542" r="31911" b="10234"/>
            <a:stretch>
              <a:fillRect/>
            </a:stretch>
          </p:blipFill>
          <p:spPr>
            <a:xfrm rot="9842333">
              <a:off x="888484" y="-81377"/>
              <a:ext cx="354848" cy="462687"/>
            </a:xfrm>
            <a:prstGeom prst="rect">
              <a:avLst/>
            </a:prstGeom>
          </p:spPr>
        </p:pic>
      </p:grpSp>
      <p:grpSp>
        <p:nvGrpSpPr>
          <p:cNvPr id="61" name="Group 60">
            <a:extLst>
              <a:ext uri="{FF2B5EF4-FFF2-40B4-BE49-F238E27FC236}">
                <a16:creationId xmlns:a16="http://schemas.microsoft.com/office/drawing/2014/main" id="{AB3CF923-4245-79E0-BAAA-B99DEBE5DE66}"/>
              </a:ext>
            </a:extLst>
          </p:cNvPr>
          <p:cNvGrpSpPr/>
          <p:nvPr/>
        </p:nvGrpSpPr>
        <p:grpSpPr>
          <a:xfrm rot="4130755">
            <a:off x="8813000" y="3658352"/>
            <a:ext cx="503836" cy="1038348"/>
            <a:chOff x="1562125" y="646334"/>
            <a:chExt cx="503836" cy="1038348"/>
          </a:xfrm>
        </p:grpSpPr>
        <p:sp>
          <p:nvSpPr>
            <p:cNvPr id="8" name="Freeform: Shape 7">
              <a:extLst>
                <a:ext uri="{FF2B5EF4-FFF2-40B4-BE49-F238E27FC236}">
                  <a16:creationId xmlns:a16="http://schemas.microsoft.com/office/drawing/2014/main" id="{B683A3B1-E49F-B462-4B69-418D7CE9849D}"/>
                </a:ext>
              </a:extLst>
            </p:cNvPr>
            <p:cNvSpPr/>
            <p:nvPr/>
          </p:nvSpPr>
          <p:spPr>
            <a:xfrm rot="3269968" flipV="1">
              <a:off x="1310379" y="1127408"/>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2" name="Freeform: Shape 11">
              <a:extLst>
                <a:ext uri="{FF2B5EF4-FFF2-40B4-BE49-F238E27FC236}">
                  <a16:creationId xmlns:a16="http://schemas.microsoft.com/office/drawing/2014/main" id="{C9A211DD-ED90-517F-601D-DFAD4FC4392B}"/>
                </a:ext>
              </a:extLst>
            </p:cNvPr>
            <p:cNvSpPr/>
            <p:nvPr/>
          </p:nvSpPr>
          <p:spPr>
            <a:xfrm rot="3269968" flipV="1">
              <a:off x="1615088" y="994589"/>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1D02E7B2-F729-0D01-8CF9-009A4D2AD725}"/>
                </a:ext>
              </a:extLst>
            </p:cNvPr>
            <p:cNvSpPr/>
            <p:nvPr/>
          </p:nvSpPr>
          <p:spPr>
            <a:xfrm rot="3269968" flipV="1">
              <a:off x="1217693" y="1216531"/>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grpSp>
      <p:sp>
        <p:nvSpPr>
          <p:cNvPr id="14" name="TextBox 13">
            <a:extLst>
              <a:ext uri="{FF2B5EF4-FFF2-40B4-BE49-F238E27FC236}">
                <a16:creationId xmlns:a16="http://schemas.microsoft.com/office/drawing/2014/main" id="{45DB3F43-3005-335C-2ED9-E23B5834E044}"/>
              </a:ext>
            </a:extLst>
          </p:cNvPr>
          <p:cNvSpPr txBox="1"/>
          <p:nvPr/>
        </p:nvSpPr>
        <p:spPr>
          <a:xfrm>
            <a:off x="10066812" y="2577859"/>
            <a:ext cx="1762149" cy="369332"/>
          </a:xfrm>
          <a:prstGeom prst="rect">
            <a:avLst/>
          </a:prstGeom>
          <a:noFill/>
        </p:spPr>
        <p:txBody>
          <a:bodyPr wrap="none" rtlCol="0">
            <a:spAutoFit/>
          </a:bodyPr>
          <a:lstStyle/>
          <a:p>
            <a:r>
              <a:rPr lang="en-US" dirty="0">
                <a:ln/>
                <a:solidFill>
                  <a:srgbClr val="000000"/>
                </a:solidFill>
                <a:latin typeface="Arial"/>
                <a:cs typeface="Arial"/>
                <a:sym typeface="Arial"/>
                <a:rtl val="0"/>
              </a:rPr>
              <a:t>  </a:t>
            </a:r>
            <a:r>
              <a:rPr lang="en-US" spc="0" baseline="0" dirty="0">
                <a:ln/>
                <a:solidFill>
                  <a:srgbClr val="000000"/>
                </a:solidFill>
                <a:latin typeface="Arial"/>
                <a:cs typeface="Arial"/>
                <a:sym typeface="Arial"/>
                <a:rtl val="0"/>
              </a:rPr>
              <a:t>Antenna Array</a:t>
            </a:r>
            <a:endParaRPr lang="en-US"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FBF88ED1-2B49-3504-A8B1-EB5DDB36EA6C}"/>
              </a:ext>
            </a:extLst>
          </p:cNvPr>
          <p:cNvSpPr txBox="1"/>
          <p:nvPr/>
        </p:nvSpPr>
        <p:spPr>
          <a:xfrm>
            <a:off x="7639539" y="2629371"/>
            <a:ext cx="1556965" cy="707886"/>
          </a:xfrm>
          <a:prstGeom prst="rect">
            <a:avLst/>
          </a:prstGeom>
          <a:noFill/>
        </p:spPr>
        <p:txBody>
          <a:bodyPr wrap="none" rtlCol="0">
            <a:spAutoFit/>
          </a:bodyPr>
          <a:lstStyle/>
          <a:p>
            <a:r>
              <a:rPr lang="en-US" sz="2000" b="1" dirty="0">
                <a:ln/>
                <a:solidFill>
                  <a:srgbClr val="000000"/>
                </a:solidFill>
                <a:latin typeface="Arial"/>
                <a:cs typeface="Arial"/>
                <a:sym typeface="Arial"/>
                <a:rtl val="0"/>
              </a:rPr>
              <a:t>  </a:t>
            </a:r>
            <a:r>
              <a:rPr lang="en-US" sz="2000" b="1" spc="0" baseline="0" dirty="0">
                <a:ln/>
                <a:solidFill>
                  <a:srgbClr val="000000"/>
                </a:solidFill>
                <a:latin typeface="Arial"/>
                <a:cs typeface="Arial"/>
                <a:sym typeface="Arial"/>
                <a:rtl val="0"/>
              </a:rPr>
              <a:t>Terahertz</a:t>
            </a:r>
          </a:p>
          <a:p>
            <a:pPr algn="ctr"/>
            <a:r>
              <a:rPr lang="en-US" sz="2000" b="1" dirty="0">
                <a:ln/>
                <a:solidFill>
                  <a:srgbClr val="000000"/>
                </a:solidFill>
                <a:latin typeface="Arial"/>
                <a:cs typeface="Arial"/>
                <a:sym typeface="Arial"/>
                <a:rtl val="0"/>
              </a:rPr>
              <a:t>Waveforms</a:t>
            </a:r>
          </a:p>
        </p:txBody>
      </p:sp>
      <p:sp>
        <p:nvSpPr>
          <p:cNvPr id="30" name="TextBox 29">
            <a:extLst>
              <a:ext uri="{FF2B5EF4-FFF2-40B4-BE49-F238E27FC236}">
                <a16:creationId xmlns:a16="http://schemas.microsoft.com/office/drawing/2014/main" id="{E2A61C43-31FB-6318-26A6-9A9FBF37C7F6}"/>
              </a:ext>
            </a:extLst>
          </p:cNvPr>
          <p:cNvSpPr txBox="1"/>
          <p:nvPr/>
        </p:nvSpPr>
        <p:spPr>
          <a:xfrm>
            <a:off x="7315953" y="4125934"/>
            <a:ext cx="1154483"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Enzyme</a:t>
            </a:r>
            <a:endParaRPr lang="en-US" sz="2000" b="1" dirty="0">
              <a:ln/>
              <a:solidFill>
                <a:srgbClr val="000000"/>
              </a:solidFill>
              <a:latin typeface="Arial"/>
              <a:cs typeface="Arial"/>
              <a:sym typeface="Arial"/>
              <a:rtl val="0"/>
            </a:endParaRPr>
          </a:p>
        </p:txBody>
      </p:sp>
      <p:sp>
        <p:nvSpPr>
          <p:cNvPr id="3" name="Title 1">
            <a:extLst>
              <a:ext uri="{FF2B5EF4-FFF2-40B4-BE49-F238E27FC236}">
                <a16:creationId xmlns:a16="http://schemas.microsoft.com/office/drawing/2014/main" id="{A8220A4A-8861-5E6F-C93A-0EDA4326A747}"/>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F054479B-E2AA-D9D6-B828-321AFB89BECD}"/>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22</a:t>
            </a:fld>
            <a:endParaRPr lang="en-US"/>
          </a:p>
        </p:txBody>
      </p:sp>
      <p:sp>
        <p:nvSpPr>
          <p:cNvPr id="48" name="TextBox 47">
            <a:extLst>
              <a:ext uri="{FF2B5EF4-FFF2-40B4-BE49-F238E27FC236}">
                <a16:creationId xmlns:a16="http://schemas.microsoft.com/office/drawing/2014/main" id="{4217C035-A061-76A8-B790-A7FF9508AF4B}"/>
              </a:ext>
            </a:extLst>
          </p:cNvPr>
          <p:cNvSpPr txBox="1"/>
          <p:nvPr/>
        </p:nvSpPr>
        <p:spPr>
          <a:xfrm>
            <a:off x="5177793" y="4302349"/>
            <a:ext cx="1329018" cy="369332"/>
          </a:xfrm>
          <a:prstGeom prst="rect">
            <a:avLst/>
          </a:prstGeom>
          <a:noFill/>
        </p:spPr>
        <p:txBody>
          <a:bodyPr wrap="none" rtlCol="0">
            <a:spAutoFit/>
          </a:bodyPr>
          <a:lstStyle/>
          <a:p>
            <a:r>
              <a:rPr lang="en-US" dirty="0"/>
              <a:t>Substrate A</a:t>
            </a:r>
          </a:p>
        </p:txBody>
      </p:sp>
      <p:cxnSp>
        <p:nvCxnSpPr>
          <p:cNvPr id="50" name="Straight Arrow Connector 49">
            <a:extLst>
              <a:ext uri="{FF2B5EF4-FFF2-40B4-BE49-F238E27FC236}">
                <a16:creationId xmlns:a16="http://schemas.microsoft.com/office/drawing/2014/main" id="{6473E78B-4832-B15D-E9C0-29E407B521F3}"/>
              </a:ext>
            </a:extLst>
          </p:cNvPr>
          <p:cNvCxnSpPr/>
          <p:nvPr/>
        </p:nvCxnSpPr>
        <p:spPr>
          <a:xfrm>
            <a:off x="5746672" y="4862132"/>
            <a:ext cx="0" cy="15017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9330DE9F-7088-A8B5-B3F6-901D43E2517D}"/>
              </a:ext>
            </a:extLst>
          </p:cNvPr>
          <p:cNvSpPr txBox="1"/>
          <p:nvPr/>
        </p:nvSpPr>
        <p:spPr>
          <a:xfrm>
            <a:off x="5191632" y="6488668"/>
            <a:ext cx="1153906" cy="369332"/>
          </a:xfrm>
          <a:prstGeom prst="rect">
            <a:avLst/>
          </a:prstGeom>
          <a:noFill/>
        </p:spPr>
        <p:txBody>
          <a:bodyPr wrap="none" rtlCol="0">
            <a:spAutoFit/>
          </a:bodyPr>
          <a:lstStyle/>
          <a:p>
            <a:r>
              <a:rPr lang="en-US" dirty="0"/>
              <a:t>Product B</a:t>
            </a:r>
          </a:p>
        </p:txBody>
      </p:sp>
      <p:sp>
        <p:nvSpPr>
          <p:cNvPr id="54" name="TextBox 53">
            <a:extLst>
              <a:ext uri="{FF2B5EF4-FFF2-40B4-BE49-F238E27FC236}">
                <a16:creationId xmlns:a16="http://schemas.microsoft.com/office/drawing/2014/main" id="{58B5D1E3-7989-536C-4F67-A33C3B661F81}"/>
              </a:ext>
            </a:extLst>
          </p:cNvPr>
          <p:cNvSpPr txBox="1"/>
          <p:nvPr/>
        </p:nvSpPr>
        <p:spPr>
          <a:xfrm>
            <a:off x="6124432" y="4862132"/>
            <a:ext cx="1015021"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Catalysis</a:t>
            </a:r>
          </a:p>
        </p:txBody>
      </p:sp>
      <p:sp>
        <p:nvSpPr>
          <p:cNvPr id="58" name="TextBox 57">
            <a:extLst>
              <a:ext uri="{FF2B5EF4-FFF2-40B4-BE49-F238E27FC236}">
                <a16:creationId xmlns:a16="http://schemas.microsoft.com/office/drawing/2014/main" id="{6091BAAA-9EA2-867F-8584-97AAED645EF8}"/>
              </a:ext>
            </a:extLst>
          </p:cNvPr>
          <p:cNvSpPr txBox="1"/>
          <p:nvPr/>
        </p:nvSpPr>
        <p:spPr>
          <a:xfrm>
            <a:off x="5169430" y="3777416"/>
            <a:ext cx="1268296"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Reaction</a:t>
            </a:r>
            <a:endParaRPr lang="en-US" sz="2000" b="1" dirty="0">
              <a:ln/>
              <a:solidFill>
                <a:srgbClr val="000000"/>
              </a:solidFill>
              <a:latin typeface="Arial"/>
              <a:cs typeface="Arial"/>
              <a:sym typeface="Arial"/>
              <a:rtl val="0"/>
            </a:endParaRPr>
          </a:p>
        </p:txBody>
      </p:sp>
      <p:cxnSp>
        <p:nvCxnSpPr>
          <p:cNvPr id="35" name="Straight Arrow Connector 34">
            <a:extLst>
              <a:ext uri="{FF2B5EF4-FFF2-40B4-BE49-F238E27FC236}">
                <a16:creationId xmlns:a16="http://schemas.microsoft.com/office/drawing/2014/main" id="{FD4B350F-28CF-79E4-2B0D-83C5DC6E6E62}"/>
              </a:ext>
            </a:extLst>
          </p:cNvPr>
          <p:cNvCxnSpPr>
            <a:cxnSpLocks/>
          </p:cNvCxnSpPr>
          <p:nvPr/>
        </p:nvCxnSpPr>
        <p:spPr>
          <a:xfrm flipH="1" flipV="1">
            <a:off x="6120908" y="5411365"/>
            <a:ext cx="1013192" cy="7021"/>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pic>
        <p:nvPicPr>
          <p:cNvPr id="6" name="Picture 5" descr="Protein folding and denaturation (article) | Khan Academy">
            <a:extLst>
              <a:ext uri="{FF2B5EF4-FFF2-40B4-BE49-F238E27FC236}">
                <a16:creationId xmlns:a16="http://schemas.microsoft.com/office/drawing/2014/main" id="{3A39531F-C5EC-4F49-4802-55CC8BC8071F}"/>
              </a:ext>
            </a:extLst>
          </p:cNvPr>
          <p:cNvPicPr>
            <a:picLocks noChangeAspect="1"/>
          </p:cNvPicPr>
          <p:nvPr/>
        </p:nvPicPr>
        <p:blipFill>
          <a:blip r:embed="rId4"/>
          <a:srcRect r="60237" b="14179"/>
          <a:stretch>
            <a:fillRect/>
          </a:stretch>
        </p:blipFill>
        <p:spPr>
          <a:xfrm rot="5400000">
            <a:off x="7479832" y="4560354"/>
            <a:ext cx="1267034" cy="1511525"/>
          </a:xfrm>
          <a:prstGeom prst="rect">
            <a:avLst/>
          </a:prstGeom>
        </p:spPr>
      </p:pic>
      <p:grpSp>
        <p:nvGrpSpPr>
          <p:cNvPr id="17" name="Group 16">
            <a:extLst>
              <a:ext uri="{FF2B5EF4-FFF2-40B4-BE49-F238E27FC236}">
                <a16:creationId xmlns:a16="http://schemas.microsoft.com/office/drawing/2014/main" id="{2307C39C-6F10-9E20-E537-E7B4454D76F0}"/>
              </a:ext>
            </a:extLst>
          </p:cNvPr>
          <p:cNvGrpSpPr/>
          <p:nvPr/>
        </p:nvGrpSpPr>
        <p:grpSpPr>
          <a:xfrm>
            <a:off x="26791" y="243639"/>
            <a:ext cx="7972237" cy="2900736"/>
            <a:chOff x="2845847" y="3788030"/>
            <a:chExt cx="7972237" cy="2900736"/>
          </a:xfrm>
        </p:grpSpPr>
        <p:cxnSp>
          <p:nvCxnSpPr>
            <p:cNvPr id="20" name="Straight Arrow Connector 19">
              <a:extLst>
                <a:ext uri="{FF2B5EF4-FFF2-40B4-BE49-F238E27FC236}">
                  <a16:creationId xmlns:a16="http://schemas.microsoft.com/office/drawing/2014/main" id="{9D726C17-FF46-851E-8354-9BA3FAA2C397}"/>
                </a:ext>
              </a:extLst>
            </p:cNvPr>
            <p:cNvCxnSpPr>
              <a:cxnSpLocks/>
              <a:stCxn id="59" idx="3"/>
              <a:endCxn id="21" idx="0"/>
            </p:cNvCxnSpPr>
            <p:nvPr/>
          </p:nvCxnSpPr>
          <p:spPr>
            <a:xfrm>
              <a:off x="3155331" y="5870555"/>
              <a:ext cx="2059744" cy="6609"/>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395BD865-674E-7FB0-5BC3-C3BA2196244F}"/>
                </a:ext>
              </a:extLst>
            </p:cNvPr>
            <p:cNvSpPr>
              <a:spLocks noChangeAspect="1"/>
            </p:cNvSpPr>
            <p:nvPr/>
          </p:nvSpPr>
          <p:spPr bwMode="auto">
            <a:xfrm rot="16200000">
              <a:off x="5219651" y="5661964"/>
              <a:ext cx="421247" cy="430400"/>
            </a:xfrm>
            <a:prstGeom prst="ellipse">
              <a:avLst/>
            </a:prstGeom>
            <a:noFill/>
            <a:ln w="25400">
              <a:solidFill>
                <a:schemeClr val="tx1"/>
              </a:solidFill>
              <a:miter lim="800000"/>
              <a:headEnd/>
              <a:tailEnd/>
            </a:ln>
            <a:effectLst/>
          </p:spPr>
          <p:txBody>
            <a:bodyPr wrap="none"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DE" sz="16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381FC22E-D5EC-52EC-EF6C-84CCFFD26D45}"/>
                    </a:ext>
                  </a:extLst>
                </p:cNvPr>
                <p:cNvSpPr txBox="1"/>
                <p:nvPr/>
              </p:nvSpPr>
              <p:spPr>
                <a:xfrm>
                  <a:off x="5249506" y="5683320"/>
                  <a:ext cx="27344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1"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oMath>
                    </m:oMathPara>
                  </a14:m>
                  <a:endParaRPr kumimoji="0" lang="en-DE"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22" name="TextBox 21">
                  <a:extLst>
                    <a:ext uri="{FF2B5EF4-FFF2-40B4-BE49-F238E27FC236}">
                      <a16:creationId xmlns:a16="http://schemas.microsoft.com/office/drawing/2014/main" id="{381FC22E-D5EC-52EC-EF6C-84CCFFD26D45}"/>
                    </a:ext>
                  </a:extLst>
                </p:cNvPr>
                <p:cNvSpPr txBox="1">
                  <a:spLocks noRot="1" noChangeAspect="1" noMove="1" noResize="1" noEditPoints="1" noAdjustHandles="1" noChangeArrowheads="1" noChangeShapeType="1" noTextEdit="1"/>
                </p:cNvSpPr>
                <p:nvPr/>
              </p:nvSpPr>
              <p:spPr>
                <a:xfrm>
                  <a:off x="5249506" y="5683320"/>
                  <a:ext cx="273441" cy="369332"/>
                </a:xfrm>
                <a:prstGeom prst="rect">
                  <a:avLst/>
                </a:prstGeom>
                <a:blipFill>
                  <a:blip r:embed="rId5"/>
                  <a:stretch>
                    <a:fillRect r="-22222"/>
                  </a:stretch>
                </a:blipFill>
              </p:spPr>
              <p:txBody>
                <a:bodyPr/>
                <a:lstStyle/>
                <a:p>
                  <a:r>
                    <a:rPr lang="en-US">
                      <a:noFill/>
                    </a:rPr>
                    <a:t> </a:t>
                  </a:r>
                </a:p>
              </p:txBody>
            </p:sp>
          </mc:Fallback>
        </mc:AlternateContent>
        <p:cxnSp>
          <p:nvCxnSpPr>
            <p:cNvPr id="23" name="Connector: Elbow 22">
              <a:extLst>
                <a:ext uri="{FF2B5EF4-FFF2-40B4-BE49-F238E27FC236}">
                  <a16:creationId xmlns:a16="http://schemas.microsoft.com/office/drawing/2014/main" id="{31BD11BA-3F4B-90AE-F55B-D7DDA8C98D0B}"/>
                </a:ext>
              </a:extLst>
            </p:cNvPr>
            <p:cNvCxnSpPr>
              <a:cxnSpLocks/>
              <a:stCxn id="57" idx="3"/>
              <a:endCxn id="21" idx="1"/>
            </p:cNvCxnSpPr>
            <p:nvPr/>
          </p:nvCxnSpPr>
          <p:spPr>
            <a:xfrm flipV="1">
              <a:off x="3289309" y="6026098"/>
              <a:ext cx="1988797" cy="431632"/>
            </a:xfrm>
            <a:prstGeom prst="bentConnector3">
              <a:avLst>
                <a:gd name="adj1" fmla="val 74692"/>
              </a:avLst>
            </a:prstGeom>
            <a:ln w="22225">
              <a:tailEnd type="triangle" w="lg" len="lg"/>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4C2D853A-E6B4-118C-5863-89E247064095}"/>
                </a:ext>
              </a:extLst>
            </p:cNvPr>
            <p:cNvCxnSpPr>
              <a:cxnSpLocks/>
              <a:stCxn id="53" idx="3"/>
              <a:endCxn id="21" idx="7"/>
            </p:cNvCxnSpPr>
            <p:nvPr/>
          </p:nvCxnSpPr>
          <p:spPr>
            <a:xfrm>
              <a:off x="3213359" y="5057505"/>
              <a:ext cx="2064747" cy="670726"/>
            </a:xfrm>
            <a:prstGeom prst="bentConnector3">
              <a:avLst>
                <a:gd name="adj1" fmla="val 72963"/>
              </a:avLst>
            </a:prstGeom>
            <a:ln w="22225">
              <a:tailEnd type="triangle" w="lg" len="lg"/>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D1416310-6B15-2A83-AF72-74E55B3D6845}"/>
                </a:ext>
              </a:extLst>
            </p:cNvPr>
            <p:cNvCxnSpPr>
              <a:cxnSpLocks/>
              <a:stCxn id="60" idx="3"/>
              <a:endCxn id="21" idx="6"/>
            </p:cNvCxnSpPr>
            <p:nvPr/>
          </p:nvCxnSpPr>
          <p:spPr>
            <a:xfrm>
              <a:off x="3155344" y="4521925"/>
              <a:ext cx="2274931" cy="1144616"/>
            </a:xfrm>
            <a:prstGeom prst="bentConnector2">
              <a:avLst/>
            </a:prstGeom>
            <a:ln w="22225">
              <a:tailEnd type="triangle" w="lg" len="lg"/>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AD4ABD08-D7F4-19DF-8E66-0714C88B3B42}"/>
                </a:ext>
              </a:extLst>
            </p:cNvPr>
            <p:cNvCxnSpPr>
              <a:cxnSpLocks/>
              <a:stCxn id="36" idx="0"/>
              <a:endCxn id="21" idx="4"/>
            </p:cNvCxnSpPr>
            <p:nvPr/>
          </p:nvCxnSpPr>
          <p:spPr>
            <a:xfrm flipH="1" flipV="1">
              <a:off x="5645475" y="5877164"/>
              <a:ext cx="2655081" cy="7997"/>
            </a:xfrm>
            <a:prstGeom prst="straightConnector1">
              <a:avLst/>
            </a:prstGeom>
            <a:ln w="25400">
              <a:headEnd type="triangle" w="lg" len="lg"/>
              <a:tailEnd type="none"/>
            </a:ln>
          </p:spPr>
          <p:style>
            <a:lnRef idx="1">
              <a:schemeClr val="accent1"/>
            </a:lnRef>
            <a:fillRef idx="0">
              <a:schemeClr val="accent1"/>
            </a:fillRef>
            <a:effectRef idx="0">
              <a:schemeClr val="accent1"/>
            </a:effectRef>
            <a:fontRef idx="minor">
              <a:schemeClr val="tx1"/>
            </a:fontRef>
          </p:style>
        </p:cxnSp>
        <p:sp>
          <p:nvSpPr>
            <p:cNvPr id="36" name="Rectangle: Rounded Corners 35">
              <a:extLst>
                <a:ext uri="{FF2B5EF4-FFF2-40B4-BE49-F238E27FC236}">
                  <a16:creationId xmlns:a16="http://schemas.microsoft.com/office/drawing/2014/main" id="{859341D9-19BC-DC7F-A9F0-A26C3B016689}"/>
                </a:ext>
              </a:extLst>
            </p:cNvPr>
            <p:cNvSpPr/>
            <p:nvPr/>
          </p:nvSpPr>
          <p:spPr>
            <a:xfrm rot="16200000">
              <a:off x="8143349" y="5402269"/>
              <a:ext cx="1280197" cy="965784"/>
            </a:xfrm>
            <a:prstGeom prst="round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D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37" name="Straight Arrow Connector 36">
              <a:extLst>
                <a:ext uri="{FF2B5EF4-FFF2-40B4-BE49-F238E27FC236}">
                  <a16:creationId xmlns:a16="http://schemas.microsoft.com/office/drawing/2014/main" id="{C0C647C0-20AD-975A-33B3-476383BDFA24}"/>
                </a:ext>
              </a:extLst>
            </p:cNvPr>
            <p:cNvCxnSpPr>
              <a:cxnSpLocks/>
            </p:cNvCxnSpPr>
            <p:nvPr/>
          </p:nvCxnSpPr>
          <p:spPr>
            <a:xfrm rot="5400000" flipH="1">
              <a:off x="8738685" y="5496351"/>
              <a:ext cx="0" cy="765155"/>
            </a:xfrm>
            <a:prstGeom prst="straightConnector1">
              <a:avLst/>
            </a:prstGeom>
            <a:ln w="25400">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E8F1D526-DB7B-4C6D-22EB-1E2AF6A184CF}"/>
                </a:ext>
              </a:extLst>
            </p:cNvPr>
            <p:cNvCxnSpPr>
              <a:cxnSpLocks/>
            </p:cNvCxnSpPr>
            <p:nvPr/>
          </p:nvCxnSpPr>
          <p:spPr>
            <a:xfrm rot="16200000" flipH="1">
              <a:off x="8270735" y="5821441"/>
              <a:ext cx="1020917" cy="0"/>
            </a:xfrm>
            <a:prstGeom prst="straightConnector1">
              <a:avLst/>
            </a:prstGeom>
            <a:ln w="25400">
              <a:headEnd type="triangle" w="lg" len="lg"/>
              <a:tailEnd type="none" w="lg" len="lg"/>
            </a:ln>
          </p:spPr>
          <p:style>
            <a:lnRef idx="1">
              <a:schemeClr val="accent1"/>
            </a:lnRef>
            <a:fillRef idx="0">
              <a:schemeClr val="accent1"/>
            </a:fillRef>
            <a:effectRef idx="0">
              <a:schemeClr val="accent1"/>
            </a:effectRef>
            <a:fontRef idx="minor">
              <a:schemeClr val="tx1"/>
            </a:fontRef>
          </p:style>
        </p:cxnSp>
        <p:sp>
          <p:nvSpPr>
            <p:cNvPr id="40" name="Freeform: Shape 39">
              <a:extLst>
                <a:ext uri="{FF2B5EF4-FFF2-40B4-BE49-F238E27FC236}">
                  <a16:creationId xmlns:a16="http://schemas.microsoft.com/office/drawing/2014/main" id="{7E39BF7E-9445-0A43-0D75-06F3669816B6}"/>
                </a:ext>
              </a:extLst>
            </p:cNvPr>
            <p:cNvSpPr/>
            <p:nvPr/>
          </p:nvSpPr>
          <p:spPr>
            <a:xfrm>
              <a:off x="8384841" y="5636711"/>
              <a:ext cx="805338" cy="511084"/>
            </a:xfrm>
            <a:custGeom>
              <a:avLst/>
              <a:gdLst>
                <a:gd name="connsiteX0" fmla="*/ 0 w 307975"/>
                <a:gd name="connsiteY0" fmla="*/ 195263 h 195447"/>
                <a:gd name="connsiteX1" fmla="*/ 88900 w 307975"/>
                <a:gd name="connsiteY1" fmla="*/ 179388 h 195447"/>
                <a:gd name="connsiteX2" fmla="*/ 155575 w 307975"/>
                <a:gd name="connsiteY2" fmla="*/ 93663 h 195447"/>
                <a:gd name="connsiteX3" fmla="*/ 209550 w 307975"/>
                <a:gd name="connsiteY3" fmla="*/ 19050 h 195447"/>
                <a:gd name="connsiteX4" fmla="*/ 307975 w 307975"/>
                <a:gd name="connsiteY4" fmla="*/ 0 h 19544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7975" h="195447">
                  <a:moveTo>
                    <a:pt x="0" y="195263"/>
                  </a:moveTo>
                  <a:cubicBezTo>
                    <a:pt x="31485" y="195792"/>
                    <a:pt x="62971" y="196321"/>
                    <a:pt x="88900" y="179388"/>
                  </a:cubicBezTo>
                  <a:cubicBezTo>
                    <a:pt x="114829" y="162455"/>
                    <a:pt x="135467" y="120386"/>
                    <a:pt x="155575" y="93663"/>
                  </a:cubicBezTo>
                  <a:cubicBezTo>
                    <a:pt x="175683" y="66940"/>
                    <a:pt x="184150" y="34661"/>
                    <a:pt x="209550" y="19050"/>
                  </a:cubicBezTo>
                  <a:cubicBezTo>
                    <a:pt x="234950" y="3439"/>
                    <a:pt x="271462" y="1719"/>
                    <a:pt x="307975" y="0"/>
                  </a:cubicBezTo>
                </a:path>
              </a:pathLst>
            </a:cu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DE"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cxnSp>
          <p:nvCxnSpPr>
            <p:cNvPr id="44" name="Straight Arrow Connector 43">
              <a:extLst>
                <a:ext uri="{FF2B5EF4-FFF2-40B4-BE49-F238E27FC236}">
                  <a16:creationId xmlns:a16="http://schemas.microsoft.com/office/drawing/2014/main" id="{C388CEC2-545E-F21F-DDFA-AB4084332B14}"/>
                </a:ext>
              </a:extLst>
            </p:cNvPr>
            <p:cNvCxnSpPr>
              <a:cxnSpLocks/>
              <a:endCxn id="36" idx="2"/>
            </p:cNvCxnSpPr>
            <p:nvPr/>
          </p:nvCxnSpPr>
          <p:spPr>
            <a:xfrm rot="16200000" flipV="1">
              <a:off x="9623964" y="5527546"/>
              <a:ext cx="7092" cy="722330"/>
            </a:xfrm>
            <a:prstGeom prst="straightConnector1">
              <a:avLst/>
            </a:prstGeom>
            <a:ln w="25400">
              <a:headEnd type="triangle" w="lg" len="lg"/>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DCF67128-19E2-AF3E-C02A-2F94B8776F27}"/>
                    </a:ext>
                  </a:extLst>
                </p:cNvPr>
                <p:cNvSpPr txBox="1"/>
                <p:nvPr/>
              </p:nvSpPr>
              <p:spPr>
                <a:xfrm>
                  <a:off x="9451934" y="5347027"/>
                  <a:ext cx="1366150"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𝑧</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𝜎</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𝑦</m:t>
                        </m:r>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45" name="TextBox 44">
                  <a:extLst>
                    <a:ext uri="{FF2B5EF4-FFF2-40B4-BE49-F238E27FC236}">
                      <a16:creationId xmlns:a16="http://schemas.microsoft.com/office/drawing/2014/main" id="{DCF67128-19E2-AF3E-C02A-2F94B8776F27}"/>
                    </a:ext>
                  </a:extLst>
                </p:cNvPr>
                <p:cNvSpPr txBox="1">
                  <a:spLocks noRot="1" noChangeAspect="1" noMove="1" noResize="1" noEditPoints="1" noAdjustHandles="1" noChangeArrowheads="1" noChangeShapeType="1" noTextEdit="1"/>
                </p:cNvSpPr>
                <p:nvPr/>
              </p:nvSpPr>
              <p:spPr>
                <a:xfrm>
                  <a:off x="9451934" y="5347027"/>
                  <a:ext cx="1366150" cy="400110"/>
                </a:xfrm>
                <a:prstGeom prst="rect">
                  <a:avLst/>
                </a:prstGeom>
                <a:blipFill>
                  <a:blip r:embed="rId6"/>
                  <a:stretch>
                    <a:fillRect b="-15385"/>
                  </a:stretch>
                </a:blipFill>
              </p:spPr>
              <p:txBody>
                <a:bodyPr/>
                <a:lstStyle/>
                <a:p>
                  <a:r>
                    <a:rPr lang="en-US">
                      <a:noFill/>
                    </a:rPr>
                    <a:t> </a:t>
                  </a:r>
                </a:p>
              </p:txBody>
            </p:sp>
          </mc:Fallback>
        </mc:AlternateContent>
        <p:sp>
          <p:nvSpPr>
            <p:cNvPr id="46" name="TextBox 45">
              <a:extLst>
                <a:ext uri="{FF2B5EF4-FFF2-40B4-BE49-F238E27FC236}">
                  <a16:creationId xmlns:a16="http://schemas.microsoft.com/office/drawing/2014/main" id="{C0E99071-C895-5B66-B223-7E86CC90073F}"/>
                </a:ext>
              </a:extLst>
            </p:cNvPr>
            <p:cNvSpPr txBox="1"/>
            <p:nvPr/>
          </p:nvSpPr>
          <p:spPr>
            <a:xfrm>
              <a:off x="8142509" y="4552650"/>
              <a:ext cx="1266942"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Activation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Function</a:t>
              </a:r>
              <a:endParaRPr kumimoji="0" lang="en-DE"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6EDB2B2-1721-B973-97C7-A909F6F3E9E7}"/>
                    </a:ext>
                  </a:extLst>
                </p:cNvPr>
                <p:cNvSpPr txBox="1"/>
                <p:nvPr/>
              </p:nvSpPr>
              <p:spPr>
                <a:xfrm>
                  <a:off x="5821717" y="4999887"/>
                  <a:ext cx="1660944" cy="672235"/>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nary>
                          <m:naryPr>
                            <m:chr m:val="∑"/>
                            <m:supHide m:val="on"/>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m:rPr>
                                <m:brk m:alnAt="7"/>
                              </m:r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up/>
                          <m:e>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nary>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oMath>
                    </m:oMathPara>
                  </a14:m>
                  <a:endParaRPr kumimoji="0" lang="en-DE"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47" name="TextBox 46">
                  <a:extLst>
                    <a:ext uri="{FF2B5EF4-FFF2-40B4-BE49-F238E27FC236}">
                      <a16:creationId xmlns:a16="http://schemas.microsoft.com/office/drawing/2014/main" id="{C6EDB2B2-1721-B973-97C7-A909F6F3E9E7}"/>
                    </a:ext>
                  </a:extLst>
                </p:cNvPr>
                <p:cNvSpPr txBox="1">
                  <a:spLocks noRot="1" noChangeAspect="1" noMove="1" noResize="1" noEditPoints="1" noAdjustHandles="1" noChangeArrowheads="1" noChangeShapeType="1" noTextEdit="1"/>
                </p:cNvSpPr>
                <p:nvPr/>
              </p:nvSpPr>
              <p:spPr>
                <a:xfrm>
                  <a:off x="5821717" y="4999887"/>
                  <a:ext cx="1660944" cy="67223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D837A18-35F1-1EE8-96E5-41DB480B18A1}"/>
                    </a:ext>
                  </a:extLst>
                </p:cNvPr>
                <p:cNvSpPr txBox="1"/>
                <p:nvPr/>
              </p:nvSpPr>
              <p:spPr>
                <a:xfrm>
                  <a:off x="4101717" y="5619263"/>
                  <a:ext cx="358495"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49" name="TextBox 48">
                  <a:extLst>
                    <a:ext uri="{FF2B5EF4-FFF2-40B4-BE49-F238E27FC236}">
                      <a16:creationId xmlns:a16="http://schemas.microsoft.com/office/drawing/2014/main" id="{2D837A18-35F1-1EE8-96E5-41DB480B18A1}"/>
                    </a:ext>
                  </a:extLst>
                </p:cNvPr>
                <p:cNvSpPr txBox="1">
                  <a:spLocks noRot="1" noChangeAspect="1" noMove="1" noResize="1" noEditPoints="1" noAdjustHandles="1" noChangeArrowheads="1" noChangeShapeType="1" noTextEdit="1"/>
                </p:cNvSpPr>
                <p:nvPr/>
              </p:nvSpPr>
              <p:spPr>
                <a:xfrm>
                  <a:off x="4101717" y="5619263"/>
                  <a:ext cx="358495" cy="307777"/>
                </a:xfrm>
                <a:prstGeom prst="rect">
                  <a:avLst/>
                </a:prstGeom>
                <a:blipFill>
                  <a:blip r:embed="rId8"/>
                  <a:stretch>
                    <a:fillRect l="-10169" r="-3390" b="-137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CF7F64F-E203-465C-3304-50966FAC9926}"/>
                    </a:ext>
                  </a:extLst>
                </p:cNvPr>
                <p:cNvSpPr txBox="1"/>
                <p:nvPr/>
              </p:nvSpPr>
              <p:spPr>
                <a:xfrm>
                  <a:off x="4085630" y="6287115"/>
                  <a:ext cx="352532"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51" name="TextBox 50">
                  <a:extLst>
                    <a:ext uri="{FF2B5EF4-FFF2-40B4-BE49-F238E27FC236}">
                      <a16:creationId xmlns:a16="http://schemas.microsoft.com/office/drawing/2014/main" id="{0CF7F64F-E203-465C-3304-50966FAC9926}"/>
                    </a:ext>
                  </a:extLst>
                </p:cNvPr>
                <p:cNvSpPr txBox="1">
                  <a:spLocks noRot="1" noChangeAspect="1" noMove="1" noResize="1" noEditPoints="1" noAdjustHandles="1" noChangeArrowheads="1" noChangeShapeType="1" noTextEdit="1"/>
                </p:cNvSpPr>
                <p:nvPr/>
              </p:nvSpPr>
              <p:spPr>
                <a:xfrm>
                  <a:off x="4085630" y="6287115"/>
                  <a:ext cx="352532" cy="307777"/>
                </a:xfrm>
                <a:prstGeom prst="rect">
                  <a:avLst/>
                </a:prstGeom>
                <a:blipFill>
                  <a:blip r:embed="rId9"/>
                  <a:stretch>
                    <a:fillRect l="-10345" r="-5172"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7E68517-5EF5-E1DF-538C-5ADD42AA1E0A}"/>
                    </a:ext>
                  </a:extLst>
                </p:cNvPr>
                <p:cNvSpPr txBox="1"/>
                <p:nvPr/>
              </p:nvSpPr>
              <p:spPr>
                <a:xfrm>
                  <a:off x="2913020" y="4903616"/>
                  <a:ext cx="300339"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53" name="TextBox 52">
                  <a:extLst>
                    <a:ext uri="{FF2B5EF4-FFF2-40B4-BE49-F238E27FC236}">
                      <a16:creationId xmlns:a16="http://schemas.microsoft.com/office/drawing/2014/main" id="{D7E68517-5EF5-E1DF-538C-5ADD42AA1E0A}"/>
                    </a:ext>
                  </a:extLst>
                </p:cNvPr>
                <p:cNvSpPr txBox="1">
                  <a:spLocks noRot="1" noChangeAspect="1" noMove="1" noResize="1" noEditPoints="1" noAdjustHandles="1" noChangeArrowheads="1" noChangeShapeType="1" noTextEdit="1"/>
                </p:cNvSpPr>
                <p:nvPr/>
              </p:nvSpPr>
              <p:spPr>
                <a:xfrm>
                  <a:off x="2913020" y="4903616"/>
                  <a:ext cx="300339" cy="307777"/>
                </a:xfrm>
                <a:prstGeom prst="rect">
                  <a:avLst/>
                </a:prstGeom>
                <a:blipFill>
                  <a:blip r:embed="rId10"/>
                  <a:stretch>
                    <a:fillRect l="-10000" r="-6000"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E11B782-FCCB-2889-D922-7B4B929BBB77}"/>
                    </a:ext>
                  </a:extLst>
                </p:cNvPr>
                <p:cNvSpPr txBox="1"/>
                <p:nvPr/>
              </p:nvSpPr>
              <p:spPr>
                <a:xfrm>
                  <a:off x="4052255" y="4866961"/>
                  <a:ext cx="394916"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DE"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𝜔</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𝑁</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56" name="TextBox 55">
                  <a:extLst>
                    <a:ext uri="{FF2B5EF4-FFF2-40B4-BE49-F238E27FC236}">
                      <a16:creationId xmlns:a16="http://schemas.microsoft.com/office/drawing/2014/main" id="{3E11B782-FCCB-2889-D922-7B4B929BBB77}"/>
                    </a:ext>
                  </a:extLst>
                </p:cNvPr>
                <p:cNvSpPr txBox="1">
                  <a:spLocks noRot="1" noChangeAspect="1" noMove="1" noResize="1" noEditPoints="1" noAdjustHandles="1" noChangeArrowheads="1" noChangeShapeType="1" noTextEdit="1"/>
                </p:cNvSpPr>
                <p:nvPr/>
              </p:nvSpPr>
              <p:spPr>
                <a:xfrm>
                  <a:off x="4052255" y="4866961"/>
                  <a:ext cx="394916" cy="307777"/>
                </a:xfrm>
                <a:prstGeom prst="rect">
                  <a:avLst/>
                </a:prstGeom>
                <a:blipFill>
                  <a:blip r:embed="rId11"/>
                  <a:stretch>
                    <a:fillRect l="-7692" r="-4615"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F1CBE0D-A99C-B6F7-00C6-1415F92DDD90}"/>
                    </a:ext>
                  </a:extLst>
                </p:cNvPr>
                <p:cNvSpPr txBox="1"/>
                <p:nvPr/>
              </p:nvSpPr>
              <p:spPr>
                <a:xfrm>
                  <a:off x="2946586" y="6303841"/>
                  <a:ext cx="342723"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𝑁</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57" name="TextBox 56">
                  <a:extLst>
                    <a:ext uri="{FF2B5EF4-FFF2-40B4-BE49-F238E27FC236}">
                      <a16:creationId xmlns:a16="http://schemas.microsoft.com/office/drawing/2014/main" id="{0F1CBE0D-A99C-B6F7-00C6-1415F92DDD90}"/>
                    </a:ext>
                  </a:extLst>
                </p:cNvPr>
                <p:cNvSpPr txBox="1">
                  <a:spLocks noRot="1" noChangeAspect="1" noMove="1" noResize="1" noEditPoints="1" noAdjustHandles="1" noChangeArrowheads="1" noChangeShapeType="1" noTextEdit="1"/>
                </p:cNvSpPr>
                <p:nvPr/>
              </p:nvSpPr>
              <p:spPr>
                <a:xfrm>
                  <a:off x="2946586" y="6303841"/>
                  <a:ext cx="342723" cy="307777"/>
                </a:xfrm>
                <a:prstGeom prst="rect">
                  <a:avLst/>
                </a:prstGeom>
                <a:blipFill>
                  <a:blip r:embed="rId12"/>
                  <a:stretch>
                    <a:fillRect l="-12500" r="-5357"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43B7C80-17CC-FD8F-4537-B4DD4482A985}"/>
                    </a:ext>
                  </a:extLst>
                </p:cNvPr>
                <p:cNvSpPr txBox="1"/>
                <p:nvPr/>
              </p:nvSpPr>
              <p:spPr>
                <a:xfrm>
                  <a:off x="2849029" y="5716666"/>
                  <a:ext cx="306302"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sSub>
                          <m:sSubPr>
                            <m:ctrlP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b>
                        </m:sSub>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59" name="TextBox 58">
                  <a:extLst>
                    <a:ext uri="{FF2B5EF4-FFF2-40B4-BE49-F238E27FC236}">
                      <a16:creationId xmlns:a16="http://schemas.microsoft.com/office/drawing/2014/main" id="{C43B7C80-17CC-FD8F-4537-B4DD4482A985}"/>
                    </a:ext>
                  </a:extLst>
                </p:cNvPr>
                <p:cNvSpPr txBox="1">
                  <a:spLocks noRot="1" noChangeAspect="1" noMove="1" noResize="1" noEditPoints="1" noAdjustHandles="1" noChangeArrowheads="1" noChangeShapeType="1" noTextEdit="1"/>
                </p:cNvSpPr>
                <p:nvPr/>
              </p:nvSpPr>
              <p:spPr>
                <a:xfrm>
                  <a:off x="2849029" y="5716666"/>
                  <a:ext cx="306302" cy="307777"/>
                </a:xfrm>
                <a:prstGeom prst="rect">
                  <a:avLst/>
                </a:prstGeom>
                <a:blipFill>
                  <a:blip r:embed="rId13"/>
                  <a:stretch>
                    <a:fillRect l="-14000" r="-6000" b="-137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5C8EC28-54AE-DD29-C1DC-559A69E798BD}"/>
                    </a:ext>
                  </a:extLst>
                </p:cNvPr>
                <p:cNvSpPr txBox="1"/>
                <p:nvPr/>
              </p:nvSpPr>
              <p:spPr>
                <a:xfrm>
                  <a:off x="2958944" y="4368036"/>
                  <a:ext cx="196400" cy="307777"/>
                </a:xfrm>
                <a:prstGeom prst="rect">
                  <a:avLst/>
                </a:prstGeom>
                <a:solidFill>
                  <a:schemeClr val="bg1"/>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US" sz="20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oMath>
                    </m:oMathPara>
                  </a14:m>
                  <a:endParaRPr kumimoji="0" lang="en-DE"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60" name="TextBox 59">
                  <a:extLst>
                    <a:ext uri="{FF2B5EF4-FFF2-40B4-BE49-F238E27FC236}">
                      <a16:creationId xmlns:a16="http://schemas.microsoft.com/office/drawing/2014/main" id="{25C8EC28-54AE-DD29-C1DC-559A69E798BD}"/>
                    </a:ext>
                  </a:extLst>
                </p:cNvPr>
                <p:cNvSpPr txBox="1">
                  <a:spLocks noRot="1" noChangeAspect="1" noMove="1" noResize="1" noEditPoints="1" noAdjustHandles="1" noChangeArrowheads="1" noChangeShapeType="1" noTextEdit="1"/>
                </p:cNvSpPr>
                <p:nvPr/>
              </p:nvSpPr>
              <p:spPr>
                <a:xfrm>
                  <a:off x="2958944" y="4368036"/>
                  <a:ext cx="196400" cy="307777"/>
                </a:xfrm>
                <a:prstGeom prst="rect">
                  <a:avLst/>
                </a:prstGeom>
                <a:blipFill>
                  <a:blip r:embed="rId14"/>
                  <a:stretch>
                    <a:fillRect l="-34375" r="-31250"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3B31B74-52C1-4D00-F031-3E19C7EAA492}"/>
                    </a:ext>
                  </a:extLst>
                </p:cNvPr>
                <p:cNvSpPr txBox="1"/>
                <p:nvPr/>
              </p:nvSpPr>
              <p:spPr>
                <a:xfrm rot="5400000">
                  <a:off x="2819592" y="5947740"/>
                  <a:ext cx="452620"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
                        <m:r>
                          <a:rPr kumimoji="0" lang="en-DE" sz="20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oMath>
                    </m:oMathPara>
                  </a14:m>
                  <a:endParaRPr kumimoji="0" lang="en-GB"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63" name="TextBox 62">
                  <a:extLst>
                    <a:ext uri="{FF2B5EF4-FFF2-40B4-BE49-F238E27FC236}">
                      <a16:creationId xmlns:a16="http://schemas.microsoft.com/office/drawing/2014/main" id="{03B31B74-52C1-4D00-F031-3E19C7EAA492}"/>
                    </a:ext>
                  </a:extLst>
                </p:cNvPr>
                <p:cNvSpPr txBox="1">
                  <a:spLocks noRot="1" noChangeAspect="1" noMove="1" noResize="1" noEditPoints="1" noAdjustHandles="1" noChangeArrowheads="1" noChangeShapeType="1" noTextEdit="1"/>
                </p:cNvSpPr>
                <p:nvPr/>
              </p:nvSpPr>
              <p:spPr>
                <a:xfrm rot="5400000">
                  <a:off x="2819592" y="5947740"/>
                  <a:ext cx="452620" cy="400110"/>
                </a:xfrm>
                <a:prstGeom prst="rect">
                  <a:avLst/>
                </a:prstGeom>
                <a:blipFill>
                  <a:blip r:embed="rId15"/>
                  <a:stretch>
                    <a:fillRect/>
                  </a:stretch>
                </a:blipFill>
              </p:spPr>
              <p:txBody>
                <a:bodyPr/>
                <a:lstStyle/>
                <a:p>
                  <a:r>
                    <a:rPr lang="en-US">
                      <a:noFill/>
                    </a:rPr>
                    <a:t> </a:t>
                  </a:r>
                </a:p>
              </p:txBody>
            </p:sp>
          </mc:Fallback>
        </mc:AlternateContent>
        <p:sp>
          <p:nvSpPr>
            <p:cNvPr id="64" name="Rectangle: Rounded Corners 63">
              <a:extLst>
                <a:ext uri="{FF2B5EF4-FFF2-40B4-BE49-F238E27FC236}">
                  <a16:creationId xmlns:a16="http://schemas.microsoft.com/office/drawing/2014/main" id="{757438C4-B6BF-7838-C34F-B7A37A2D5546}"/>
                </a:ext>
              </a:extLst>
            </p:cNvPr>
            <p:cNvSpPr/>
            <p:nvPr/>
          </p:nvSpPr>
          <p:spPr>
            <a:xfrm>
              <a:off x="3411057" y="4368036"/>
              <a:ext cx="4411406" cy="2320730"/>
            </a:xfrm>
            <a:prstGeom prst="roundRect">
              <a:avLst>
                <a:gd name="adj" fmla="val 11786"/>
              </a:avLst>
            </a:prstGeom>
            <a:noFill/>
            <a:ln w="25400">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5" name="TextBox 64">
              <a:extLst>
                <a:ext uri="{FF2B5EF4-FFF2-40B4-BE49-F238E27FC236}">
                  <a16:creationId xmlns:a16="http://schemas.microsoft.com/office/drawing/2014/main" id="{2E48B752-BB2B-A77F-FAAC-7E21A66CAA2E}"/>
                </a:ext>
              </a:extLst>
            </p:cNvPr>
            <p:cNvSpPr txBox="1"/>
            <p:nvPr/>
          </p:nvSpPr>
          <p:spPr>
            <a:xfrm>
              <a:off x="5134758" y="3788030"/>
              <a:ext cx="3549160" cy="461665"/>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Single Neuron Scheme</a:t>
              </a:r>
              <a:endParaRPr kumimoji="0" lang="en-DE"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grpSp>
        <p:nvGrpSpPr>
          <p:cNvPr id="113" name="Group 112">
            <a:extLst>
              <a:ext uri="{FF2B5EF4-FFF2-40B4-BE49-F238E27FC236}">
                <a16:creationId xmlns:a16="http://schemas.microsoft.com/office/drawing/2014/main" id="{9B3CE027-424A-652E-75FE-0D74BB0E9F59}"/>
              </a:ext>
            </a:extLst>
          </p:cNvPr>
          <p:cNvGrpSpPr/>
          <p:nvPr/>
        </p:nvGrpSpPr>
        <p:grpSpPr>
          <a:xfrm>
            <a:off x="411679" y="4058886"/>
            <a:ext cx="3787217" cy="2460940"/>
            <a:chOff x="411679" y="4058886"/>
            <a:chExt cx="3787217" cy="2460940"/>
          </a:xfrm>
        </p:grpSpPr>
        <p:sp>
          <p:nvSpPr>
            <p:cNvPr id="66" name="Oval 65">
              <a:extLst>
                <a:ext uri="{FF2B5EF4-FFF2-40B4-BE49-F238E27FC236}">
                  <a16:creationId xmlns:a16="http://schemas.microsoft.com/office/drawing/2014/main" id="{EA36CEA3-934B-C373-BA0B-F45A1270BD13}"/>
                </a:ext>
              </a:extLst>
            </p:cNvPr>
            <p:cNvSpPr>
              <a:spLocks noChangeAspect="1"/>
            </p:cNvSpPr>
            <p:nvPr/>
          </p:nvSpPr>
          <p:spPr>
            <a:xfrm>
              <a:off x="1052419" y="4770447"/>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4C04DDEB-17EC-D2AF-F46B-1B6A7E7A60D7}"/>
                </a:ext>
              </a:extLst>
            </p:cNvPr>
            <p:cNvSpPr>
              <a:spLocks noChangeAspect="1"/>
            </p:cNvSpPr>
            <p:nvPr/>
          </p:nvSpPr>
          <p:spPr>
            <a:xfrm>
              <a:off x="1052419" y="5630443"/>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03A23C62-38C5-637D-C4D4-395CBDA2AF49}"/>
                </a:ext>
              </a:extLst>
            </p:cNvPr>
            <p:cNvSpPr>
              <a:spLocks noChangeAspect="1"/>
            </p:cNvSpPr>
            <p:nvPr/>
          </p:nvSpPr>
          <p:spPr>
            <a:xfrm>
              <a:off x="2135298" y="4058886"/>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1F7415F1-BAAD-990C-857A-D34172E18276}"/>
                </a:ext>
              </a:extLst>
            </p:cNvPr>
            <p:cNvSpPr>
              <a:spLocks noChangeAspect="1"/>
            </p:cNvSpPr>
            <p:nvPr/>
          </p:nvSpPr>
          <p:spPr>
            <a:xfrm>
              <a:off x="2135298" y="4788905"/>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70CF30A0-4CF7-2711-512D-A1CD478B6B14}"/>
                </a:ext>
              </a:extLst>
            </p:cNvPr>
            <p:cNvSpPr>
              <a:spLocks noChangeAspect="1"/>
            </p:cNvSpPr>
            <p:nvPr/>
          </p:nvSpPr>
          <p:spPr>
            <a:xfrm>
              <a:off x="2135298" y="5518924"/>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51BFD8AA-2402-CE06-B8C6-34B4B64E8018}"/>
                </a:ext>
              </a:extLst>
            </p:cNvPr>
            <p:cNvSpPr>
              <a:spLocks noChangeAspect="1"/>
            </p:cNvSpPr>
            <p:nvPr/>
          </p:nvSpPr>
          <p:spPr>
            <a:xfrm>
              <a:off x="2135298" y="6248942"/>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73CB5A10-D5CA-235C-9393-9FC11CCCC813}"/>
                </a:ext>
              </a:extLst>
            </p:cNvPr>
            <p:cNvSpPr>
              <a:spLocks noChangeAspect="1"/>
            </p:cNvSpPr>
            <p:nvPr/>
          </p:nvSpPr>
          <p:spPr>
            <a:xfrm>
              <a:off x="3287272" y="4769175"/>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7B9FB621-CE0A-FD4C-A804-504D29B5B7BA}"/>
                </a:ext>
              </a:extLst>
            </p:cNvPr>
            <p:cNvSpPr>
              <a:spLocks noChangeAspect="1"/>
            </p:cNvSpPr>
            <p:nvPr/>
          </p:nvSpPr>
          <p:spPr>
            <a:xfrm>
              <a:off x="3287272" y="5629171"/>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4" name="Group 73">
              <a:extLst>
                <a:ext uri="{FF2B5EF4-FFF2-40B4-BE49-F238E27FC236}">
                  <a16:creationId xmlns:a16="http://schemas.microsoft.com/office/drawing/2014/main" id="{38817442-EFEB-70DC-A880-D60838186E66}"/>
                </a:ext>
              </a:extLst>
            </p:cNvPr>
            <p:cNvGrpSpPr/>
            <p:nvPr/>
          </p:nvGrpSpPr>
          <p:grpSpPr>
            <a:xfrm>
              <a:off x="1283633" y="4194328"/>
              <a:ext cx="891335" cy="2094284"/>
              <a:chOff x="1283633" y="4194328"/>
              <a:chExt cx="891335" cy="2094284"/>
            </a:xfrm>
          </p:grpSpPr>
          <p:cxnSp>
            <p:nvCxnSpPr>
              <p:cNvPr id="75" name="Straight Arrow Connector 74">
                <a:extLst>
                  <a:ext uri="{FF2B5EF4-FFF2-40B4-BE49-F238E27FC236}">
                    <a16:creationId xmlns:a16="http://schemas.microsoft.com/office/drawing/2014/main" id="{6DC86B97-DE48-C05A-C435-C46DE61DBABE}"/>
                  </a:ext>
                </a:extLst>
              </p:cNvPr>
              <p:cNvCxnSpPr>
                <a:stCxn id="66" idx="7"/>
                <a:endCxn id="68" idx="2"/>
              </p:cNvCxnSpPr>
              <p:nvPr/>
            </p:nvCxnSpPr>
            <p:spPr>
              <a:xfrm flipV="1">
                <a:off x="1283633" y="4194328"/>
                <a:ext cx="851665" cy="61578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87FBD638-7A0B-596E-F97A-3E37AC775614}"/>
                  </a:ext>
                </a:extLst>
              </p:cNvPr>
              <p:cNvCxnSpPr>
                <a:cxnSpLocks/>
                <a:stCxn id="66" idx="6"/>
                <a:endCxn id="69" idx="2"/>
              </p:cNvCxnSpPr>
              <p:nvPr/>
            </p:nvCxnSpPr>
            <p:spPr>
              <a:xfrm>
                <a:off x="1323303" y="4905889"/>
                <a:ext cx="811995" cy="18458"/>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31495768-62BB-6E4C-17E0-0FA28808E6C6}"/>
                  </a:ext>
                </a:extLst>
              </p:cNvPr>
              <p:cNvCxnSpPr>
                <a:cxnSpLocks/>
                <a:stCxn id="66" idx="6"/>
                <a:endCxn id="70" idx="1"/>
              </p:cNvCxnSpPr>
              <p:nvPr/>
            </p:nvCxnSpPr>
            <p:spPr>
              <a:xfrm>
                <a:off x="1323303" y="4905889"/>
                <a:ext cx="851665" cy="652705"/>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8E8D43A1-6F53-9498-E68E-F0BC5EB0034B}"/>
                  </a:ext>
                </a:extLst>
              </p:cNvPr>
              <p:cNvCxnSpPr>
                <a:cxnSpLocks/>
                <a:stCxn id="66" idx="5"/>
                <a:endCxn id="71" idx="1"/>
              </p:cNvCxnSpPr>
              <p:nvPr/>
            </p:nvCxnSpPr>
            <p:spPr>
              <a:xfrm>
                <a:off x="1283633" y="5001661"/>
                <a:ext cx="891335" cy="1286951"/>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grpSp>
          <p:nvGrpSpPr>
            <p:cNvPr id="79" name="Group 78">
              <a:extLst>
                <a:ext uri="{FF2B5EF4-FFF2-40B4-BE49-F238E27FC236}">
                  <a16:creationId xmlns:a16="http://schemas.microsoft.com/office/drawing/2014/main" id="{26F4E19E-6D61-F679-B534-CBA3AC46AF5F}"/>
                </a:ext>
              </a:extLst>
            </p:cNvPr>
            <p:cNvGrpSpPr/>
            <p:nvPr/>
          </p:nvGrpSpPr>
          <p:grpSpPr>
            <a:xfrm>
              <a:off x="1187861" y="4290100"/>
              <a:ext cx="987107" cy="2094284"/>
              <a:chOff x="1187861" y="4290100"/>
              <a:chExt cx="987107" cy="2094284"/>
            </a:xfrm>
          </p:grpSpPr>
          <p:cxnSp>
            <p:nvCxnSpPr>
              <p:cNvPr id="80" name="Straight Arrow Connector 79">
                <a:extLst>
                  <a:ext uri="{FF2B5EF4-FFF2-40B4-BE49-F238E27FC236}">
                    <a16:creationId xmlns:a16="http://schemas.microsoft.com/office/drawing/2014/main" id="{0FF41F6C-BD98-D8EF-20E6-759A441704EA}"/>
                  </a:ext>
                </a:extLst>
              </p:cNvPr>
              <p:cNvCxnSpPr>
                <a:cxnSpLocks/>
                <a:stCxn id="67" idx="0"/>
                <a:endCxn id="68" idx="3"/>
              </p:cNvCxnSpPr>
              <p:nvPr/>
            </p:nvCxnSpPr>
            <p:spPr>
              <a:xfrm flipV="1">
                <a:off x="1187861" y="4290100"/>
                <a:ext cx="987107" cy="1340343"/>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1" name="Straight Arrow Connector 80">
                <a:extLst>
                  <a:ext uri="{FF2B5EF4-FFF2-40B4-BE49-F238E27FC236}">
                    <a16:creationId xmlns:a16="http://schemas.microsoft.com/office/drawing/2014/main" id="{C8BFB01A-83B0-3626-E19D-AF82B544C2A2}"/>
                  </a:ext>
                </a:extLst>
              </p:cNvPr>
              <p:cNvCxnSpPr>
                <a:cxnSpLocks/>
                <a:stCxn id="67" idx="7"/>
                <a:endCxn id="69" idx="3"/>
              </p:cNvCxnSpPr>
              <p:nvPr/>
            </p:nvCxnSpPr>
            <p:spPr>
              <a:xfrm flipV="1">
                <a:off x="1283633" y="5020119"/>
                <a:ext cx="891335" cy="649994"/>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6E013D04-CA21-6E80-3BAA-3D860BF6D8F1}"/>
                  </a:ext>
                </a:extLst>
              </p:cNvPr>
              <p:cNvCxnSpPr>
                <a:cxnSpLocks/>
                <a:stCxn id="67" idx="6"/>
                <a:endCxn id="70" idx="2"/>
              </p:cNvCxnSpPr>
              <p:nvPr/>
            </p:nvCxnSpPr>
            <p:spPr>
              <a:xfrm flipV="1">
                <a:off x="1323303" y="5654366"/>
                <a:ext cx="811995" cy="11151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AD7009C7-076F-5F12-A80C-51A59C2B4F0E}"/>
                  </a:ext>
                </a:extLst>
              </p:cNvPr>
              <p:cNvCxnSpPr>
                <a:cxnSpLocks/>
                <a:stCxn id="67" idx="5"/>
                <a:endCxn id="71" idx="2"/>
              </p:cNvCxnSpPr>
              <p:nvPr/>
            </p:nvCxnSpPr>
            <p:spPr>
              <a:xfrm>
                <a:off x="1283633" y="5861657"/>
                <a:ext cx="851665" cy="52272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grpSp>
          <p:nvGrpSpPr>
            <p:cNvPr id="84" name="Group 83">
              <a:extLst>
                <a:ext uri="{FF2B5EF4-FFF2-40B4-BE49-F238E27FC236}">
                  <a16:creationId xmlns:a16="http://schemas.microsoft.com/office/drawing/2014/main" id="{A2283F20-57CB-CEC1-3575-B94E8C2760E7}"/>
                </a:ext>
              </a:extLst>
            </p:cNvPr>
            <p:cNvGrpSpPr/>
            <p:nvPr/>
          </p:nvGrpSpPr>
          <p:grpSpPr>
            <a:xfrm>
              <a:off x="2366512" y="4194328"/>
              <a:ext cx="1056202" cy="2190056"/>
              <a:chOff x="2366512" y="4194328"/>
              <a:chExt cx="1056202" cy="2190056"/>
            </a:xfrm>
          </p:grpSpPr>
          <p:cxnSp>
            <p:nvCxnSpPr>
              <p:cNvPr id="85" name="Straight Arrow Connector 84">
                <a:extLst>
                  <a:ext uri="{FF2B5EF4-FFF2-40B4-BE49-F238E27FC236}">
                    <a16:creationId xmlns:a16="http://schemas.microsoft.com/office/drawing/2014/main" id="{94D4F786-1121-7BBE-3439-B10C59DD7E44}"/>
                  </a:ext>
                </a:extLst>
              </p:cNvPr>
              <p:cNvCxnSpPr>
                <a:cxnSpLocks/>
                <a:stCxn id="68" idx="6"/>
                <a:endCxn id="72" idx="1"/>
              </p:cNvCxnSpPr>
              <p:nvPr/>
            </p:nvCxnSpPr>
            <p:spPr>
              <a:xfrm>
                <a:off x="2406182" y="4194328"/>
                <a:ext cx="920760" cy="61451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6" name="Straight Arrow Connector 85">
                <a:extLst>
                  <a:ext uri="{FF2B5EF4-FFF2-40B4-BE49-F238E27FC236}">
                    <a16:creationId xmlns:a16="http://schemas.microsoft.com/office/drawing/2014/main" id="{29CF0B9B-C888-9545-25D3-B642D5855271}"/>
                  </a:ext>
                </a:extLst>
              </p:cNvPr>
              <p:cNvCxnSpPr>
                <a:cxnSpLocks/>
                <a:stCxn id="68" idx="5"/>
                <a:endCxn id="73" idx="0"/>
              </p:cNvCxnSpPr>
              <p:nvPr/>
            </p:nvCxnSpPr>
            <p:spPr>
              <a:xfrm>
                <a:off x="2366512" y="4290100"/>
                <a:ext cx="1056202" cy="1339071"/>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7" name="Straight Arrow Connector 86">
                <a:extLst>
                  <a:ext uri="{FF2B5EF4-FFF2-40B4-BE49-F238E27FC236}">
                    <a16:creationId xmlns:a16="http://schemas.microsoft.com/office/drawing/2014/main" id="{E113070A-9B27-9837-AB08-6E96DDDC99C6}"/>
                  </a:ext>
                </a:extLst>
              </p:cNvPr>
              <p:cNvCxnSpPr>
                <a:cxnSpLocks/>
                <a:stCxn id="69" idx="6"/>
                <a:endCxn id="72" idx="2"/>
              </p:cNvCxnSpPr>
              <p:nvPr/>
            </p:nvCxnSpPr>
            <p:spPr>
              <a:xfrm flipV="1">
                <a:off x="2406182" y="4904617"/>
                <a:ext cx="881090" cy="1973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D60F7AA6-3CB1-5101-51B1-8D16C436D669}"/>
                  </a:ext>
                </a:extLst>
              </p:cNvPr>
              <p:cNvCxnSpPr>
                <a:cxnSpLocks/>
                <a:stCxn id="69" idx="6"/>
                <a:endCxn id="73" idx="1"/>
              </p:cNvCxnSpPr>
              <p:nvPr/>
            </p:nvCxnSpPr>
            <p:spPr>
              <a:xfrm>
                <a:off x="2406182" y="4924347"/>
                <a:ext cx="920760" cy="744494"/>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C30003B5-F799-8B4E-B938-EFEC6E307725}"/>
                  </a:ext>
                </a:extLst>
              </p:cNvPr>
              <p:cNvCxnSpPr>
                <a:cxnSpLocks/>
                <a:stCxn id="70" idx="6"/>
                <a:endCxn id="72" idx="3"/>
              </p:cNvCxnSpPr>
              <p:nvPr/>
            </p:nvCxnSpPr>
            <p:spPr>
              <a:xfrm flipV="1">
                <a:off x="2406182" y="5000389"/>
                <a:ext cx="920760" cy="65397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D45BF6EB-8D01-9E4F-9532-1E618F07C29F}"/>
                  </a:ext>
                </a:extLst>
              </p:cNvPr>
              <p:cNvCxnSpPr>
                <a:cxnSpLocks/>
                <a:stCxn id="70" idx="6"/>
                <a:endCxn id="73" idx="2"/>
              </p:cNvCxnSpPr>
              <p:nvPr/>
            </p:nvCxnSpPr>
            <p:spPr>
              <a:xfrm>
                <a:off x="2406182" y="5654366"/>
                <a:ext cx="881090" cy="11024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3880BA20-7D68-6993-A5F4-EA2BBBC923C6}"/>
                  </a:ext>
                </a:extLst>
              </p:cNvPr>
              <p:cNvCxnSpPr>
                <a:cxnSpLocks/>
                <a:stCxn id="71" idx="7"/>
                <a:endCxn id="72" idx="4"/>
              </p:cNvCxnSpPr>
              <p:nvPr/>
            </p:nvCxnSpPr>
            <p:spPr>
              <a:xfrm flipV="1">
                <a:off x="2366512" y="5040059"/>
                <a:ext cx="1056202" cy="1248553"/>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D5EE6DE-50B0-C0A0-F77B-605491148B63}"/>
                  </a:ext>
                </a:extLst>
              </p:cNvPr>
              <p:cNvCxnSpPr>
                <a:cxnSpLocks/>
                <a:stCxn id="71" idx="6"/>
                <a:endCxn id="73" idx="3"/>
              </p:cNvCxnSpPr>
              <p:nvPr/>
            </p:nvCxnSpPr>
            <p:spPr>
              <a:xfrm flipV="1">
                <a:off x="2406182" y="5860385"/>
                <a:ext cx="920760" cy="52399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cxnSp>
          <p:nvCxnSpPr>
            <p:cNvPr id="93" name="Straight Arrow Connector 92">
              <a:extLst>
                <a:ext uri="{FF2B5EF4-FFF2-40B4-BE49-F238E27FC236}">
                  <a16:creationId xmlns:a16="http://schemas.microsoft.com/office/drawing/2014/main" id="{61C36787-BBFA-378E-9463-ED1BC839ABEF}"/>
                </a:ext>
              </a:extLst>
            </p:cNvPr>
            <p:cNvCxnSpPr>
              <a:cxnSpLocks/>
              <a:endCxn id="66" idx="2"/>
            </p:cNvCxnSpPr>
            <p:nvPr/>
          </p:nvCxnSpPr>
          <p:spPr>
            <a:xfrm>
              <a:off x="411679" y="4896033"/>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179E26B8-8020-7752-DE45-48368D830035}"/>
                </a:ext>
              </a:extLst>
            </p:cNvPr>
            <p:cNvCxnSpPr>
              <a:cxnSpLocks/>
            </p:cNvCxnSpPr>
            <p:nvPr/>
          </p:nvCxnSpPr>
          <p:spPr>
            <a:xfrm>
              <a:off x="411679" y="5759351"/>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5" name="Straight Arrow Connector 94">
              <a:extLst>
                <a:ext uri="{FF2B5EF4-FFF2-40B4-BE49-F238E27FC236}">
                  <a16:creationId xmlns:a16="http://schemas.microsoft.com/office/drawing/2014/main" id="{00D8691B-C961-8A89-83A2-9BBE83398906}"/>
                </a:ext>
              </a:extLst>
            </p:cNvPr>
            <p:cNvCxnSpPr>
              <a:cxnSpLocks/>
            </p:cNvCxnSpPr>
            <p:nvPr/>
          </p:nvCxnSpPr>
          <p:spPr>
            <a:xfrm>
              <a:off x="3547905" y="4896033"/>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CAF4768-4E0F-970F-DA01-2CA6E8B91366}"/>
                </a:ext>
              </a:extLst>
            </p:cNvPr>
            <p:cNvCxnSpPr>
              <a:cxnSpLocks/>
            </p:cNvCxnSpPr>
            <p:nvPr/>
          </p:nvCxnSpPr>
          <p:spPr>
            <a:xfrm>
              <a:off x="3558156" y="5759351"/>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18487774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fade">
                                      <p:cBhvr>
                                        <p:cTn id="7"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7EB68-DF04-9585-68ED-08E27D470033}"/>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BB011D04-08D2-D4BB-E8F5-C2AC3ACA690D}"/>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4CD56FC3-461A-2CDE-F165-4E0604979249}"/>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23</a:t>
            </a:fld>
            <a:endParaRPr lang="en-US"/>
          </a:p>
        </p:txBody>
      </p:sp>
      <p:grpSp>
        <p:nvGrpSpPr>
          <p:cNvPr id="113" name="Group 112">
            <a:extLst>
              <a:ext uri="{FF2B5EF4-FFF2-40B4-BE49-F238E27FC236}">
                <a16:creationId xmlns:a16="http://schemas.microsoft.com/office/drawing/2014/main" id="{A6617C22-25B4-3B0E-50C4-C07AB7B44F2D}"/>
              </a:ext>
            </a:extLst>
          </p:cNvPr>
          <p:cNvGrpSpPr/>
          <p:nvPr/>
        </p:nvGrpSpPr>
        <p:grpSpPr>
          <a:xfrm>
            <a:off x="277648" y="321465"/>
            <a:ext cx="3787217" cy="2460940"/>
            <a:chOff x="411679" y="4058886"/>
            <a:chExt cx="3787217" cy="2460940"/>
          </a:xfrm>
        </p:grpSpPr>
        <p:sp>
          <p:nvSpPr>
            <p:cNvPr id="66" name="Oval 65">
              <a:extLst>
                <a:ext uri="{FF2B5EF4-FFF2-40B4-BE49-F238E27FC236}">
                  <a16:creationId xmlns:a16="http://schemas.microsoft.com/office/drawing/2014/main" id="{3FFE5A14-EB45-6B8B-FEA6-E91FF17183A7}"/>
                </a:ext>
              </a:extLst>
            </p:cNvPr>
            <p:cNvSpPr>
              <a:spLocks noChangeAspect="1"/>
            </p:cNvSpPr>
            <p:nvPr/>
          </p:nvSpPr>
          <p:spPr>
            <a:xfrm>
              <a:off x="1052419" y="4770447"/>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Oval 66">
              <a:extLst>
                <a:ext uri="{FF2B5EF4-FFF2-40B4-BE49-F238E27FC236}">
                  <a16:creationId xmlns:a16="http://schemas.microsoft.com/office/drawing/2014/main" id="{92B7EC5D-1576-F249-A3A5-54501DAB0194}"/>
                </a:ext>
              </a:extLst>
            </p:cNvPr>
            <p:cNvSpPr>
              <a:spLocks noChangeAspect="1"/>
            </p:cNvSpPr>
            <p:nvPr/>
          </p:nvSpPr>
          <p:spPr>
            <a:xfrm>
              <a:off x="1052419" y="5630443"/>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5EC27040-DA2E-B5A4-EF8A-7C36377F7838}"/>
                </a:ext>
              </a:extLst>
            </p:cNvPr>
            <p:cNvSpPr>
              <a:spLocks noChangeAspect="1"/>
            </p:cNvSpPr>
            <p:nvPr/>
          </p:nvSpPr>
          <p:spPr>
            <a:xfrm>
              <a:off x="2135298" y="4058886"/>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Oval 68">
              <a:extLst>
                <a:ext uri="{FF2B5EF4-FFF2-40B4-BE49-F238E27FC236}">
                  <a16:creationId xmlns:a16="http://schemas.microsoft.com/office/drawing/2014/main" id="{954E083A-2684-63D8-C8A4-A4FD113E2B39}"/>
                </a:ext>
              </a:extLst>
            </p:cNvPr>
            <p:cNvSpPr>
              <a:spLocks noChangeAspect="1"/>
            </p:cNvSpPr>
            <p:nvPr/>
          </p:nvSpPr>
          <p:spPr>
            <a:xfrm>
              <a:off x="2135298" y="4788905"/>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808E68EB-C3F4-EE41-7E70-E930338F63A7}"/>
                </a:ext>
              </a:extLst>
            </p:cNvPr>
            <p:cNvSpPr>
              <a:spLocks noChangeAspect="1"/>
            </p:cNvSpPr>
            <p:nvPr/>
          </p:nvSpPr>
          <p:spPr>
            <a:xfrm>
              <a:off x="2135298" y="5518924"/>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Oval 70">
              <a:extLst>
                <a:ext uri="{FF2B5EF4-FFF2-40B4-BE49-F238E27FC236}">
                  <a16:creationId xmlns:a16="http://schemas.microsoft.com/office/drawing/2014/main" id="{C3558A93-030B-8D47-E638-CECD782EF501}"/>
                </a:ext>
              </a:extLst>
            </p:cNvPr>
            <p:cNvSpPr>
              <a:spLocks noChangeAspect="1"/>
            </p:cNvSpPr>
            <p:nvPr/>
          </p:nvSpPr>
          <p:spPr>
            <a:xfrm>
              <a:off x="2135298" y="6248942"/>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8AB7EC68-993B-F5CC-FC89-B415050CF645}"/>
                </a:ext>
              </a:extLst>
            </p:cNvPr>
            <p:cNvSpPr>
              <a:spLocks noChangeAspect="1"/>
            </p:cNvSpPr>
            <p:nvPr/>
          </p:nvSpPr>
          <p:spPr>
            <a:xfrm>
              <a:off x="3287272" y="4769175"/>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7B1252C3-05F9-6A57-B43D-B1A0891BAB5B}"/>
                </a:ext>
              </a:extLst>
            </p:cNvPr>
            <p:cNvSpPr>
              <a:spLocks noChangeAspect="1"/>
            </p:cNvSpPr>
            <p:nvPr/>
          </p:nvSpPr>
          <p:spPr>
            <a:xfrm>
              <a:off x="3287272" y="5629171"/>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4" name="Group 73">
              <a:extLst>
                <a:ext uri="{FF2B5EF4-FFF2-40B4-BE49-F238E27FC236}">
                  <a16:creationId xmlns:a16="http://schemas.microsoft.com/office/drawing/2014/main" id="{20AA45AB-3246-338C-A4C2-255CCA2F09AE}"/>
                </a:ext>
              </a:extLst>
            </p:cNvPr>
            <p:cNvGrpSpPr/>
            <p:nvPr/>
          </p:nvGrpSpPr>
          <p:grpSpPr>
            <a:xfrm>
              <a:off x="1283633" y="4194328"/>
              <a:ext cx="891335" cy="2094284"/>
              <a:chOff x="1283633" y="4194328"/>
              <a:chExt cx="891335" cy="2094284"/>
            </a:xfrm>
          </p:grpSpPr>
          <p:cxnSp>
            <p:nvCxnSpPr>
              <p:cNvPr id="75" name="Straight Arrow Connector 74">
                <a:extLst>
                  <a:ext uri="{FF2B5EF4-FFF2-40B4-BE49-F238E27FC236}">
                    <a16:creationId xmlns:a16="http://schemas.microsoft.com/office/drawing/2014/main" id="{1685E525-1EFC-70B4-BB4A-E644CB97F626}"/>
                  </a:ext>
                </a:extLst>
              </p:cNvPr>
              <p:cNvCxnSpPr>
                <a:stCxn id="66" idx="7"/>
                <a:endCxn id="68" idx="2"/>
              </p:cNvCxnSpPr>
              <p:nvPr/>
            </p:nvCxnSpPr>
            <p:spPr>
              <a:xfrm flipV="1">
                <a:off x="1283633" y="4194328"/>
                <a:ext cx="851665" cy="61578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366CB58D-019E-59DB-3635-2FAA3C632955}"/>
                  </a:ext>
                </a:extLst>
              </p:cNvPr>
              <p:cNvCxnSpPr>
                <a:cxnSpLocks/>
                <a:stCxn id="66" idx="6"/>
                <a:endCxn id="69" idx="2"/>
              </p:cNvCxnSpPr>
              <p:nvPr/>
            </p:nvCxnSpPr>
            <p:spPr>
              <a:xfrm>
                <a:off x="1323303" y="4905889"/>
                <a:ext cx="811995" cy="18458"/>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1E92A208-ACDF-70BE-CC76-C4A6DE31E9F1}"/>
                  </a:ext>
                </a:extLst>
              </p:cNvPr>
              <p:cNvCxnSpPr>
                <a:cxnSpLocks/>
                <a:stCxn id="66" idx="6"/>
                <a:endCxn id="70" idx="1"/>
              </p:cNvCxnSpPr>
              <p:nvPr/>
            </p:nvCxnSpPr>
            <p:spPr>
              <a:xfrm>
                <a:off x="1323303" y="4905889"/>
                <a:ext cx="851665" cy="652705"/>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78" name="Straight Arrow Connector 77">
                <a:extLst>
                  <a:ext uri="{FF2B5EF4-FFF2-40B4-BE49-F238E27FC236}">
                    <a16:creationId xmlns:a16="http://schemas.microsoft.com/office/drawing/2014/main" id="{5EEB1DFB-268C-CC30-F428-2724E840C9DA}"/>
                  </a:ext>
                </a:extLst>
              </p:cNvPr>
              <p:cNvCxnSpPr>
                <a:cxnSpLocks/>
                <a:stCxn id="66" idx="5"/>
                <a:endCxn id="71" idx="1"/>
              </p:cNvCxnSpPr>
              <p:nvPr/>
            </p:nvCxnSpPr>
            <p:spPr>
              <a:xfrm>
                <a:off x="1283633" y="5001661"/>
                <a:ext cx="891335" cy="1286951"/>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grpSp>
          <p:nvGrpSpPr>
            <p:cNvPr id="79" name="Group 78">
              <a:extLst>
                <a:ext uri="{FF2B5EF4-FFF2-40B4-BE49-F238E27FC236}">
                  <a16:creationId xmlns:a16="http://schemas.microsoft.com/office/drawing/2014/main" id="{E1743B41-B55C-BEC5-8619-DE206CEF6126}"/>
                </a:ext>
              </a:extLst>
            </p:cNvPr>
            <p:cNvGrpSpPr/>
            <p:nvPr/>
          </p:nvGrpSpPr>
          <p:grpSpPr>
            <a:xfrm>
              <a:off x="1187861" y="4290100"/>
              <a:ext cx="987107" cy="2094284"/>
              <a:chOff x="1187861" y="4290100"/>
              <a:chExt cx="987107" cy="2094284"/>
            </a:xfrm>
          </p:grpSpPr>
          <p:cxnSp>
            <p:nvCxnSpPr>
              <p:cNvPr id="80" name="Straight Arrow Connector 79">
                <a:extLst>
                  <a:ext uri="{FF2B5EF4-FFF2-40B4-BE49-F238E27FC236}">
                    <a16:creationId xmlns:a16="http://schemas.microsoft.com/office/drawing/2014/main" id="{BEC4A6C2-5398-8908-B1C4-82E1EEF07E11}"/>
                  </a:ext>
                </a:extLst>
              </p:cNvPr>
              <p:cNvCxnSpPr>
                <a:cxnSpLocks/>
                <a:stCxn id="67" idx="0"/>
                <a:endCxn id="68" idx="3"/>
              </p:cNvCxnSpPr>
              <p:nvPr/>
            </p:nvCxnSpPr>
            <p:spPr>
              <a:xfrm flipV="1">
                <a:off x="1187861" y="4290100"/>
                <a:ext cx="987107" cy="1340343"/>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1" name="Straight Arrow Connector 80">
                <a:extLst>
                  <a:ext uri="{FF2B5EF4-FFF2-40B4-BE49-F238E27FC236}">
                    <a16:creationId xmlns:a16="http://schemas.microsoft.com/office/drawing/2014/main" id="{0E5E8442-F349-35E4-1E31-E52384A2365D}"/>
                  </a:ext>
                </a:extLst>
              </p:cNvPr>
              <p:cNvCxnSpPr>
                <a:cxnSpLocks/>
                <a:stCxn id="67" idx="7"/>
                <a:endCxn id="69" idx="3"/>
              </p:cNvCxnSpPr>
              <p:nvPr/>
            </p:nvCxnSpPr>
            <p:spPr>
              <a:xfrm flipV="1">
                <a:off x="1283633" y="5020119"/>
                <a:ext cx="891335" cy="649994"/>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EEE141B4-D013-DF3F-8550-171124D355A9}"/>
                  </a:ext>
                </a:extLst>
              </p:cNvPr>
              <p:cNvCxnSpPr>
                <a:cxnSpLocks/>
                <a:stCxn id="67" idx="6"/>
                <a:endCxn id="70" idx="2"/>
              </p:cNvCxnSpPr>
              <p:nvPr/>
            </p:nvCxnSpPr>
            <p:spPr>
              <a:xfrm flipV="1">
                <a:off x="1323303" y="5654366"/>
                <a:ext cx="811995" cy="11151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370C12D2-804A-0C50-9EF7-10D42BCF19E6}"/>
                  </a:ext>
                </a:extLst>
              </p:cNvPr>
              <p:cNvCxnSpPr>
                <a:cxnSpLocks/>
                <a:stCxn id="67" idx="5"/>
                <a:endCxn id="71" idx="2"/>
              </p:cNvCxnSpPr>
              <p:nvPr/>
            </p:nvCxnSpPr>
            <p:spPr>
              <a:xfrm>
                <a:off x="1283633" y="5861657"/>
                <a:ext cx="851665" cy="52272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grpSp>
          <p:nvGrpSpPr>
            <p:cNvPr id="84" name="Group 83">
              <a:extLst>
                <a:ext uri="{FF2B5EF4-FFF2-40B4-BE49-F238E27FC236}">
                  <a16:creationId xmlns:a16="http://schemas.microsoft.com/office/drawing/2014/main" id="{E085731E-DC3F-AB60-2B65-2C4578A785BC}"/>
                </a:ext>
              </a:extLst>
            </p:cNvPr>
            <p:cNvGrpSpPr/>
            <p:nvPr/>
          </p:nvGrpSpPr>
          <p:grpSpPr>
            <a:xfrm>
              <a:off x="2366512" y="4194328"/>
              <a:ext cx="1056202" cy="2190056"/>
              <a:chOff x="2366512" y="4194328"/>
              <a:chExt cx="1056202" cy="2190056"/>
            </a:xfrm>
          </p:grpSpPr>
          <p:cxnSp>
            <p:nvCxnSpPr>
              <p:cNvPr id="85" name="Straight Arrow Connector 84">
                <a:extLst>
                  <a:ext uri="{FF2B5EF4-FFF2-40B4-BE49-F238E27FC236}">
                    <a16:creationId xmlns:a16="http://schemas.microsoft.com/office/drawing/2014/main" id="{BB18E190-914E-E014-02CB-72E3A3D85E8D}"/>
                  </a:ext>
                </a:extLst>
              </p:cNvPr>
              <p:cNvCxnSpPr>
                <a:cxnSpLocks/>
                <a:stCxn id="68" idx="6"/>
                <a:endCxn id="72" idx="1"/>
              </p:cNvCxnSpPr>
              <p:nvPr/>
            </p:nvCxnSpPr>
            <p:spPr>
              <a:xfrm>
                <a:off x="2406182" y="4194328"/>
                <a:ext cx="920760" cy="61451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6" name="Straight Arrow Connector 85">
                <a:extLst>
                  <a:ext uri="{FF2B5EF4-FFF2-40B4-BE49-F238E27FC236}">
                    <a16:creationId xmlns:a16="http://schemas.microsoft.com/office/drawing/2014/main" id="{AF9C6A38-BA4C-48E6-75BC-BA292DA33B5C}"/>
                  </a:ext>
                </a:extLst>
              </p:cNvPr>
              <p:cNvCxnSpPr>
                <a:cxnSpLocks/>
                <a:stCxn id="68" idx="5"/>
                <a:endCxn id="73" idx="0"/>
              </p:cNvCxnSpPr>
              <p:nvPr/>
            </p:nvCxnSpPr>
            <p:spPr>
              <a:xfrm>
                <a:off x="2366512" y="4290100"/>
                <a:ext cx="1056202" cy="1339071"/>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7" name="Straight Arrow Connector 86">
                <a:extLst>
                  <a:ext uri="{FF2B5EF4-FFF2-40B4-BE49-F238E27FC236}">
                    <a16:creationId xmlns:a16="http://schemas.microsoft.com/office/drawing/2014/main" id="{365CD353-60D1-D571-DB9A-164051A8C819}"/>
                  </a:ext>
                </a:extLst>
              </p:cNvPr>
              <p:cNvCxnSpPr>
                <a:cxnSpLocks/>
                <a:stCxn id="69" idx="6"/>
                <a:endCxn id="72" idx="2"/>
              </p:cNvCxnSpPr>
              <p:nvPr/>
            </p:nvCxnSpPr>
            <p:spPr>
              <a:xfrm flipV="1">
                <a:off x="2406182" y="4904617"/>
                <a:ext cx="881090" cy="1973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B0C672E2-977A-08B2-02A3-927B291699AB}"/>
                  </a:ext>
                </a:extLst>
              </p:cNvPr>
              <p:cNvCxnSpPr>
                <a:cxnSpLocks/>
                <a:stCxn id="69" idx="6"/>
                <a:endCxn id="73" idx="1"/>
              </p:cNvCxnSpPr>
              <p:nvPr/>
            </p:nvCxnSpPr>
            <p:spPr>
              <a:xfrm>
                <a:off x="2406182" y="4924347"/>
                <a:ext cx="920760" cy="744494"/>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89" name="Straight Arrow Connector 88">
                <a:extLst>
                  <a:ext uri="{FF2B5EF4-FFF2-40B4-BE49-F238E27FC236}">
                    <a16:creationId xmlns:a16="http://schemas.microsoft.com/office/drawing/2014/main" id="{2C1E05DF-4B14-6F18-9AD0-6B8F007CE098}"/>
                  </a:ext>
                </a:extLst>
              </p:cNvPr>
              <p:cNvCxnSpPr>
                <a:cxnSpLocks/>
                <a:stCxn id="70" idx="6"/>
                <a:endCxn id="72" idx="3"/>
              </p:cNvCxnSpPr>
              <p:nvPr/>
            </p:nvCxnSpPr>
            <p:spPr>
              <a:xfrm flipV="1">
                <a:off x="2406182" y="5000389"/>
                <a:ext cx="920760" cy="65397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2C325C3-E23B-EF58-E012-118856C36AF2}"/>
                  </a:ext>
                </a:extLst>
              </p:cNvPr>
              <p:cNvCxnSpPr>
                <a:cxnSpLocks/>
                <a:stCxn id="70" idx="6"/>
                <a:endCxn id="73" idx="2"/>
              </p:cNvCxnSpPr>
              <p:nvPr/>
            </p:nvCxnSpPr>
            <p:spPr>
              <a:xfrm>
                <a:off x="2406182" y="5654366"/>
                <a:ext cx="881090" cy="110247"/>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2A5EBB-91AA-DCA9-06F4-D0FEF5AC7C44}"/>
                  </a:ext>
                </a:extLst>
              </p:cNvPr>
              <p:cNvCxnSpPr>
                <a:cxnSpLocks/>
                <a:stCxn id="71" idx="7"/>
                <a:endCxn id="72" idx="4"/>
              </p:cNvCxnSpPr>
              <p:nvPr/>
            </p:nvCxnSpPr>
            <p:spPr>
              <a:xfrm flipV="1">
                <a:off x="2366512" y="5040059"/>
                <a:ext cx="1056202" cy="1248553"/>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552803D-F7C8-EA49-877D-AB0228F7C0AA}"/>
                  </a:ext>
                </a:extLst>
              </p:cNvPr>
              <p:cNvCxnSpPr>
                <a:cxnSpLocks/>
                <a:stCxn id="71" idx="6"/>
                <a:endCxn id="73" idx="3"/>
              </p:cNvCxnSpPr>
              <p:nvPr/>
            </p:nvCxnSpPr>
            <p:spPr>
              <a:xfrm flipV="1">
                <a:off x="2406182" y="5860385"/>
                <a:ext cx="920760" cy="523999"/>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cxnSp>
          <p:nvCxnSpPr>
            <p:cNvPr id="93" name="Straight Arrow Connector 92">
              <a:extLst>
                <a:ext uri="{FF2B5EF4-FFF2-40B4-BE49-F238E27FC236}">
                  <a16:creationId xmlns:a16="http://schemas.microsoft.com/office/drawing/2014/main" id="{0DCABA1A-D1F2-07D9-1887-78472793341D}"/>
                </a:ext>
              </a:extLst>
            </p:cNvPr>
            <p:cNvCxnSpPr>
              <a:cxnSpLocks/>
              <a:endCxn id="66" idx="2"/>
            </p:cNvCxnSpPr>
            <p:nvPr/>
          </p:nvCxnSpPr>
          <p:spPr>
            <a:xfrm>
              <a:off x="411679" y="4896033"/>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4" name="Straight Arrow Connector 93">
              <a:extLst>
                <a:ext uri="{FF2B5EF4-FFF2-40B4-BE49-F238E27FC236}">
                  <a16:creationId xmlns:a16="http://schemas.microsoft.com/office/drawing/2014/main" id="{50C364CC-3091-034F-7CB0-0DED0FC28CDB}"/>
                </a:ext>
              </a:extLst>
            </p:cNvPr>
            <p:cNvCxnSpPr>
              <a:cxnSpLocks/>
            </p:cNvCxnSpPr>
            <p:nvPr/>
          </p:nvCxnSpPr>
          <p:spPr>
            <a:xfrm>
              <a:off x="411679" y="5759351"/>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5" name="Straight Arrow Connector 94">
              <a:extLst>
                <a:ext uri="{FF2B5EF4-FFF2-40B4-BE49-F238E27FC236}">
                  <a16:creationId xmlns:a16="http://schemas.microsoft.com/office/drawing/2014/main" id="{48BCFC3E-7F9C-5F46-FEAD-AAEE12D0C745}"/>
                </a:ext>
              </a:extLst>
            </p:cNvPr>
            <p:cNvCxnSpPr>
              <a:cxnSpLocks/>
            </p:cNvCxnSpPr>
            <p:nvPr/>
          </p:nvCxnSpPr>
          <p:spPr>
            <a:xfrm>
              <a:off x="3547905" y="4896033"/>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A965E56-D30C-49EA-05A1-11ED947C32EE}"/>
                </a:ext>
              </a:extLst>
            </p:cNvPr>
            <p:cNvCxnSpPr>
              <a:cxnSpLocks/>
            </p:cNvCxnSpPr>
            <p:nvPr/>
          </p:nvCxnSpPr>
          <p:spPr>
            <a:xfrm>
              <a:off x="3558156" y="5759351"/>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grpSp>
      <p:pic>
        <p:nvPicPr>
          <p:cNvPr id="4" name="Picture 2" descr="Metro-style map of major metabolic pathways">
            <a:extLst>
              <a:ext uri="{FF2B5EF4-FFF2-40B4-BE49-F238E27FC236}">
                <a16:creationId xmlns:a16="http://schemas.microsoft.com/office/drawing/2014/main" id="{C2866D10-FF57-E083-B126-0E3D245049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08454" y="2796554"/>
            <a:ext cx="5291580" cy="3968685"/>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E31246E2-2E9F-9945-F903-A0FBC7F006CD}"/>
              </a:ext>
            </a:extLst>
          </p:cNvPr>
          <p:cNvSpPr txBox="1"/>
          <p:nvPr/>
        </p:nvSpPr>
        <p:spPr>
          <a:xfrm>
            <a:off x="9407694" y="2320740"/>
            <a:ext cx="2692340" cy="461665"/>
          </a:xfrm>
          <a:prstGeom prst="rect">
            <a:avLst/>
          </a:prstGeom>
          <a:noFill/>
        </p:spPr>
        <p:txBody>
          <a:bodyPr wrap="none" rtlCol="0">
            <a:spAutoFit/>
          </a:bodyPr>
          <a:lstStyle/>
          <a:p>
            <a:r>
              <a:rPr lang="en-US" sz="2400" dirty="0"/>
              <a:t>Metabolic Network</a:t>
            </a:r>
          </a:p>
        </p:txBody>
      </p:sp>
      <p:sp>
        <p:nvSpPr>
          <p:cNvPr id="18" name="Rectangle: Rounded Corners 17">
            <a:extLst>
              <a:ext uri="{FF2B5EF4-FFF2-40B4-BE49-F238E27FC236}">
                <a16:creationId xmlns:a16="http://schemas.microsoft.com/office/drawing/2014/main" id="{FB048321-A66D-111F-9A9B-BFD8CDC8DBB3}"/>
              </a:ext>
            </a:extLst>
          </p:cNvPr>
          <p:cNvSpPr/>
          <p:nvPr/>
        </p:nvSpPr>
        <p:spPr>
          <a:xfrm>
            <a:off x="4622288" y="11361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9" name="Rectangle: Rounded Corners 18">
            <a:extLst>
              <a:ext uri="{FF2B5EF4-FFF2-40B4-BE49-F238E27FC236}">
                <a16:creationId xmlns:a16="http://schemas.microsoft.com/office/drawing/2014/main" id="{21B9BC57-F6D0-EA4F-4F72-77B3FD4CD4E9}"/>
              </a:ext>
            </a:extLst>
          </p:cNvPr>
          <p:cNvSpPr/>
          <p:nvPr/>
        </p:nvSpPr>
        <p:spPr>
          <a:xfrm>
            <a:off x="4622288" y="2560473"/>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4" name="Rectangle: Rounded Corners 23">
            <a:extLst>
              <a:ext uri="{FF2B5EF4-FFF2-40B4-BE49-F238E27FC236}">
                <a16:creationId xmlns:a16="http://schemas.microsoft.com/office/drawing/2014/main" id="{6804E311-3904-812F-D9AC-815800A80841}"/>
              </a:ext>
            </a:extLst>
          </p:cNvPr>
          <p:cNvSpPr/>
          <p:nvPr/>
        </p:nvSpPr>
        <p:spPr>
          <a:xfrm>
            <a:off x="4622288" y="398481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5" name="Rectangle: Rounded Corners 24">
            <a:extLst>
              <a:ext uri="{FF2B5EF4-FFF2-40B4-BE49-F238E27FC236}">
                <a16:creationId xmlns:a16="http://schemas.microsoft.com/office/drawing/2014/main" id="{E8CB1487-B143-E4CA-D155-63E3E0C0CCA9}"/>
              </a:ext>
            </a:extLst>
          </p:cNvPr>
          <p:cNvSpPr/>
          <p:nvPr/>
        </p:nvSpPr>
        <p:spPr>
          <a:xfrm>
            <a:off x="4622288" y="540916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6" name="Straight Arrow Connector 25">
            <a:extLst>
              <a:ext uri="{FF2B5EF4-FFF2-40B4-BE49-F238E27FC236}">
                <a16:creationId xmlns:a16="http://schemas.microsoft.com/office/drawing/2014/main" id="{37904851-0A48-67B0-C6CD-301ADD506FC5}"/>
              </a:ext>
            </a:extLst>
          </p:cNvPr>
          <p:cNvCxnSpPr>
            <a:stCxn id="18" idx="2"/>
            <a:endCxn id="19" idx="0"/>
          </p:cNvCxnSpPr>
          <p:nvPr/>
        </p:nvCxnSpPr>
        <p:spPr>
          <a:xfrm>
            <a:off x="5383547" y="20505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1E627E72-7830-53AE-2605-F8DDA7742D84}"/>
              </a:ext>
            </a:extLst>
          </p:cNvPr>
          <p:cNvCxnSpPr>
            <a:cxnSpLocks/>
            <a:stCxn id="19" idx="2"/>
            <a:endCxn id="24" idx="0"/>
          </p:cNvCxnSpPr>
          <p:nvPr/>
        </p:nvCxnSpPr>
        <p:spPr>
          <a:xfrm>
            <a:off x="5383547" y="347487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A434F45D-AB10-0CCF-40F8-C393DAD0C49B}"/>
              </a:ext>
            </a:extLst>
          </p:cNvPr>
          <p:cNvCxnSpPr>
            <a:cxnSpLocks/>
            <a:stCxn id="25" idx="0"/>
          </p:cNvCxnSpPr>
          <p:nvPr/>
        </p:nvCxnSpPr>
        <p:spPr>
          <a:xfrm flipV="1">
            <a:off x="5383547" y="489921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653603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fade">
                                      <p:cBhvr>
                                        <p:cTn id="7"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00D957-0C74-A1CB-FE96-F20FB394134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38A1BCE8-34A8-A7D0-1FF5-23BEF6FFFFA3}"/>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1BDEBB9D-ED17-8413-BEE3-E2EAFB2FF510}"/>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24</a:t>
            </a:fld>
            <a:endParaRPr lang="en-US"/>
          </a:p>
        </p:txBody>
      </p:sp>
      <p:sp>
        <p:nvSpPr>
          <p:cNvPr id="31" name="TextBox 30">
            <a:extLst>
              <a:ext uri="{FF2B5EF4-FFF2-40B4-BE49-F238E27FC236}">
                <a16:creationId xmlns:a16="http://schemas.microsoft.com/office/drawing/2014/main" id="{C54F2C53-483C-76BE-6EF9-24A5FA0C712A}"/>
              </a:ext>
            </a:extLst>
          </p:cNvPr>
          <p:cNvSpPr txBox="1"/>
          <p:nvPr/>
        </p:nvSpPr>
        <p:spPr>
          <a:xfrm>
            <a:off x="153078" y="202172"/>
            <a:ext cx="1373572" cy="1569660"/>
          </a:xfrm>
          <a:prstGeom prst="rect">
            <a:avLst/>
          </a:prstGeom>
          <a:noFill/>
        </p:spPr>
        <p:txBody>
          <a:bodyPr wrap="square" rtlCol="0">
            <a:spAutoFit/>
          </a:bodyPr>
          <a:lstStyle/>
          <a:p>
            <a:r>
              <a:rPr lang="en-US" sz="2400" dirty="0"/>
              <a:t>2 neurons</a:t>
            </a:r>
          </a:p>
          <a:p>
            <a:r>
              <a:rPr lang="en-US" sz="2400" dirty="0"/>
              <a:t>Neural Network</a:t>
            </a:r>
          </a:p>
        </p:txBody>
      </p:sp>
      <p:sp>
        <p:nvSpPr>
          <p:cNvPr id="49" name="Rectangle: Rounded Corners 48">
            <a:extLst>
              <a:ext uri="{FF2B5EF4-FFF2-40B4-BE49-F238E27FC236}">
                <a16:creationId xmlns:a16="http://schemas.microsoft.com/office/drawing/2014/main" id="{8EBF5222-E52F-238A-EC37-3AD3C0CFC92D}"/>
              </a:ext>
            </a:extLst>
          </p:cNvPr>
          <p:cNvSpPr/>
          <p:nvPr/>
        </p:nvSpPr>
        <p:spPr>
          <a:xfrm>
            <a:off x="10442247" y="1033169"/>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0" name="Rectangle: Rounded Corners 49">
            <a:extLst>
              <a:ext uri="{FF2B5EF4-FFF2-40B4-BE49-F238E27FC236}">
                <a16:creationId xmlns:a16="http://schemas.microsoft.com/office/drawing/2014/main" id="{D66FDEF5-A230-6B4E-37A8-71DA1BB37C0E}"/>
              </a:ext>
            </a:extLst>
          </p:cNvPr>
          <p:cNvSpPr/>
          <p:nvPr/>
        </p:nvSpPr>
        <p:spPr>
          <a:xfrm>
            <a:off x="10442247" y="245751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51" name="Rectangle: Rounded Corners 50">
            <a:extLst>
              <a:ext uri="{FF2B5EF4-FFF2-40B4-BE49-F238E27FC236}">
                <a16:creationId xmlns:a16="http://schemas.microsoft.com/office/drawing/2014/main" id="{161E38EA-D0D6-6B65-58C1-A80DE21A74B3}"/>
              </a:ext>
            </a:extLst>
          </p:cNvPr>
          <p:cNvSpPr/>
          <p:nvPr/>
        </p:nvSpPr>
        <p:spPr>
          <a:xfrm>
            <a:off x="10442247" y="388186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52" name="Rectangle: Rounded Corners 51">
            <a:extLst>
              <a:ext uri="{FF2B5EF4-FFF2-40B4-BE49-F238E27FC236}">
                <a16:creationId xmlns:a16="http://schemas.microsoft.com/office/drawing/2014/main" id="{D2D3F97D-AD3C-EA09-090D-E060E7DC9EED}"/>
              </a:ext>
            </a:extLst>
          </p:cNvPr>
          <p:cNvSpPr/>
          <p:nvPr/>
        </p:nvSpPr>
        <p:spPr>
          <a:xfrm>
            <a:off x="10442247" y="530620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53" name="Straight Arrow Connector 52">
            <a:extLst>
              <a:ext uri="{FF2B5EF4-FFF2-40B4-BE49-F238E27FC236}">
                <a16:creationId xmlns:a16="http://schemas.microsoft.com/office/drawing/2014/main" id="{79360B5B-03F1-8EFD-1596-E0736AFEF3B2}"/>
              </a:ext>
            </a:extLst>
          </p:cNvPr>
          <p:cNvCxnSpPr>
            <a:stCxn id="49" idx="2"/>
            <a:endCxn id="50" idx="0"/>
          </p:cNvCxnSpPr>
          <p:nvPr/>
        </p:nvCxnSpPr>
        <p:spPr>
          <a:xfrm>
            <a:off x="11203506" y="194756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4" name="Straight Arrow Connector 53">
            <a:extLst>
              <a:ext uri="{FF2B5EF4-FFF2-40B4-BE49-F238E27FC236}">
                <a16:creationId xmlns:a16="http://schemas.microsoft.com/office/drawing/2014/main" id="{62D88577-AF5C-80C4-90A9-A332512B54A6}"/>
              </a:ext>
            </a:extLst>
          </p:cNvPr>
          <p:cNvCxnSpPr>
            <a:cxnSpLocks/>
            <a:stCxn id="50" idx="2"/>
            <a:endCxn id="51" idx="0"/>
          </p:cNvCxnSpPr>
          <p:nvPr/>
        </p:nvCxnSpPr>
        <p:spPr>
          <a:xfrm>
            <a:off x="11203506" y="337191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4D799115-AD4C-8796-75AF-F67FA11E5670}"/>
              </a:ext>
            </a:extLst>
          </p:cNvPr>
          <p:cNvCxnSpPr>
            <a:cxnSpLocks/>
            <a:stCxn id="52" idx="0"/>
          </p:cNvCxnSpPr>
          <p:nvPr/>
        </p:nvCxnSpPr>
        <p:spPr>
          <a:xfrm flipV="1">
            <a:off x="11203506" y="479626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7" name="Oval 56">
            <a:extLst>
              <a:ext uri="{FF2B5EF4-FFF2-40B4-BE49-F238E27FC236}">
                <a16:creationId xmlns:a16="http://schemas.microsoft.com/office/drawing/2014/main" id="{A4C7DB21-9659-463B-2A59-F9E649660A8E}"/>
              </a:ext>
            </a:extLst>
          </p:cNvPr>
          <p:cNvSpPr>
            <a:spLocks noChangeAspect="1"/>
          </p:cNvSpPr>
          <p:nvPr/>
        </p:nvSpPr>
        <p:spPr>
          <a:xfrm>
            <a:off x="3439482" y="1199293"/>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3B6F05B4-F3D0-ADC4-6A9C-EA87E8CC2E80}"/>
              </a:ext>
            </a:extLst>
          </p:cNvPr>
          <p:cNvSpPr>
            <a:spLocks noChangeAspect="1"/>
          </p:cNvSpPr>
          <p:nvPr/>
        </p:nvSpPr>
        <p:spPr>
          <a:xfrm>
            <a:off x="5176611" y="36498"/>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3786A259-F62B-C25B-311A-1050D8205466}"/>
              </a:ext>
            </a:extLst>
          </p:cNvPr>
          <p:cNvSpPr>
            <a:spLocks noChangeAspect="1"/>
          </p:cNvSpPr>
          <p:nvPr/>
        </p:nvSpPr>
        <p:spPr>
          <a:xfrm>
            <a:off x="5157361" y="2173861"/>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B6A86A77-CA0B-6D29-FE06-E5B3E7660F55}"/>
              </a:ext>
            </a:extLst>
          </p:cNvPr>
          <p:cNvSpPr>
            <a:spLocks noChangeAspect="1"/>
          </p:cNvSpPr>
          <p:nvPr/>
        </p:nvSpPr>
        <p:spPr>
          <a:xfrm>
            <a:off x="6588735" y="1198021"/>
            <a:ext cx="270884" cy="27088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6" name="Straight Arrow Connector 115">
            <a:extLst>
              <a:ext uri="{FF2B5EF4-FFF2-40B4-BE49-F238E27FC236}">
                <a16:creationId xmlns:a16="http://schemas.microsoft.com/office/drawing/2014/main" id="{F5306174-D3EB-E96C-2A2B-3D6BEBB67880}"/>
              </a:ext>
            </a:extLst>
          </p:cNvPr>
          <p:cNvCxnSpPr>
            <a:cxnSpLocks/>
            <a:stCxn id="57" idx="7"/>
            <a:endCxn id="59" idx="2"/>
          </p:cNvCxnSpPr>
          <p:nvPr/>
        </p:nvCxnSpPr>
        <p:spPr>
          <a:xfrm flipV="1">
            <a:off x="3670696" y="171940"/>
            <a:ext cx="1505915" cy="1067023"/>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17" name="Straight Arrow Connector 116">
            <a:extLst>
              <a:ext uri="{FF2B5EF4-FFF2-40B4-BE49-F238E27FC236}">
                <a16:creationId xmlns:a16="http://schemas.microsoft.com/office/drawing/2014/main" id="{3281FEFE-6D49-E4F7-6125-A1A7CF6AAA35}"/>
              </a:ext>
            </a:extLst>
          </p:cNvPr>
          <p:cNvCxnSpPr>
            <a:cxnSpLocks/>
            <a:stCxn id="57" idx="6"/>
            <a:endCxn id="60" idx="2"/>
          </p:cNvCxnSpPr>
          <p:nvPr/>
        </p:nvCxnSpPr>
        <p:spPr>
          <a:xfrm>
            <a:off x="3710366" y="1334735"/>
            <a:ext cx="1446995" cy="974568"/>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18" name="Straight Arrow Connector 117">
            <a:extLst>
              <a:ext uri="{FF2B5EF4-FFF2-40B4-BE49-F238E27FC236}">
                <a16:creationId xmlns:a16="http://schemas.microsoft.com/office/drawing/2014/main" id="{F2B2161D-0397-EC23-895B-347357724B6F}"/>
              </a:ext>
            </a:extLst>
          </p:cNvPr>
          <p:cNvCxnSpPr>
            <a:cxnSpLocks/>
            <a:stCxn id="59" idx="6"/>
            <a:endCxn id="63" idx="1"/>
          </p:cNvCxnSpPr>
          <p:nvPr/>
        </p:nvCxnSpPr>
        <p:spPr>
          <a:xfrm>
            <a:off x="5447495" y="171940"/>
            <a:ext cx="1180910" cy="1065751"/>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19" name="Straight Arrow Connector 118">
            <a:extLst>
              <a:ext uri="{FF2B5EF4-FFF2-40B4-BE49-F238E27FC236}">
                <a16:creationId xmlns:a16="http://schemas.microsoft.com/office/drawing/2014/main" id="{FE77896D-FC39-16D6-A3E3-4AC514D21AAF}"/>
              </a:ext>
            </a:extLst>
          </p:cNvPr>
          <p:cNvCxnSpPr>
            <a:cxnSpLocks/>
            <a:stCxn id="60" idx="6"/>
            <a:endCxn id="63" idx="3"/>
          </p:cNvCxnSpPr>
          <p:nvPr/>
        </p:nvCxnSpPr>
        <p:spPr>
          <a:xfrm flipV="1">
            <a:off x="5428245" y="1429235"/>
            <a:ext cx="1200160" cy="880068"/>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04608334-21C1-0E29-CEAF-3B081E67C84B}"/>
              </a:ext>
            </a:extLst>
          </p:cNvPr>
          <p:cNvCxnSpPr>
            <a:cxnSpLocks/>
            <a:endCxn id="57" idx="2"/>
          </p:cNvCxnSpPr>
          <p:nvPr/>
        </p:nvCxnSpPr>
        <p:spPr>
          <a:xfrm>
            <a:off x="2798742" y="1324879"/>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01" name="Straight Arrow Connector 100">
            <a:extLst>
              <a:ext uri="{FF2B5EF4-FFF2-40B4-BE49-F238E27FC236}">
                <a16:creationId xmlns:a16="http://schemas.microsoft.com/office/drawing/2014/main" id="{F0626340-E3F4-9DD3-4B4A-B61D55EC71B2}"/>
              </a:ext>
            </a:extLst>
          </p:cNvPr>
          <p:cNvCxnSpPr>
            <a:cxnSpLocks/>
          </p:cNvCxnSpPr>
          <p:nvPr/>
        </p:nvCxnSpPr>
        <p:spPr>
          <a:xfrm>
            <a:off x="6849368" y="1324879"/>
            <a:ext cx="640740" cy="0"/>
          </a:xfrm>
          <a:prstGeom prst="straightConnector1">
            <a:avLst/>
          </a:prstGeom>
          <a:ln>
            <a:solidFill>
              <a:schemeClr val="accent1">
                <a:alpha val="70000"/>
              </a:schemeClr>
            </a:solidFill>
            <a:tailEnd type="triangle" w="lg" len="lg"/>
          </a:ln>
        </p:spPr>
        <p:style>
          <a:lnRef idx="2">
            <a:schemeClr val="accent1"/>
          </a:lnRef>
          <a:fillRef idx="0">
            <a:schemeClr val="accent1"/>
          </a:fillRef>
          <a:effectRef idx="1">
            <a:schemeClr val="accent1"/>
          </a:effectRef>
          <a:fontRef idx="minor">
            <a:schemeClr val="tx1"/>
          </a:fontRef>
        </p:style>
      </p:cxnSp>
      <p:sp>
        <p:nvSpPr>
          <p:cNvPr id="124" name="Arrow: Down 123">
            <a:extLst>
              <a:ext uri="{FF2B5EF4-FFF2-40B4-BE49-F238E27FC236}">
                <a16:creationId xmlns:a16="http://schemas.microsoft.com/office/drawing/2014/main" id="{0CF92347-26C2-4400-93FF-CBF62A3516BA}"/>
              </a:ext>
            </a:extLst>
          </p:cNvPr>
          <p:cNvSpPr/>
          <p:nvPr/>
        </p:nvSpPr>
        <p:spPr>
          <a:xfrm>
            <a:off x="5011777" y="2587579"/>
            <a:ext cx="484632" cy="784336"/>
          </a:xfrm>
          <a:prstGeom prst="downArrow">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5" name="TextBox 124">
                <a:extLst>
                  <a:ext uri="{FF2B5EF4-FFF2-40B4-BE49-F238E27FC236}">
                    <a16:creationId xmlns:a16="http://schemas.microsoft.com/office/drawing/2014/main" id="{7FCB2997-FA59-56DF-E82D-D005C4E77FF2}"/>
                  </a:ext>
                </a:extLst>
              </p:cNvPr>
              <p:cNvSpPr txBox="1"/>
              <p:nvPr/>
            </p:nvSpPr>
            <p:spPr>
              <a:xfrm>
                <a:off x="3984242" y="445977"/>
                <a:ext cx="822148" cy="523220"/>
              </a:xfrm>
              <a:prstGeom prst="rect">
                <a:avLst/>
              </a:prstGeom>
              <a:solidFill>
                <a:schemeClr val="bg1">
                  <a:alpha val="80000"/>
                </a:schemeClr>
              </a:solidFill>
              <a:ln>
                <a:solidFill>
                  <a:schemeClr val="accent1">
                    <a:shade val="15000"/>
                  </a:schemeClr>
                </a:solidFill>
              </a:ln>
            </p:spPr>
            <p:txBody>
              <a:bodyPr wrap="none" rtlCol="0">
                <a:spAutoFit/>
              </a:bodyPr>
              <a:lstStyle/>
              <a:p>
                <a:pPr/>
                <a14:m>
                  <m:oMathPara xmlns:m="http://schemas.openxmlformats.org/officeDocument/2006/math">
                    <m:oMath>
                      <m:sSub>
                        <m:sSubPr>
                          <m:ctrlPr>
                            <a:rPr lang="de-DE" sz="2800" b="0" i="1" smtClean="0">
                              <a:latin typeface="Cambria Math" panose="02040503050406030204" pitchFamily="18" charset="0"/>
                            </a:rPr>
                          </m:ctrlPr>
                        </m:sSubPr>
                        <m:e>
                          <m:r>
                            <a:rPr lang="de-DE" sz="2800" b="0" i="1" smtClean="0">
                              <a:latin typeface="Cambria Math" panose="02040503050406030204" pitchFamily="18" charset="0"/>
                            </a:rPr>
                            <m:t>𝑤</m:t>
                          </m:r>
                        </m:e>
                        <m:sub>
                          <m:r>
                            <a:rPr lang="de-DE" sz="2800" b="0" i="1" smtClean="0">
                              <a:latin typeface="Cambria Math" panose="02040503050406030204" pitchFamily="18" charset="0"/>
                            </a:rPr>
                            <m:t>11</m:t>
                          </m:r>
                        </m:sub>
                      </m:sSub>
                    </m:oMath>
                  </m:oMathPara>
                </a14:m>
                <a:endParaRPr lang="en-US" i="1" dirty="0"/>
              </a:p>
            </p:txBody>
          </p:sp>
        </mc:Choice>
        <mc:Fallback xmlns="">
          <p:sp>
            <p:nvSpPr>
              <p:cNvPr id="125" name="TextBox 124">
                <a:extLst>
                  <a:ext uri="{FF2B5EF4-FFF2-40B4-BE49-F238E27FC236}">
                    <a16:creationId xmlns:a16="http://schemas.microsoft.com/office/drawing/2014/main" id="{7FCB2997-FA59-56DF-E82D-D005C4E77FF2}"/>
                  </a:ext>
                </a:extLst>
              </p:cNvPr>
              <p:cNvSpPr txBox="1">
                <a:spLocks noRot="1" noChangeAspect="1" noMove="1" noResize="1" noEditPoints="1" noAdjustHandles="1" noChangeArrowheads="1" noChangeShapeType="1" noTextEdit="1"/>
              </p:cNvSpPr>
              <p:nvPr/>
            </p:nvSpPr>
            <p:spPr>
              <a:xfrm>
                <a:off x="3984242" y="445977"/>
                <a:ext cx="822148" cy="523220"/>
              </a:xfrm>
              <a:prstGeom prst="rect">
                <a:avLst/>
              </a:prstGeom>
              <a:blipFill>
                <a:blip r:embed="rId7"/>
                <a:stretch>
                  <a:fillRect/>
                </a:stretch>
              </a:blipFill>
              <a:ln>
                <a:solidFill>
                  <a:schemeClr val="accent1">
                    <a:shade val="1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126">
                <a:extLst>
                  <a:ext uri="{FF2B5EF4-FFF2-40B4-BE49-F238E27FC236}">
                    <a16:creationId xmlns:a16="http://schemas.microsoft.com/office/drawing/2014/main" id="{FC62D96F-BB84-0F71-B8B8-2B37B7817089}"/>
                  </a:ext>
                </a:extLst>
              </p:cNvPr>
              <p:cNvSpPr txBox="1"/>
              <p:nvPr/>
            </p:nvSpPr>
            <p:spPr>
              <a:xfrm>
                <a:off x="4035040" y="1575246"/>
                <a:ext cx="830420" cy="523220"/>
              </a:xfrm>
              <a:prstGeom prst="rect">
                <a:avLst/>
              </a:prstGeom>
              <a:solidFill>
                <a:schemeClr val="bg1">
                  <a:alpha val="80000"/>
                </a:schemeClr>
              </a:solidFill>
              <a:ln>
                <a:solidFill>
                  <a:schemeClr val="accent1">
                    <a:shade val="15000"/>
                  </a:schemeClr>
                </a:solidFill>
              </a:ln>
            </p:spPr>
            <p:txBody>
              <a:bodyPr wrap="none" rtlCol="0">
                <a:spAutoFit/>
              </a:bodyPr>
              <a:lstStyle/>
              <a:p>
                <a:pPr/>
                <a14:m>
                  <m:oMathPara xmlns:m="http://schemas.openxmlformats.org/officeDocument/2006/math">
                    <m:oMath>
                      <m:sSub>
                        <m:sSubPr>
                          <m:ctrlPr>
                            <a:rPr lang="de-DE" sz="2800" b="0" i="1" smtClean="0">
                              <a:latin typeface="Cambria Math" panose="02040503050406030204" pitchFamily="18" charset="0"/>
                            </a:rPr>
                          </m:ctrlPr>
                        </m:sSubPr>
                        <m:e>
                          <m:r>
                            <a:rPr lang="de-DE" sz="2800" b="0" i="1" smtClean="0">
                              <a:latin typeface="Cambria Math" panose="02040503050406030204" pitchFamily="18" charset="0"/>
                            </a:rPr>
                            <m:t>𝑤</m:t>
                          </m:r>
                        </m:e>
                        <m:sub>
                          <m:r>
                            <a:rPr lang="de-DE" sz="2800" b="0" i="1" smtClean="0">
                              <a:latin typeface="Cambria Math" panose="02040503050406030204" pitchFamily="18" charset="0"/>
                            </a:rPr>
                            <m:t>21</m:t>
                          </m:r>
                        </m:sub>
                      </m:sSub>
                    </m:oMath>
                  </m:oMathPara>
                </a14:m>
                <a:endParaRPr lang="en-US" i="1" dirty="0"/>
              </a:p>
            </p:txBody>
          </p:sp>
        </mc:Choice>
        <mc:Fallback xmlns="">
          <p:sp>
            <p:nvSpPr>
              <p:cNvPr id="127" name="TextBox 126">
                <a:extLst>
                  <a:ext uri="{FF2B5EF4-FFF2-40B4-BE49-F238E27FC236}">
                    <a16:creationId xmlns:a16="http://schemas.microsoft.com/office/drawing/2014/main" id="{FC62D96F-BB84-0F71-B8B8-2B37B7817089}"/>
                  </a:ext>
                </a:extLst>
              </p:cNvPr>
              <p:cNvSpPr txBox="1">
                <a:spLocks noRot="1" noChangeAspect="1" noMove="1" noResize="1" noEditPoints="1" noAdjustHandles="1" noChangeArrowheads="1" noChangeShapeType="1" noTextEdit="1"/>
              </p:cNvSpPr>
              <p:nvPr/>
            </p:nvSpPr>
            <p:spPr>
              <a:xfrm>
                <a:off x="4035040" y="1575246"/>
                <a:ext cx="830420" cy="523220"/>
              </a:xfrm>
              <a:prstGeom prst="rect">
                <a:avLst/>
              </a:prstGeom>
              <a:blipFill>
                <a:blip r:embed="rId8"/>
                <a:stretch>
                  <a:fillRect/>
                </a:stretch>
              </a:blipFill>
              <a:ln>
                <a:solidFill>
                  <a:schemeClr val="accent1">
                    <a:shade val="1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E8778141-CE75-9900-ADE4-FB138878E8FE}"/>
                  </a:ext>
                </a:extLst>
              </p:cNvPr>
              <p:cNvSpPr txBox="1"/>
              <p:nvPr/>
            </p:nvSpPr>
            <p:spPr>
              <a:xfrm>
                <a:off x="5631222" y="429044"/>
                <a:ext cx="830420" cy="523220"/>
              </a:xfrm>
              <a:prstGeom prst="rect">
                <a:avLst/>
              </a:prstGeom>
              <a:solidFill>
                <a:schemeClr val="bg1">
                  <a:alpha val="80000"/>
                </a:schemeClr>
              </a:solidFill>
              <a:ln>
                <a:solidFill>
                  <a:schemeClr val="accent1">
                    <a:shade val="15000"/>
                  </a:schemeClr>
                </a:solidFill>
              </a:ln>
            </p:spPr>
            <p:txBody>
              <a:bodyPr wrap="none" rtlCol="0">
                <a:spAutoFit/>
              </a:bodyPr>
              <a:lstStyle/>
              <a:p>
                <a:pPr/>
                <a14:m>
                  <m:oMathPara xmlns:m="http://schemas.openxmlformats.org/officeDocument/2006/math">
                    <m:oMath>
                      <m:sSub>
                        <m:sSubPr>
                          <m:ctrlPr>
                            <a:rPr lang="de-DE" sz="2800" b="0" i="1" smtClean="0">
                              <a:latin typeface="Cambria Math" panose="02040503050406030204" pitchFamily="18" charset="0"/>
                            </a:rPr>
                          </m:ctrlPr>
                        </m:sSubPr>
                        <m:e>
                          <m:r>
                            <a:rPr lang="de-DE" sz="2800" b="0" i="1" smtClean="0">
                              <a:latin typeface="Cambria Math" panose="02040503050406030204" pitchFamily="18" charset="0"/>
                            </a:rPr>
                            <m:t>𝑤</m:t>
                          </m:r>
                        </m:e>
                        <m:sub>
                          <m:r>
                            <a:rPr lang="de-DE" sz="2800" b="0" i="1" smtClean="0">
                              <a:latin typeface="Cambria Math" panose="02040503050406030204" pitchFamily="18" charset="0"/>
                            </a:rPr>
                            <m:t>31</m:t>
                          </m:r>
                        </m:sub>
                      </m:sSub>
                    </m:oMath>
                  </m:oMathPara>
                </a14:m>
                <a:endParaRPr lang="en-US" i="1" dirty="0"/>
              </a:p>
            </p:txBody>
          </p:sp>
        </mc:Choice>
        <mc:Fallback xmlns="">
          <p:sp>
            <p:nvSpPr>
              <p:cNvPr id="129" name="TextBox 128">
                <a:extLst>
                  <a:ext uri="{FF2B5EF4-FFF2-40B4-BE49-F238E27FC236}">
                    <a16:creationId xmlns:a16="http://schemas.microsoft.com/office/drawing/2014/main" id="{E8778141-CE75-9900-ADE4-FB138878E8FE}"/>
                  </a:ext>
                </a:extLst>
              </p:cNvPr>
              <p:cNvSpPr txBox="1">
                <a:spLocks noRot="1" noChangeAspect="1" noMove="1" noResize="1" noEditPoints="1" noAdjustHandles="1" noChangeArrowheads="1" noChangeShapeType="1" noTextEdit="1"/>
              </p:cNvSpPr>
              <p:nvPr/>
            </p:nvSpPr>
            <p:spPr>
              <a:xfrm>
                <a:off x="5631222" y="429044"/>
                <a:ext cx="830420" cy="523220"/>
              </a:xfrm>
              <a:prstGeom prst="rect">
                <a:avLst/>
              </a:prstGeom>
              <a:blipFill>
                <a:blip r:embed="rId9"/>
                <a:stretch>
                  <a:fillRect/>
                </a:stretch>
              </a:blipFill>
              <a:ln>
                <a:solidFill>
                  <a:schemeClr val="accent1">
                    <a:shade val="1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C0995C3C-B30D-EF76-F03A-DC5059DB70FD}"/>
                  </a:ext>
                </a:extLst>
              </p:cNvPr>
              <p:cNvSpPr txBox="1"/>
              <p:nvPr/>
            </p:nvSpPr>
            <p:spPr>
              <a:xfrm>
                <a:off x="5580421" y="1600646"/>
                <a:ext cx="830420" cy="523220"/>
              </a:xfrm>
              <a:prstGeom prst="rect">
                <a:avLst/>
              </a:prstGeom>
              <a:solidFill>
                <a:schemeClr val="bg1">
                  <a:alpha val="80000"/>
                </a:schemeClr>
              </a:solidFill>
              <a:ln>
                <a:solidFill>
                  <a:schemeClr val="accent1">
                    <a:shade val="15000"/>
                  </a:schemeClr>
                </a:solidFill>
              </a:ln>
            </p:spPr>
            <p:txBody>
              <a:bodyPr wrap="none" rtlCol="0">
                <a:spAutoFit/>
              </a:bodyPr>
              <a:lstStyle/>
              <a:p>
                <a:pPr/>
                <a14:m>
                  <m:oMathPara xmlns:m="http://schemas.openxmlformats.org/officeDocument/2006/math">
                    <m:oMath>
                      <m:sSub>
                        <m:sSubPr>
                          <m:ctrlPr>
                            <a:rPr lang="de-DE" sz="2800" b="0" i="1" smtClean="0">
                              <a:latin typeface="Cambria Math" panose="02040503050406030204" pitchFamily="18" charset="0"/>
                            </a:rPr>
                          </m:ctrlPr>
                        </m:sSubPr>
                        <m:e>
                          <m:r>
                            <a:rPr lang="de-DE" sz="2800" b="0" i="1" smtClean="0">
                              <a:latin typeface="Cambria Math" panose="02040503050406030204" pitchFamily="18" charset="0"/>
                            </a:rPr>
                            <m:t>𝑤</m:t>
                          </m:r>
                        </m:e>
                        <m:sub>
                          <m:r>
                            <a:rPr lang="de-DE" sz="2800" b="0" i="1" smtClean="0">
                              <a:latin typeface="Cambria Math" panose="02040503050406030204" pitchFamily="18" charset="0"/>
                            </a:rPr>
                            <m:t>32</m:t>
                          </m:r>
                        </m:sub>
                      </m:sSub>
                    </m:oMath>
                  </m:oMathPara>
                </a14:m>
                <a:endParaRPr lang="en-US" i="1" dirty="0"/>
              </a:p>
            </p:txBody>
          </p:sp>
        </mc:Choice>
        <mc:Fallback xmlns="">
          <p:sp>
            <p:nvSpPr>
              <p:cNvPr id="131" name="TextBox 130">
                <a:extLst>
                  <a:ext uri="{FF2B5EF4-FFF2-40B4-BE49-F238E27FC236}">
                    <a16:creationId xmlns:a16="http://schemas.microsoft.com/office/drawing/2014/main" id="{C0995C3C-B30D-EF76-F03A-DC5059DB70FD}"/>
                  </a:ext>
                </a:extLst>
              </p:cNvPr>
              <p:cNvSpPr txBox="1">
                <a:spLocks noRot="1" noChangeAspect="1" noMove="1" noResize="1" noEditPoints="1" noAdjustHandles="1" noChangeArrowheads="1" noChangeShapeType="1" noTextEdit="1"/>
              </p:cNvSpPr>
              <p:nvPr/>
            </p:nvSpPr>
            <p:spPr>
              <a:xfrm>
                <a:off x="5580421" y="1600646"/>
                <a:ext cx="830420" cy="523220"/>
              </a:xfrm>
              <a:prstGeom prst="rect">
                <a:avLst/>
              </a:prstGeom>
              <a:blipFill>
                <a:blip r:embed="rId10"/>
                <a:stretch>
                  <a:fillRect/>
                </a:stretch>
              </a:blipFill>
              <a:ln>
                <a:solidFill>
                  <a:schemeClr val="accent1">
                    <a:shade val="15000"/>
                  </a:schemeClr>
                </a:solidFill>
              </a:ln>
            </p:spPr>
            <p:txBody>
              <a:bodyPr/>
              <a:lstStyle/>
              <a:p>
                <a:r>
                  <a:rPr lang="en-US">
                    <a:noFill/>
                  </a:rPr>
                  <a:t> </a:t>
                </a:r>
              </a:p>
            </p:txBody>
          </p:sp>
        </mc:Fallback>
      </mc:AlternateContent>
      <p:grpSp>
        <p:nvGrpSpPr>
          <p:cNvPr id="4" name="Group 3">
            <a:extLst>
              <a:ext uri="{FF2B5EF4-FFF2-40B4-BE49-F238E27FC236}">
                <a16:creationId xmlns:a16="http://schemas.microsoft.com/office/drawing/2014/main" id="{D76B6177-62E1-098C-4DAC-E2C6EAE271BC}"/>
              </a:ext>
            </a:extLst>
          </p:cNvPr>
          <p:cNvGrpSpPr/>
          <p:nvPr/>
        </p:nvGrpSpPr>
        <p:grpSpPr>
          <a:xfrm>
            <a:off x="2675760" y="3961686"/>
            <a:ext cx="5234086" cy="2326548"/>
            <a:chOff x="3367055" y="137274"/>
            <a:chExt cx="5234086" cy="2326548"/>
          </a:xfrm>
        </p:grpSpPr>
        <p:grpSp>
          <p:nvGrpSpPr>
            <p:cNvPr id="5" name="Group 4">
              <a:extLst>
                <a:ext uri="{FF2B5EF4-FFF2-40B4-BE49-F238E27FC236}">
                  <a16:creationId xmlns:a16="http://schemas.microsoft.com/office/drawing/2014/main" id="{1D8E2661-7CED-F352-055E-C770EBED65AC}"/>
                </a:ext>
              </a:extLst>
            </p:cNvPr>
            <p:cNvGrpSpPr>
              <a:grpSpLocks noChangeAspect="1"/>
            </p:cNvGrpSpPr>
            <p:nvPr/>
          </p:nvGrpSpPr>
          <p:grpSpPr>
            <a:xfrm>
              <a:off x="3367055" y="137274"/>
              <a:ext cx="4769781" cy="2326548"/>
              <a:chOff x="3283415" y="292395"/>
              <a:chExt cx="5822202" cy="2839883"/>
            </a:xfrm>
          </p:grpSpPr>
          <p:cxnSp>
            <p:nvCxnSpPr>
              <p:cNvPr id="9" name="Straight Arrow Connector 8">
                <a:extLst>
                  <a:ext uri="{FF2B5EF4-FFF2-40B4-BE49-F238E27FC236}">
                    <a16:creationId xmlns:a16="http://schemas.microsoft.com/office/drawing/2014/main" id="{29423D5A-69B7-05C3-37D3-761AD3EBEDC6}"/>
                  </a:ext>
                </a:extLst>
              </p:cNvPr>
              <p:cNvCxnSpPr>
                <a:cxnSpLocks/>
                <a:endCxn id="39" idx="3"/>
              </p:cNvCxnSpPr>
              <p:nvPr/>
            </p:nvCxnSpPr>
            <p:spPr>
              <a:xfrm flipV="1">
                <a:off x="7050953" y="1927917"/>
                <a:ext cx="1032252" cy="732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2DBD044-67F2-F4F1-1B2D-C959DCF36AF8}"/>
                  </a:ext>
                </a:extLst>
              </p:cNvPr>
              <p:cNvCxnSpPr>
                <a:cxnSpLocks/>
              </p:cNvCxnSpPr>
              <p:nvPr/>
            </p:nvCxnSpPr>
            <p:spPr>
              <a:xfrm>
                <a:off x="7101617" y="838200"/>
                <a:ext cx="998056" cy="6929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2AD65EEF-75DE-0E57-61AD-90F1D07B8DB4}"/>
                  </a:ext>
                </a:extLst>
              </p:cNvPr>
              <p:cNvCxnSpPr>
                <a:cxnSpLocks/>
                <a:stCxn id="24" idx="6"/>
                <a:endCxn id="33" idx="2"/>
              </p:cNvCxnSpPr>
              <p:nvPr/>
            </p:nvCxnSpPr>
            <p:spPr>
              <a:xfrm flipV="1">
                <a:off x="5845780" y="2660264"/>
                <a:ext cx="760539" cy="16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0BB664F4-10D5-B7F8-5FA5-9F8A62DED465}"/>
                  </a:ext>
                </a:extLst>
              </p:cNvPr>
              <p:cNvCxnSpPr>
                <a:cxnSpLocks/>
                <a:stCxn id="41" idx="6"/>
                <a:endCxn id="37" idx="2"/>
              </p:cNvCxnSpPr>
              <p:nvPr/>
            </p:nvCxnSpPr>
            <p:spPr>
              <a:xfrm>
                <a:off x="5849079" y="809532"/>
                <a:ext cx="773483" cy="84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0A6F2DE8-5587-5B77-4D98-E24E85C40309}"/>
                  </a:ext>
                </a:extLst>
              </p:cNvPr>
              <p:cNvCxnSpPr>
                <a:cxnSpLocks/>
                <a:endCxn id="41" idx="2"/>
              </p:cNvCxnSpPr>
              <p:nvPr/>
            </p:nvCxnSpPr>
            <p:spPr>
              <a:xfrm flipV="1">
                <a:off x="4523657" y="809532"/>
                <a:ext cx="776782" cy="9766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B58CAD27-B544-7F99-BEA9-8DE9C4125395}"/>
                      </a:ext>
                    </a:extLst>
                  </p:cNvPr>
                  <p:cNvSpPr txBox="1"/>
                  <p:nvPr/>
                </p:nvSpPr>
                <p:spPr>
                  <a:xfrm>
                    <a:off x="3283415" y="1276094"/>
                    <a:ext cx="543340" cy="45082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in</m:t>
                              </m:r>
                            </m:sub>
                          </m:sSub>
                        </m:oMath>
                      </m:oMathPara>
                    </a14:m>
                    <a:endParaRPr lang="en-US" dirty="0">
                      <a:solidFill>
                        <a:schemeClr val="tx1"/>
                      </a:solidFill>
                    </a:endParaRPr>
                  </a:p>
                </p:txBody>
              </p:sp>
            </mc:Choice>
            <mc:Fallback xmlns="">
              <p:sp>
                <p:nvSpPr>
                  <p:cNvPr id="17" name="TextBox 16">
                    <a:extLst>
                      <a:ext uri="{FF2B5EF4-FFF2-40B4-BE49-F238E27FC236}">
                        <a16:creationId xmlns:a16="http://schemas.microsoft.com/office/drawing/2014/main" id="{B58CAD27-B544-7F99-BEA9-8DE9C4125395}"/>
                      </a:ext>
                    </a:extLst>
                  </p:cNvPr>
                  <p:cNvSpPr txBox="1">
                    <a:spLocks noRot="1" noChangeAspect="1" noMove="1" noResize="1" noEditPoints="1" noAdjustHandles="1" noChangeArrowheads="1" noChangeShapeType="1" noTextEdit="1"/>
                  </p:cNvSpPr>
                  <p:nvPr/>
                </p:nvSpPr>
                <p:spPr>
                  <a:xfrm>
                    <a:off x="3283415" y="1276094"/>
                    <a:ext cx="543340" cy="450822"/>
                  </a:xfrm>
                  <a:prstGeom prst="rect">
                    <a:avLst/>
                  </a:prstGeom>
                  <a:blipFill>
                    <a:blip r:embed="rId11"/>
                    <a:stretch>
                      <a:fillRect r="-1232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id="{7DE6C3E4-2C6E-6BA8-69E8-844532BE5D2D}"/>
                  </a:ext>
                </a:extLst>
              </p:cNvPr>
              <p:cNvCxnSpPr>
                <a:cxnSpLocks/>
                <a:endCxn id="24" idx="2"/>
              </p:cNvCxnSpPr>
              <p:nvPr/>
            </p:nvCxnSpPr>
            <p:spPr>
              <a:xfrm>
                <a:off x="4523657" y="1786133"/>
                <a:ext cx="773483" cy="8758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B69EFD6E-6E65-3723-D7C2-C81A269A3264}"/>
                  </a:ext>
                </a:extLst>
              </p:cNvPr>
              <p:cNvCxnSpPr>
                <a:cxnSpLocks/>
              </p:cNvCxnSpPr>
              <p:nvPr/>
            </p:nvCxnSpPr>
            <p:spPr>
              <a:xfrm flipV="1">
                <a:off x="8387577" y="1726916"/>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22" name="Group 21">
                <a:extLst>
                  <a:ext uri="{FF2B5EF4-FFF2-40B4-BE49-F238E27FC236}">
                    <a16:creationId xmlns:a16="http://schemas.microsoft.com/office/drawing/2014/main" id="{31E092D9-A4A9-E51C-91A3-58A2D1F77704}"/>
                  </a:ext>
                </a:extLst>
              </p:cNvPr>
              <p:cNvGrpSpPr/>
              <p:nvPr/>
            </p:nvGrpSpPr>
            <p:grpSpPr>
              <a:xfrm>
                <a:off x="5300439" y="534254"/>
                <a:ext cx="587792" cy="550556"/>
                <a:chOff x="4764744" y="3666589"/>
                <a:chExt cx="587792" cy="550556"/>
              </a:xfrm>
            </p:grpSpPr>
            <p:sp>
              <p:nvSpPr>
                <p:cNvPr id="41" name="Oval 40">
                  <a:extLst>
                    <a:ext uri="{FF2B5EF4-FFF2-40B4-BE49-F238E27FC236}">
                      <a16:creationId xmlns:a16="http://schemas.microsoft.com/office/drawing/2014/main" id="{59BE2F78-ED98-1849-79EB-4EBE8AE24497}"/>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DB4E3E89-2863-277D-B88C-BB1918694D32}"/>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2E28F1B4-2645-3A75-25AF-14CAFDD1B48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4"/>
                      <a:stretch>
                        <a:fillRect/>
                      </a:stretch>
                    </a:blipFill>
                  </p:spPr>
                  <p:txBody>
                    <a:bodyPr/>
                    <a:lstStyle/>
                    <a:p>
                      <a:r>
                        <a:rPr lang="en-US">
                          <a:noFill/>
                        </a:rPr>
                        <a:t> </a:t>
                      </a:r>
                    </a:p>
                  </p:txBody>
                </p:sp>
              </mc:Fallback>
            </mc:AlternateContent>
          </p:grpSp>
          <p:sp>
            <p:nvSpPr>
              <p:cNvPr id="23" name="Rectangle 22">
                <a:extLst>
                  <a:ext uri="{FF2B5EF4-FFF2-40B4-BE49-F238E27FC236}">
                    <a16:creationId xmlns:a16="http://schemas.microsoft.com/office/drawing/2014/main" id="{BD67107F-EA22-F122-B1C6-A518DD371CAF}"/>
                  </a:ext>
                </a:extLst>
              </p:cNvPr>
              <p:cNvSpPr/>
              <p:nvPr/>
            </p:nvSpPr>
            <p:spPr>
              <a:xfrm>
                <a:off x="4099942" y="292395"/>
                <a:ext cx="4667795" cy="283988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 name="Oval 23">
                <a:extLst>
                  <a:ext uri="{FF2B5EF4-FFF2-40B4-BE49-F238E27FC236}">
                    <a16:creationId xmlns:a16="http://schemas.microsoft.com/office/drawing/2014/main" id="{06DDC17C-0B27-C818-A19E-BA771A2EA657}"/>
                  </a:ext>
                </a:extLst>
              </p:cNvPr>
              <p:cNvSpPr>
                <a:spLocks noChangeAspect="1"/>
              </p:cNvSpPr>
              <p:nvPr/>
            </p:nvSpPr>
            <p:spPr>
              <a:xfrm>
                <a:off x="5297140" y="2386674"/>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25" name="Group 24">
                <a:extLst>
                  <a:ext uri="{FF2B5EF4-FFF2-40B4-BE49-F238E27FC236}">
                    <a16:creationId xmlns:a16="http://schemas.microsoft.com/office/drawing/2014/main" id="{C89FD0E4-E8DD-FC2E-8EC3-1235824129CD}"/>
                  </a:ext>
                </a:extLst>
              </p:cNvPr>
              <p:cNvGrpSpPr/>
              <p:nvPr/>
            </p:nvGrpSpPr>
            <p:grpSpPr>
              <a:xfrm>
                <a:off x="7948290" y="1457988"/>
                <a:ext cx="603209" cy="550556"/>
                <a:chOff x="4710175" y="3666589"/>
                <a:chExt cx="603209" cy="550556"/>
              </a:xfrm>
            </p:grpSpPr>
            <p:sp>
              <p:nvSpPr>
                <p:cNvPr id="39" name="Oval 38">
                  <a:extLst>
                    <a:ext uri="{FF2B5EF4-FFF2-40B4-BE49-F238E27FC236}">
                      <a16:creationId xmlns:a16="http://schemas.microsoft.com/office/drawing/2014/main" id="{D2A84B8F-15D9-A454-0C40-B3BC25DD7F22}"/>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BC895CD-B5F6-FDAE-D959-7F150339D292}"/>
                        </a:ext>
                      </a:extLst>
                    </p:cNvPr>
                    <p:cNvSpPr txBox="1"/>
                    <p:nvPr/>
                  </p:nvSpPr>
                  <p:spPr>
                    <a:xfrm>
                      <a:off x="4710175" y="3698505"/>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out</m:t>
                                </m:r>
                              </m:sub>
                            </m:sSub>
                          </m:oMath>
                        </m:oMathPara>
                      </a14:m>
                      <a:endParaRPr lang="en-US" dirty="0">
                        <a:solidFill>
                          <a:schemeClr val="bg1"/>
                        </a:solidFill>
                      </a:endParaRPr>
                    </a:p>
                  </p:txBody>
                </p:sp>
              </mc:Choice>
              <mc:Fallback xmlns="">
                <p:sp>
                  <p:nvSpPr>
                    <p:cNvPr id="40" name="TextBox 39">
                      <a:extLst>
                        <a:ext uri="{FF2B5EF4-FFF2-40B4-BE49-F238E27FC236}">
                          <a16:creationId xmlns:a16="http://schemas.microsoft.com/office/drawing/2014/main" id="{1BC895CD-B5F6-FDAE-D959-7F150339D292}"/>
                        </a:ext>
                      </a:extLst>
                    </p:cNvPr>
                    <p:cNvSpPr txBox="1">
                      <a:spLocks noRot="1" noChangeAspect="1" noMove="1" noResize="1" noEditPoints="1" noAdjustHandles="1" noChangeArrowheads="1" noChangeShapeType="1" noTextEdit="1"/>
                    </p:cNvSpPr>
                    <p:nvPr/>
                  </p:nvSpPr>
                  <p:spPr>
                    <a:xfrm>
                      <a:off x="4710175" y="3698505"/>
                      <a:ext cx="554854" cy="450822"/>
                    </a:xfrm>
                    <a:prstGeom prst="rect">
                      <a:avLst/>
                    </a:prstGeom>
                    <a:blipFill>
                      <a:blip r:embed="rId12"/>
                      <a:stretch>
                        <a:fillRect r="-12162"/>
                      </a:stretch>
                    </a:blipFill>
                  </p:spPr>
                  <p:txBody>
                    <a:bodyPr/>
                    <a:lstStyle/>
                    <a:p>
                      <a:r>
                        <a:rPr lang="en-US">
                          <a:noFill/>
                        </a:rPr>
                        <a:t> </a:t>
                      </a:r>
                    </a:p>
                  </p:txBody>
                </p:sp>
              </mc:Fallback>
            </mc:AlternateContent>
          </p:grpSp>
          <p:cxnSp>
            <p:nvCxnSpPr>
              <p:cNvPr id="26" name="Straight Arrow Connector 25">
                <a:extLst>
                  <a:ext uri="{FF2B5EF4-FFF2-40B4-BE49-F238E27FC236}">
                    <a16:creationId xmlns:a16="http://schemas.microsoft.com/office/drawing/2014/main" id="{C9BFAF43-E3C8-153B-884C-C6C3FE33ABA3}"/>
                  </a:ext>
                </a:extLst>
              </p:cNvPr>
              <p:cNvCxnSpPr>
                <a:cxnSpLocks/>
              </p:cNvCxnSpPr>
              <p:nvPr/>
            </p:nvCxnSpPr>
            <p:spPr>
              <a:xfrm flipV="1">
                <a:off x="3826755" y="1786133"/>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27" name="Group 26">
                <a:extLst>
                  <a:ext uri="{FF2B5EF4-FFF2-40B4-BE49-F238E27FC236}">
                    <a16:creationId xmlns:a16="http://schemas.microsoft.com/office/drawing/2014/main" id="{E8C640D4-AC84-ED7D-F56B-30F0B4FBF96D}"/>
                  </a:ext>
                </a:extLst>
              </p:cNvPr>
              <p:cNvGrpSpPr/>
              <p:nvPr/>
            </p:nvGrpSpPr>
            <p:grpSpPr>
              <a:xfrm>
                <a:off x="6622562" y="542721"/>
                <a:ext cx="587792" cy="550556"/>
                <a:chOff x="4764744" y="3666589"/>
                <a:chExt cx="587792" cy="550556"/>
              </a:xfrm>
            </p:grpSpPr>
            <p:sp>
              <p:nvSpPr>
                <p:cNvPr id="37" name="Oval 36">
                  <a:extLst>
                    <a:ext uri="{FF2B5EF4-FFF2-40B4-BE49-F238E27FC236}">
                      <a16:creationId xmlns:a16="http://schemas.microsoft.com/office/drawing/2014/main" id="{2818C7D2-9896-F38B-0585-391008DC50BD}"/>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F256A2D5-9A48-E282-777B-F75CE398C33A}"/>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38" name="TextBox 37">
                      <a:extLst>
                        <a:ext uri="{FF2B5EF4-FFF2-40B4-BE49-F238E27FC236}">
                          <a16:creationId xmlns:a16="http://schemas.microsoft.com/office/drawing/2014/main" id="{F256A2D5-9A48-E282-777B-F75CE398C33A}"/>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13"/>
                      <a:stretch>
                        <a:fillRect/>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62B409BD-2789-5E55-0937-C676B8E3149B}"/>
                  </a:ext>
                </a:extLst>
              </p:cNvPr>
              <p:cNvGrpSpPr/>
              <p:nvPr/>
            </p:nvGrpSpPr>
            <p:grpSpPr>
              <a:xfrm>
                <a:off x="6606319" y="2384986"/>
                <a:ext cx="587792" cy="550556"/>
                <a:chOff x="4764744" y="3666589"/>
                <a:chExt cx="587792" cy="550556"/>
              </a:xfrm>
            </p:grpSpPr>
            <p:sp>
              <p:nvSpPr>
                <p:cNvPr id="33" name="Oval 32">
                  <a:extLst>
                    <a:ext uri="{FF2B5EF4-FFF2-40B4-BE49-F238E27FC236}">
                      <a16:creationId xmlns:a16="http://schemas.microsoft.com/office/drawing/2014/main" id="{A7C15C29-830F-64CD-8C4C-19041D4BDDFA}"/>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6CF2D3E0-31F8-0149-CE7F-7FD0C4B61F25}"/>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35" name="TextBox 34">
                      <a:extLst>
                        <a:ext uri="{FF2B5EF4-FFF2-40B4-BE49-F238E27FC236}">
                          <a16:creationId xmlns:a16="http://schemas.microsoft.com/office/drawing/2014/main" id="{6CF2D3E0-31F8-0149-CE7F-7FD0C4B61F25}"/>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420DE545-2275-1BAC-47F0-2C7904F96A66}"/>
                      </a:ext>
                    </a:extLst>
                  </p:cNvPr>
                  <p:cNvSpPr txBox="1"/>
                  <p:nvPr/>
                </p:nvSpPr>
                <p:spPr>
                  <a:xfrm>
                    <a:off x="5330077" y="2398546"/>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144" name="TextBox 143">
                    <a:extLst>
                      <a:ext uri="{FF2B5EF4-FFF2-40B4-BE49-F238E27FC236}">
                        <a16:creationId xmlns:a16="http://schemas.microsoft.com/office/drawing/2014/main" id="{F0EDCC4A-BC29-7DA6-7EEC-6F2BC35BBA60}"/>
                      </a:ext>
                    </a:extLst>
                  </p:cNvPr>
                  <p:cNvSpPr txBox="1">
                    <a:spLocks noRot="1" noChangeAspect="1" noMove="1" noResize="1" noEditPoints="1" noAdjustHandles="1" noChangeArrowheads="1" noChangeShapeType="1" noTextEdit="1"/>
                  </p:cNvSpPr>
                  <p:nvPr/>
                </p:nvSpPr>
                <p:spPr>
                  <a:xfrm>
                    <a:off x="5330077" y="2398546"/>
                    <a:ext cx="554854" cy="450822"/>
                  </a:xfrm>
                  <a:prstGeom prst="rect">
                    <a:avLst/>
                  </a:prstGeom>
                  <a:blipFill>
                    <a:blip r:embed="rId15"/>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C03935-F7EB-0B97-72B3-85CDDEEEB2F3}"/>
                    </a:ext>
                  </a:extLst>
                </p:cNvPr>
                <p:cNvSpPr txBox="1"/>
                <p:nvPr/>
              </p:nvSpPr>
              <p:spPr>
                <a:xfrm>
                  <a:off x="8156015" y="943160"/>
                  <a:ext cx="44512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out</m:t>
                            </m:r>
                          </m:sub>
                        </m:sSub>
                      </m:oMath>
                    </m:oMathPara>
                  </a14:m>
                  <a:endParaRPr lang="en-US" dirty="0">
                    <a:solidFill>
                      <a:schemeClr val="tx1"/>
                    </a:solidFill>
                  </a:endParaRPr>
                </a:p>
              </p:txBody>
            </p:sp>
          </mc:Choice>
          <mc:Fallback xmlns="">
            <p:sp>
              <p:nvSpPr>
                <p:cNvPr id="8" name="TextBox 7">
                  <a:extLst>
                    <a:ext uri="{FF2B5EF4-FFF2-40B4-BE49-F238E27FC236}">
                      <a16:creationId xmlns:a16="http://schemas.microsoft.com/office/drawing/2014/main" id="{AEC03935-F7EB-0B97-72B3-85CDDEEEB2F3}"/>
                    </a:ext>
                  </a:extLst>
                </p:cNvPr>
                <p:cNvSpPr txBox="1">
                  <a:spLocks noRot="1" noChangeAspect="1" noMove="1" noResize="1" noEditPoints="1" noAdjustHandles="1" noChangeArrowheads="1" noChangeShapeType="1" noTextEdit="1"/>
                </p:cNvSpPr>
                <p:nvPr/>
              </p:nvSpPr>
              <p:spPr>
                <a:xfrm>
                  <a:off x="8156015" y="943160"/>
                  <a:ext cx="445126" cy="369332"/>
                </a:xfrm>
                <a:prstGeom prst="rect">
                  <a:avLst/>
                </a:prstGeom>
                <a:blipFill>
                  <a:blip r:embed="rId16"/>
                  <a:stretch>
                    <a:fillRect r="-35616"/>
                  </a:stretch>
                </a:blipFill>
              </p:spPr>
              <p:txBody>
                <a:bodyPr/>
                <a:lstStyle/>
                <a:p>
                  <a:r>
                    <a:rPr lang="en-US">
                      <a:noFill/>
                    </a:rPr>
                    <a:t> </a:t>
                  </a:r>
                </a:p>
              </p:txBody>
            </p:sp>
          </mc:Fallback>
        </mc:AlternateContent>
      </p:grpSp>
    </p:spTree>
    <p:extLst>
      <p:ext uri="{BB962C8B-B14F-4D97-AF65-F5344CB8AC3E}">
        <p14:creationId xmlns:p14="http://schemas.microsoft.com/office/powerpoint/2010/main" val="1571814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3DDC6-8BAD-0F8C-D872-6DD281030F0F}"/>
            </a:ext>
          </a:extLst>
        </p:cNvPr>
        <p:cNvGrpSpPr/>
        <p:nvPr/>
      </p:nvGrpSpPr>
      <p:grpSpPr>
        <a:xfrm>
          <a:off x="0" y="0"/>
          <a:ext cx="0" cy="0"/>
          <a:chOff x="0" y="0"/>
          <a:chExt cx="0" cy="0"/>
        </a:xfrm>
      </p:grpSpPr>
      <p:pic>
        <p:nvPicPr>
          <p:cNvPr id="19" name="Picture 2" descr="Metro-style map of major metabolic pathways">
            <a:extLst>
              <a:ext uri="{FF2B5EF4-FFF2-40B4-BE49-F238E27FC236}">
                <a16:creationId xmlns:a16="http://schemas.microsoft.com/office/drawing/2014/main" id="{DEFF2906-A460-6888-B67E-FFA72D76747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21177" y="3040825"/>
            <a:ext cx="5084973" cy="38137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 name="Title 1">
            <a:extLst>
              <a:ext uri="{FF2B5EF4-FFF2-40B4-BE49-F238E27FC236}">
                <a16:creationId xmlns:a16="http://schemas.microsoft.com/office/drawing/2014/main" id="{BE128D78-1D09-F7E5-722B-EA123E7D62F6}"/>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0AB79CEC-8AEC-F6A2-5E97-78947543AFCF}"/>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25</a:t>
            </a:fld>
            <a:endParaRPr lang="en-US"/>
          </a:p>
        </p:txBody>
      </p:sp>
      <p:sp>
        <p:nvSpPr>
          <p:cNvPr id="5" name="TextBox 4">
            <a:extLst>
              <a:ext uri="{FF2B5EF4-FFF2-40B4-BE49-F238E27FC236}">
                <a16:creationId xmlns:a16="http://schemas.microsoft.com/office/drawing/2014/main" id="{6ECDA568-FB26-5958-021A-7E59FA314619}"/>
              </a:ext>
            </a:extLst>
          </p:cNvPr>
          <p:cNvSpPr txBox="1"/>
          <p:nvPr/>
        </p:nvSpPr>
        <p:spPr>
          <a:xfrm>
            <a:off x="153078" y="202172"/>
            <a:ext cx="2254784" cy="830997"/>
          </a:xfrm>
          <a:prstGeom prst="rect">
            <a:avLst/>
          </a:prstGeom>
          <a:noFill/>
        </p:spPr>
        <p:txBody>
          <a:bodyPr wrap="none" rtlCol="0">
            <a:spAutoFit/>
          </a:bodyPr>
          <a:lstStyle/>
          <a:p>
            <a:r>
              <a:rPr lang="en-US" sz="2400" dirty="0"/>
              <a:t>2 neurons</a:t>
            </a:r>
          </a:p>
          <a:p>
            <a:r>
              <a:rPr lang="en-US" sz="2400" dirty="0"/>
              <a:t>Neural Network</a:t>
            </a:r>
          </a:p>
        </p:txBody>
      </p:sp>
      <p:sp>
        <p:nvSpPr>
          <p:cNvPr id="8" name="Rectangle: Rounded Corners 7">
            <a:extLst>
              <a:ext uri="{FF2B5EF4-FFF2-40B4-BE49-F238E27FC236}">
                <a16:creationId xmlns:a16="http://schemas.microsoft.com/office/drawing/2014/main" id="{BE18CE6C-CF7B-0C21-C578-07A07A1CBC79}"/>
              </a:ext>
            </a:extLst>
          </p:cNvPr>
          <p:cNvSpPr/>
          <p:nvPr/>
        </p:nvSpPr>
        <p:spPr>
          <a:xfrm>
            <a:off x="10440319" y="7916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 name="Rectangle: Rounded Corners 8">
            <a:extLst>
              <a:ext uri="{FF2B5EF4-FFF2-40B4-BE49-F238E27FC236}">
                <a16:creationId xmlns:a16="http://schemas.microsoft.com/office/drawing/2014/main" id="{5B68AAA6-4D81-B3CF-B7AD-81FB66FB3993}"/>
              </a:ext>
            </a:extLst>
          </p:cNvPr>
          <p:cNvSpPr/>
          <p:nvPr/>
        </p:nvSpPr>
        <p:spPr>
          <a:xfrm>
            <a:off x="10440319" y="22159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0" name="Rectangle: Rounded Corners 9">
            <a:extLst>
              <a:ext uri="{FF2B5EF4-FFF2-40B4-BE49-F238E27FC236}">
                <a16:creationId xmlns:a16="http://schemas.microsoft.com/office/drawing/2014/main" id="{4C485B00-1733-28EB-4BC7-8E104D50FA0F}"/>
              </a:ext>
            </a:extLst>
          </p:cNvPr>
          <p:cNvSpPr/>
          <p:nvPr/>
        </p:nvSpPr>
        <p:spPr>
          <a:xfrm>
            <a:off x="10440319" y="36403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1" name="Rectangle: Rounded Corners 10">
            <a:extLst>
              <a:ext uri="{FF2B5EF4-FFF2-40B4-BE49-F238E27FC236}">
                <a16:creationId xmlns:a16="http://schemas.microsoft.com/office/drawing/2014/main" id="{F4C59385-51F0-0093-4A37-74294FDB4F15}"/>
              </a:ext>
            </a:extLst>
          </p:cNvPr>
          <p:cNvSpPr/>
          <p:nvPr/>
        </p:nvSpPr>
        <p:spPr>
          <a:xfrm>
            <a:off x="10440319" y="50646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8A1C15F9-5A98-A48A-2908-A6DB4ED9935D}"/>
              </a:ext>
            </a:extLst>
          </p:cNvPr>
          <p:cNvCxnSpPr>
            <a:stCxn id="8" idx="2"/>
            <a:endCxn id="9" idx="0"/>
          </p:cNvCxnSpPr>
          <p:nvPr/>
        </p:nvCxnSpPr>
        <p:spPr>
          <a:xfrm>
            <a:off x="11201578" y="1706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CEFD7D36-CEE7-2C0B-FD82-81D9B2035B8C}"/>
              </a:ext>
            </a:extLst>
          </p:cNvPr>
          <p:cNvCxnSpPr>
            <a:cxnSpLocks/>
            <a:stCxn id="9" idx="2"/>
            <a:endCxn id="10" idx="0"/>
          </p:cNvCxnSpPr>
          <p:nvPr/>
        </p:nvCxnSpPr>
        <p:spPr>
          <a:xfrm>
            <a:off x="11201578" y="31303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469A6B11-24F7-DE08-4B4A-423489302E58}"/>
              </a:ext>
            </a:extLst>
          </p:cNvPr>
          <p:cNvCxnSpPr>
            <a:cxnSpLocks/>
            <a:stCxn id="11" idx="0"/>
          </p:cNvCxnSpPr>
          <p:nvPr/>
        </p:nvCxnSpPr>
        <p:spPr>
          <a:xfrm flipV="1">
            <a:off x="11201578" y="45547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Freeform: Shape 32">
            <a:extLst>
              <a:ext uri="{FF2B5EF4-FFF2-40B4-BE49-F238E27FC236}">
                <a16:creationId xmlns:a16="http://schemas.microsoft.com/office/drawing/2014/main" id="{86813C15-8686-95DE-F691-418EB2D6E11C}"/>
              </a:ext>
            </a:extLst>
          </p:cNvPr>
          <p:cNvSpPr/>
          <p:nvPr/>
        </p:nvSpPr>
        <p:spPr>
          <a:xfrm>
            <a:off x="1714500" y="1961008"/>
            <a:ext cx="7645397" cy="5633592"/>
          </a:xfrm>
          <a:custGeom>
            <a:avLst/>
            <a:gdLst>
              <a:gd name="csX0" fmla="*/ 2901954 w 7645397"/>
              <a:gd name="csY0" fmla="*/ 2153792 h 5633592"/>
              <a:gd name="csX1" fmla="*/ 2679700 w 7645397"/>
              <a:gd name="csY1" fmla="*/ 2376046 h 5633592"/>
              <a:gd name="csX2" fmla="*/ 2679700 w 7645397"/>
              <a:gd name="csY2" fmla="*/ 3265038 h 5633592"/>
              <a:gd name="csX3" fmla="*/ 2901954 w 7645397"/>
              <a:gd name="csY3" fmla="*/ 3487292 h 5633592"/>
              <a:gd name="csX4" fmla="*/ 4159246 w 7645397"/>
              <a:gd name="csY4" fmla="*/ 3487292 h 5633592"/>
              <a:gd name="csX5" fmla="*/ 4381500 w 7645397"/>
              <a:gd name="csY5" fmla="*/ 3265038 h 5633592"/>
              <a:gd name="csX6" fmla="*/ 4381500 w 7645397"/>
              <a:gd name="csY6" fmla="*/ 2376046 h 5633592"/>
              <a:gd name="csX7" fmla="*/ 4159246 w 7645397"/>
              <a:gd name="csY7" fmla="*/ 2153792 h 5633592"/>
              <a:gd name="csX8" fmla="*/ 0 w 7645397"/>
              <a:gd name="csY8" fmla="*/ 0 h 5633592"/>
              <a:gd name="csX9" fmla="*/ 7645397 w 7645397"/>
              <a:gd name="csY9" fmla="*/ 0 h 5633592"/>
              <a:gd name="csX10" fmla="*/ 7645397 w 7645397"/>
              <a:gd name="csY10" fmla="*/ 5633592 h 5633592"/>
              <a:gd name="csX11" fmla="*/ 0 w 7645397"/>
              <a:gd name="csY11" fmla="*/ 5633592 h 56335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45397" h="5633592">
                <a:moveTo>
                  <a:pt x="2901954" y="2153792"/>
                </a:moveTo>
                <a:cubicBezTo>
                  <a:pt x="2779207" y="2153792"/>
                  <a:pt x="2679700" y="2253299"/>
                  <a:pt x="2679700" y="2376046"/>
                </a:cubicBezTo>
                <a:lnTo>
                  <a:pt x="2679700" y="3265038"/>
                </a:lnTo>
                <a:cubicBezTo>
                  <a:pt x="2679700" y="3387785"/>
                  <a:pt x="2779207" y="3487292"/>
                  <a:pt x="2901954" y="3487292"/>
                </a:cubicBezTo>
                <a:lnTo>
                  <a:pt x="4159246" y="3487292"/>
                </a:lnTo>
                <a:cubicBezTo>
                  <a:pt x="4281993" y="3487292"/>
                  <a:pt x="4381500" y="3387785"/>
                  <a:pt x="4381500" y="3265038"/>
                </a:cubicBezTo>
                <a:lnTo>
                  <a:pt x="4381500" y="2376046"/>
                </a:lnTo>
                <a:cubicBezTo>
                  <a:pt x="4381500" y="2253299"/>
                  <a:pt x="4281993" y="2153792"/>
                  <a:pt x="4159246" y="2153792"/>
                </a:cubicBezTo>
                <a:close/>
                <a:moveTo>
                  <a:pt x="0" y="0"/>
                </a:moveTo>
                <a:lnTo>
                  <a:pt x="7645397" y="0"/>
                </a:lnTo>
                <a:lnTo>
                  <a:pt x="7645397" y="5633592"/>
                </a:lnTo>
                <a:lnTo>
                  <a:pt x="0" y="5633592"/>
                </a:lnTo>
                <a:close/>
              </a:path>
            </a:pathLst>
          </a:cu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7" name="TextBox 36">
            <a:extLst>
              <a:ext uri="{FF2B5EF4-FFF2-40B4-BE49-F238E27FC236}">
                <a16:creationId xmlns:a16="http://schemas.microsoft.com/office/drawing/2014/main" id="{E4166303-B0E2-3DB3-65D5-266E70258372}"/>
              </a:ext>
            </a:extLst>
          </p:cNvPr>
          <p:cNvSpPr txBox="1"/>
          <p:nvPr/>
        </p:nvSpPr>
        <p:spPr>
          <a:xfrm>
            <a:off x="2355698" y="2859785"/>
            <a:ext cx="2692340" cy="461665"/>
          </a:xfrm>
          <a:prstGeom prst="rect">
            <a:avLst/>
          </a:prstGeom>
          <a:noFill/>
        </p:spPr>
        <p:txBody>
          <a:bodyPr wrap="none" rtlCol="0">
            <a:spAutoFit/>
          </a:bodyPr>
          <a:lstStyle/>
          <a:p>
            <a:r>
              <a:rPr lang="en-US" sz="2400" dirty="0"/>
              <a:t>Metabolic Network</a:t>
            </a:r>
          </a:p>
        </p:txBody>
      </p:sp>
      <p:sp>
        <p:nvSpPr>
          <p:cNvPr id="38" name="Rectangle: Rounded Corners 37">
            <a:extLst>
              <a:ext uri="{FF2B5EF4-FFF2-40B4-BE49-F238E27FC236}">
                <a16:creationId xmlns:a16="http://schemas.microsoft.com/office/drawing/2014/main" id="{6D624664-079E-B35A-1254-63D68C178367}"/>
              </a:ext>
            </a:extLst>
          </p:cNvPr>
          <p:cNvSpPr/>
          <p:nvPr/>
        </p:nvSpPr>
        <p:spPr>
          <a:xfrm>
            <a:off x="4377266" y="4097527"/>
            <a:ext cx="1718734" cy="1329606"/>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AD2E2CD3-0B71-E72B-40E1-EAE0759DF6D9}"/>
              </a:ext>
            </a:extLst>
          </p:cNvPr>
          <p:cNvGrpSpPr/>
          <p:nvPr/>
        </p:nvGrpSpPr>
        <p:grpSpPr>
          <a:xfrm>
            <a:off x="3367055" y="137274"/>
            <a:ext cx="5234086" cy="2326548"/>
            <a:chOff x="3367055" y="137274"/>
            <a:chExt cx="5234086" cy="2326548"/>
          </a:xfrm>
        </p:grpSpPr>
        <p:grpSp>
          <p:nvGrpSpPr>
            <p:cNvPr id="18" name="Group 17">
              <a:extLst>
                <a:ext uri="{FF2B5EF4-FFF2-40B4-BE49-F238E27FC236}">
                  <a16:creationId xmlns:a16="http://schemas.microsoft.com/office/drawing/2014/main" id="{80EC4489-73A9-46DE-C5A2-A895145D27ED}"/>
                </a:ext>
              </a:extLst>
            </p:cNvPr>
            <p:cNvGrpSpPr>
              <a:grpSpLocks noChangeAspect="1"/>
            </p:cNvGrpSpPr>
            <p:nvPr/>
          </p:nvGrpSpPr>
          <p:grpSpPr>
            <a:xfrm>
              <a:off x="3367055" y="137274"/>
              <a:ext cx="4769781" cy="2326548"/>
              <a:chOff x="3283415" y="292395"/>
              <a:chExt cx="5822202" cy="2839883"/>
            </a:xfrm>
          </p:grpSpPr>
          <p:cxnSp>
            <p:nvCxnSpPr>
              <p:cNvPr id="24" name="Straight Arrow Connector 23">
                <a:extLst>
                  <a:ext uri="{FF2B5EF4-FFF2-40B4-BE49-F238E27FC236}">
                    <a16:creationId xmlns:a16="http://schemas.microsoft.com/office/drawing/2014/main" id="{7DAC914C-DB3C-83B8-2A0C-97C81EF70057}"/>
                  </a:ext>
                </a:extLst>
              </p:cNvPr>
              <p:cNvCxnSpPr>
                <a:cxnSpLocks/>
                <a:endCxn id="58" idx="3"/>
              </p:cNvCxnSpPr>
              <p:nvPr/>
            </p:nvCxnSpPr>
            <p:spPr>
              <a:xfrm flipV="1">
                <a:off x="7050953" y="1927917"/>
                <a:ext cx="1032252" cy="732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EFFD7FA7-B190-198A-1DFA-8C1DB82CE0DB}"/>
                  </a:ext>
                </a:extLst>
              </p:cNvPr>
              <p:cNvCxnSpPr>
                <a:cxnSpLocks/>
              </p:cNvCxnSpPr>
              <p:nvPr/>
            </p:nvCxnSpPr>
            <p:spPr>
              <a:xfrm>
                <a:off x="7101617" y="838200"/>
                <a:ext cx="998056" cy="6929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8EBB8BD8-5A7B-D632-11EF-86638D7F216A}"/>
                  </a:ext>
                </a:extLst>
              </p:cNvPr>
              <p:cNvCxnSpPr>
                <a:cxnSpLocks/>
                <a:stCxn id="44" idx="6"/>
                <a:endCxn id="54" idx="2"/>
              </p:cNvCxnSpPr>
              <p:nvPr/>
            </p:nvCxnSpPr>
            <p:spPr>
              <a:xfrm flipV="1">
                <a:off x="5845780" y="2660264"/>
                <a:ext cx="760539" cy="16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31274B8B-525F-627E-9232-FD575DE9D1B3}"/>
                  </a:ext>
                </a:extLst>
              </p:cNvPr>
              <p:cNvCxnSpPr>
                <a:cxnSpLocks/>
                <a:stCxn id="60" idx="6"/>
                <a:endCxn id="56" idx="2"/>
              </p:cNvCxnSpPr>
              <p:nvPr/>
            </p:nvCxnSpPr>
            <p:spPr>
              <a:xfrm>
                <a:off x="5849079" y="809532"/>
                <a:ext cx="773483" cy="84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B9E66DF-BC6D-55BA-1681-F9C8B08B76D2}"/>
                  </a:ext>
                </a:extLst>
              </p:cNvPr>
              <p:cNvCxnSpPr>
                <a:cxnSpLocks/>
                <a:endCxn id="60" idx="2"/>
              </p:cNvCxnSpPr>
              <p:nvPr/>
            </p:nvCxnSpPr>
            <p:spPr>
              <a:xfrm flipV="1">
                <a:off x="4523657" y="809532"/>
                <a:ext cx="776782" cy="9766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386B0130-B076-990A-D2D8-A4E02E7DBACA}"/>
                      </a:ext>
                    </a:extLst>
                  </p:cNvPr>
                  <p:cNvSpPr txBox="1"/>
                  <p:nvPr/>
                </p:nvSpPr>
                <p:spPr>
                  <a:xfrm>
                    <a:off x="3283415" y="1276094"/>
                    <a:ext cx="543340" cy="45082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in</m:t>
                              </m:r>
                            </m:sub>
                          </m:sSub>
                        </m:oMath>
                      </m:oMathPara>
                    </a14:m>
                    <a:endParaRPr lang="en-US" dirty="0">
                      <a:solidFill>
                        <a:schemeClr val="tx1"/>
                      </a:solidFill>
                    </a:endParaRPr>
                  </a:p>
                </p:txBody>
              </p:sp>
            </mc:Choice>
            <mc:Fallback xmlns="">
              <p:sp>
                <p:nvSpPr>
                  <p:cNvPr id="30" name="TextBox 29">
                    <a:extLst>
                      <a:ext uri="{FF2B5EF4-FFF2-40B4-BE49-F238E27FC236}">
                        <a16:creationId xmlns:a16="http://schemas.microsoft.com/office/drawing/2014/main" id="{386B0130-B076-990A-D2D8-A4E02E7DBACA}"/>
                      </a:ext>
                    </a:extLst>
                  </p:cNvPr>
                  <p:cNvSpPr txBox="1">
                    <a:spLocks noRot="1" noChangeAspect="1" noMove="1" noResize="1" noEditPoints="1" noAdjustHandles="1" noChangeArrowheads="1" noChangeShapeType="1" noTextEdit="1"/>
                  </p:cNvSpPr>
                  <p:nvPr/>
                </p:nvSpPr>
                <p:spPr>
                  <a:xfrm>
                    <a:off x="3283415" y="1276094"/>
                    <a:ext cx="543340" cy="450822"/>
                  </a:xfrm>
                  <a:prstGeom prst="rect">
                    <a:avLst/>
                  </a:prstGeom>
                  <a:blipFill>
                    <a:blip r:embed="rId4"/>
                    <a:stretch>
                      <a:fillRect r="-13699"/>
                    </a:stretch>
                  </a:blipFill>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ABF11862-F506-88EF-EFE1-8FDE4100EBC9}"/>
                  </a:ext>
                </a:extLst>
              </p:cNvPr>
              <p:cNvCxnSpPr>
                <a:cxnSpLocks/>
                <a:endCxn id="44" idx="2"/>
              </p:cNvCxnSpPr>
              <p:nvPr/>
            </p:nvCxnSpPr>
            <p:spPr>
              <a:xfrm>
                <a:off x="4523657" y="1786133"/>
                <a:ext cx="773483" cy="8758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CC50D5A-7436-48B0-F20C-0A29E86CC49F}"/>
                  </a:ext>
                </a:extLst>
              </p:cNvPr>
              <p:cNvCxnSpPr>
                <a:cxnSpLocks/>
              </p:cNvCxnSpPr>
              <p:nvPr/>
            </p:nvCxnSpPr>
            <p:spPr>
              <a:xfrm flipV="1">
                <a:off x="8387577" y="1726916"/>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3926D951-60B8-EB07-DBF8-973F3541228A}"/>
                  </a:ext>
                </a:extLst>
              </p:cNvPr>
              <p:cNvGrpSpPr/>
              <p:nvPr/>
            </p:nvGrpSpPr>
            <p:grpSpPr>
              <a:xfrm>
                <a:off x="5300439" y="534254"/>
                <a:ext cx="587792" cy="550556"/>
                <a:chOff x="4764744" y="3666589"/>
                <a:chExt cx="587792" cy="550556"/>
              </a:xfrm>
            </p:grpSpPr>
            <p:sp>
              <p:nvSpPr>
                <p:cNvPr id="60" name="Oval 59">
                  <a:extLst>
                    <a:ext uri="{FF2B5EF4-FFF2-40B4-BE49-F238E27FC236}">
                      <a16:creationId xmlns:a16="http://schemas.microsoft.com/office/drawing/2014/main" id="{9E5F7A0E-0BA3-217A-8932-CBA02097F193}"/>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AD88C156-4AB5-AD28-C6E5-DE8E0E05D732}"/>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2E28F1B4-2645-3A75-25AF-14CAFDD1B48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5"/>
                      <a:stretch>
                        <a:fillRect/>
                      </a:stretch>
                    </a:blipFill>
                  </p:spPr>
                  <p:txBody>
                    <a:bodyPr/>
                    <a:lstStyle/>
                    <a:p>
                      <a:r>
                        <a:rPr lang="en-US">
                          <a:noFill/>
                        </a:rPr>
                        <a:t> </a:t>
                      </a:r>
                    </a:p>
                  </p:txBody>
                </p:sp>
              </mc:Fallback>
            </mc:AlternateContent>
          </p:grpSp>
          <p:sp>
            <p:nvSpPr>
              <p:cNvPr id="43" name="Rectangle 42">
                <a:extLst>
                  <a:ext uri="{FF2B5EF4-FFF2-40B4-BE49-F238E27FC236}">
                    <a16:creationId xmlns:a16="http://schemas.microsoft.com/office/drawing/2014/main" id="{35E31932-B283-BD2B-6400-47FF4C782774}"/>
                  </a:ext>
                </a:extLst>
              </p:cNvPr>
              <p:cNvSpPr/>
              <p:nvPr/>
            </p:nvSpPr>
            <p:spPr>
              <a:xfrm>
                <a:off x="4099942" y="292395"/>
                <a:ext cx="4667795" cy="283988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4" name="Oval 43">
                <a:extLst>
                  <a:ext uri="{FF2B5EF4-FFF2-40B4-BE49-F238E27FC236}">
                    <a16:creationId xmlns:a16="http://schemas.microsoft.com/office/drawing/2014/main" id="{07EBFE10-BD74-A13A-4BCD-8DD5E1977B76}"/>
                  </a:ext>
                </a:extLst>
              </p:cNvPr>
              <p:cNvSpPr>
                <a:spLocks noChangeAspect="1"/>
              </p:cNvSpPr>
              <p:nvPr/>
            </p:nvSpPr>
            <p:spPr>
              <a:xfrm>
                <a:off x="5297140" y="2386674"/>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49" name="Group 48">
                <a:extLst>
                  <a:ext uri="{FF2B5EF4-FFF2-40B4-BE49-F238E27FC236}">
                    <a16:creationId xmlns:a16="http://schemas.microsoft.com/office/drawing/2014/main" id="{B6FA4207-F8BD-BEDD-6E03-E5DF3D0762F2}"/>
                  </a:ext>
                </a:extLst>
              </p:cNvPr>
              <p:cNvGrpSpPr/>
              <p:nvPr/>
            </p:nvGrpSpPr>
            <p:grpSpPr>
              <a:xfrm>
                <a:off x="7948290" y="1457988"/>
                <a:ext cx="603209" cy="550556"/>
                <a:chOff x="4710175" y="3666589"/>
                <a:chExt cx="603209" cy="550556"/>
              </a:xfrm>
            </p:grpSpPr>
            <p:sp>
              <p:nvSpPr>
                <p:cNvPr id="58" name="Oval 57">
                  <a:extLst>
                    <a:ext uri="{FF2B5EF4-FFF2-40B4-BE49-F238E27FC236}">
                      <a16:creationId xmlns:a16="http://schemas.microsoft.com/office/drawing/2014/main" id="{28A39264-20BA-EA24-2BA6-C8037B349D2C}"/>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242654AF-43EA-23DC-822E-6DE2F491BAC9}"/>
                        </a:ext>
                      </a:extLst>
                    </p:cNvPr>
                    <p:cNvSpPr txBox="1"/>
                    <p:nvPr/>
                  </p:nvSpPr>
                  <p:spPr>
                    <a:xfrm>
                      <a:off x="4710175" y="3698505"/>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out</m:t>
                                </m:r>
                              </m:sub>
                            </m:sSub>
                          </m:oMath>
                        </m:oMathPara>
                      </a14:m>
                      <a:endParaRPr lang="en-US" dirty="0">
                        <a:solidFill>
                          <a:schemeClr val="bg1"/>
                        </a:solidFill>
                      </a:endParaRPr>
                    </a:p>
                  </p:txBody>
                </p:sp>
              </mc:Choice>
              <mc:Fallback xmlns="">
                <p:sp>
                  <p:nvSpPr>
                    <p:cNvPr id="59" name="TextBox 58">
                      <a:extLst>
                        <a:ext uri="{FF2B5EF4-FFF2-40B4-BE49-F238E27FC236}">
                          <a16:creationId xmlns:a16="http://schemas.microsoft.com/office/drawing/2014/main" id="{242654AF-43EA-23DC-822E-6DE2F491BAC9}"/>
                        </a:ext>
                      </a:extLst>
                    </p:cNvPr>
                    <p:cNvSpPr txBox="1">
                      <a:spLocks noRot="1" noChangeAspect="1" noMove="1" noResize="1" noEditPoints="1" noAdjustHandles="1" noChangeArrowheads="1" noChangeShapeType="1" noTextEdit="1"/>
                    </p:cNvSpPr>
                    <p:nvPr/>
                  </p:nvSpPr>
                  <p:spPr>
                    <a:xfrm>
                      <a:off x="4710175" y="3698505"/>
                      <a:ext cx="554854" cy="450822"/>
                    </a:xfrm>
                    <a:prstGeom prst="rect">
                      <a:avLst/>
                    </a:prstGeom>
                    <a:blipFill>
                      <a:blip r:embed="rId6"/>
                      <a:stretch>
                        <a:fillRect r="-12000"/>
                      </a:stretch>
                    </a:blipFill>
                  </p:spPr>
                  <p:txBody>
                    <a:bodyPr/>
                    <a:lstStyle/>
                    <a:p>
                      <a:r>
                        <a:rPr lang="en-US">
                          <a:noFill/>
                        </a:rPr>
                        <a:t> </a:t>
                      </a:r>
                    </a:p>
                  </p:txBody>
                </p:sp>
              </mc:Fallback>
            </mc:AlternateContent>
          </p:grpSp>
          <p:cxnSp>
            <p:nvCxnSpPr>
              <p:cNvPr id="50" name="Straight Arrow Connector 49">
                <a:extLst>
                  <a:ext uri="{FF2B5EF4-FFF2-40B4-BE49-F238E27FC236}">
                    <a16:creationId xmlns:a16="http://schemas.microsoft.com/office/drawing/2014/main" id="{384D26F6-2578-5065-9CAB-8E77B465A8EC}"/>
                  </a:ext>
                </a:extLst>
              </p:cNvPr>
              <p:cNvCxnSpPr>
                <a:cxnSpLocks/>
              </p:cNvCxnSpPr>
              <p:nvPr/>
            </p:nvCxnSpPr>
            <p:spPr>
              <a:xfrm flipV="1">
                <a:off x="3826755" y="1786133"/>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E7E973C7-6B7B-1AAC-FF02-9E55C7A1110F}"/>
                  </a:ext>
                </a:extLst>
              </p:cNvPr>
              <p:cNvGrpSpPr/>
              <p:nvPr/>
            </p:nvGrpSpPr>
            <p:grpSpPr>
              <a:xfrm>
                <a:off x="6622562" y="542721"/>
                <a:ext cx="587792" cy="550556"/>
                <a:chOff x="4764744" y="3666589"/>
                <a:chExt cx="587792" cy="550556"/>
              </a:xfrm>
            </p:grpSpPr>
            <p:sp>
              <p:nvSpPr>
                <p:cNvPr id="56" name="Oval 55">
                  <a:extLst>
                    <a:ext uri="{FF2B5EF4-FFF2-40B4-BE49-F238E27FC236}">
                      <a16:creationId xmlns:a16="http://schemas.microsoft.com/office/drawing/2014/main" id="{657831AD-0F32-B505-45D4-7FC2D0258505}"/>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7758F89-394D-D63D-2E25-B3804DC54775}"/>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57" name="TextBox 56">
                      <a:extLst>
                        <a:ext uri="{FF2B5EF4-FFF2-40B4-BE49-F238E27FC236}">
                          <a16:creationId xmlns:a16="http://schemas.microsoft.com/office/drawing/2014/main" id="{77758F89-394D-D63D-2E25-B3804DC54775}"/>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7"/>
                      <a:stretch>
                        <a:fillRect/>
                      </a:stretch>
                    </a:blipFill>
                  </p:spPr>
                  <p:txBody>
                    <a:bodyPr/>
                    <a:lstStyle/>
                    <a:p>
                      <a:r>
                        <a:rPr lang="en-US">
                          <a:noFill/>
                        </a:rPr>
                        <a:t> </a:t>
                      </a:r>
                    </a:p>
                  </p:txBody>
                </p:sp>
              </mc:Fallback>
            </mc:AlternateContent>
          </p:grpSp>
          <p:grpSp>
            <p:nvGrpSpPr>
              <p:cNvPr id="52" name="Group 51">
                <a:extLst>
                  <a:ext uri="{FF2B5EF4-FFF2-40B4-BE49-F238E27FC236}">
                    <a16:creationId xmlns:a16="http://schemas.microsoft.com/office/drawing/2014/main" id="{564F8E7A-C84F-0061-8C68-5B09EE5DC244}"/>
                  </a:ext>
                </a:extLst>
              </p:cNvPr>
              <p:cNvGrpSpPr/>
              <p:nvPr/>
            </p:nvGrpSpPr>
            <p:grpSpPr>
              <a:xfrm>
                <a:off x="6606319" y="2384986"/>
                <a:ext cx="587792" cy="550556"/>
                <a:chOff x="4764744" y="3666589"/>
                <a:chExt cx="587792" cy="550556"/>
              </a:xfrm>
            </p:grpSpPr>
            <p:sp>
              <p:nvSpPr>
                <p:cNvPr id="54" name="Oval 53">
                  <a:extLst>
                    <a:ext uri="{FF2B5EF4-FFF2-40B4-BE49-F238E27FC236}">
                      <a16:creationId xmlns:a16="http://schemas.microsoft.com/office/drawing/2014/main" id="{F78CB87F-0182-3261-56FB-5DA7B642D1CC}"/>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ABD9F47-D003-7D1F-0A02-54566EC947B2}"/>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55" name="TextBox 54">
                      <a:extLst>
                        <a:ext uri="{FF2B5EF4-FFF2-40B4-BE49-F238E27FC236}">
                          <a16:creationId xmlns:a16="http://schemas.microsoft.com/office/drawing/2014/main" id="{8ABD9F47-D003-7D1F-0A02-54566EC947B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8"/>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F9BEEF1-57D2-3001-2106-A5AE67EF5F5A}"/>
                      </a:ext>
                    </a:extLst>
                  </p:cNvPr>
                  <p:cNvSpPr txBox="1"/>
                  <p:nvPr/>
                </p:nvSpPr>
                <p:spPr>
                  <a:xfrm>
                    <a:off x="5330077" y="2398546"/>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144" name="TextBox 143">
                    <a:extLst>
                      <a:ext uri="{FF2B5EF4-FFF2-40B4-BE49-F238E27FC236}">
                        <a16:creationId xmlns:a16="http://schemas.microsoft.com/office/drawing/2014/main" id="{F0EDCC4A-BC29-7DA6-7EEC-6F2BC35BBA60}"/>
                      </a:ext>
                    </a:extLst>
                  </p:cNvPr>
                  <p:cNvSpPr txBox="1">
                    <a:spLocks noRot="1" noChangeAspect="1" noMove="1" noResize="1" noEditPoints="1" noAdjustHandles="1" noChangeArrowheads="1" noChangeShapeType="1" noTextEdit="1"/>
                  </p:cNvSpPr>
                  <p:nvPr/>
                </p:nvSpPr>
                <p:spPr>
                  <a:xfrm>
                    <a:off x="5330077" y="2398546"/>
                    <a:ext cx="554854" cy="450822"/>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525F4B0-6092-EB39-DA19-93C6220B43FC}"/>
                    </a:ext>
                  </a:extLst>
                </p:cNvPr>
                <p:cNvSpPr txBox="1"/>
                <p:nvPr/>
              </p:nvSpPr>
              <p:spPr>
                <a:xfrm>
                  <a:off x="8156015" y="943160"/>
                  <a:ext cx="44512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out</m:t>
                            </m:r>
                          </m:sub>
                        </m:sSub>
                      </m:oMath>
                    </m:oMathPara>
                  </a14:m>
                  <a:endParaRPr lang="en-US" dirty="0">
                    <a:solidFill>
                      <a:schemeClr val="tx1"/>
                    </a:solidFill>
                  </a:endParaRPr>
                </a:p>
              </p:txBody>
            </p:sp>
          </mc:Choice>
          <mc:Fallback xmlns="">
            <p:sp>
              <p:nvSpPr>
                <p:cNvPr id="23" name="TextBox 22">
                  <a:extLst>
                    <a:ext uri="{FF2B5EF4-FFF2-40B4-BE49-F238E27FC236}">
                      <a16:creationId xmlns:a16="http://schemas.microsoft.com/office/drawing/2014/main" id="{B525F4B0-6092-EB39-DA19-93C6220B43FC}"/>
                    </a:ext>
                  </a:extLst>
                </p:cNvPr>
                <p:cNvSpPr txBox="1">
                  <a:spLocks noRot="1" noChangeAspect="1" noMove="1" noResize="1" noEditPoints="1" noAdjustHandles="1" noChangeArrowheads="1" noChangeShapeType="1" noTextEdit="1"/>
                </p:cNvSpPr>
                <p:nvPr/>
              </p:nvSpPr>
              <p:spPr>
                <a:xfrm>
                  <a:off x="8156015" y="943160"/>
                  <a:ext cx="445126" cy="369332"/>
                </a:xfrm>
                <a:prstGeom prst="rect">
                  <a:avLst/>
                </a:prstGeom>
                <a:blipFill>
                  <a:blip r:embed="rId10"/>
                  <a:stretch>
                    <a:fillRect r="-35616"/>
                  </a:stretch>
                </a:blipFill>
              </p:spPr>
              <p:txBody>
                <a:bodyPr/>
                <a:lstStyle/>
                <a:p>
                  <a:r>
                    <a:rPr lang="en-US">
                      <a:noFill/>
                    </a:rPr>
                    <a:t> </a:t>
                  </a:r>
                </a:p>
              </p:txBody>
            </p:sp>
          </mc:Fallback>
        </mc:AlternateContent>
      </p:grpSp>
    </p:spTree>
    <p:extLst>
      <p:ext uri="{BB962C8B-B14F-4D97-AF65-F5344CB8AC3E}">
        <p14:creationId xmlns:p14="http://schemas.microsoft.com/office/powerpoint/2010/main" val="10581658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3E4916-F4F5-4887-DB18-F4235A51241E}"/>
            </a:ext>
          </a:extLst>
        </p:cNvPr>
        <p:cNvGrpSpPr/>
        <p:nvPr/>
      </p:nvGrpSpPr>
      <p:grpSpPr>
        <a:xfrm>
          <a:off x="0" y="0"/>
          <a:ext cx="0" cy="0"/>
          <a:chOff x="0" y="0"/>
          <a:chExt cx="0" cy="0"/>
        </a:xfrm>
      </p:grpSpPr>
      <p:pic>
        <p:nvPicPr>
          <p:cNvPr id="19" name="Picture 2" descr="Metro-style map of major metabolic pathways">
            <a:extLst>
              <a:ext uri="{FF2B5EF4-FFF2-40B4-BE49-F238E27FC236}">
                <a16:creationId xmlns:a16="http://schemas.microsoft.com/office/drawing/2014/main" id="{BB3F0875-6D46-0FA5-7C80-F403AF96B42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21177" y="3040825"/>
            <a:ext cx="5084973" cy="38137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 name="Title 1">
            <a:extLst>
              <a:ext uri="{FF2B5EF4-FFF2-40B4-BE49-F238E27FC236}">
                <a16:creationId xmlns:a16="http://schemas.microsoft.com/office/drawing/2014/main" id="{1E229E9F-5F13-710F-85D7-DF248D51EE78}"/>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733EC2AE-62AF-3DDF-A3F7-635D378A528A}"/>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26</a:t>
            </a:fld>
            <a:endParaRPr lang="en-US"/>
          </a:p>
        </p:txBody>
      </p:sp>
      <p:sp>
        <p:nvSpPr>
          <p:cNvPr id="5" name="TextBox 4">
            <a:extLst>
              <a:ext uri="{FF2B5EF4-FFF2-40B4-BE49-F238E27FC236}">
                <a16:creationId xmlns:a16="http://schemas.microsoft.com/office/drawing/2014/main" id="{1439C466-7DCC-57A8-4A38-9B658EE4E11C}"/>
              </a:ext>
            </a:extLst>
          </p:cNvPr>
          <p:cNvSpPr txBox="1"/>
          <p:nvPr/>
        </p:nvSpPr>
        <p:spPr>
          <a:xfrm>
            <a:off x="153078" y="202172"/>
            <a:ext cx="2254784" cy="830997"/>
          </a:xfrm>
          <a:prstGeom prst="rect">
            <a:avLst/>
          </a:prstGeom>
          <a:noFill/>
        </p:spPr>
        <p:txBody>
          <a:bodyPr wrap="none" rtlCol="0">
            <a:spAutoFit/>
          </a:bodyPr>
          <a:lstStyle/>
          <a:p>
            <a:r>
              <a:rPr lang="en-US" sz="2400" dirty="0"/>
              <a:t>2 neurons</a:t>
            </a:r>
          </a:p>
          <a:p>
            <a:r>
              <a:rPr lang="en-US" sz="2400" dirty="0"/>
              <a:t>Neural Network</a:t>
            </a:r>
          </a:p>
        </p:txBody>
      </p:sp>
      <p:sp>
        <p:nvSpPr>
          <p:cNvPr id="8" name="Rectangle: Rounded Corners 7">
            <a:extLst>
              <a:ext uri="{FF2B5EF4-FFF2-40B4-BE49-F238E27FC236}">
                <a16:creationId xmlns:a16="http://schemas.microsoft.com/office/drawing/2014/main" id="{EC187056-B479-CCAE-CAFA-7B9A9CBAC1F0}"/>
              </a:ext>
            </a:extLst>
          </p:cNvPr>
          <p:cNvSpPr/>
          <p:nvPr/>
        </p:nvSpPr>
        <p:spPr>
          <a:xfrm>
            <a:off x="10440319" y="7916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 name="Rectangle: Rounded Corners 8">
            <a:extLst>
              <a:ext uri="{FF2B5EF4-FFF2-40B4-BE49-F238E27FC236}">
                <a16:creationId xmlns:a16="http://schemas.microsoft.com/office/drawing/2014/main" id="{6940ECD4-4C37-533F-CE51-45FF4CBC4D93}"/>
              </a:ext>
            </a:extLst>
          </p:cNvPr>
          <p:cNvSpPr/>
          <p:nvPr/>
        </p:nvSpPr>
        <p:spPr>
          <a:xfrm>
            <a:off x="10440319" y="22159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0" name="Rectangle: Rounded Corners 9">
            <a:extLst>
              <a:ext uri="{FF2B5EF4-FFF2-40B4-BE49-F238E27FC236}">
                <a16:creationId xmlns:a16="http://schemas.microsoft.com/office/drawing/2014/main" id="{22DB58F1-E277-A6FD-3ED3-34B21CC6634E}"/>
              </a:ext>
            </a:extLst>
          </p:cNvPr>
          <p:cNvSpPr/>
          <p:nvPr/>
        </p:nvSpPr>
        <p:spPr>
          <a:xfrm>
            <a:off x="10440319" y="36403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1" name="Rectangle: Rounded Corners 10">
            <a:extLst>
              <a:ext uri="{FF2B5EF4-FFF2-40B4-BE49-F238E27FC236}">
                <a16:creationId xmlns:a16="http://schemas.microsoft.com/office/drawing/2014/main" id="{5D756868-9832-AD0E-48C6-D34277F122A3}"/>
              </a:ext>
            </a:extLst>
          </p:cNvPr>
          <p:cNvSpPr/>
          <p:nvPr/>
        </p:nvSpPr>
        <p:spPr>
          <a:xfrm>
            <a:off x="10440319" y="50646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01C1B47D-DE25-B665-5A63-0C4EC26E97DB}"/>
              </a:ext>
            </a:extLst>
          </p:cNvPr>
          <p:cNvCxnSpPr>
            <a:stCxn id="8" idx="2"/>
            <a:endCxn id="9" idx="0"/>
          </p:cNvCxnSpPr>
          <p:nvPr/>
        </p:nvCxnSpPr>
        <p:spPr>
          <a:xfrm>
            <a:off x="11201578" y="1706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9752EBF-68D3-9D1D-857C-AC1333D064BF}"/>
              </a:ext>
            </a:extLst>
          </p:cNvPr>
          <p:cNvCxnSpPr>
            <a:cxnSpLocks/>
            <a:stCxn id="9" idx="2"/>
            <a:endCxn id="10" idx="0"/>
          </p:cNvCxnSpPr>
          <p:nvPr/>
        </p:nvCxnSpPr>
        <p:spPr>
          <a:xfrm>
            <a:off x="11201578" y="31303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7CA75DB6-3A31-9255-FD0B-F2DB0D4A2EB6}"/>
              </a:ext>
            </a:extLst>
          </p:cNvPr>
          <p:cNvCxnSpPr>
            <a:cxnSpLocks/>
            <a:stCxn id="11" idx="0"/>
          </p:cNvCxnSpPr>
          <p:nvPr/>
        </p:nvCxnSpPr>
        <p:spPr>
          <a:xfrm flipV="1">
            <a:off x="11201578" y="45547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Freeform: Shape 32">
            <a:extLst>
              <a:ext uri="{FF2B5EF4-FFF2-40B4-BE49-F238E27FC236}">
                <a16:creationId xmlns:a16="http://schemas.microsoft.com/office/drawing/2014/main" id="{3158AE35-D862-F837-694C-2DA7F0861474}"/>
              </a:ext>
            </a:extLst>
          </p:cNvPr>
          <p:cNvSpPr/>
          <p:nvPr/>
        </p:nvSpPr>
        <p:spPr>
          <a:xfrm>
            <a:off x="617457" y="1280731"/>
            <a:ext cx="7645397" cy="5633592"/>
          </a:xfrm>
          <a:custGeom>
            <a:avLst/>
            <a:gdLst>
              <a:gd name="csX0" fmla="*/ 2901954 w 7645397"/>
              <a:gd name="csY0" fmla="*/ 2153792 h 5633592"/>
              <a:gd name="csX1" fmla="*/ 2679700 w 7645397"/>
              <a:gd name="csY1" fmla="*/ 2376046 h 5633592"/>
              <a:gd name="csX2" fmla="*/ 2679700 w 7645397"/>
              <a:gd name="csY2" fmla="*/ 3265038 h 5633592"/>
              <a:gd name="csX3" fmla="*/ 2901954 w 7645397"/>
              <a:gd name="csY3" fmla="*/ 3487292 h 5633592"/>
              <a:gd name="csX4" fmla="*/ 4159246 w 7645397"/>
              <a:gd name="csY4" fmla="*/ 3487292 h 5633592"/>
              <a:gd name="csX5" fmla="*/ 4381500 w 7645397"/>
              <a:gd name="csY5" fmla="*/ 3265038 h 5633592"/>
              <a:gd name="csX6" fmla="*/ 4381500 w 7645397"/>
              <a:gd name="csY6" fmla="*/ 2376046 h 5633592"/>
              <a:gd name="csX7" fmla="*/ 4159246 w 7645397"/>
              <a:gd name="csY7" fmla="*/ 2153792 h 5633592"/>
              <a:gd name="csX8" fmla="*/ 0 w 7645397"/>
              <a:gd name="csY8" fmla="*/ 0 h 5633592"/>
              <a:gd name="csX9" fmla="*/ 7645397 w 7645397"/>
              <a:gd name="csY9" fmla="*/ 0 h 5633592"/>
              <a:gd name="csX10" fmla="*/ 7645397 w 7645397"/>
              <a:gd name="csY10" fmla="*/ 5633592 h 5633592"/>
              <a:gd name="csX11" fmla="*/ 0 w 7645397"/>
              <a:gd name="csY11" fmla="*/ 5633592 h 56335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45397" h="5633592">
                <a:moveTo>
                  <a:pt x="2901954" y="2153792"/>
                </a:moveTo>
                <a:cubicBezTo>
                  <a:pt x="2779207" y="2153792"/>
                  <a:pt x="2679700" y="2253299"/>
                  <a:pt x="2679700" y="2376046"/>
                </a:cubicBezTo>
                <a:lnTo>
                  <a:pt x="2679700" y="3265038"/>
                </a:lnTo>
                <a:cubicBezTo>
                  <a:pt x="2679700" y="3387785"/>
                  <a:pt x="2779207" y="3487292"/>
                  <a:pt x="2901954" y="3487292"/>
                </a:cubicBezTo>
                <a:lnTo>
                  <a:pt x="4159246" y="3487292"/>
                </a:lnTo>
                <a:cubicBezTo>
                  <a:pt x="4281993" y="3487292"/>
                  <a:pt x="4381500" y="3387785"/>
                  <a:pt x="4381500" y="3265038"/>
                </a:cubicBezTo>
                <a:lnTo>
                  <a:pt x="4381500" y="2376046"/>
                </a:lnTo>
                <a:cubicBezTo>
                  <a:pt x="4381500" y="2253299"/>
                  <a:pt x="4281993" y="2153792"/>
                  <a:pt x="4159246" y="2153792"/>
                </a:cubicBezTo>
                <a:close/>
                <a:moveTo>
                  <a:pt x="0" y="0"/>
                </a:moveTo>
                <a:lnTo>
                  <a:pt x="7645397" y="0"/>
                </a:lnTo>
                <a:lnTo>
                  <a:pt x="7645397" y="5633592"/>
                </a:lnTo>
                <a:lnTo>
                  <a:pt x="0" y="5633592"/>
                </a:lnTo>
                <a:close/>
              </a:path>
            </a:pathLst>
          </a:cu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5128DDE3-DDCA-DE4A-F1E9-CD66F7722A36}"/>
              </a:ext>
            </a:extLst>
          </p:cNvPr>
          <p:cNvSpPr txBox="1"/>
          <p:nvPr/>
        </p:nvSpPr>
        <p:spPr>
          <a:xfrm>
            <a:off x="2355698" y="2859785"/>
            <a:ext cx="2692340" cy="461665"/>
          </a:xfrm>
          <a:prstGeom prst="rect">
            <a:avLst/>
          </a:prstGeom>
          <a:noFill/>
        </p:spPr>
        <p:txBody>
          <a:bodyPr wrap="none" rtlCol="0">
            <a:spAutoFit/>
          </a:bodyPr>
          <a:lstStyle/>
          <a:p>
            <a:r>
              <a:rPr lang="en-US" sz="2400" dirty="0"/>
              <a:t>Metabolic Network</a:t>
            </a:r>
          </a:p>
        </p:txBody>
      </p:sp>
      <p:sp>
        <p:nvSpPr>
          <p:cNvPr id="24" name="Rectangle: Rounded Corners 23">
            <a:extLst>
              <a:ext uri="{FF2B5EF4-FFF2-40B4-BE49-F238E27FC236}">
                <a16:creationId xmlns:a16="http://schemas.microsoft.com/office/drawing/2014/main" id="{F59D1D0F-48F0-8A4A-5750-EEF5AC9E8532}"/>
              </a:ext>
            </a:extLst>
          </p:cNvPr>
          <p:cNvSpPr/>
          <p:nvPr/>
        </p:nvSpPr>
        <p:spPr>
          <a:xfrm>
            <a:off x="3300659" y="3432724"/>
            <a:ext cx="1718734" cy="1329606"/>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F74B2BC2-C164-5EB2-DC1D-B59BCCB3D528}"/>
              </a:ext>
            </a:extLst>
          </p:cNvPr>
          <p:cNvGrpSpPr/>
          <p:nvPr/>
        </p:nvGrpSpPr>
        <p:grpSpPr>
          <a:xfrm>
            <a:off x="3367055" y="137274"/>
            <a:ext cx="5234086" cy="2326548"/>
            <a:chOff x="3367055" y="137274"/>
            <a:chExt cx="5234086" cy="2326548"/>
          </a:xfrm>
        </p:grpSpPr>
        <p:grpSp>
          <p:nvGrpSpPr>
            <p:cNvPr id="23" name="Group 22">
              <a:extLst>
                <a:ext uri="{FF2B5EF4-FFF2-40B4-BE49-F238E27FC236}">
                  <a16:creationId xmlns:a16="http://schemas.microsoft.com/office/drawing/2014/main" id="{898BE671-EAFC-C8BC-D1EB-85F029F4501F}"/>
                </a:ext>
              </a:extLst>
            </p:cNvPr>
            <p:cNvGrpSpPr>
              <a:grpSpLocks noChangeAspect="1"/>
            </p:cNvGrpSpPr>
            <p:nvPr/>
          </p:nvGrpSpPr>
          <p:grpSpPr>
            <a:xfrm>
              <a:off x="3367055" y="137274"/>
              <a:ext cx="4769781" cy="2326548"/>
              <a:chOff x="3283415" y="292395"/>
              <a:chExt cx="5822202" cy="2839883"/>
            </a:xfrm>
          </p:grpSpPr>
          <p:cxnSp>
            <p:nvCxnSpPr>
              <p:cNvPr id="26" name="Straight Arrow Connector 25">
                <a:extLst>
                  <a:ext uri="{FF2B5EF4-FFF2-40B4-BE49-F238E27FC236}">
                    <a16:creationId xmlns:a16="http://schemas.microsoft.com/office/drawing/2014/main" id="{75EAA563-669B-49B9-70B2-989E09CA10CD}"/>
                  </a:ext>
                </a:extLst>
              </p:cNvPr>
              <p:cNvCxnSpPr>
                <a:cxnSpLocks/>
                <a:endCxn id="58" idx="3"/>
              </p:cNvCxnSpPr>
              <p:nvPr/>
            </p:nvCxnSpPr>
            <p:spPr>
              <a:xfrm flipV="1">
                <a:off x="7050953" y="1927917"/>
                <a:ext cx="1032252" cy="732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5DBAC81B-A2B1-7B47-417B-CE972CE0F70B}"/>
                  </a:ext>
                </a:extLst>
              </p:cNvPr>
              <p:cNvCxnSpPr>
                <a:cxnSpLocks/>
              </p:cNvCxnSpPr>
              <p:nvPr/>
            </p:nvCxnSpPr>
            <p:spPr>
              <a:xfrm>
                <a:off x="7101617" y="838200"/>
                <a:ext cx="998056" cy="6929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24819A7-98D5-4F6D-6C35-CC16283A692A}"/>
                  </a:ext>
                </a:extLst>
              </p:cNvPr>
              <p:cNvCxnSpPr>
                <a:cxnSpLocks/>
                <a:stCxn id="44" idx="6"/>
                <a:endCxn id="54" idx="2"/>
              </p:cNvCxnSpPr>
              <p:nvPr/>
            </p:nvCxnSpPr>
            <p:spPr>
              <a:xfrm flipV="1">
                <a:off x="5845780" y="2660264"/>
                <a:ext cx="760539" cy="16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EA3745F8-9960-4BFD-C87C-5EEA4AE52F5C}"/>
                  </a:ext>
                </a:extLst>
              </p:cNvPr>
              <p:cNvCxnSpPr>
                <a:cxnSpLocks/>
                <a:stCxn id="60" idx="6"/>
                <a:endCxn id="56" idx="2"/>
              </p:cNvCxnSpPr>
              <p:nvPr/>
            </p:nvCxnSpPr>
            <p:spPr>
              <a:xfrm>
                <a:off x="5849079" y="809532"/>
                <a:ext cx="773483" cy="84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3C93F223-A3A5-D42D-31C3-C832FE0B0AC9}"/>
                  </a:ext>
                </a:extLst>
              </p:cNvPr>
              <p:cNvCxnSpPr>
                <a:cxnSpLocks/>
                <a:endCxn id="60" idx="2"/>
              </p:cNvCxnSpPr>
              <p:nvPr/>
            </p:nvCxnSpPr>
            <p:spPr>
              <a:xfrm flipV="1">
                <a:off x="4523657" y="809532"/>
                <a:ext cx="776782" cy="9766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416530D-3A8C-8675-D23D-90590D1B80A7}"/>
                      </a:ext>
                    </a:extLst>
                  </p:cNvPr>
                  <p:cNvSpPr txBox="1"/>
                  <p:nvPr/>
                </p:nvSpPr>
                <p:spPr>
                  <a:xfrm>
                    <a:off x="3283415" y="1276094"/>
                    <a:ext cx="543340" cy="45082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in</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416530D-3A8C-8675-D23D-90590D1B80A7}"/>
                      </a:ext>
                    </a:extLst>
                  </p:cNvPr>
                  <p:cNvSpPr txBox="1">
                    <a:spLocks noRot="1" noChangeAspect="1" noMove="1" noResize="1" noEditPoints="1" noAdjustHandles="1" noChangeArrowheads="1" noChangeShapeType="1" noTextEdit="1"/>
                  </p:cNvSpPr>
                  <p:nvPr/>
                </p:nvSpPr>
                <p:spPr>
                  <a:xfrm>
                    <a:off x="3283415" y="1276094"/>
                    <a:ext cx="543340" cy="450822"/>
                  </a:xfrm>
                  <a:prstGeom prst="rect">
                    <a:avLst/>
                  </a:prstGeom>
                  <a:blipFill>
                    <a:blip r:embed="rId4"/>
                    <a:stretch>
                      <a:fillRect r="-13699"/>
                    </a:stretch>
                  </a:blipFill>
                </p:spPr>
                <p:txBody>
                  <a:bodyPr/>
                  <a:lstStyle/>
                  <a:p>
                    <a:r>
                      <a:rPr lang="en-US">
                        <a:noFill/>
                      </a:rPr>
                      <a:t> </a:t>
                    </a:r>
                  </a:p>
                </p:txBody>
              </p:sp>
            </mc:Fallback>
          </mc:AlternateContent>
          <p:cxnSp>
            <p:nvCxnSpPr>
              <p:cNvPr id="37" name="Straight Arrow Connector 36">
                <a:extLst>
                  <a:ext uri="{FF2B5EF4-FFF2-40B4-BE49-F238E27FC236}">
                    <a16:creationId xmlns:a16="http://schemas.microsoft.com/office/drawing/2014/main" id="{163DE556-3230-56BE-43E3-65DE83443450}"/>
                  </a:ext>
                </a:extLst>
              </p:cNvPr>
              <p:cNvCxnSpPr>
                <a:cxnSpLocks/>
                <a:endCxn id="44" idx="2"/>
              </p:cNvCxnSpPr>
              <p:nvPr/>
            </p:nvCxnSpPr>
            <p:spPr>
              <a:xfrm>
                <a:off x="4523657" y="1786133"/>
                <a:ext cx="773483" cy="8758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51C9E112-3CE9-DD8B-ECBB-CBF0C984C523}"/>
                  </a:ext>
                </a:extLst>
              </p:cNvPr>
              <p:cNvCxnSpPr>
                <a:cxnSpLocks/>
              </p:cNvCxnSpPr>
              <p:nvPr/>
            </p:nvCxnSpPr>
            <p:spPr>
              <a:xfrm flipV="1">
                <a:off x="8387577" y="1726916"/>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7C701197-534F-A378-E5FC-15FA5CC2630B}"/>
                  </a:ext>
                </a:extLst>
              </p:cNvPr>
              <p:cNvGrpSpPr/>
              <p:nvPr/>
            </p:nvGrpSpPr>
            <p:grpSpPr>
              <a:xfrm>
                <a:off x="5300439" y="534254"/>
                <a:ext cx="587792" cy="550556"/>
                <a:chOff x="4764744" y="3666589"/>
                <a:chExt cx="587792" cy="550556"/>
              </a:xfrm>
            </p:grpSpPr>
            <p:sp>
              <p:nvSpPr>
                <p:cNvPr id="60" name="Oval 59">
                  <a:extLst>
                    <a:ext uri="{FF2B5EF4-FFF2-40B4-BE49-F238E27FC236}">
                      <a16:creationId xmlns:a16="http://schemas.microsoft.com/office/drawing/2014/main" id="{1C2EB6E1-4388-11DC-C9A9-AD17A47DC142}"/>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C3D77E9-BB5F-6A52-A41C-C0D4ADA2BCDF}"/>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2E28F1B4-2645-3A75-25AF-14CAFDD1B48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5"/>
                      <a:stretch>
                        <a:fillRect/>
                      </a:stretch>
                    </a:blipFill>
                  </p:spPr>
                  <p:txBody>
                    <a:bodyPr/>
                    <a:lstStyle/>
                    <a:p>
                      <a:r>
                        <a:rPr lang="en-US">
                          <a:noFill/>
                        </a:rPr>
                        <a:t> </a:t>
                      </a:r>
                    </a:p>
                  </p:txBody>
                </p:sp>
              </mc:Fallback>
            </mc:AlternateContent>
          </p:grpSp>
          <p:sp>
            <p:nvSpPr>
              <p:cNvPr id="43" name="Rectangle 42">
                <a:extLst>
                  <a:ext uri="{FF2B5EF4-FFF2-40B4-BE49-F238E27FC236}">
                    <a16:creationId xmlns:a16="http://schemas.microsoft.com/office/drawing/2014/main" id="{FADF0B86-0166-50AE-DA09-164CA57489F1}"/>
                  </a:ext>
                </a:extLst>
              </p:cNvPr>
              <p:cNvSpPr/>
              <p:nvPr/>
            </p:nvSpPr>
            <p:spPr>
              <a:xfrm>
                <a:off x="4099942" y="292395"/>
                <a:ext cx="4667795" cy="283988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4" name="Oval 43">
                <a:extLst>
                  <a:ext uri="{FF2B5EF4-FFF2-40B4-BE49-F238E27FC236}">
                    <a16:creationId xmlns:a16="http://schemas.microsoft.com/office/drawing/2014/main" id="{FE609B0F-D4CA-D5D9-DB80-F9996E5BC0B0}"/>
                  </a:ext>
                </a:extLst>
              </p:cNvPr>
              <p:cNvSpPr>
                <a:spLocks noChangeAspect="1"/>
              </p:cNvSpPr>
              <p:nvPr/>
            </p:nvSpPr>
            <p:spPr>
              <a:xfrm>
                <a:off x="5297140" y="2386674"/>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49" name="Group 48">
                <a:extLst>
                  <a:ext uri="{FF2B5EF4-FFF2-40B4-BE49-F238E27FC236}">
                    <a16:creationId xmlns:a16="http://schemas.microsoft.com/office/drawing/2014/main" id="{CADA1FB6-3183-3ADC-B1BE-E870A2D4F4D3}"/>
                  </a:ext>
                </a:extLst>
              </p:cNvPr>
              <p:cNvGrpSpPr/>
              <p:nvPr/>
            </p:nvGrpSpPr>
            <p:grpSpPr>
              <a:xfrm>
                <a:off x="7948290" y="1457988"/>
                <a:ext cx="603209" cy="550556"/>
                <a:chOff x="4710175" y="3666589"/>
                <a:chExt cx="603209" cy="550556"/>
              </a:xfrm>
            </p:grpSpPr>
            <p:sp>
              <p:nvSpPr>
                <p:cNvPr id="58" name="Oval 57">
                  <a:extLst>
                    <a:ext uri="{FF2B5EF4-FFF2-40B4-BE49-F238E27FC236}">
                      <a16:creationId xmlns:a16="http://schemas.microsoft.com/office/drawing/2014/main" id="{B0B97FED-B514-3090-697D-905B673DD482}"/>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6CC170ED-1B13-C773-B544-7F898F9DAC86}"/>
                        </a:ext>
                      </a:extLst>
                    </p:cNvPr>
                    <p:cNvSpPr txBox="1"/>
                    <p:nvPr/>
                  </p:nvSpPr>
                  <p:spPr>
                    <a:xfrm>
                      <a:off x="4710175" y="3698505"/>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out</m:t>
                                </m:r>
                              </m:sub>
                            </m:sSub>
                          </m:oMath>
                        </m:oMathPara>
                      </a14:m>
                      <a:endParaRPr lang="en-US" dirty="0">
                        <a:solidFill>
                          <a:schemeClr val="bg1"/>
                        </a:solidFill>
                      </a:endParaRPr>
                    </a:p>
                  </p:txBody>
                </p:sp>
              </mc:Choice>
              <mc:Fallback xmlns="">
                <p:sp>
                  <p:nvSpPr>
                    <p:cNvPr id="59" name="TextBox 58">
                      <a:extLst>
                        <a:ext uri="{FF2B5EF4-FFF2-40B4-BE49-F238E27FC236}">
                          <a16:creationId xmlns:a16="http://schemas.microsoft.com/office/drawing/2014/main" id="{6CC170ED-1B13-C773-B544-7F898F9DAC86}"/>
                        </a:ext>
                      </a:extLst>
                    </p:cNvPr>
                    <p:cNvSpPr txBox="1">
                      <a:spLocks noRot="1" noChangeAspect="1" noMove="1" noResize="1" noEditPoints="1" noAdjustHandles="1" noChangeArrowheads="1" noChangeShapeType="1" noTextEdit="1"/>
                    </p:cNvSpPr>
                    <p:nvPr/>
                  </p:nvSpPr>
                  <p:spPr>
                    <a:xfrm>
                      <a:off x="4710175" y="3698505"/>
                      <a:ext cx="554854" cy="450822"/>
                    </a:xfrm>
                    <a:prstGeom prst="rect">
                      <a:avLst/>
                    </a:prstGeom>
                    <a:blipFill>
                      <a:blip r:embed="rId6"/>
                      <a:stretch>
                        <a:fillRect r="-12000"/>
                      </a:stretch>
                    </a:blipFill>
                  </p:spPr>
                  <p:txBody>
                    <a:bodyPr/>
                    <a:lstStyle/>
                    <a:p>
                      <a:r>
                        <a:rPr lang="en-US">
                          <a:noFill/>
                        </a:rPr>
                        <a:t> </a:t>
                      </a:r>
                    </a:p>
                  </p:txBody>
                </p:sp>
              </mc:Fallback>
            </mc:AlternateContent>
          </p:grpSp>
          <p:cxnSp>
            <p:nvCxnSpPr>
              <p:cNvPr id="50" name="Straight Arrow Connector 49">
                <a:extLst>
                  <a:ext uri="{FF2B5EF4-FFF2-40B4-BE49-F238E27FC236}">
                    <a16:creationId xmlns:a16="http://schemas.microsoft.com/office/drawing/2014/main" id="{2AF4526D-96B4-517A-29A2-5300EC1EC18E}"/>
                  </a:ext>
                </a:extLst>
              </p:cNvPr>
              <p:cNvCxnSpPr>
                <a:cxnSpLocks/>
              </p:cNvCxnSpPr>
              <p:nvPr/>
            </p:nvCxnSpPr>
            <p:spPr>
              <a:xfrm flipV="1">
                <a:off x="3826755" y="1786133"/>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AA76DFAE-BFFD-9CCE-5053-ACEBC96EA12F}"/>
                  </a:ext>
                </a:extLst>
              </p:cNvPr>
              <p:cNvGrpSpPr/>
              <p:nvPr/>
            </p:nvGrpSpPr>
            <p:grpSpPr>
              <a:xfrm>
                <a:off x="6622562" y="542721"/>
                <a:ext cx="587792" cy="550556"/>
                <a:chOff x="4764744" y="3666589"/>
                <a:chExt cx="587792" cy="550556"/>
              </a:xfrm>
            </p:grpSpPr>
            <p:sp>
              <p:nvSpPr>
                <p:cNvPr id="56" name="Oval 55">
                  <a:extLst>
                    <a:ext uri="{FF2B5EF4-FFF2-40B4-BE49-F238E27FC236}">
                      <a16:creationId xmlns:a16="http://schemas.microsoft.com/office/drawing/2014/main" id="{3089144C-9A51-EBB9-BEB2-E623EC545798}"/>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2DC40DBC-A1F7-0F28-CCE9-A1CCE91D7FE2}"/>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57" name="TextBox 56">
                      <a:extLst>
                        <a:ext uri="{FF2B5EF4-FFF2-40B4-BE49-F238E27FC236}">
                          <a16:creationId xmlns:a16="http://schemas.microsoft.com/office/drawing/2014/main" id="{2DC40DBC-A1F7-0F28-CCE9-A1CCE91D7FE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7"/>
                      <a:stretch>
                        <a:fillRect/>
                      </a:stretch>
                    </a:blipFill>
                  </p:spPr>
                  <p:txBody>
                    <a:bodyPr/>
                    <a:lstStyle/>
                    <a:p>
                      <a:r>
                        <a:rPr lang="en-US">
                          <a:noFill/>
                        </a:rPr>
                        <a:t> </a:t>
                      </a:r>
                    </a:p>
                  </p:txBody>
                </p:sp>
              </mc:Fallback>
            </mc:AlternateContent>
          </p:grpSp>
          <p:grpSp>
            <p:nvGrpSpPr>
              <p:cNvPr id="52" name="Group 51">
                <a:extLst>
                  <a:ext uri="{FF2B5EF4-FFF2-40B4-BE49-F238E27FC236}">
                    <a16:creationId xmlns:a16="http://schemas.microsoft.com/office/drawing/2014/main" id="{48522E95-17FB-7E81-D1E2-CF06569CFD2A}"/>
                  </a:ext>
                </a:extLst>
              </p:cNvPr>
              <p:cNvGrpSpPr/>
              <p:nvPr/>
            </p:nvGrpSpPr>
            <p:grpSpPr>
              <a:xfrm>
                <a:off x="6606319" y="2384986"/>
                <a:ext cx="587792" cy="550556"/>
                <a:chOff x="4764744" y="3666589"/>
                <a:chExt cx="587792" cy="550556"/>
              </a:xfrm>
            </p:grpSpPr>
            <p:sp>
              <p:nvSpPr>
                <p:cNvPr id="54" name="Oval 53">
                  <a:extLst>
                    <a:ext uri="{FF2B5EF4-FFF2-40B4-BE49-F238E27FC236}">
                      <a16:creationId xmlns:a16="http://schemas.microsoft.com/office/drawing/2014/main" id="{E4EF77B0-9942-073E-80B5-DBCDBDF748B6}"/>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6C1D3818-A936-9375-DDEA-CECCCB895AE3}"/>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55" name="TextBox 54">
                      <a:extLst>
                        <a:ext uri="{FF2B5EF4-FFF2-40B4-BE49-F238E27FC236}">
                          <a16:creationId xmlns:a16="http://schemas.microsoft.com/office/drawing/2014/main" id="{6C1D3818-A936-9375-DDEA-CECCCB895AE3}"/>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8"/>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F46A605-1A78-48C5-D0B4-E300E32E4988}"/>
                      </a:ext>
                    </a:extLst>
                  </p:cNvPr>
                  <p:cNvSpPr txBox="1"/>
                  <p:nvPr/>
                </p:nvSpPr>
                <p:spPr>
                  <a:xfrm>
                    <a:off x="5330077" y="2398546"/>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144" name="TextBox 143">
                    <a:extLst>
                      <a:ext uri="{FF2B5EF4-FFF2-40B4-BE49-F238E27FC236}">
                        <a16:creationId xmlns:a16="http://schemas.microsoft.com/office/drawing/2014/main" id="{F0EDCC4A-BC29-7DA6-7EEC-6F2BC35BBA60}"/>
                      </a:ext>
                    </a:extLst>
                  </p:cNvPr>
                  <p:cNvSpPr txBox="1">
                    <a:spLocks noRot="1" noChangeAspect="1" noMove="1" noResize="1" noEditPoints="1" noAdjustHandles="1" noChangeArrowheads="1" noChangeShapeType="1" noTextEdit="1"/>
                  </p:cNvSpPr>
                  <p:nvPr/>
                </p:nvSpPr>
                <p:spPr>
                  <a:xfrm>
                    <a:off x="5330077" y="2398546"/>
                    <a:ext cx="554854" cy="450822"/>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2BCF044-FA90-4535-932E-2E4157642C2C}"/>
                    </a:ext>
                  </a:extLst>
                </p:cNvPr>
                <p:cNvSpPr txBox="1"/>
                <p:nvPr/>
              </p:nvSpPr>
              <p:spPr>
                <a:xfrm>
                  <a:off x="8156015" y="943160"/>
                  <a:ext cx="44512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out</m:t>
                            </m:r>
                          </m:sub>
                        </m:sSub>
                      </m:oMath>
                    </m:oMathPara>
                  </a14:m>
                  <a:endParaRPr lang="en-US" dirty="0">
                    <a:solidFill>
                      <a:schemeClr val="tx1"/>
                    </a:solidFill>
                  </a:endParaRPr>
                </a:p>
              </p:txBody>
            </p:sp>
          </mc:Choice>
          <mc:Fallback xmlns="">
            <p:sp>
              <p:nvSpPr>
                <p:cNvPr id="25" name="TextBox 24">
                  <a:extLst>
                    <a:ext uri="{FF2B5EF4-FFF2-40B4-BE49-F238E27FC236}">
                      <a16:creationId xmlns:a16="http://schemas.microsoft.com/office/drawing/2014/main" id="{22BCF044-FA90-4535-932E-2E4157642C2C}"/>
                    </a:ext>
                  </a:extLst>
                </p:cNvPr>
                <p:cNvSpPr txBox="1">
                  <a:spLocks noRot="1" noChangeAspect="1" noMove="1" noResize="1" noEditPoints="1" noAdjustHandles="1" noChangeArrowheads="1" noChangeShapeType="1" noTextEdit="1"/>
                </p:cNvSpPr>
                <p:nvPr/>
              </p:nvSpPr>
              <p:spPr>
                <a:xfrm>
                  <a:off x="8156015" y="943160"/>
                  <a:ext cx="445126" cy="369332"/>
                </a:xfrm>
                <a:prstGeom prst="rect">
                  <a:avLst/>
                </a:prstGeom>
                <a:blipFill>
                  <a:blip r:embed="rId10"/>
                  <a:stretch>
                    <a:fillRect r="-35616"/>
                  </a:stretch>
                </a:blipFill>
              </p:spPr>
              <p:txBody>
                <a:bodyPr/>
                <a:lstStyle/>
                <a:p>
                  <a:r>
                    <a:rPr lang="en-US">
                      <a:noFill/>
                    </a:rPr>
                    <a:t> </a:t>
                  </a:r>
                </a:p>
              </p:txBody>
            </p:sp>
          </mc:Fallback>
        </mc:AlternateContent>
      </p:grpSp>
    </p:spTree>
    <p:extLst>
      <p:ext uri="{BB962C8B-B14F-4D97-AF65-F5344CB8AC3E}">
        <p14:creationId xmlns:p14="http://schemas.microsoft.com/office/powerpoint/2010/main" val="26415656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9EC03-330A-8482-4BAA-53CB3403E4CC}"/>
            </a:ext>
          </a:extLst>
        </p:cNvPr>
        <p:cNvGrpSpPr/>
        <p:nvPr/>
      </p:nvGrpSpPr>
      <p:grpSpPr>
        <a:xfrm>
          <a:off x="0" y="0"/>
          <a:ext cx="0" cy="0"/>
          <a:chOff x="0" y="0"/>
          <a:chExt cx="0" cy="0"/>
        </a:xfrm>
      </p:grpSpPr>
      <p:pic>
        <p:nvPicPr>
          <p:cNvPr id="19" name="Picture 2" descr="Metro-style map of major metabolic pathways">
            <a:extLst>
              <a:ext uri="{FF2B5EF4-FFF2-40B4-BE49-F238E27FC236}">
                <a16:creationId xmlns:a16="http://schemas.microsoft.com/office/drawing/2014/main" id="{659E02D9-ADD3-FE42-7FBF-C6A8041B185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21177" y="3040825"/>
            <a:ext cx="5084973" cy="38137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 name="Title 1">
            <a:extLst>
              <a:ext uri="{FF2B5EF4-FFF2-40B4-BE49-F238E27FC236}">
                <a16:creationId xmlns:a16="http://schemas.microsoft.com/office/drawing/2014/main" id="{7F275217-2EF3-8A5D-E2BA-623E1AF414DE}"/>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8DFA703A-841C-FD44-7308-7A8DDFDD3F8A}"/>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27</a:t>
            </a:fld>
            <a:endParaRPr lang="en-US"/>
          </a:p>
        </p:txBody>
      </p:sp>
      <p:sp>
        <p:nvSpPr>
          <p:cNvPr id="5" name="TextBox 4">
            <a:extLst>
              <a:ext uri="{FF2B5EF4-FFF2-40B4-BE49-F238E27FC236}">
                <a16:creationId xmlns:a16="http://schemas.microsoft.com/office/drawing/2014/main" id="{0621290D-89C2-8301-0C58-9AF44A69837B}"/>
              </a:ext>
            </a:extLst>
          </p:cNvPr>
          <p:cNvSpPr txBox="1"/>
          <p:nvPr/>
        </p:nvSpPr>
        <p:spPr>
          <a:xfrm>
            <a:off x="153078" y="202172"/>
            <a:ext cx="2254784" cy="830997"/>
          </a:xfrm>
          <a:prstGeom prst="rect">
            <a:avLst/>
          </a:prstGeom>
          <a:noFill/>
        </p:spPr>
        <p:txBody>
          <a:bodyPr wrap="none" rtlCol="0">
            <a:spAutoFit/>
          </a:bodyPr>
          <a:lstStyle/>
          <a:p>
            <a:r>
              <a:rPr lang="en-US" sz="2400" dirty="0"/>
              <a:t>2 neurons</a:t>
            </a:r>
          </a:p>
          <a:p>
            <a:r>
              <a:rPr lang="en-US" sz="2400" dirty="0"/>
              <a:t>Neural Network</a:t>
            </a:r>
          </a:p>
        </p:txBody>
      </p:sp>
      <p:sp>
        <p:nvSpPr>
          <p:cNvPr id="8" name="Rectangle: Rounded Corners 7">
            <a:extLst>
              <a:ext uri="{FF2B5EF4-FFF2-40B4-BE49-F238E27FC236}">
                <a16:creationId xmlns:a16="http://schemas.microsoft.com/office/drawing/2014/main" id="{E96D1FA9-D460-98E6-562A-F69B30D32722}"/>
              </a:ext>
            </a:extLst>
          </p:cNvPr>
          <p:cNvSpPr/>
          <p:nvPr/>
        </p:nvSpPr>
        <p:spPr>
          <a:xfrm>
            <a:off x="10440319" y="7916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 name="Rectangle: Rounded Corners 8">
            <a:extLst>
              <a:ext uri="{FF2B5EF4-FFF2-40B4-BE49-F238E27FC236}">
                <a16:creationId xmlns:a16="http://schemas.microsoft.com/office/drawing/2014/main" id="{AFDD3E30-DA3A-58B1-6E4F-2A5C34641D2C}"/>
              </a:ext>
            </a:extLst>
          </p:cNvPr>
          <p:cNvSpPr/>
          <p:nvPr/>
        </p:nvSpPr>
        <p:spPr>
          <a:xfrm>
            <a:off x="10440319" y="22159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0" name="Rectangle: Rounded Corners 9">
            <a:extLst>
              <a:ext uri="{FF2B5EF4-FFF2-40B4-BE49-F238E27FC236}">
                <a16:creationId xmlns:a16="http://schemas.microsoft.com/office/drawing/2014/main" id="{A9FC92DA-7CC2-926E-BF95-34EC5E8848D8}"/>
              </a:ext>
            </a:extLst>
          </p:cNvPr>
          <p:cNvSpPr/>
          <p:nvPr/>
        </p:nvSpPr>
        <p:spPr>
          <a:xfrm>
            <a:off x="10440319" y="36403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1" name="Rectangle: Rounded Corners 10">
            <a:extLst>
              <a:ext uri="{FF2B5EF4-FFF2-40B4-BE49-F238E27FC236}">
                <a16:creationId xmlns:a16="http://schemas.microsoft.com/office/drawing/2014/main" id="{BC47201A-4637-F880-E18E-6EFBBC2B6789}"/>
              </a:ext>
            </a:extLst>
          </p:cNvPr>
          <p:cNvSpPr/>
          <p:nvPr/>
        </p:nvSpPr>
        <p:spPr>
          <a:xfrm>
            <a:off x="10440319" y="50646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48BCBD84-4342-EBB2-D133-0438B5A06887}"/>
              </a:ext>
            </a:extLst>
          </p:cNvPr>
          <p:cNvCxnSpPr>
            <a:stCxn id="8" idx="2"/>
            <a:endCxn id="9" idx="0"/>
          </p:cNvCxnSpPr>
          <p:nvPr/>
        </p:nvCxnSpPr>
        <p:spPr>
          <a:xfrm>
            <a:off x="11201578" y="1706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66D652FA-9078-CC81-BDCC-3EC869D0B9DC}"/>
              </a:ext>
            </a:extLst>
          </p:cNvPr>
          <p:cNvCxnSpPr>
            <a:cxnSpLocks/>
            <a:stCxn id="9" idx="2"/>
            <a:endCxn id="10" idx="0"/>
          </p:cNvCxnSpPr>
          <p:nvPr/>
        </p:nvCxnSpPr>
        <p:spPr>
          <a:xfrm>
            <a:off x="11201578" y="31303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06D13072-9E69-4E37-FDEF-6C78CA1473DD}"/>
              </a:ext>
            </a:extLst>
          </p:cNvPr>
          <p:cNvCxnSpPr>
            <a:cxnSpLocks/>
            <a:stCxn id="11" idx="0"/>
          </p:cNvCxnSpPr>
          <p:nvPr/>
        </p:nvCxnSpPr>
        <p:spPr>
          <a:xfrm flipV="1">
            <a:off x="11201578" y="45547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Freeform: Shape 32">
            <a:extLst>
              <a:ext uri="{FF2B5EF4-FFF2-40B4-BE49-F238E27FC236}">
                <a16:creationId xmlns:a16="http://schemas.microsoft.com/office/drawing/2014/main" id="{58DF6F3D-A716-EDB5-25A0-3B7363D59CD8}"/>
              </a:ext>
            </a:extLst>
          </p:cNvPr>
          <p:cNvSpPr/>
          <p:nvPr/>
        </p:nvSpPr>
        <p:spPr>
          <a:xfrm>
            <a:off x="642857" y="2830131"/>
            <a:ext cx="7645397" cy="5633592"/>
          </a:xfrm>
          <a:custGeom>
            <a:avLst/>
            <a:gdLst>
              <a:gd name="csX0" fmla="*/ 2901954 w 7645397"/>
              <a:gd name="csY0" fmla="*/ 2153792 h 5633592"/>
              <a:gd name="csX1" fmla="*/ 2679700 w 7645397"/>
              <a:gd name="csY1" fmla="*/ 2376046 h 5633592"/>
              <a:gd name="csX2" fmla="*/ 2679700 w 7645397"/>
              <a:gd name="csY2" fmla="*/ 3265038 h 5633592"/>
              <a:gd name="csX3" fmla="*/ 2901954 w 7645397"/>
              <a:gd name="csY3" fmla="*/ 3487292 h 5633592"/>
              <a:gd name="csX4" fmla="*/ 4159246 w 7645397"/>
              <a:gd name="csY4" fmla="*/ 3487292 h 5633592"/>
              <a:gd name="csX5" fmla="*/ 4381500 w 7645397"/>
              <a:gd name="csY5" fmla="*/ 3265038 h 5633592"/>
              <a:gd name="csX6" fmla="*/ 4381500 w 7645397"/>
              <a:gd name="csY6" fmla="*/ 2376046 h 5633592"/>
              <a:gd name="csX7" fmla="*/ 4159246 w 7645397"/>
              <a:gd name="csY7" fmla="*/ 2153792 h 5633592"/>
              <a:gd name="csX8" fmla="*/ 0 w 7645397"/>
              <a:gd name="csY8" fmla="*/ 0 h 5633592"/>
              <a:gd name="csX9" fmla="*/ 7645397 w 7645397"/>
              <a:gd name="csY9" fmla="*/ 0 h 5633592"/>
              <a:gd name="csX10" fmla="*/ 7645397 w 7645397"/>
              <a:gd name="csY10" fmla="*/ 5633592 h 5633592"/>
              <a:gd name="csX11" fmla="*/ 0 w 7645397"/>
              <a:gd name="csY11" fmla="*/ 5633592 h 56335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45397" h="5633592">
                <a:moveTo>
                  <a:pt x="2901954" y="2153792"/>
                </a:moveTo>
                <a:cubicBezTo>
                  <a:pt x="2779207" y="2153792"/>
                  <a:pt x="2679700" y="2253299"/>
                  <a:pt x="2679700" y="2376046"/>
                </a:cubicBezTo>
                <a:lnTo>
                  <a:pt x="2679700" y="3265038"/>
                </a:lnTo>
                <a:cubicBezTo>
                  <a:pt x="2679700" y="3387785"/>
                  <a:pt x="2779207" y="3487292"/>
                  <a:pt x="2901954" y="3487292"/>
                </a:cubicBezTo>
                <a:lnTo>
                  <a:pt x="4159246" y="3487292"/>
                </a:lnTo>
                <a:cubicBezTo>
                  <a:pt x="4281993" y="3487292"/>
                  <a:pt x="4381500" y="3387785"/>
                  <a:pt x="4381500" y="3265038"/>
                </a:cubicBezTo>
                <a:lnTo>
                  <a:pt x="4381500" y="2376046"/>
                </a:lnTo>
                <a:cubicBezTo>
                  <a:pt x="4381500" y="2253299"/>
                  <a:pt x="4281993" y="2153792"/>
                  <a:pt x="4159246" y="2153792"/>
                </a:cubicBezTo>
                <a:close/>
                <a:moveTo>
                  <a:pt x="0" y="0"/>
                </a:moveTo>
                <a:lnTo>
                  <a:pt x="7645397" y="0"/>
                </a:lnTo>
                <a:lnTo>
                  <a:pt x="7645397" y="5633592"/>
                </a:lnTo>
                <a:lnTo>
                  <a:pt x="0" y="5633592"/>
                </a:lnTo>
                <a:close/>
              </a:path>
            </a:pathLst>
          </a:cu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32C96C71-0638-8340-0CC6-57E8004C2E0C}"/>
              </a:ext>
            </a:extLst>
          </p:cNvPr>
          <p:cNvSpPr txBox="1"/>
          <p:nvPr/>
        </p:nvSpPr>
        <p:spPr>
          <a:xfrm>
            <a:off x="2355698" y="2859785"/>
            <a:ext cx="2692340" cy="461665"/>
          </a:xfrm>
          <a:prstGeom prst="rect">
            <a:avLst/>
          </a:prstGeom>
          <a:noFill/>
        </p:spPr>
        <p:txBody>
          <a:bodyPr wrap="none" rtlCol="0">
            <a:spAutoFit/>
          </a:bodyPr>
          <a:lstStyle/>
          <a:p>
            <a:r>
              <a:rPr lang="en-US" sz="2400" dirty="0"/>
              <a:t>Metabolic Network</a:t>
            </a:r>
          </a:p>
        </p:txBody>
      </p:sp>
      <p:sp>
        <p:nvSpPr>
          <p:cNvPr id="24" name="Rectangle: Rounded Corners 23">
            <a:extLst>
              <a:ext uri="{FF2B5EF4-FFF2-40B4-BE49-F238E27FC236}">
                <a16:creationId xmlns:a16="http://schemas.microsoft.com/office/drawing/2014/main" id="{CC572E9E-9825-2B77-7D0A-578D4BDB42F5}"/>
              </a:ext>
            </a:extLst>
          </p:cNvPr>
          <p:cNvSpPr/>
          <p:nvPr/>
        </p:nvSpPr>
        <p:spPr>
          <a:xfrm>
            <a:off x="3300659" y="4982124"/>
            <a:ext cx="1718734" cy="1329606"/>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EE809CEC-E140-70AA-462C-F70FDF3C4145}"/>
              </a:ext>
            </a:extLst>
          </p:cNvPr>
          <p:cNvGrpSpPr/>
          <p:nvPr/>
        </p:nvGrpSpPr>
        <p:grpSpPr>
          <a:xfrm>
            <a:off x="3367055" y="137274"/>
            <a:ext cx="5234086" cy="2326548"/>
            <a:chOff x="3367055" y="137274"/>
            <a:chExt cx="5234086" cy="2326548"/>
          </a:xfrm>
        </p:grpSpPr>
        <p:grpSp>
          <p:nvGrpSpPr>
            <p:cNvPr id="23" name="Group 22">
              <a:extLst>
                <a:ext uri="{FF2B5EF4-FFF2-40B4-BE49-F238E27FC236}">
                  <a16:creationId xmlns:a16="http://schemas.microsoft.com/office/drawing/2014/main" id="{043ED8B7-52F5-99A7-B5C4-72A20F1F1B4B}"/>
                </a:ext>
              </a:extLst>
            </p:cNvPr>
            <p:cNvGrpSpPr>
              <a:grpSpLocks noChangeAspect="1"/>
            </p:cNvGrpSpPr>
            <p:nvPr/>
          </p:nvGrpSpPr>
          <p:grpSpPr>
            <a:xfrm>
              <a:off x="3367055" y="137274"/>
              <a:ext cx="4769781" cy="2326548"/>
              <a:chOff x="3283415" y="292395"/>
              <a:chExt cx="5822202" cy="2839883"/>
            </a:xfrm>
          </p:grpSpPr>
          <p:cxnSp>
            <p:nvCxnSpPr>
              <p:cNvPr id="26" name="Straight Arrow Connector 25">
                <a:extLst>
                  <a:ext uri="{FF2B5EF4-FFF2-40B4-BE49-F238E27FC236}">
                    <a16:creationId xmlns:a16="http://schemas.microsoft.com/office/drawing/2014/main" id="{E8B4092A-C1EB-9C72-7FF6-A9C9DFD05233}"/>
                  </a:ext>
                </a:extLst>
              </p:cNvPr>
              <p:cNvCxnSpPr>
                <a:cxnSpLocks/>
                <a:endCxn id="58" idx="3"/>
              </p:cNvCxnSpPr>
              <p:nvPr/>
            </p:nvCxnSpPr>
            <p:spPr>
              <a:xfrm flipV="1">
                <a:off x="7050953" y="1927917"/>
                <a:ext cx="1032252" cy="732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23BC2AFC-6BC5-D93A-8E72-2F181B83B99F}"/>
                  </a:ext>
                </a:extLst>
              </p:cNvPr>
              <p:cNvCxnSpPr>
                <a:cxnSpLocks/>
              </p:cNvCxnSpPr>
              <p:nvPr/>
            </p:nvCxnSpPr>
            <p:spPr>
              <a:xfrm>
                <a:off x="7101617" y="838200"/>
                <a:ext cx="998056" cy="6929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75C79FB6-8881-382B-DF22-50326DEBF935}"/>
                  </a:ext>
                </a:extLst>
              </p:cNvPr>
              <p:cNvCxnSpPr>
                <a:cxnSpLocks/>
                <a:stCxn id="44" idx="6"/>
                <a:endCxn id="54" idx="2"/>
              </p:cNvCxnSpPr>
              <p:nvPr/>
            </p:nvCxnSpPr>
            <p:spPr>
              <a:xfrm flipV="1">
                <a:off x="5845780" y="2660264"/>
                <a:ext cx="760539" cy="16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1C191BE5-9A92-3FF8-26E9-19F94D70C8A2}"/>
                  </a:ext>
                </a:extLst>
              </p:cNvPr>
              <p:cNvCxnSpPr>
                <a:cxnSpLocks/>
                <a:stCxn id="60" idx="6"/>
                <a:endCxn id="56" idx="2"/>
              </p:cNvCxnSpPr>
              <p:nvPr/>
            </p:nvCxnSpPr>
            <p:spPr>
              <a:xfrm>
                <a:off x="5849079" y="809532"/>
                <a:ext cx="773483" cy="84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120B33CD-B9AB-FF9D-4079-E36E27A4AB1B}"/>
                  </a:ext>
                </a:extLst>
              </p:cNvPr>
              <p:cNvCxnSpPr>
                <a:cxnSpLocks/>
                <a:endCxn id="60" idx="2"/>
              </p:cNvCxnSpPr>
              <p:nvPr/>
            </p:nvCxnSpPr>
            <p:spPr>
              <a:xfrm flipV="1">
                <a:off x="4523657" y="809532"/>
                <a:ext cx="776782" cy="9766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15A0D01-1C97-5F24-7B50-AFCDF121E1EB}"/>
                      </a:ext>
                    </a:extLst>
                  </p:cNvPr>
                  <p:cNvSpPr txBox="1"/>
                  <p:nvPr/>
                </p:nvSpPr>
                <p:spPr>
                  <a:xfrm>
                    <a:off x="3283415" y="1276094"/>
                    <a:ext cx="543340" cy="45082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in</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215A0D01-1C97-5F24-7B50-AFCDF121E1EB}"/>
                      </a:ext>
                    </a:extLst>
                  </p:cNvPr>
                  <p:cNvSpPr txBox="1">
                    <a:spLocks noRot="1" noChangeAspect="1" noMove="1" noResize="1" noEditPoints="1" noAdjustHandles="1" noChangeArrowheads="1" noChangeShapeType="1" noTextEdit="1"/>
                  </p:cNvSpPr>
                  <p:nvPr/>
                </p:nvSpPr>
                <p:spPr>
                  <a:xfrm>
                    <a:off x="3283415" y="1276094"/>
                    <a:ext cx="543340" cy="450822"/>
                  </a:xfrm>
                  <a:prstGeom prst="rect">
                    <a:avLst/>
                  </a:prstGeom>
                  <a:blipFill>
                    <a:blip r:embed="rId4"/>
                    <a:stretch>
                      <a:fillRect r="-13699"/>
                    </a:stretch>
                  </a:blipFill>
                </p:spPr>
                <p:txBody>
                  <a:bodyPr/>
                  <a:lstStyle/>
                  <a:p>
                    <a:r>
                      <a:rPr lang="en-US">
                        <a:noFill/>
                      </a:rPr>
                      <a:t> </a:t>
                    </a:r>
                  </a:p>
                </p:txBody>
              </p:sp>
            </mc:Fallback>
          </mc:AlternateContent>
          <p:cxnSp>
            <p:nvCxnSpPr>
              <p:cNvPr id="37" name="Straight Arrow Connector 36">
                <a:extLst>
                  <a:ext uri="{FF2B5EF4-FFF2-40B4-BE49-F238E27FC236}">
                    <a16:creationId xmlns:a16="http://schemas.microsoft.com/office/drawing/2014/main" id="{8EDBA514-EDBA-F4AC-9982-66DFA3198EE0}"/>
                  </a:ext>
                </a:extLst>
              </p:cNvPr>
              <p:cNvCxnSpPr>
                <a:cxnSpLocks/>
                <a:endCxn id="44" idx="2"/>
              </p:cNvCxnSpPr>
              <p:nvPr/>
            </p:nvCxnSpPr>
            <p:spPr>
              <a:xfrm>
                <a:off x="4523657" y="1786133"/>
                <a:ext cx="773483" cy="8758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AE6D10B-01F2-F641-E715-3DE4E761B7A9}"/>
                  </a:ext>
                </a:extLst>
              </p:cNvPr>
              <p:cNvCxnSpPr>
                <a:cxnSpLocks/>
              </p:cNvCxnSpPr>
              <p:nvPr/>
            </p:nvCxnSpPr>
            <p:spPr>
              <a:xfrm flipV="1">
                <a:off x="8387577" y="1726916"/>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53B13778-EDC9-D805-5B1C-9529371ED695}"/>
                  </a:ext>
                </a:extLst>
              </p:cNvPr>
              <p:cNvGrpSpPr/>
              <p:nvPr/>
            </p:nvGrpSpPr>
            <p:grpSpPr>
              <a:xfrm>
                <a:off x="5300439" y="534254"/>
                <a:ext cx="587792" cy="550556"/>
                <a:chOff x="4764744" y="3666589"/>
                <a:chExt cx="587792" cy="550556"/>
              </a:xfrm>
            </p:grpSpPr>
            <p:sp>
              <p:nvSpPr>
                <p:cNvPr id="60" name="Oval 59">
                  <a:extLst>
                    <a:ext uri="{FF2B5EF4-FFF2-40B4-BE49-F238E27FC236}">
                      <a16:creationId xmlns:a16="http://schemas.microsoft.com/office/drawing/2014/main" id="{C7C0E2B3-B5D1-9676-3E18-79BAE94A9C53}"/>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3109F61-9F05-4200-A6B5-150D6F834F8A}"/>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2E28F1B4-2645-3A75-25AF-14CAFDD1B48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5"/>
                      <a:stretch>
                        <a:fillRect/>
                      </a:stretch>
                    </a:blipFill>
                  </p:spPr>
                  <p:txBody>
                    <a:bodyPr/>
                    <a:lstStyle/>
                    <a:p>
                      <a:r>
                        <a:rPr lang="en-US">
                          <a:noFill/>
                        </a:rPr>
                        <a:t> </a:t>
                      </a:r>
                    </a:p>
                  </p:txBody>
                </p:sp>
              </mc:Fallback>
            </mc:AlternateContent>
          </p:grpSp>
          <p:sp>
            <p:nvSpPr>
              <p:cNvPr id="43" name="Rectangle 42">
                <a:extLst>
                  <a:ext uri="{FF2B5EF4-FFF2-40B4-BE49-F238E27FC236}">
                    <a16:creationId xmlns:a16="http://schemas.microsoft.com/office/drawing/2014/main" id="{3AC37CF6-FD88-9E73-931C-A63F5DA27FD5}"/>
                  </a:ext>
                </a:extLst>
              </p:cNvPr>
              <p:cNvSpPr/>
              <p:nvPr/>
            </p:nvSpPr>
            <p:spPr>
              <a:xfrm>
                <a:off x="4099942" y="292395"/>
                <a:ext cx="4667795" cy="283988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4" name="Oval 43">
                <a:extLst>
                  <a:ext uri="{FF2B5EF4-FFF2-40B4-BE49-F238E27FC236}">
                    <a16:creationId xmlns:a16="http://schemas.microsoft.com/office/drawing/2014/main" id="{708FA3A2-BBFB-887A-DF12-39137538904F}"/>
                  </a:ext>
                </a:extLst>
              </p:cNvPr>
              <p:cNvSpPr>
                <a:spLocks noChangeAspect="1"/>
              </p:cNvSpPr>
              <p:nvPr/>
            </p:nvSpPr>
            <p:spPr>
              <a:xfrm>
                <a:off x="5297140" y="2386674"/>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49" name="Group 48">
                <a:extLst>
                  <a:ext uri="{FF2B5EF4-FFF2-40B4-BE49-F238E27FC236}">
                    <a16:creationId xmlns:a16="http://schemas.microsoft.com/office/drawing/2014/main" id="{F1713793-C86E-16BA-3067-73C721C9547E}"/>
                  </a:ext>
                </a:extLst>
              </p:cNvPr>
              <p:cNvGrpSpPr/>
              <p:nvPr/>
            </p:nvGrpSpPr>
            <p:grpSpPr>
              <a:xfrm>
                <a:off x="7948290" y="1457988"/>
                <a:ext cx="603209" cy="550556"/>
                <a:chOff x="4710175" y="3666589"/>
                <a:chExt cx="603209" cy="550556"/>
              </a:xfrm>
            </p:grpSpPr>
            <p:sp>
              <p:nvSpPr>
                <p:cNvPr id="58" name="Oval 57">
                  <a:extLst>
                    <a:ext uri="{FF2B5EF4-FFF2-40B4-BE49-F238E27FC236}">
                      <a16:creationId xmlns:a16="http://schemas.microsoft.com/office/drawing/2014/main" id="{DC39F5AA-8BA9-8901-BF87-FA5112A9D7FC}"/>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572D2CC8-A833-807B-CB50-4165273FB10F}"/>
                        </a:ext>
                      </a:extLst>
                    </p:cNvPr>
                    <p:cNvSpPr txBox="1"/>
                    <p:nvPr/>
                  </p:nvSpPr>
                  <p:spPr>
                    <a:xfrm>
                      <a:off x="4710175" y="3698505"/>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out</m:t>
                                </m:r>
                              </m:sub>
                            </m:sSub>
                          </m:oMath>
                        </m:oMathPara>
                      </a14:m>
                      <a:endParaRPr lang="en-US" dirty="0">
                        <a:solidFill>
                          <a:schemeClr val="bg1"/>
                        </a:solidFill>
                      </a:endParaRPr>
                    </a:p>
                  </p:txBody>
                </p:sp>
              </mc:Choice>
              <mc:Fallback xmlns="">
                <p:sp>
                  <p:nvSpPr>
                    <p:cNvPr id="59" name="TextBox 58">
                      <a:extLst>
                        <a:ext uri="{FF2B5EF4-FFF2-40B4-BE49-F238E27FC236}">
                          <a16:creationId xmlns:a16="http://schemas.microsoft.com/office/drawing/2014/main" id="{572D2CC8-A833-807B-CB50-4165273FB10F}"/>
                        </a:ext>
                      </a:extLst>
                    </p:cNvPr>
                    <p:cNvSpPr txBox="1">
                      <a:spLocks noRot="1" noChangeAspect="1" noMove="1" noResize="1" noEditPoints="1" noAdjustHandles="1" noChangeArrowheads="1" noChangeShapeType="1" noTextEdit="1"/>
                    </p:cNvSpPr>
                    <p:nvPr/>
                  </p:nvSpPr>
                  <p:spPr>
                    <a:xfrm>
                      <a:off x="4710175" y="3698505"/>
                      <a:ext cx="554854" cy="450822"/>
                    </a:xfrm>
                    <a:prstGeom prst="rect">
                      <a:avLst/>
                    </a:prstGeom>
                    <a:blipFill>
                      <a:blip r:embed="rId6"/>
                      <a:stretch>
                        <a:fillRect r="-12000"/>
                      </a:stretch>
                    </a:blipFill>
                  </p:spPr>
                  <p:txBody>
                    <a:bodyPr/>
                    <a:lstStyle/>
                    <a:p>
                      <a:r>
                        <a:rPr lang="en-US">
                          <a:noFill/>
                        </a:rPr>
                        <a:t> </a:t>
                      </a:r>
                    </a:p>
                  </p:txBody>
                </p:sp>
              </mc:Fallback>
            </mc:AlternateContent>
          </p:grpSp>
          <p:cxnSp>
            <p:nvCxnSpPr>
              <p:cNvPr id="50" name="Straight Arrow Connector 49">
                <a:extLst>
                  <a:ext uri="{FF2B5EF4-FFF2-40B4-BE49-F238E27FC236}">
                    <a16:creationId xmlns:a16="http://schemas.microsoft.com/office/drawing/2014/main" id="{A2AFA567-CDC4-91CA-A3AF-ADEC300BC066}"/>
                  </a:ext>
                </a:extLst>
              </p:cNvPr>
              <p:cNvCxnSpPr>
                <a:cxnSpLocks/>
              </p:cNvCxnSpPr>
              <p:nvPr/>
            </p:nvCxnSpPr>
            <p:spPr>
              <a:xfrm flipV="1">
                <a:off x="3826755" y="1786133"/>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95E72FAD-ADBB-72C1-78BE-92E0897CD194}"/>
                  </a:ext>
                </a:extLst>
              </p:cNvPr>
              <p:cNvGrpSpPr/>
              <p:nvPr/>
            </p:nvGrpSpPr>
            <p:grpSpPr>
              <a:xfrm>
                <a:off x="6622562" y="542721"/>
                <a:ext cx="587792" cy="550556"/>
                <a:chOff x="4764744" y="3666589"/>
                <a:chExt cx="587792" cy="550556"/>
              </a:xfrm>
            </p:grpSpPr>
            <p:sp>
              <p:nvSpPr>
                <p:cNvPr id="56" name="Oval 55">
                  <a:extLst>
                    <a:ext uri="{FF2B5EF4-FFF2-40B4-BE49-F238E27FC236}">
                      <a16:creationId xmlns:a16="http://schemas.microsoft.com/office/drawing/2014/main" id="{E91ED657-5B95-042B-88E5-59FF53F2CEB3}"/>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224C83B1-1723-DDC3-DB30-36CDC1D23D5E}"/>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57" name="TextBox 56">
                      <a:extLst>
                        <a:ext uri="{FF2B5EF4-FFF2-40B4-BE49-F238E27FC236}">
                          <a16:creationId xmlns:a16="http://schemas.microsoft.com/office/drawing/2014/main" id="{224C83B1-1723-DDC3-DB30-36CDC1D23D5E}"/>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7"/>
                      <a:stretch>
                        <a:fillRect/>
                      </a:stretch>
                    </a:blipFill>
                  </p:spPr>
                  <p:txBody>
                    <a:bodyPr/>
                    <a:lstStyle/>
                    <a:p>
                      <a:r>
                        <a:rPr lang="en-US">
                          <a:noFill/>
                        </a:rPr>
                        <a:t> </a:t>
                      </a:r>
                    </a:p>
                  </p:txBody>
                </p:sp>
              </mc:Fallback>
            </mc:AlternateContent>
          </p:grpSp>
          <p:grpSp>
            <p:nvGrpSpPr>
              <p:cNvPr id="52" name="Group 51">
                <a:extLst>
                  <a:ext uri="{FF2B5EF4-FFF2-40B4-BE49-F238E27FC236}">
                    <a16:creationId xmlns:a16="http://schemas.microsoft.com/office/drawing/2014/main" id="{9DEE8CB3-E77A-6069-D461-E54D7E0E49EA}"/>
                  </a:ext>
                </a:extLst>
              </p:cNvPr>
              <p:cNvGrpSpPr/>
              <p:nvPr/>
            </p:nvGrpSpPr>
            <p:grpSpPr>
              <a:xfrm>
                <a:off x="6606319" y="2384986"/>
                <a:ext cx="587792" cy="550556"/>
                <a:chOff x="4764744" y="3666589"/>
                <a:chExt cx="587792" cy="550556"/>
              </a:xfrm>
            </p:grpSpPr>
            <p:sp>
              <p:nvSpPr>
                <p:cNvPr id="54" name="Oval 53">
                  <a:extLst>
                    <a:ext uri="{FF2B5EF4-FFF2-40B4-BE49-F238E27FC236}">
                      <a16:creationId xmlns:a16="http://schemas.microsoft.com/office/drawing/2014/main" id="{483D0F79-3A26-DD66-58CE-3C95BD0A2730}"/>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2B76337B-8C98-BDC0-DAF3-28A102C9BD1E}"/>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55" name="TextBox 54">
                      <a:extLst>
                        <a:ext uri="{FF2B5EF4-FFF2-40B4-BE49-F238E27FC236}">
                          <a16:creationId xmlns:a16="http://schemas.microsoft.com/office/drawing/2014/main" id="{2B76337B-8C98-BDC0-DAF3-28A102C9BD1E}"/>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8"/>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618964C-F651-4BA2-CE42-5D710C248AD7}"/>
                      </a:ext>
                    </a:extLst>
                  </p:cNvPr>
                  <p:cNvSpPr txBox="1"/>
                  <p:nvPr/>
                </p:nvSpPr>
                <p:spPr>
                  <a:xfrm>
                    <a:off x="5330077" y="2398546"/>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144" name="TextBox 143">
                    <a:extLst>
                      <a:ext uri="{FF2B5EF4-FFF2-40B4-BE49-F238E27FC236}">
                        <a16:creationId xmlns:a16="http://schemas.microsoft.com/office/drawing/2014/main" id="{F0EDCC4A-BC29-7DA6-7EEC-6F2BC35BBA60}"/>
                      </a:ext>
                    </a:extLst>
                  </p:cNvPr>
                  <p:cNvSpPr txBox="1">
                    <a:spLocks noRot="1" noChangeAspect="1" noMove="1" noResize="1" noEditPoints="1" noAdjustHandles="1" noChangeArrowheads="1" noChangeShapeType="1" noTextEdit="1"/>
                  </p:cNvSpPr>
                  <p:nvPr/>
                </p:nvSpPr>
                <p:spPr>
                  <a:xfrm>
                    <a:off x="5330077" y="2398546"/>
                    <a:ext cx="554854" cy="450822"/>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36EAA1CE-A73C-1DE6-AACE-D6943D66B352}"/>
                    </a:ext>
                  </a:extLst>
                </p:cNvPr>
                <p:cNvSpPr txBox="1"/>
                <p:nvPr/>
              </p:nvSpPr>
              <p:spPr>
                <a:xfrm>
                  <a:off x="8156015" y="943160"/>
                  <a:ext cx="44512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out</m:t>
                            </m:r>
                          </m:sub>
                        </m:sSub>
                      </m:oMath>
                    </m:oMathPara>
                  </a14:m>
                  <a:endParaRPr lang="en-US" dirty="0">
                    <a:solidFill>
                      <a:schemeClr val="tx1"/>
                    </a:solidFill>
                  </a:endParaRPr>
                </a:p>
              </p:txBody>
            </p:sp>
          </mc:Choice>
          <mc:Fallback xmlns="">
            <p:sp>
              <p:nvSpPr>
                <p:cNvPr id="25" name="TextBox 24">
                  <a:extLst>
                    <a:ext uri="{FF2B5EF4-FFF2-40B4-BE49-F238E27FC236}">
                      <a16:creationId xmlns:a16="http://schemas.microsoft.com/office/drawing/2014/main" id="{36EAA1CE-A73C-1DE6-AACE-D6943D66B352}"/>
                    </a:ext>
                  </a:extLst>
                </p:cNvPr>
                <p:cNvSpPr txBox="1">
                  <a:spLocks noRot="1" noChangeAspect="1" noMove="1" noResize="1" noEditPoints="1" noAdjustHandles="1" noChangeArrowheads="1" noChangeShapeType="1" noTextEdit="1"/>
                </p:cNvSpPr>
                <p:nvPr/>
              </p:nvSpPr>
              <p:spPr>
                <a:xfrm>
                  <a:off x="8156015" y="943160"/>
                  <a:ext cx="445126" cy="369332"/>
                </a:xfrm>
                <a:prstGeom prst="rect">
                  <a:avLst/>
                </a:prstGeom>
                <a:blipFill>
                  <a:blip r:embed="rId10"/>
                  <a:stretch>
                    <a:fillRect r="-35616"/>
                  </a:stretch>
                </a:blipFill>
              </p:spPr>
              <p:txBody>
                <a:bodyPr/>
                <a:lstStyle/>
                <a:p>
                  <a:r>
                    <a:rPr lang="en-US">
                      <a:noFill/>
                    </a:rPr>
                    <a:t> </a:t>
                  </a:r>
                </a:p>
              </p:txBody>
            </p:sp>
          </mc:Fallback>
        </mc:AlternateContent>
      </p:grpSp>
    </p:spTree>
    <p:extLst>
      <p:ext uri="{BB962C8B-B14F-4D97-AF65-F5344CB8AC3E}">
        <p14:creationId xmlns:p14="http://schemas.microsoft.com/office/powerpoint/2010/main" val="26688646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234158-E06A-7F2E-87D9-4DDA6F172A9D}"/>
            </a:ext>
          </a:extLst>
        </p:cNvPr>
        <p:cNvGrpSpPr/>
        <p:nvPr/>
      </p:nvGrpSpPr>
      <p:grpSpPr>
        <a:xfrm>
          <a:off x="0" y="0"/>
          <a:ext cx="0" cy="0"/>
          <a:chOff x="0" y="0"/>
          <a:chExt cx="0" cy="0"/>
        </a:xfrm>
      </p:grpSpPr>
      <p:pic>
        <p:nvPicPr>
          <p:cNvPr id="19" name="Picture 2" descr="Metro-style map of major metabolic pathways">
            <a:extLst>
              <a:ext uri="{FF2B5EF4-FFF2-40B4-BE49-F238E27FC236}">
                <a16:creationId xmlns:a16="http://schemas.microsoft.com/office/drawing/2014/main" id="{D2907EF9-7B72-FE43-ADCE-AB6B41965D9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21177" y="3040825"/>
            <a:ext cx="5084973" cy="38137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 name="Title 1">
            <a:extLst>
              <a:ext uri="{FF2B5EF4-FFF2-40B4-BE49-F238E27FC236}">
                <a16:creationId xmlns:a16="http://schemas.microsoft.com/office/drawing/2014/main" id="{1343D961-E962-25F4-BB52-9A995BDCDEAB}"/>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26DCF417-691B-7B83-5000-AEC4CB79F0E0}"/>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28</a:t>
            </a:fld>
            <a:endParaRPr lang="en-US"/>
          </a:p>
        </p:txBody>
      </p:sp>
      <p:sp>
        <p:nvSpPr>
          <p:cNvPr id="5" name="TextBox 4">
            <a:extLst>
              <a:ext uri="{FF2B5EF4-FFF2-40B4-BE49-F238E27FC236}">
                <a16:creationId xmlns:a16="http://schemas.microsoft.com/office/drawing/2014/main" id="{5AC86CC8-E105-893F-016E-DB8D0E62D28D}"/>
              </a:ext>
            </a:extLst>
          </p:cNvPr>
          <p:cNvSpPr txBox="1"/>
          <p:nvPr/>
        </p:nvSpPr>
        <p:spPr>
          <a:xfrm>
            <a:off x="153078" y="202172"/>
            <a:ext cx="2254784" cy="830997"/>
          </a:xfrm>
          <a:prstGeom prst="rect">
            <a:avLst/>
          </a:prstGeom>
          <a:noFill/>
        </p:spPr>
        <p:txBody>
          <a:bodyPr wrap="none" rtlCol="0">
            <a:spAutoFit/>
          </a:bodyPr>
          <a:lstStyle/>
          <a:p>
            <a:r>
              <a:rPr lang="en-US" sz="2400" dirty="0"/>
              <a:t>2 neurons</a:t>
            </a:r>
          </a:p>
          <a:p>
            <a:r>
              <a:rPr lang="en-US" sz="2400" dirty="0"/>
              <a:t>Neural Network</a:t>
            </a:r>
          </a:p>
        </p:txBody>
      </p:sp>
      <p:sp>
        <p:nvSpPr>
          <p:cNvPr id="8" name="Rectangle: Rounded Corners 7">
            <a:extLst>
              <a:ext uri="{FF2B5EF4-FFF2-40B4-BE49-F238E27FC236}">
                <a16:creationId xmlns:a16="http://schemas.microsoft.com/office/drawing/2014/main" id="{0A3BBBD6-5F6E-D810-B5AE-7B8E9EFE1DD8}"/>
              </a:ext>
            </a:extLst>
          </p:cNvPr>
          <p:cNvSpPr/>
          <p:nvPr/>
        </p:nvSpPr>
        <p:spPr>
          <a:xfrm>
            <a:off x="10440319" y="7916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 name="Rectangle: Rounded Corners 8">
            <a:extLst>
              <a:ext uri="{FF2B5EF4-FFF2-40B4-BE49-F238E27FC236}">
                <a16:creationId xmlns:a16="http://schemas.microsoft.com/office/drawing/2014/main" id="{33E896CE-7D60-B663-F82E-357F1A6C1D7E}"/>
              </a:ext>
            </a:extLst>
          </p:cNvPr>
          <p:cNvSpPr/>
          <p:nvPr/>
        </p:nvSpPr>
        <p:spPr>
          <a:xfrm>
            <a:off x="10440319" y="22159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0" name="Rectangle: Rounded Corners 9">
            <a:extLst>
              <a:ext uri="{FF2B5EF4-FFF2-40B4-BE49-F238E27FC236}">
                <a16:creationId xmlns:a16="http://schemas.microsoft.com/office/drawing/2014/main" id="{405CE62A-CD2B-D87B-F139-DD941AC13E91}"/>
              </a:ext>
            </a:extLst>
          </p:cNvPr>
          <p:cNvSpPr/>
          <p:nvPr/>
        </p:nvSpPr>
        <p:spPr>
          <a:xfrm>
            <a:off x="10440319" y="36403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1" name="Rectangle: Rounded Corners 10">
            <a:extLst>
              <a:ext uri="{FF2B5EF4-FFF2-40B4-BE49-F238E27FC236}">
                <a16:creationId xmlns:a16="http://schemas.microsoft.com/office/drawing/2014/main" id="{86B314F4-54CE-FDCE-9F36-5068C72E6732}"/>
              </a:ext>
            </a:extLst>
          </p:cNvPr>
          <p:cNvSpPr/>
          <p:nvPr/>
        </p:nvSpPr>
        <p:spPr>
          <a:xfrm>
            <a:off x="10440319" y="50646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CFD7831-732B-58DE-33D1-647ADE6567BD}"/>
              </a:ext>
            </a:extLst>
          </p:cNvPr>
          <p:cNvCxnSpPr>
            <a:stCxn id="8" idx="2"/>
            <a:endCxn id="9" idx="0"/>
          </p:cNvCxnSpPr>
          <p:nvPr/>
        </p:nvCxnSpPr>
        <p:spPr>
          <a:xfrm>
            <a:off x="11201578" y="1706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28C0F2FF-CFEF-EA58-4330-4D35DD0CDFB0}"/>
              </a:ext>
            </a:extLst>
          </p:cNvPr>
          <p:cNvCxnSpPr>
            <a:cxnSpLocks/>
            <a:stCxn id="9" idx="2"/>
            <a:endCxn id="10" idx="0"/>
          </p:cNvCxnSpPr>
          <p:nvPr/>
        </p:nvCxnSpPr>
        <p:spPr>
          <a:xfrm>
            <a:off x="11201578" y="31303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D45EF59-EB6F-5F30-607A-3E3C7B8D0134}"/>
              </a:ext>
            </a:extLst>
          </p:cNvPr>
          <p:cNvCxnSpPr>
            <a:cxnSpLocks/>
            <a:stCxn id="11" idx="0"/>
          </p:cNvCxnSpPr>
          <p:nvPr/>
        </p:nvCxnSpPr>
        <p:spPr>
          <a:xfrm flipV="1">
            <a:off x="11201578" y="45547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Freeform: Shape 32">
            <a:extLst>
              <a:ext uri="{FF2B5EF4-FFF2-40B4-BE49-F238E27FC236}">
                <a16:creationId xmlns:a16="http://schemas.microsoft.com/office/drawing/2014/main" id="{A955AA1C-3CC8-1919-C18E-2561EDC37D52}"/>
              </a:ext>
            </a:extLst>
          </p:cNvPr>
          <p:cNvSpPr/>
          <p:nvPr/>
        </p:nvSpPr>
        <p:spPr>
          <a:xfrm>
            <a:off x="2749882" y="1257025"/>
            <a:ext cx="7645397" cy="5633592"/>
          </a:xfrm>
          <a:custGeom>
            <a:avLst/>
            <a:gdLst>
              <a:gd name="csX0" fmla="*/ 2901954 w 7645397"/>
              <a:gd name="csY0" fmla="*/ 2153792 h 5633592"/>
              <a:gd name="csX1" fmla="*/ 2679700 w 7645397"/>
              <a:gd name="csY1" fmla="*/ 2376046 h 5633592"/>
              <a:gd name="csX2" fmla="*/ 2679700 w 7645397"/>
              <a:gd name="csY2" fmla="*/ 3265038 h 5633592"/>
              <a:gd name="csX3" fmla="*/ 2901954 w 7645397"/>
              <a:gd name="csY3" fmla="*/ 3487292 h 5633592"/>
              <a:gd name="csX4" fmla="*/ 4159246 w 7645397"/>
              <a:gd name="csY4" fmla="*/ 3487292 h 5633592"/>
              <a:gd name="csX5" fmla="*/ 4381500 w 7645397"/>
              <a:gd name="csY5" fmla="*/ 3265038 h 5633592"/>
              <a:gd name="csX6" fmla="*/ 4381500 w 7645397"/>
              <a:gd name="csY6" fmla="*/ 2376046 h 5633592"/>
              <a:gd name="csX7" fmla="*/ 4159246 w 7645397"/>
              <a:gd name="csY7" fmla="*/ 2153792 h 5633592"/>
              <a:gd name="csX8" fmla="*/ 0 w 7645397"/>
              <a:gd name="csY8" fmla="*/ 0 h 5633592"/>
              <a:gd name="csX9" fmla="*/ 7645397 w 7645397"/>
              <a:gd name="csY9" fmla="*/ 0 h 5633592"/>
              <a:gd name="csX10" fmla="*/ 7645397 w 7645397"/>
              <a:gd name="csY10" fmla="*/ 5633592 h 5633592"/>
              <a:gd name="csX11" fmla="*/ 0 w 7645397"/>
              <a:gd name="csY11" fmla="*/ 5633592 h 56335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45397" h="5633592">
                <a:moveTo>
                  <a:pt x="2901954" y="2153792"/>
                </a:moveTo>
                <a:cubicBezTo>
                  <a:pt x="2779207" y="2153792"/>
                  <a:pt x="2679700" y="2253299"/>
                  <a:pt x="2679700" y="2376046"/>
                </a:cubicBezTo>
                <a:lnTo>
                  <a:pt x="2679700" y="3265038"/>
                </a:lnTo>
                <a:cubicBezTo>
                  <a:pt x="2679700" y="3387785"/>
                  <a:pt x="2779207" y="3487292"/>
                  <a:pt x="2901954" y="3487292"/>
                </a:cubicBezTo>
                <a:lnTo>
                  <a:pt x="4159246" y="3487292"/>
                </a:lnTo>
                <a:cubicBezTo>
                  <a:pt x="4281993" y="3487292"/>
                  <a:pt x="4381500" y="3387785"/>
                  <a:pt x="4381500" y="3265038"/>
                </a:cubicBezTo>
                <a:lnTo>
                  <a:pt x="4381500" y="2376046"/>
                </a:lnTo>
                <a:cubicBezTo>
                  <a:pt x="4381500" y="2253299"/>
                  <a:pt x="4281993" y="2153792"/>
                  <a:pt x="4159246" y="2153792"/>
                </a:cubicBezTo>
                <a:close/>
                <a:moveTo>
                  <a:pt x="0" y="0"/>
                </a:moveTo>
                <a:lnTo>
                  <a:pt x="7645397" y="0"/>
                </a:lnTo>
                <a:lnTo>
                  <a:pt x="7645397" y="5633592"/>
                </a:lnTo>
                <a:lnTo>
                  <a:pt x="0" y="5633592"/>
                </a:lnTo>
                <a:close/>
              </a:path>
            </a:pathLst>
          </a:cu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438AA2AE-E628-0F7D-685E-FF597AE43A34}"/>
              </a:ext>
            </a:extLst>
          </p:cNvPr>
          <p:cNvSpPr txBox="1"/>
          <p:nvPr/>
        </p:nvSpPr>
        <p:spPr>
          <a:xfrm>
            <a:off x="2355698" y="2859785"/>
            <a:ext cx="2692340" cy="461665"/>
          </a:xfrm>
          <a:prstGeom prst="rect">
            <a:avLst/>
          </a:prstGeom>
          <a:noFill/>
        </p:spPr>
        <p:txBody>
          <a:bodyPr wrap="none" rtlCol="0">
            <a:spAutoFit/>
          </a:bodyPr>
          <a:lstStyle/>
          <a:p>
            <a:r>
              <a:rPr lang="en-US" sz="2400" dirty="0"/>
              <a:t>Metabolic Network</a:t>
            </a:r>
          </a:p>
        </p:txBody>
      </p:sp>
      <p:sp>
        <p:nvSpPr>
          <p:cNvPr id="24" name="Rectangle: Rounded Corners 23">
            <a:extLst>
              <a:ext uri="{FF2B5EF4-FFF2-40B4-BE49-F238E27FC236}">
                <a16:creationId xmlns:a16="http://schemas.microsoft.com/office/drawing/2014/main" id="{B6242C93-3F08-E45A-F3B0-BF033C025818}"/>
              </a:ext>
            </a:extLst>
          </p:cNvPr>
          <p:cNvSpPr/>
          <p:nvPr/>
        </p:nvSpPr>
        <p:spPr>
          <a:xfrm>
            <a:off x="5413592" y="3385354"/>
            <a:ext cx="1718734" cy="1329606"/>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981B736F-780F-29C2-4D40-4890F42404DE}"/>
              </a:ext>
            </a:extLst>
          </p:cNvPr>
          <p:cNvGrpSpPr/>
          <p:nvPr/>
        </p:nvGrpSpPr>
        <p:grpSpPr>
          <a:xfrm>
            <a:off x="3367055" y="137274"/>
            <a:ext cx="5234086" cy="2326548"/>
            <a:chOff x="3367055" y="137274"/>
            <a:chExt cx="5234086" cy="2326548"/>
          </a:xfrm>
        </p:grpSpPr>
        <p:grpSp>
          <p:nvGrpSpPr>
            <p:cNvPr id="23" name="Group 22">
              <a:extLst>
                <a:ext uri="{FF2B5EF4-FFF2-40B4-BE49-F238E27FC236}">
                  <a16:creationId xmlns:a16="http://schemas.microsoft.com/office/drawing/2014/main" id="{D5CA57D4-CB66-2CA5-38A6-49FBEFCAA7D4}"/>
                </a:ext>
              </a:extLst>
            </p:cNvPr>
            <p:cNvGrpSpPr>
              <a:grpSpLocks noChangeAspect="1"/>
            </p:cNvGrpSpPr>
            <p:nvPr/>
          </p:nvGrpSpPr>
          <p:grpSpPr>
            <a:xfrm>
              <a:off x="3367055" y="137274"/>
              <a:ext cx="4769781" cy="2326548"/>
              <a:chOff x="3283415" y="292395"/>
              <a:chExt cx="5822202" cy="2839883"/>
            </a:xfrm>
          </p:grpSpPr>
          <p:cxnSp>
            <p:nvCxnSpPr>
              <p:cNvPr id="26" name="Straight Arrow Connector 25">
                <a:extLst>
                  <a:ext uri="{FF2B5EF4-FFF2-40B4-BE49-F238E27FC236}">
                    <a16:creationId xmlns:a16="http://schemas.microsoft.com/office/drawing/2014/main" id="{7D74E215-03D7-3D9C-CDC3-EE0C90BFC27B}"/>
                  </a:ext>
                </a:extLst>
              </p:cNvPr>
              <p:cNvCxnSpPr>
                <a:cxnSpLocks/>
                <a:endCxn id="58" idx="3"/>
              </p:cNvCxnSpPr>
              <p:nvPr/>
            </p:nvCxnSpPr>
            <p:spPr>
              <a:xfrm flipV="1">
                <a:off x="7050953" y="1927917"/>
                <a:ext cx="1032252" cy="732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E69AC0F2-51CD-7585-99EF-9E9F3F47CA94}"/>
                  </a:ext>
                </a:extLst>
              </p:cNvPr>
              <p:cNvCxnSpPr>
                <a:cxnSpLocks/>
              </p:cNvCxnSpPr>
              <p:nvPr/>
            </p:nvCxnSpPr>
            <p:spPr>
              <a:xfrm>
                <a:off x="7101617" y="838200"/>
                <a:ext cx="998056" cy="6929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C73ABA80-8AF4-742F-82CC-65DDB4C3853D}"/>
                  </a:ext>
                </a:extLst>
              </p:cNvPr>
              <p:cNvCxnSpPr>
                <a:cxnSpLocks/>
                <a:stCxn id="44" idx="6"/>
                <a:endCxn id="54" idx="2"/>
              </p:cNvCxnSpPr>
              <p:nvPr/>
            </p:nvCxnSpPr>
            <p:spPr>
              <a:xfrm flipV="1">
                <a:off x="5845780" y="2660264"/>
                <a:ext cx="760539" cy="16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53E8FF9A-93D5-6B9B-A3C0-CB8F3F6B264A}"/>
                  </a:ext>
                </a:extLst>
              </p:cNvPr>
              <p:cNvCxnSpPr>
                <a:cxnSpLocks/>
                <a:stCxn id="60" idx="6"/>
                <a:endCxn id="56" idx="2"/>
              </p:cNvCxnSpPr>
              <p:nvPr/>
            </p:nvCxnSpPr>
            <p:spPr>
              <a:xfrm>
                <a:off x="5849079" y="809532"/>
                <a:ext cx="773483" cy="84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446667E8-0E56-39A4-2ABA-EFA1FAC48A86}"/>
                  </a:ext>
                </a:extLst>
              </p:cNvPr>
              <p:cNvCxnSpPr>
                <a:cxnSpLocks/>
                <a:endCxn id="60" idx="2"/>
              </p:cNvCxnSpPr>
              <p:nvPr/>
            </p:nvCxnSpPr>
            <p:spPr>
              <a:xfrm flipV="1">
                <a:off x="4523657" y="809532"/>
                <a:ext cx="776782" cy="9766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A69F63B-AC41-DE5F-B4EC-14BC20D9DA49}"/>
                      </a:ext>
                    </a:extLst>
                  </p:cNvPr>
                  <p:cNvSpPr txBox="1"/>
                  <p:nvPr/>
                </p:nvSpPr>
                <p:spPr>
                  <a:xfrm>
                    <a:off x="3283415" y="1276094"/>
                    <a:ext cx="543340" cy="45082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in</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0A69F63B-AC41-DE5F-B4EC-14BC20D9DA49}"/>
                      </a:ext>
                    </a:extLst>
                  </p:cNvPr>
                  <p:cNvSpPr txBox="1">
                    <a:spLocks noRot="1" noChangeAspect="1" noMove="1" noResize="1" noEditPoints="1" noAdjustHandles="1" noChangeArrowheads="1" noChangeShapeType="1" noTextEdit="1"/>
                  </p:cNvSpPr>
                  <p:nvPr/>
                </p:nvSpPr>
                <p:spPr>
                  <a:xfrm>
                    <a:off x="3283415" y="1276094"/>
                    <a:ext cx="543340" cy="450822"/>
                  </a:xfrm>
                  <a:prstGeom prst="rect">
                    <a:avLst/>
                  </a:prstGeom>
                  <a:blipFill>
                    <a:blip r:embed="rId4"/>
                    <a:stretch>
                      <a:fillRect r="-13699"/>
                    </a:stretch>
                  </a:blipFill>
                </p:spPr>
                <p:txBody>
                  <a:bodyPr/>
                  <a:lstStyle/>
                  <a:p>
                    <a:r>
                      <a:rPr lang="en-US">
                        <a:noFill/>
                      </a:rPr>
                      <a:t> </a:t>
                    </a:r>
                  </a:p>
                </p:txBody>
              </p:sp>
            </mc:Fallback>
          </mc:AlternateContent>
          <p:cxnSp>
            <p:nvCxnSpPr>
              <p:cNvPr id="37" name="Straight Arrow Connector 36">
                <a:extLst>
                  <a:ext uri="{FF2B5EF4-FFF2-40B4-BE49-F238E27FC236}">
                    <a16:creationId xmlns:a16="http://schemas.microsoft.com/office/drawing/2014/main" id="{A8660DAC-25D9-B191-E666-1BC91ACB779A}"/>
                  </a:ext>
                </a:extLst>
              </p:cNvPr>
              <p:cNvCxnSpPr>
                <a:cxnSpLocks/>
                <a:endCxn id="44" idx="2"/>
              </p:cNvCxnSpPr>
              <p:nvPr/>
            </p:nvCxnSpPr>
            <p:spPr>
              <a:xfrm>
                <a:off x="4523657" y="1786133"/>
                <a:ext cx="773483" cy="8758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EA9ED8E6-213C-9CE1-0700-63A1B4C1753F}"/>
                  </a:ext>
                </a:extLst>
              </p:cNvPr>
              <p:cNvCxnSpPr>
                <a:cxnSpLocks/>
              </p:cNvCxnSpPr>
              <p:nvPr/>
            </p:nvCxnSpPr>
            <p:spPr>
              <a:xfrm flipV="1">
                <a:off x="8387577" y="1726916"/>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3A6E20F6-E71E-84D0-550F-E6E70E08544C}"/>
                  </a:ext>
                </a:extLst>
              </p:cNvPr>
              <p:cNvGrpSpPr/>
              <p:nvPr/>
            </p:nvGrpSpPr>
            <p:grpSpPr>
              <a:xfrm>
                <a:off x="5300439" y="534254"/>
                <a:ext cx="587792" cy="550556"/>
                <a:chOff x="4764744" y="3666589"/>
                <a:chExt cx="587792" cy="550556"/>
              </a:xfrm>
            </p:grpSpPr>
            <p:sp>
              <p:nvSpPr>
                <p:cNvPr id="60" name="Oval 59">
                  <a:extLst>
                    <a:ext uri="{FF2B5EF4-FFF2-40B4-BE49-F238E27FC236}">
                      <a16:creationId xmlns:a16="http://schemas.microsoft.com/office/drawing/2014/main" id="{02ED5679-855B-9B6B-C2A9-4205EB6CFD58}"/>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742AB347-FD39-E24F-8F9C-B31D53A98ADC}"/>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2E28F1B4-2645-3A75-25AF-14CAFDD1B48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5"/>
                      <a:stretch>
                        <a:fillRect/>
                      </a:stretch>
                    </a:blipFill>
                  </p:spPr>
                  <p:txBody>
                    <a:bodyPr/>
                    <a:lstStyle/>
                    <a:p>
                      <a:r>
                        <a:rPr lang="en-US">
                          <a:noFill/>
                        </a:rPr>
                        <a:t> </a:t>
                      </a:r>
                    </a:p>
                  </p:txBody>
                </p:sp>
              </mc:Fallback>
            </mc:AlternateContent>
          </p:grpSp>
          <p:sp>
            <p:nvSpPr>
              <p:cNvPr id="43" name="Rectangle 42">
                <a:extLst>
                  <a:ext uri="{FF2B5EF4-FFF2-40B4-BE49-F238E27FC236}">
                    <a16:creationId xmlns:a16="http://schemas.microsoft.com/office/drawing/2014/main" id="{FEB377A8-32E8-D4BA-B28C-EAA4DD95870F}"/>
                  </a:ext>
                </a:extLst>
              </p:cNvPr>
              <p:cNvSpPr/>
              <p:nvPr/>
            </p:nvSpPr>
            <p:spPr>
              <a:xfrm>
                <a:off x="4099942" y="292395"/>
                <a:ext cx="4667795" cy="283988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4" name="Oval 43">
                <a:extLst>
                  <a:ext uri="{FF2B5EF4-FFF2-40B4-BE49-F238E27FC236}">
                    <a16:creationId xmlns:a16="http://schemas.microsoft.com/office/drawing/2014/main" id="{A70375BC-2BA6-CA68-0ECF-7A8B0D5BBF70}"/>
                  </a:ext>
                </a:extLst>
              </p:cNvPr>
              <p:cNvSpPr>
                <a:spLocks noChangeAspect="1"/>
              </p:cNvSpPr>
              <p:nvPr/>
            </p:nvSpPr>
            <p:spPr>
              <a:xfrm>
                <a:off x="5297140" y="2386674"/>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49" name="Group 48">
                <a:extLst>
                  <a:ext uri="{FF2B5EF4-FFF2-40B4-BE49-F238E27FC236}">
                    <a16:creationId xmlns:a16="http://schemas.microsoft.com/office/drawing/2014/main" id="{98BD11F3-D2A0-70B3-E88F-9A7C803927D6}"/>
                  </a:ext>
                </a:extLst>
              </p:cNvPr>
              <p:cNvGrpSpPr/>
              <p:nvPr/>
            </p:nvGrpSpPr>
            <p:grpSpPr>
              <a:xfrm>
                <a:off x="7948290" y="1457988"/>
                <a:ext cx="603209" cy="550556"/>
                <a:chOff x="4710175" y="3666589"/>
                <a:chExt cx="603209" cy="550556"/>
              </a:xfrm>
            </p:grpSpPr>
            <p:sp>
              <p:nvSpPr>
                <p:cNvPr id="58" name="Oval 57">
                  <a:extLst>
                    <a:ext uri="{FF2B5EF4-FFF2-40B4-BE49-F238E27FC236}">
                      <a16:creationId xmlns:a16="http://schemas.microsoft.com/office/drawing/2014/main" id="{16837F58-1417-AE91-D3AF-24BF45F85C3D}"/>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F0955766-F182-52A5-588E-6FBE1139133E}"/>
                        </a:ext>
                      </a:extLst>
                    </p:cNvPr>
                    <p:cNvSpPr txBox="1"/>
                    <p:nvPr/>
                  </p:nvSpPr>
                  <p:spPr>
                    <a:xfrm>
                      <a:off x="4710175" y="3698505"/>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out</m:t>
                                </m:r>
                              </m:sub>
                            </m:sSub>
                          </m:oMath>
                        </m:oMathPara>
                      </a14:m>
                      <a:endParaRPr lang="en-US" dirty="0">
                        <a:solidFill>
                          <a:schemeClr val="bg1"/>
                        </a:solidFill>
                      </a:endParaRPr>
                    </a:p>
                  </p:txBody>
                </p:sp>
              </mc:Choice>
              <mc:Fallback xmlns="">
                <p:sp>
                  <p:nvSpPr>
                    <p:cNvPr id="59" name="TextBox 58">
                      <a:extLst>
                        <a:ext uri="{FF2B5EF4-FFF2-40B4-BE49-F238E27FC236}">
                          <a16:creationId xmlns:a16="http://schemas.microsoft.com/office/drawing/2014/main" id="{F0955766-F182-52A5-588E-6FBE1139133E}"/>
                        </a:ext>
                      </a:extLst>
                    </p:cNvPr>
                    <p:cNvSpPr txBox="1">
                      <a:spLocks noRot="1" noChangeAspect="1" noMove="1" noResize="1" noEditPoints="1" noAdjustHandles="1" noChangeArrowheads="1" noChangeShapeType="1" noTextEdit="1"/>
                    </p:cNvSpPr>
                    <p:nvPr/>
                  </p:nvSpPr>
                  <p:spPr>
                    <a:xfrm>
                      <a:off x="4710175" y="3698505"/>
                      <a:ext cx="554854" cy="450822"/>
                    </a:xfrm>
                    <a:prstGeom prst="rect">
                      <a:avLst/>
                    </a:prstGeom>
                    <a:blipFill>
                      <a:blip r:embed="rId6"/>
                      <a:stretch>
                        <a:fillRect r="-12000"/>
                      </a:stretch>
                    </a:blipFill>
                  </p:spPr>
                  <p:txBody>
                    <a:bodyPr/>
                    <a:lstStyle/>
                    <a:p>
                      <a:r>
                        <a:rPr lang="en-US">
                          <a:noFill/>
                        </a:rPr>
                        <a:t> </a:t>
                      </a:r>
                    </a:p>
                  </p:txBody>
                </p:sp>
              </mc:Fallback>
            </mc:AlternateContent>
          </p:grpSp>
          <p:cxnSp>
            <p:nvCxnSpPr>
              <p:cNvPr id="50" name="Straight Arrow Connector 49">
                <a:extLst>
                  <a:ext uri="{FF2B5EF4-FFF2-40B4-BE49-F238E27FC236}">
                    <a16:creationId xmlns:a16="http://schemas.microsoft.com/office/drawing/2014/main" id="{EB31B724-E726-0AA7-BAAF-58ED377D9F51}"/>
                  </a:ext>
                </a:extLst>
              </p:cNvPr>
              <p:cNvCxnSpPr>
                <a:cxnSpLocks/>
              </p:cNvCxnSpPr>
              <p:nvPr/>
            </p:nvCxnSpPr>
            <p:spPr>
              <a:xfrm flipV="1">
                <a:off x="3826755" y="1786133"/>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EBBB43C6-8938-7AFE-FCB9-094CFF1AD022}"/>
                  </a:ext>
                </a:extLst>
              </p:cNvPr>
              <p:cNvGrpSpPr/>
              <p:nvPr/>
            </p:nvGrpSpPr>
            <p:grpSpPr>
              <a:xfrm>
                <a:off x="6622562" y="542721"/>
                <a:ext cx="587792" cy="550556"/>
                <a:chOff x="4764744" y="3666589"/>
                <a:chExt cx="587792" cy="550556"/>
              </a:xfrm>
            </p:grpSpPr>
            <p:sp>
              <p:nvSpPr>
                <p:cNvPr id="56" name="Oval 55">
                  <a:extLst>
                    <a:ext uri="{FF2B5EF4-FFF2-40B4-BE49-F238E27FC236}">
                      <a16:creationId xmlns:a16="http://schemas.microsoft.com/office/drawing/2014/main" id="{DB8CA34A-2CE7-9D90-D03F-84645F76EDD7}"/>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2312348C-DB2D-DD64-E924-33AC971D7ACD}"/>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57" name="TextBox 56">
                      <a:extLst>
                        <a:ext uri="{FF2B5EF4-FFF2-40B4-BE49-F238E27FC236}">
                          <a16:creationId xmlns:a16="http://schemas.microsoft.com/office/drawing/2014/main" id="{2312348C-DB2D-DD64-E924-33AC971D7ACD}"/>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7"/>
                      <a:stretch>
                        <a:fillRect/>
                      </a:stretch>
                    </a:blipFill>
                  </p:spPr>
                  <p:txBody>
                    <a:bodyPr/>
                    <a:lstStyle/>
                    <a:p>
                      <a:r>
                        <a:rPr lang="en-US">
                          <a:noFill/>
                        </a:rPr>
                        <a:t> </a:t>
                      </a:r>
                    </a:p>
                  </p:txBody>
                </p:sp>
              </mc:Fallback>
            </mc:AlternateContent>
          </p:grpSp>
          <p:grpSp>
            <p:nvGrpSpPr>
              <p:cNvPr id="52" name="Group 51">
                <a:extLst>
                  <a:ext uri="{FF2B5EF4-FFF2-40B4-BE49-F238E27FC236}">
                    <a16:creationId xmlns:a16="http://schemas.microsoft.com/office/drawing/2014/main" id="{AEB65518-EB90-9B12-A03B-CBE2C5DC51E8}"/>
                  </a:ext>
                </a:extLst>
              </p:cNvPr>
              <p:cNvGrpSpPr/>
              <p:nvPr/>
            </p:nvGrpSpPr>
            <p:grpSpPr>
              <a:xfrm>
                <a:off x="6606319" y="2384986"/>
                <a:ext cx="587792" cy="550556"/>
                <a:chOff x="4764744" y="3666589"/>
                <a:chExt cx="587792" cy="550556"/>
              </a:xfrm>
            </p:grpSpPr>
            <p:sp>
              <p:nvSpPr>
                <p:cNvPr id="54" name="Oval 53">
                  <a:extLst>
                    <a:ext uri="{FF2B5EF4-FFF2-40B4-BE49-F238E27FC236}">
                      <a16:creationId xmlns:a16="http://schemas.microsoft.com/office/drawing/2014/main" id="{A979C072-16AE-ADFA-E010-2859BD8747C2}"/>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04E9B0F-5311-275E-FB69-01A2EFFDC830}"/>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55" name="TextBox 54">
                      <a:extLst>
                        <a:ext uri="{FF2B5EF4-FFF2-40B4-BE49-F238E27FC236}">
                          <a16:creationId xmlns:a16="http://schemas.microsoft.com/office/drawing/2014/main" id="{504E9B0F-5311-275E-FB69-01A2EFFDC830}"/>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8"/>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98FAB4E-E775-4EDF-1071-6741226BEC1C}"/>
                      </a:ext>
                    </a:extLst>
                  </p:cNvPr>
                  <p:cNvSpPr txBox="1"/>
                  <p:nvPr/>
                </p:nvSpPr>
                <p:spPr>
                  <a:xfrm>
                    <a:off x="5330077" y="2398546"/>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144" name="TextBox 143">
                    <a:extLst>
                      <a:ext uri="{FF2B5EF4-FFF2-40B4-BE49-F238E27FC236}">
                        <a16:creationId xmlns:a16="http://schemas.microsoft.com/office/drawing/2014/main" id="{F0EDCC4A-BC29-7DA6-7EEC-6F2BC35BBA60}"/>
                      </a:ext>
                    </a:extLst>
                  </p:cNvPr>
                  <p:cNvSpPr txBox="1">
                    <a:spLocks noRot="1" noChangeAspect="1" noMove="1" noResize="1" noEditPoints="1" noAdjustHandles="1" noChangeArrowheads="1" noChangeShapeType="1" noTextEdit="1"/>
                  </p:cNvSpPr>
                  <p:nvPr/>
                </p:nvSpPr>
                <p:spPr>
                  <a:xfrm>
                    <a:off x="5330077" y="2398546"/>
                    <a:ext cx="554854" cy="450822"/>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89F98FAD-AB9B-D3D8-0DBA-2984C0174F30}"/>
                    </a:ext>
                  </a:extLst>
                </p:cNvPr>
                <p:cNvSpPr txBox="1"/>
                <p:nvPr/>
              </p:nvSpPr>
              <p:spPr>
                <a:xfrm>
                  <a:off x="8156015" y="943160"/>
                  <a:ext cx="44512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out</m:t>
                            </m:r>
                          </m:sub>
                        </m:sSub>
                      </m:oMath>
                    </m:oMathPara>
                  </a14:m>
                  <a:endParaRPr lang="en-US" dirty="0">
                    <a:solidFill>
                      <a:schemeClr val="tx1"/>
                    </a:solidFill>
                  </a:endParaRPr>
                </a:p>
              </p:txBody>
            </p:sp>
          </mc:Choice>
          <mc:Fallback xmlns="">
            <p:sp>
              <p:nvSpPr>
                <p:cNvPr id="25" name="TextBox 24">
                  <a:extLst>
                    <a:ext uri="{FF2B5EF4-FFF2-40B4-BE49-F238E27FC236}">
                      <a16:creationId xmlns:a16="http://schemas.microsoft.com/office/drawing/2014/main" id="{89F98FAD-AB9B-D3D8-0DBA-2984C0174F30}"/>
                    </a:ext>
                  </a:extLst>
                </p:cNvPr>
                <p:cNvSpPr txBox="1">
                  <a:spLocks noRot="1" noChangeAspect="1" noMove="1" noResize="1" noEditPoints="1" noAdjustHandles="1" noChangeArrowheads="1" noChangeShapeType="1" noTextEdit="1"/>
                </p:cNvSpPr>
                <p:nvPr/>
              </p:nvSpPr>
              <p:spPr>
                <a:xfrm>
                  <a:off x="8156015" y="943160"/>
                  <a:ext cx="445126" cy="369332"/>
                </a:xfrm>
                <a:prstGeom prst="rect">
                  <a:avLst/>
                </a:prstGeom>
                <a:blipFill>
                  <a:blip r:embed="rId10"/>
                  <a:stretch>
                    <a:fillRect r="-35616"/>
                  </a:stretch>
                </a:blipFill>
              </p:spPr>
              <p:txBody>
                <a:bodyPr/>
                <a:lstStyle/>
                <a:p>
                  <a:r>
                    <a:rPr lang="en-US">
                      <a:noFill/>
                    </a:rPr>
                    <a:t> </a:t>
                  </a:r>
                </a:p>
              </p:txBody>
            </p:sp>
          </mc:Fallback>
        </mc:AlternateContent>
      </p:grpSp>
    </p:spTree>
    <p:extLst>
      <p:ext uri="{BB962C8B-B14F-4D97-AF65-F5344CB8AC3E}">
        <p14:creationId xmlns:p14="http://schemas.microsoft.com/office/powerpoint/2010/main" val="15906695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07FAD-615B-A980-3462-E4557FF67AF7}"/>
            </a:ext>
          </a:extLst>
        </p:cNvPr>
        <p:cNvGrpSpPr/>
        <p:nvPr/>
      </p:nvGrpSpPr>
      <p:grpSpPr>
        <a:xfrm>
          <a:off x="0" y="0"/>
          <a:ext cx="0" cy="0"/>
          <a:chOff x="0" y="0"/>
          <a:chExt cx="0" cy="0"/>
        </a:xfrm>
      </p:grpSpPr>
      <p:pic>
        <p:nvPicPr>
          <p:cNvPr id="19" name="Picture 2" descr="Metro-style map of major metabolic pathways">
            <a:extLst>
              <a:ext uri="{FF2B5EF4-FFF2-40B4-BE49-F238E27FC236}">
                <a16:creationId xmlns:a16="http://schemas.microsoft.com/office/drawing/2014/main" id="{176FF0F8-A6CB-43E2-D4B6-79A8F1EFE15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55346" y="3058251"/>
            <a:ext cx="5084973" cy="3813730"/>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3" name="Title 1">
            <a:extLst>
              <a:ext uri="{FF2B5EF4-FFF2-40B4-BE49-F238E27FC236}">
                <a16:creationId xmlns:a16="http://schemas.microsoft.com/office/drawing/2014/main" id="{7E7FEDD7-402F-E503-4111-D0E9642D41E9}"/>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80E8D0DB-D75B-2B72-C7C8-C86613D99DC9}"/>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29</a:t>
            </a:fld>
            <a:endParaRPr lang="en-US"/>
          </a:p>
        </p:txBody>
      </p:sp>
      <p:sp>
        <p:nvSpPr>
          <p:cNvPr id="5" name="TextBox 4">
            <a:extLst>
              <a:ext uri="{FF2B5EF4-FFF2-40B4-BE49-F238E27FC236}">
                <a16:creationId xmlns:a16="http://schemas.microsoft.com/office/drawing/2014/main" id="{14CF1ADB-673F-C4AC-7335-FDE0D7F41B8F}"/>
              </a:ext>
            </a:extLst>
          </p:cNvPr>
          <p:cNvSpPr txBox="1"/>
          <p:nvPr/>
        </p:nvSpPr>
        <p:spPr>
          <a:xfrm>
            <a:off x="153078" y="202172"/>
            <a:ext cx="2254784" cy="830997"/>
          </a:xfrm>
          <a:prstGeom prst="rect">
            <a:avLst/>
          </a:prstGeom>
          <a:noFill/>
        </p:spPr>
        <p:txBody>
          <a:bodyPr wrap="none" rtlCol="0">
            <a:spAutoFit/>
          </a:bodyPr>
          <a:lstStyle/>
          <a:p>
            <a:r>
              <a:rPr lang="en-US" sz="2400" dirty="0"/>
              <a:t>2 neurons</a:t>
            </a:r>
          </a:p>
          <a:p>
            <a:r>
              <a:rPr lang="en-US" sz="2400" dirty="0"/>
              <a:t>Neural Network</a:t>
            </a:r>
          </a:p>
        </p:txBody>
      </p:sp>
      <p:sp>
        <p:nvSpPr>
          <p:cNvPr id="8" name="Rectangle: Rounded Corners 7">
            <a:extLst>
              <a:ext uri="{FF2B5EF4-FFF2-40B4-BE49-F238E27FC236}">
                <a16:creationId xmlns:a16="http://schemas.microsoft.com/office/drawing/2014/main" id="{3A293E8A-5B4A-EF7E-C4CC-8EE467C75E78}"/>
              </a:ext>
            </a:extLst>
          </p:cNvPr>
          <p:cNvSpPr/>
          <p:nvPr/>
        </p:nvSpPr>
        <p:spPr>
          <a:xfrm>
            <a:off x="10440319" y="7916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 name="Rectangle: Rounded Corners 8">
            <a:extLst>
              <a:ext uri="{FF2B5EF4-FFF2-40B4-BE49-F238E27FC236}">
                <a16:creationId xmlns:a16="http://schemas.microsoft.com/office/drawing/2014/main" id="{ED479FA5-DEFF-94FC-5742-B1ED7D65A8E8}"/>
              </a:ext>
            </a:extLst>
          </p:cNvPr>
          <p:cNvSpPr/>
          <p:nvPr/>
        </p:nvSpPr>
        <p:spPr>
          <a:xfrm>
            <a:off x="10440319" y="22159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0" name="Rectangle: Rounded Corners 9">
            <a:extLst>
              <a:ext uri="{FF2B5EF4-FFF2-40B4-BE49-F238E27FC236}">
                <a16:creationId xmlns:a16="http://schemas.microsoft.com/office/drawing/2014/main" id="{533DDDBD-5C60-5577-6055-5BEEDE660314}"/>
              </a:ext>
            </a:extLst>
          </p:cNvPr>
          <p:cNvSpPr/>
          <p:nvPr/>
        </p:nvSpPr>
        <p:spPr>
          <a:xfrm>
            <a:off x="10440319" y="36403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1" name="Rectangle: Rounded Corners 10">
            <a:extLst>
              <a:ext uri="{FF2B5EF4-FFF2-40B4-BE49-F238E27FC236}">
                <a16:creationId xmlns:a16="http://schemas.microsoft.com/office/drawing/2014/main" id="{CC8E30BB-B70F-0D4D-9726-DE6921E9D8A4}"/>
              </a:ext>
            </a:extLst>
          </p:cNvPr>
          <p:cNvSpPr/>
          <p:nvPr/>
        </p:nvSpPr>
        <p:spPr>
          <a:xfrm>
            <a:off x="10440319" y="50646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5C73BAF0-CB37-4FAE-EE09-EB0D5CE6126B}"/>
              </a:ext>
            </a:extLst>
          </p:cNvPr>
          <p:cNvCxnSpPr>
            <a:stCxn id="8" idx="2"/>
            <a:endCxn id="9" idx="0"/>
          </p:cNvCxnSpPr>
          <p:nvPr/>
        </p:nvCxnSpPr>
        <p:spPr>
          <a:xfrm>
            <a:off x="11201578" y="1706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C21D588C-8569-1566-1302-BE1E6FBCDAC7}"/>
              </a:ext>
            </a:extLst>
          </p:cNvPr>
          <p:cNvCxnSpPr>
            <a:cxnSpLocks/>
            <a:stCxn id="9" idx="2"/>
            <a:endCxn id="10" idx="0"/>
          </p:cNvCxnSpPr>
          <p:nvPr/>
        </p:nvCxnSpPr>
        <p:spPr>
          <a:xfrm>
            <a:off x="11201578" y="31303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8B6A4D34-12DC-8FFA-28F0-7CEEA33AE858}"/>
              </a:ext>
            </a:extLst>
          </p:cNvPr>
          <p:cNvCxnSpPr>
            <a:cxnSpLocks/>
            <a:stCxn id="11" idx="0"/>
          </p:cNvCxnSpPr>
          <p:nvPr/>
        </p:nvCxnSpPr>
        <p:spPr>
          <a:xfrm flipV="1">
            <a:off x="11201578" y="45547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Freeform: Shape 32">
            <a:extLst>
              <a:ext uri="{FF2B5EF4-FFF2-40B4-BE49-F238E27FC236}">
                <a16:creationId xmlns:a16="http://schemas.microsoft.com/office/drawing/2014/main" id="{44DC17E1-0B5E-A43B-9C39-788148E9B6FF}"/>
              </a:ext>
            </a:extLst>
          </p:cNvPr>
          <p:cNvSpPr/>
          <p:nvPr/>
        </p:nvSpPr>
        <p:spPr>
          <a:xfrm>
            <a:off x="2729387" y="1118322"/>
            <a:ext cx="7645397" cy="5633592"/>
          </a:xfrm>
          <a:custGeom>
            <a:avLst/>
            <a:gdLst>
              <a:gd name="csX0" fmla="*/ 2901954 w 7645397"/>
              <a:gd name="csY0" fmla="*/ 2153792 h 5633592"/>
              <a:gd name="csX1" fmla="*/ 2679700 w 7645397"/>
              <a:gd name="csY1" fmla="*/ 2376046 h 5633592"/>
              <a:gd name="csX2" fmla="*/ 2679700 w 7645397"/>
              <a:gd name="csY2" fmla="*/ 3265038 h 5633592"/>
              <a:gd name="csX3" fmla="*/ 2901954 w 7645397"/>
              <a:gd name="csY3" fmla="*/ 3487292 h 5633592"/>
              <a:gd name="csX4" fmla="*/ 4159246 w 7645397"/>
              <a:gd name="csY4" fmla="*/ 3487292 h 5633592"/>
              <a:gd name="csX5" fmla="*/ 4381500 w 7645397"/>
              <a:gd name="csY5" fmla="*/ 3265038 h 5633592"/>
              <a:gd name="csX6" fmla="*/ 4381500 w 7645397"/>
              <a:gd name="csY6" fmla="*/ 2376046 h 5633592"/>
              <a:gd name="csX7" fmla="*/ 4159246 w 7645397"/>
              <a:gd name="csY7" fmla="*/ 2153792 h 5633592"/>
              <a:gd name="csX8" fmla="*/ 0 w 7645397"/>
              <a:gd name="csY8" fmla="*/ 0 h 5633592"/>
              <a:gd name="csX9" fmla="*/ 7645397 w 7645397"/>
              <a:gd name="csY9" fmla="*/ 0 h 5633592"/>
              <a:gd name="csX10" fmla="*/ 7645397 w 7645397"/>
              <a:gd name="csY10" fmla="*/ 5633592 h 5633592"/>
              <a:gd name="csX11" fmla="*/ 0 w 7645397"/>
              <a:gd name="csY11" fmla="*/ 5633592 h 56335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45397" h="5633592">
                <a:moveTo>
                  <a:pt x="2901954" y="2153792"/>
                </a:moveTo>
                <a:cubicBezTo>
                  <a:pt x="2779207" y="2153792"/>
                  <a:pt x="2679700" y="2253299"/>
                  <a:pt x="2679700" y="2376046"/>
                </a:cubicBezTo>
                <a:lnTo>
                  <a:pt x="2679700" y="3265038"/>
                </a:lnTo>
                <a:cubicBezTo>
                  <a:pt x="2679700" y="3387785"/>
                  <a:pt x="2779207" y="3487292"/>
                  <a:pt x="2901954" y="3487292"/>
                </a:cubicBezTo>
                <a:lnTo>
                  <a:pt x="4159246" y="3487292"/>
                </a:lnTo>
                <a:cubicBezTo>
                  <a:pt x="4281993" y="3487292"/>
                  <a:pt x="4381500" y="3387785"/>
                  <a:pt x="4381500" y="3265038"/>
                </a:cubicBezTo>
                <a:lnTo>
                  <a:pt x="4381500" y="2376046"/>
                </a:lnTo>
                <a:cubicBezTo>
                  <a:pt x="4381500" y="2253299"/>
                  <a:pt x="4281993" y="2153792"/>
                  <a:pt x="4159246" y="2153792"/>
                </a:cubicBezTo>
                <a:close/>
                <a:moveTo>
                  <a:pt x="0" y="0"/>
                </a:moveTo>
                <a:lnTo>
                  <a:pt x="7645397" y="0"/>
                </a:lnTo>
                <a:lnTo>
                  <a:pt x="7645397" y="5633592"/>
                </a:lnTo>
                <a:lnTo>
                  <a:pt x="0" y="5633592"/>
                </a:lnTo>
                <a:close/>
              </a:path>
            </a:pathLst>
          </a:cu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8" name="TextBox 17">
            <a:extLst>
              <a:ext uri="{FF2B5EF4-FFF2-40B4-BE49-F238E27FC236}">
                <a16:creationId xmlns:a16="http://schemas.microsoft.com/office/drawing/2014/main" id="{FD747491-2502-5F65-DADD-83DF9F157479}"/>
              </a:ext>
            </a:extLst>
          </p:cNvPr>
          <p:cNvSpPr txBox="1"/>
          <p:nvPr/>
        </p:nvSpPr>
        <p:spPr>
          <a:xfrm>
            <a:off x="5065034" y="2764379"/>
            <a:ext cx="2692340" cy="461665"/>
          </a:xfrm>
          <a:prstGeom prst="rect">
            <a:avLst/>
          </a:prstGeom>
          <a:noFill/>
        </p:spPr>
        <p:txBody>
          <a:bodyPr wrap="none" rtlCol="0">
            <a:spAutoFit/>
          </a:bodyPr>
          <a:lstStyle/>
          <a:p>
            <a:r>
              <a:rPr lang="en-US" sz="2400" dirty="0"/>
              <a:t>Metabolic Network</a:t>
            </a:r>
          </a:p>
        </p:txBody>
      </p:sp>
      <p:sp>
        <p:nvSpPr>
          <p:cNvPr id="24" name="Rectangle: Rounded Corners 23">
            <a:extLst>
              <a:ext uri="{FF2B5EF4-FFF2-40B4-BE49-F238E27FC236}">
                <a16:creationId xmlns:a16="http://schemas.microsoft.com/office/drawing/2014/main" id="{9949E27F-3A23-342A-C261-4201F3926DB5}"/>
              </a:ext>
            </a:extLst>
          </p:cNvPr>
          <p:cNvSpPr/>
          <p:nvPr/>
        </p:nvSpPr>
        <p:spPr>
          <a:xfrm>
            <a:off x="5413592" y="3385354"/>
            <a:ext cx="1718734" cy="1329606"/>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A55EB782-A1DD-E7FC-408B-E2F61A8E372B}"/>
              </a:ext>
            </a:extLst>
          </p:cNvPr>
          <p:cNvGrpSpPr/>
          <p:nvPr/>
        </p:nvGrpSpPr>
        <p:grpSpPr>
          <a:xfrm>
            <a:off x="3367055" y="137274"/>
            <a:ext cx="5234086" cy="2326548"/>
            <a:chOff x="3367055" y="137274"/>
            <a:chExt cx="5234086" cy="2326548"/>
          </a:xfrm>
        </p:grpSpPr>
        <p:grpSp>
          <p:nvGrpSpPr>
            <p:cNvPr id="23" name="Group 22">
              <a:extLst>
                <a:ext uri="{FF2B5EF4-FFF2-40B4-BE49-F238E27FC236}">
                  <a16:creationId xmlns:a16="http://schemas.microsoft.com/office/drawing/2014/main" id="{72011794-F114-C0DB-5904-F1D0D66767AA}"/>
                </a:ext>
              </a:extLst>
            </p:cNvPr>
            <p:cNvGrpSpPr>
              <a:grpSpLocks noChangeAspect="1"/>
            </p:cNvGrpSpPr>
            <p:nvPr/>
          </p:nvGrpSpPr>
          <p:grpSpPr>
            <a:xfrm>
              <a:off x="3367055" y="137274"/>
              <a:ext cx="4769781" cy="2326548"/>
              <a:chOff x="3283415" y="292395"/>
              <a:chExt cx="5822202" cy="2839883"/>
            </a:xfrm>
          </p:grpSpPr>
          <p:cxnSp>
            <p:nvCxnSpPr>
              <p:cNvPr id="26" name="Straight Arrow Connector 25">
                <a:extLst>
                  <a:ext uri="{FF2B5EF4-FFF2-40B4-BE49-F238E27FC236}">
                    <a16:creationId xmlns:a16="http://schemas.microsoft.com/office/drawing/2014/main" id="{558D31F4-301B-A875-985C-7E186566EF15}"/>
                  </a:ext>
                </a:extLst>
              </p:cNvPr>
              <p:cNvCxnSpPr>
                <a:cxnSpLocks/>
                <a:endCxn id="58" idx="3"/>
              </p:cNvCxnSpPr>
              <p:nvPr/>
            </p:nvCxnSpPr>
            <p:spPr>
              <a:xfrm flipV="1">
                <a:off x="7050953" y="1927917"/>
                <a:ext cx="1032252" cy="732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A7237411-2638-0018-9AB8-4A172E084D6A}"/>
                  </a:ext>
                </a:extLst>
              </p:cNvPr>
              <p:cNvCxnSpPr>
                <a:cxnSpLocks/>
              </p:cNvCxnSpPr>
              <p:nvPr/>
            </p:nvCxnSpPr>
            <p:spPr>
              <a:xfrm>
                <a:off x="7101617" y="838200"/>
                <a:ext cx="998056" cy="6929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822FB1C-A93F-A15D-A1A8-A7A0D7554ADB}"/>
                  </a:ext>
                </a:extLst>
              </p:cNvPr>
              <p:cNvCxnSpPr>
                <a:cxnSpLocks/>
                <a:stCxn id="44" idx="6"/>
                <a:endCxn id="54" idx="2"/>
              </p:cNvCxnSpPr>
              <p:nvPr/>
            </p:nvCxnSpPr>
            <p:spPr>
              <a:xfrm flipV="1">
                <a:off x="5845780" y="2660264"/>
                <a:ext cx="760539" cy="16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E8B066F7-557D-6035-0AFE-F415CD353970}"/>
                  </a:ext>
                </a:extLst>
              </p:cNvPr>
              <p:cNvCxnSpPr>
                <a:cxnSpLocks/>
                <a:stCxn id="60" idx="6"/>
                <a:endCxn id="56" idx="2"/>
              </p:cNvCxnSpPr>
              <p:nvPr/>
            </p:nvCxnSpPr>
            <p:spPr>
              <a:xfrm>
                <a:off x="5849079" y="809532"/>
                <a:ext cx="773483" cy="84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7EE76C2A-D695-DDAF-47FD-4C3EF4A60873}"/>
                  </a:ext>
                </a:extLst>
              </p:cNvPr>
              <p:cNvCxnSpPr>
                <a:cxnSpLocks/>
                <a:endCxn id="60" idx="2"/>
              </p:cNvCxnSpPr>
              <p:nvPr/>
            </p:nvCxnSpPr>
            <p:spPr>
              <a:xfrm flipV="1">
                <a:off x="4523657" y="809532"/>
                <a:ext cx="776782" cy="9766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9B8A7200-0C23-6816-2BE2-09924F63DA13}"/>
                      </a:ext>
                    </a:extLst>
                  </p:cNvPr>
                  <p:cNvSpPr txBox="1"/>
                  <p:nvPr/>
                </p:nvSpPr>
                <p:spPr>
                  <a:xfrm>
                    <a:off x="3283415" y="1276094"/>
                    <a:ext cx="543340" cy="45082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in</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9B8A7200-0C23-6816-2BE2-09924F63DA13}"/>
                      </a:ext>
                    </a:extLst>
                  </p:cNvPr>
                  <p:cNvSpPr txBox="1">
                    <a:spLocks noRot="1" noChangeAspect="1" noMove="1" noResize="1" noEditPoints="1" noAdjustHandles="1" noChangeArrowheads="1" noChangeShapeType="1" noTextEdit="1"/>
                  </p:cNvSpPr>
                  <p:nvPr/>
                </p:nvSpPr>
                <p:spPr>
                  <a:xfrm>
                    <a:off x="3283415" y="1276094"/>
                    <a:ext cx="543340" cy="450822"/>
                  </a:xfrm>
                  <a:prstGeom prst="rect">
                    <a:avLst/>
                  </a:prstGeom>
                  <a:blipFill>
                    <a:blip r:embed="rId4"/>
                    <a:stretch>
                      <a:fillRect r="-13699"/>
                    </a:stretch>
                  </a:blipFill>
                </p:spPr>
                <p:txBody>
                  <a:bodyPr/>
                  <a:lstStyle/>
                  <a:p>
                    <a:r>
                      <a:rPr lang="en-US">
                        <a:noFill/>
                      </a:rPr>
                      <a:t> </a:t>
                    </a:r>
                  </a:p>
                </p:txBody>
              </p:sp>
            </mc:Fallback>
          </mc:AlternateContent>
          <p:cxnSp>
            <p:nvCxnSpPr>
              <p:cNvPr id="37" name="Straight Arrow Connector 36">
                <a:extLst>
                  <a:ext uri="{FF2B5EF4-FFF2-40B4-BE49-F238E27FC236}">
                    <a16:creationId xmlns:a16="http://schemas.microsoft.com/office/drawing/2014/main" id="{5B8DD50A-F3B4-02CC-AD28-579BE02E5DEF}"/>
                  </a:ext>
                </a:extLst>
              </p:cNvPr>
              <p:cNvCxnSpPr>
                <a:cxnSpLocks/>
                <a:endCxn id="44" idx="2"/>
              </p:cNvCxnSpPr>
              <p:nvPr/>
            </p:nvCxnSpPr>
            <p:spPr>
              <a:xfrm>
                <a:off x="4523657" y="1786133"/>
                <a:ext cx="773483" cy="8758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6A71CAA5-8DB0-6A54-4135-C7BC94EE8237}"/>
                  </a:ext>
                </a:extLst>
              </p:cNvPr>
              <p:cNvCxnSpPr>
                <a:cxnSpLocks/>
              </p:cNvCxnSpPr>
              <p:nvPr/>
            </p:nvCxnSpPr>
            <p:spPr>
              <a:xfrm flipV="1">
                <a:off x="8387577" y="1726916"/>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39" name="Group 38">
                <a:extLst>
                  <a:ext uri="{FF2B5EF4-FFF2-40B4-BE49-F238E27FC236}">
                    <a16:creationId xmlns:a16="http://schemas.microsoft.com/office/drawing/2014/main" id="{8F498B9E-3063-7858-191D-41BECF209E52}"/>
                  </a:ext>
                </a:extLst>
              </p:cNvPr>
              <p:cNvGrpSpPr/>
              <p:nvPr/>
            </p:nvGrpSpPr>
            <p:grpSpPr>
              <a:xfrm>
                <a:off x="5300439" y="534254"/>
                <a:ext cx="587792" cy="550556"/>
                <a:chOff x="4764744" y="3666589"/>
                <a:chExt cx="587792" cy="550556"/>
              </a:xfrm>
            </p:grpSpPr>
            <p:sp>
              <p:nvSpPr>
                <p:cNvPr id="60" name="Oval 59">
                  <a:extLst>
                    <a:ext uri="{FF2B5EF4-FFF2-40B4-BE49-F238E27FC236}">
                      <a16:creationId xmlns:a16="http://schemas.microsoft.com/office/drawing/2014/main" id="{A5E59E5F-676C-5879-C5D0-1D890C35DF46}"/>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E10382A-9A2D-B2E7-28D8-E38134F16BB3}"/>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61" name="TextBox 60">
                      <a:extLst>
                        <a:ext uri="{FF2B5EF4-FFF2-40B4-BE49-F238E27FC236}">
                          <a16:creationId xmlns:a16="http://schemas.microsoft.com/office/drawing/2014/main" id="{9E10382A-9A2D-B2E7-28D8-E38134F16BB3}"/>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5"/>
                      <a:stretch>
                        <a:fillRect/>
                      </a:stretch>
                    </a:blipFill>
                  </p:spPr>
                  <p:txBody>
                    <a:bodyPr/>
                    <a:lstStyle/>
                    <a:p>
                      <a:r>
                        <a:rPr lang="en-US">
                          <a:noFill/>
                        </a:rPr>
                        <a:t> </a:t>
                      </a:r>
                    </a:p>
                  </p:txBody>
                </p:sp>
              </mc:Fallback>
            </mc:AlternateContent>
          </p:grpSp>
          <p:sp>
            <p:nvSpPr>
              <p:cNvPr id="43" name="Rectangle 42">
                <a:extLst>
                  <a:ext uri="{FF2B5EF4-FFF2-40B4-BE49-F238E27FC236}">
                    <a16:creationId xmlns:a16="http://schemas.microsoft.com/office/drawing/2014/main" id="{5A671F01-F017-EED3-F79C-85A93E01B976}"/>
                  </a:ext>
                </a:extLst>
              </p:cNvPr>
              <p:cNvSpPr/>
              <p:nvPr/>
            </p:nvSpPr>
            <p:spPr>
              <a:xfrm>
                <a:off x="4099942" y="292395"/>
                <a:ext cx="4667795" cy="283988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4" name="Oval 43">
                <a:extLst>
                  <a:ext uri="{FF2B5EF4-FFF2-40B4-BE49-F238E27FC236}">
                    <a16:creationId xmlns:a16="http://schemas.microsoft.com/office/drawing/2014/main" id="{3DE0B01E-0FDC-51F3-EC9C-DF64F81CAE3C}"/>
                  </a:ext>
                </a:extLst>
              </p:cNvPr>
              <p:cNvSpPr>
                <a:spLocks noChangeAspect="1"/>
              </p:cNvSpPr>
              <p:nvPr/>
            </p:nvSpPr>
            <p:spPr>
              <a:xfrm>
                <a:off x="5297140" y="2386674"/>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49" name="Group 48">
                <a:extLst>
                  <a:ext uri="{FF2B5EF4-FFF2-40B4-BE49-F238E27FC236}">
                    <a16:creationId xmlns:a16="http://schemas.microsoft.com/office/drawing/2014/main" id="{4C93517A-9E11-0EC5-DEDB-A6F5E7B5383F}"/>
                  </a:ext>
                </a:extLst>
              </p:cNvPr>
              <p:cNvGrpSpPr/>
              <p:nvPr/>
            </p:nvGrpSpPr>
            <p:grpSpPr>
              <a:xfrm>
                <a:off x="7948290" y="1457988"/>
                <a:ext cx="603209" cy="550556"/>
                <a:chOff x="4710175" y="3666589"/>
                <a:chExt cx="603209" cy="550556"/>
              </a:xfrm>
            </p:grpSpPr>
            <p:sp>
              <p:nvSpPr>
                <p:cNvPr id="58" name="Oval 57">
                  <a:extLst>
                    <a:ext uri="{FF2B5EF4-FFF2-40B4-BE49-F238E27FC236}">
                      <a16:creationId xmlns:a16="http://schemas.microsoft.com/office/drawing/2014/main" id="{CAE5ABAB-617F-47AC-DACE-0A64AC24A5A7}"/>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19FE0F4F-CFFF-EF44-5AEA-4DCD9B622C18}"/>
                        </a:ext>
                      </a:extLst>
                    </p:cNvPr>
                    <p:cNvSpPr txBox="1"/>
                    <p:nvPr/>
                  </p:nvSpPr>
                  <p:spPr>
                    <a:xfrm>
                      <a:off x="4710175" y="3698505"/>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out</m:t>
                                </m:r>
                              </m:sub>
                            </m:sSub>
                          </m:oMath>
                        </m:oMathPara>
                      </a14:m>
                      <a:endParaRPr lang="en-US" dirty="0">
                        <a:solidFill>
                          <a:schemeClr val="bg1"/>
                        </a:solidFill>
                      </a:endParaRPr>
                    </a:p>
                  </p:txBody>
                </p:sp>
              </mc:Choice>
              <mc:Fallback xmlns="">
                <p:sp>
                  <p:nvSpPr>
                    <p:cNvPr id="59" name="TextBox 58">
                      <a:extLst>
                        <a:ext uri="{FF2B5EF4-FFF2-40B4-BE49-F238E27FC236}">
                          <a16:creationId xmlns:a16="http://schemas.microsoft.com/office/drawing/2014/main" id="{19FE0F4F-CFFF-EF44-5AEA-4DCD9B622C18}"/>
                        </a:ext>
                      </a:extLst>
                    </p:cNvPr>
                    <p:cNvSpPr txBox="1">
                      <a:spLocks noRot="1" noChangeAspect="1" noMove="1" noResize="1" noEditPoints="1" noAdjustHandles="1" noChangeArrowheads="1" noChangeShapeType="1" noTextEdit="1"/>
                    </p:cNvSpPr>
                    <p:nvPr/>
                  </p:nvSpPr>
                  <p:spPr>
                    <a:xfrm>
                      <a:off x="4710175" y="3698505"/>
                      <a:ext cx="554854" cy="450822"/>
                    </a:xfrm>
                    <a:prstGeom prst="rect">
                      <a:avLst/>
                    </a:prstGeom>
                    <a:blipFill>
                      <a:blip r:embed="rId6"/>
                      <a:stretch>
                        <a:fillRect r="-12000"/>
                      </a:stretch>
                    </a:blipFill>
                  </p:spPr>
                  <p:txBody>
                    <a:bodyPr/>
                    <a:lstStyle/>
                    <a:p>
                      <a:r>
                        <a:rPr lang="en-US">
                          <a:noFill/>
                        </a:rPr>
                        <a:t> </a:t>
                      </a:r>
                    </a:p>
                  </p:txBody>
                </p:sp>
              </mc:Fallback>
            </mc:AlternateContent>
          </p:grpSp>
          <p:cxnSp>
            <p:nvCxnSpPr>
              <p:cNvPr id="50" name="Straight Arrow Connector 49">
                <a:extLst>
                  <a:ext uri="{FF2B5EF4-FFF2-40B4-BE49-F238E27FC236}">
                    <a16:creationId xmlns:a16="http://schemas.microsoft.com/office/drawing/2014/main" id="{AA7AB1D8-8ED4-B65B-43CB-48976CCE45B6}"/>
                  </a:ext>
                </a:extLst>
              </p:cNvPr>
              <p:cNvCxnSpPr>
                <a:cxnSpLocks/>
              </p:cNvCxnSpPr>
              <p:nvPr/>
            </p:nvCxnSpPr>
            <p:spPr>
              <a:xfrm flipV="1">
                <a:off x="3826755" y="1786133"/>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B7252C1C-6EE1-EF83-1823-CB5ADD1B467F}"/>
                  </a:ext>
                </a:extLst>
              </p:cNvPr>
              <p:cNvGrpSpPr/>
              <p:nvPr/>
            </p:nvGrpSpPr>
            <p:grpSpPr>
              <a:xfrm>
                <a:off x="6622562" y="542721"/>
                <a:ext cx="587792" cy="550556"/>
                <a:chOff x="4764744" y="3666589"/>
                <a:chExt cx="587792" cy="550556"/>
              </a:xfrm>
            </p:grpSpPr>
            <p:sp>
              <p:nvSpPr>
                <p:cNvPr id="56" name="Oval 55">
                  <a:extLst>
                    <a:ext uri="{FF2B5EF4-FFF2-40B4-BE49-F238E27FC236}">
                      <a16:creationId xmlns:a16="http://schemas.microsoft.com/office/drawing/2014/main" id="{283D328C-DF03-EC10-F35D-877C2C338782}"/>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205B0832-B34E-9BD9-9045-5E88A48A07CF}"/>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57" name="TextBox 56">
                      <a:extLst>
                        <a:ext uri="{FF2B5EF4-FFF2-40B4-BE49-F238E27FC236}">
                          <a16:creationId xmlns:a16="http://schemas.microsoft.com/office/drawing/2014/main" id="{205B0832-B34E-9BD9-9045-5E88A48A07CF}"/>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7"/>
                      <a:stretch>
                        <a:fillRect/>
                      </a:stretch>
                    </a:blipFill>
                  </p:spPr>
                  <p:txBody>
                    <a:bodyPr/>
                    <a:lstStyle/>
                    <a:p>
                      <a:r>
                        <a:rPr lang="en-US">
                          <a:noFill/>
                        </a:rPr>
                        <a:t> </a:t>
                      </a:r>
                    </a:p>
                  </p:txBody>
                </p:sp>
              </mc:Fallback>
            </mc:AlternateContent>
          </p:grpSp>
          <p:grpSp>
            <p:nvGrpSpPr>
              <p:cNvPr id="52" name="Group 51">
                <a:extLst>
                  <a:ext uri="{FF2B5EF4-FFF2-40B4-BE49-F238E27FC236}">
                    <a16:creationId xmlns:a16="http://schemas.microsoft.com/office/drawing/2014/main" id="{859AA2FE-BA11-4D72-A2BA-23588A697CB2}"/>
                  </a:ext>
                </a:extLst>
              </p:cNvPr>
              <p:cNvGrpSpPr/>
              <p:nvPr/>
            </p:nvGrpSpPr>
            <p:grpSpPr>
              <a:xfrm>
                <a:off x="6606319" y="2384986"/>
                <a:ext cx="587792" cy="550556"/>
                <a:chOff x="4764744" y="3666589"/>
                <a:chExt cx="587792" cy="550556"/>
              </a:xfrm>
            </p:grpSpPr>
            <p:sp>
              <p:nvSpPr>
                <p:cNvPr id="54" name="Oval 53">
                  <a:extLst>
                    <a:ext uri="{FF2B5EF4-FFF2-40B4-BE49-F238E27FC236}">
                      <a16:creationId xmlns:a16="http://schemas.microsoft.com/office/drawing/2014/main" id="{9C0BCB6F-691F-12AE-84C0-BBAA23577E3F}"/>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1CE7416-A3B9-33D6-0DFE-A1AA8ABF8D52}"/>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55" name="TextBox 54">
                      <a:extLst>
                        <a:ext uri="{FF2B5EF4-FFF2-40B4-BE49-F238E27FC236}">
                          <a16:creationId xmlns:a16="http://schemas.microsoft.com/office/drawing/2014/main" id="{41CE7416-A3B9-33D6-0DFE-A1AA8ABF8D5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8"/>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5DC2F14-FC48-6212-EC94-246D32BB97D7}"/>
                      </a:ext>
                    </a:extLst>
                  </p:cNvPr>
                  <p:cNvSpPr txBox="1"/>
                  <p:nvPr/>
                </p:nvSpPr>
                <p:spPr>
                  <a:xfrm>
                    <a:off x="5330077" y="2398546"/>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53" name="TextBox 52">
                    <a:extLst>
                      <a:ext uri="{FF2B5EF4-FFF2-40B4-BE49-F238E27FC236}">
                        <a16:creationId xmlns:a16="http://schemas.microsoft.com/office/drawing/2014/main" id="{E5DC2F14-FC48-6212-EC94-246D32BB97D7}"/>
                      </a:ext>
                    </a:extLst>
                  </p:cNvPr>
                  <p:cNvSpPr txBox="1">
                    <a:spLocks noRot="1" noChangeAspect="1" noMove="1" noResize="1" noEditPoints="1" noAdjustHandles="1" noChangeArrowheads="1" noChangeShapeType="1" noTextEdit="1"/>
                  </p:cNvSpPr>
                  <p:nvPr/>
                </p:nvSpPr>
                <p:spPr>
                  <a:xfrm>
                    <a:off x="5330077" y="2398546"/>
                    <a:ext cx="554854" cy="450822"/>
                  </a:xfrm>
                  <a:prstGeom prst="rect">
                    <a:avLst/>
                  </a:prstGeom>
                  <a:blipFill>
                    <a:blip r:embed="rId9"/>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5B71159B-0024-7822-F35E-A4ACB69987A6}"/>
                    </a:ext>
                  </a:extLst>
                </p:cNvPr>
                <p:cNvSpPr txBox="1"/>
                <p:nvPr/>
              </p:nvSpPr>
              <p:spPr>
                <a:xfrm>
                  <a:off x="8156015" y="943160"/>
                  <a:ext cx="44512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out</m:t>
                            </m:r>
                          </m:sub>
                        </m:sSub>
                      </m:oMath>
                    </m:oMathPara>
                  </a14:m>
                  <a:endParaRPr lang="en-US" dirty="0">
                    <a:solidFill>
                      <a:schemeClr val="tx1"/>
                    </a:solidFill>
                  </a:endParaRPr>
                </a:p>
              </p:txBody>
            </p:sp>
          </mc:Choice>
          <mc:Fallback xmlns="">
            <p:sp>
              <p:nvSpPr>
                <p:cNvPr id="25" name="TextBox 24">
                  <a:extLst>
                    <a:ext uri="{FF2B5EF4-FFF2-40B4-BE49-F238E27FC236}">
                      <a16:creationId xmlns:a16="http://schemas.microsoft.com/office/drawing/2014/main" id="{5B71159B-0024-7822-F35E-A4ACB69987A6}"/>
                    </a:ext>
                  </a:extLst>
                </p:cNvPr>
                <p:cNvSpPr txBox="1">
                  <a:spLocks noRot="1" noChangeAspect="1" noMove="1" noResize="1" noEditPoints="1" noAdjustHandles="1" noChangeArrowheads="1" noChangeShapeType="1" noTextEdit="1"/>
                </p:cNvSpPr>
                <p:nvPr/>
              </p:nvSpPr>
              <p:spPr>
                <a:xfrm>
                  <a:off x="8156015" y="943160"/>
                  <a:ext cx="445126" cy="369332"/>
                </a:xfrm>
                <a:prstGeom prst="rect">
                  <a:avLst/>
                </a:prstGeom>
                <a:blipFill>
                  <a:blip r:embed="rId10"/>
                  <a:stretch>
                    <a:fillRect r="-35616"/>
                  </a:stretch>
                </a:blipFill>
              </p:spPr>
              <p:txBody>
                <a:bodyPr/>
                <a:lstStyle/>
                <a:p>
                  <a:r>
                    <a:rPr lang="en-US">
                      <a:noFill/>
                    </a:rPr>
                    <a:t> </a:t>
                  </a:r>
                </a:p>
              </p:txBody>
            </p:sp>
          </mc:Fallback>
        </mc:AlternateContent>
      </p:grpSp>
      <p:pic>
        <p:nvPicPr>
          <p:cNvPr id="6" name="Picture 5">
            <a:extLst>
              <a:ext uri="{FF2B5EF4-FFF2-40B4-BE49-F238E27FC236}">
                <a16:creationId xmlns:a16="http://schemas.microsoft.com/office/drawing/2014/main" id="{B18C4FFA-D08E-8001-4E79-B072354E8317}"/>
              </a:ext>
            </a:extLst>
          </p:cNvPr>
          <p:cNvPicPr>
            <a:picLocks noChangeAspect="1"/>
          </p:cNvPicPr>
          <p:nvPr/>
        </p:nvPicPr>
        <p:blipFill>
          <a:blip r:embed="rId11"/>
          <a:stretch>
            <a:fillRect/>
          </a:stretch>
        </p:blipFill>
        <p:spPr>
          <a:xfrm>
            <a:off x="-66692" y="2692854"/>
            <a:ext cx="4735899" cy="4165145"/>
          </a:xfrm>
          <a:prstGeom prst="rect">
            <a:avLst/>
          </a:prstGeom>
        </p:spPr>
      </p:pic>
      <p:sp>
        <p:nvSpPr>
          <p:cNvPr id="7" name="Arrow: Right 6">
            <a:extLst>
              <a:ext uri="{FF2B5EF4-FFF2-40B4-BE49-F238E27FC236}">
                <a16:creationId xmlns:a16="http://schemas.microsoft.com/office/drawing/2014/main" id="{11102E52-EB66-A05A-B82F-1BE195BA8A93}"/>
              </a:ext>
            </a:extLst>
          </p:cNvPr>
          <p:cNvSpPr/>
          <p:nvPr/>
        </p:nvSpPr>
        <p:spPr>
          <a:xfrm flipH="1">
            <a:off x="4210741" y="4643413"/>
            <a:ext cx="978408" cy="484632"/>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46395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513429-6A53-5ECC-A597-A21F6824BCF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0B2A70BC-256B-5897-6975-83E8324043B0}"/>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AA17C62C-80FB-D107-1378-205C536F18EA}"/>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30</a:t>
            </a:fld>
            <a:endParaRPr lang="en-US"/>
          </a:p>
        </p:txBody>
      </p:sp>
      <p:sp>
        <p:nvSpPr>
          <p:cNvPr id="5" name="TextBox 4">
            <a:extLst>
              <a:ext uri="{FF2B5EF4-FFF2-40B4-BE49-F238E27FC236}">
                <a16:creationId xmlns:a16="http://schemas.microsoft.com/office/drawing/2014/main" id="{7220C136-DB7D-91F4-733C-0F0645D4F2ED}"/>
              </a:ext>
            </a:extLst>
          </p:cNvPr>
          <p:cNvSpPr txBox="1"/>
          <p:nvPr/>
        </p:nvSpPr>
        <p:spPr>
          <a:xfrm>
            <a:off x="153078" y="202172"/>
            <a:ext cx="2254784" cy="830997"/>
          </a:xfrm>
          <a:prstGeom prst="rect">
            <a:avLst/>
          </a:prstGeom>
          <a:noFill/>
        </p:spPr>
        <p:txBody>
          <a:bodyPr wrap="none" rtlCol="0">
            <a:spAutoFit/>
          </a:bodyPr>
          <a:lstStyle/>
          <a:p>
            <a:r>
              <a:rPr lang="en-US" sz="2400" dirty="0"/>
              <a:t>2 neurons</a:t>
            </a:r>
          </a:p>
          <a:p>
            <a:r>
              <a:rPr lang="en-US" sz="2400" dirty="0"/>
              <a:t>Neural Network</a:t>
            </a:r>
          </a:p>
        </p:txBody>
      </p:sp>
      <p:sp>
        <p:nvSpPr>
          <p:cNvPr id="4" name="Rectangle: Rounded Corners 3">
            <a:extLst>
              <a:ext uri="{FF2B5EF4-FFF2-40B4-BE49-F238E27FC236}">
                <a16:creationId xmlns:a16="http://schemas.microsoft.com/office/drawing/2014/main" id="{DDEFDD57-CCDD-0842-ECA0-F9103B4C1D48}"/>
              </a:ext>
            </a:extLst>
          </p:cNvPr>
          <p:cNvSpPr/>
          <p:nvPr/>
        </p:nvSpPr>
        <p:spPr>
          <a:xfrm>
            <a:off x="10648692" y="937210"/>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9" name="Rectangle: Rounded Corners 18">
            <a:extLst>
              <a:ext uri="{FF2B5EF4-FFF2-40B4-BE49-F238E27FC236}">
                <a16:creationId xmlns:a16="http://schemas.microsoft.com/office/drawing/2014/main" id="{E390F51B-A53C-F86E-3659-4C98762B31F4}"/>
              </a:ext>
            </a:extLst>
          </p:cNvPr>
          <p:cNvSpPr/>
          <p:nvPr/>
        </p:nvSpPr>
        <p:spPr>
          <a:xfrm>
            <a:off x="10648692" y="236155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4" name="Rectangle: Rounded Corners 23">
            <a:extLst>
              <a:ext uri="{FF2B5EF4-FFF2-40B4-BE49-F238E27FC236}">
                <a16:creationId xmlns:a16="http://schemas.microsoft.com/office/drawing/2014/main" id="{0CD4FB54-1FF1-30AB-BA5B-D5E9B1ECF8BA}"/>
              </a:ext>
            </a:extLst>
          </p:cNvPr>
          <p:cNvSpPr/>
          <p:nvPr/>
        </p:nvSpPr>
        <p:spPr>
          <a:xfrm>
            <a:off x="10648692" y="378590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5" name="Rectangle: Rounded Corners 24">
            <a:extLst>
              <a:ext uri="{FF2B5EF4-FFF2-40B4-BE49-F238E27FC236}">
                <a16:creationId xmlns:a16="http://schemas.microsoft.com/office/drawing/2014/main" id="{0FD6446E-4F83-F47E-69C3-E35981019D02}"/>
              </a:ext>
            </a:extLst>
          </p:cNvPr>
          <p:cNvSpPr/>
          <p:nvPr/>
        </p:nvSpPr>
        <p:spPr>
          <a:xfrm>
            <a:off x="10648692" y="5210248"/>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6" name="Straight Arrow Connector 25">
            <a:extLst>
              <a:ext uri="{FF2B5EF4-FFF2-40B4-BE49-F238E27FC236}">
                <a16:creationId xmlns:a16="http://schemas.microsoft.com/office/drawing/2014/main" id="{E418860E-E9BB-EEFB-A623-8CFEA7A4E261}"/>
              </a:ext>
            </a:extLst>
          </p:cNvPr>
          <p:cNvCxnSpPr>
            <a:stCxn id="4" idx="2"/>
            <a:endCxn id="19" idx="0"/>
          </p:cNvCxnSpPr>
          <p:nvPr/>
        </p:nvCxnSpPr>
        <p:spPr>
          <a:xfrm>
            <a:off x="11409951" y="185161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1678BB52-4C0E-E1A9-3D05-D295F6A96232}"/>
              </a:ext>
            </a:extLst>
          </p:cNvPr>
          <p:cNvCxnSpPr>
            <a:cxnSpLocks/>
            <a:stCxn id="19" idx="2"/>
            <a:endCxn id="24" idx="0"/>
          </p:cNvCxnSpPr>
          <p:nvPr/>
        </p:nvCxnSpPr>
        <p:spPr>
          <a:xfrm>
            <a:off x="11409951" y="327595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D5F7BFFC-6A32-7B43-FCA4-DACF195DE43F}"/>
              </a:ext>
            </a:extLst>
          </p:cNvPr>
          <p:cNvCxnSpPr>
            <a:cxnSpLocks/>
            <a:stCxn id="25" idx="0"/>
          </p:cNvCxnSpPr>
          <p:nvPr/>
        </p:nvCxnSpPr>
        <p:spPr>
          <a:xfrm flipV="1">
            <a:off x="11409951" y="4700302"/>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graphicFrame>
            <p:nvGraphicFramePr>
              <p:cNvPr id="31" name="Table 30">
                <a:extLst>
                  <a:ext uri="{FF2B5EF4-FFF2-40B4-BE49-F238E27FC236}">
                    <a16:creationId xmlns:a16="http://schemas.microsoft.com/office/drawing/2014/main" id="{CCD76CF6-F4DA-E931-3190-4F26C7AC01AD}"/>
                  </a:ext>
                </a:extLst>
              </p:cNvPr>
              <p:cNvGraphicFramePr>
                <a:graphicFrameLocks noGrp="1"/>
              </p:cNvGraphicFramePr>
              <p:nvPr>
                <p:extLst>
                  <p:ext uri="{D42A27DB-BD31-4B8C-83A1-F6EECF244321}">
                    <p14:modId xmlns:p14="http://schemas.microsoft.com/office/powerpoint/2010/main" val="1337494845"/>
                  </p:ext>
                </p:extLst>
              </p:nvPr>
            </p:nvGraphicFramePr>
            <p:xfrm>
              <a:off x="50367" y="3350968"/>
              <a:ext cx="10564026" cy="2346960"/>
            </p:xfrm>
            <a:graphic>
              <a:graphicData uri="http://schemas.openxmlformats.org/drawingml/2006/table">
                <a:tbl>
                  <a:tblPr firstRow="1" bandRow="1">
                    <a:tableStyleId>{C4B1156A-380E-4F78-BDF5-A606A8083BF9}</a:tableStyleId>
                  </a:tblPr>
                  <a:tblGrid>
                    <a:gridCol w="498273">
                      <a:extLst>
                        <a:ext uri="{9D8B030D-6E8A-4147-A177-3AD203B41FA5}">
                          <a16:colId xmlns:a16="http://schemas.microsoft.com/office/drawing/2014/main" val="2247704463"/>
                        </a:ext>
                      </a:extLst>
                    </a:gridCol>
                    <a:gridCol w="4410480">
                      <a:extLst>
                        <a:ext uri="{9D8B030D-6E8A-4147-A177-3AD203B41FA5}">
                          <a16:colId xmlns:a16="http://schemas.microsoft.com/office/drawing/2014/main" val="1120151498"/>
                        </a:ext>
                      </a:extLst>
                    </a:gridCol>
                    <a:gridCol w="4550640">
                      <a:extLst>
                        <a:ext uri="{9D8B030D-6E8A-4147-A177-3AD203B41FA5}">
                          <a16:colId xmlns:a16="http://schemas.microsoft.com/office/drawing/2014/main" val="1146850531"/>
                        </a:ext>
                      </a:extLst>
                    </a:gridCol>
                    <a:gridCol w="1104633">
                      <a:extLst>
                        <a:ext uri="{9D8B030D-6E8A-4147-A177-3AD203B41FA5}">
                          <a16:colId xmlns:a16="http://schemas.microsoft.com/office/drawing/2014/main" val="2587608585"/>
                        </a:ext>
                      </a:extLst>
                    </a:gridCol>
                  </a:tblGrid>
                  <a:tr h="274320">
                    <a:tc>
                      <a:txBody>
                        <a:bodyPr/>
                        <a:lstStyle/>
                        <a:p>
                          <a:pPr algn="l"/>
                          <a:endParaRPr lang="en-US" sz="1400" dirty="0"/>
                        </a:p>
                      </a:txBody>
                      <a:tcPr/>
                    </a:tc>
                    <a:tc>
                      <a:txBody>
                        <a:bodyPr/>
                        <a:lstStyle/>
                        <a:p>
                          <a:r>
                            <a:rPr lang="en-US" sz="1400" b="1" dirty="0"/>
                            <a:t>Reactant</a:t>
                          </a:r>
                        </a:p>
                      </a:txBody>
                      <a:tcPr/>
                    </a:tc>
                    <a:tc>
                      <a:txBody>
                        <a:bodyPr/>
                        <a:lstStyle/>
                        <a:p>
                          <a:r>
                            <a:rPr lang="en-US" sz="1400" b="1" dirty="0"/>
                            <a:t>Product</a:t>
                          </a:r>
                        </a:p>
                      </a:txBody>
                      <a:tcPr/>
                    </a:tc>
                    <a:tc>
                      <a:txBody>
                        <a:bodyPr/>
                        <a:lstStyle/>
                        <a:p>
                          <a:r>
                            <a:rPr lang="en-US" sz="1400" b="1" dirty="0"/>
                            <a:t>Genes</a:t>
                          </a:r>
                        </a:p>
                      </a:txBody>
                      <a:tcPr/>
                    </a:tc>
                    <a:extLst>
                      <a:ext uri="{0D108BD9-81ED-4DB2-BD59-A6C34878D82A}">
                        <a16:rowId xmlns:a16="http://schemas.microsoft.com/office/drawing/2014/main" val="830326239"/>
                      </a:ext>
                    </a:extLst>
                  </a:tr>
                  <a:tr h="274320">
                    <a:tc>
                      <a:txBody>
                        <a:bodyPr/>
                        <a:lstStyle/>
                        <a:p>
                          <a:pPr algn="l"/>
                          <a14:m>
                            <m:oMathPara xmlns:m="http://schemas.openxmlformats.org/officeDocument/2006/math">
                              <m:o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a:rPr lang="de-DE" sz="1800" b="0" i="1" smtClean="0">
                                        <a:latin typeface="Cambria Math" panose="02040503050406030204" pitchFamily="18" charset="0"/>
                                      </a:rPr>
                                      <m:t>11</m:t>
                                    </m:r>
                                  </m:sub>
                                </m:sSub>
                              </m:oMath>
                            </m:oMathPara>
                          </a14:m>
                          <a:endParaRPr lang="en-US" sz="1800" dirty="0"/>
                        </a:p>
                      </a:txBody>
                      <a:tcPr/>
                    </a:tc>
                    <a:tc>
                      <a:txBody>
                        <a:bodyPr/>
                        <a:lstStyle/>
                        <a:p>
                          <a:r>
                            <a:rPr lang="pt-BR" sz="1600" b="0" dirty="0"/>
                            <a:t>7,8-dihydropteroate + ATP + L-glutamate</a:t>
                          </a:r>
                          <a:r>
                            <a:rPr lang="pt-BR" sz="1600" b="1" i="0" dirty="0">
                              <a:solidFill>
                                <a:srgbClr val="C00000"/>
                              </a:solidFill>
                            </a:rPr>
                            <a:t>(</a:t>
                          </a:r>
                          <a14:m>
                            <m:oMath xmlns:m="http://schemas.openxmlformats.org/officeDocument/2006/math">
                              <m:sSub>
                                <m:sSubPr>
                                  <m:ctrlPr>
                                    <a:rPr lang="de-DE" sz="1600" b="1" i="0" smtClean="0">
                                      <a:solidFill>
                                        <a:srgbClr val="C00000"/>
                                      </a:solidFill>
                                      <a:latin typeface="Cambria Math" panose="02040503050406030204" pitchFamily="18" charset="0"/>
                                    </a:rPr>
                                  </m:ctrlPr>
                                </m:sSubPr>
                                <m:e>
                                  <m:r>
                                    <a:rPr lang="de-DE" sz="1600" b="1" i="0" smtClean="0">
                                      <a:solidFill>
                                        <a:srgbClr val="C00000"/>
                                      </a:solidFill>
                                      <a:latin typeface="Cambria Math" panose="02040503050406030204" pitchFamily="18" charset="0"/>
                                    </a:rPr>
                                    <m:t>𝐦</m:t>
                                  </m:r>
                                </m:e>
                                <m:sub>
                                  <m:r>
                                    <m:rPr>
                                      <m:sty m:val="p"/>
                                    </m:rPr>
                                    <a:rPr lang="de-DE" sz="1600" b="1" i="0" smtClean="0">
                                      <a:solidFill>
                                        <a:srgbClr val="C00000"/>
                                      </a:solidFill>
                                      <a:latin typeface="Cambria Math" panose="02040503050406030204" pitchFamily="18" charset="0"/>
                                    </a:rPr>
                                    <m:t>in</m:t>
                                  </m:r>
                                </m:sub>
                              </m:sSub>
                            </m:oMath>
                          </a14:m>
                          <a:r>
                            <a:rPr lang="pt-BR" sz="1600" b="1" i="0" dirty="0">
                              <a:solidFill>
                                <a:srgbClr val="C00000"/>
                              </a:solidFill>
                            </a:rPr>
                            <a:t>)</a:t>
                          </a:r>
                          <a:endParaRPr lang="en-US" sz="1600" b="0" dirty="0"/>
                        </a:p>
                      </a:txBody>
                      <a:tcPr/>
                    </a:tc>
                    <a:tc>
                      <a:txBody>
                        <a:bodyPr/>
                        <a:lstStyle/>
                        <a:p>
                          <a:r>
                            <a:rPr lang="pt-BR" sz="1600" b="0" dirty="0"/>
                            <a:t>ADP + dihydrofolic acid</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pt-BR" sz="1600" b="1" i="0" dirty="0" smtClean="0">
                                      <a:solidFill>
                                        <a:srgbClr val="C00000"/>
                                      </a:solidFill>
                                      <a:latin typeface="Cambria Math" panose="02040503050406030204" pitchFamily="18" charset="0"/>
                                    </a:rPr>
                                    <m:t>𝟏𝟏</m:t>
                                  </m:r>
                                </m:sub>
                              </m:sSub>
                            </m:oMath>
                          </a14:m>
                          <a:r>
                            <a:rPr lang="pt-BR" sz="1600" b="1" dirty="0">
                              <a:solidFill>
                                <a:srgbClr val="C00000"/>
                              </a:solidFill>
                            </a:rPr>
                            <a:t>) </a:t>
                          </a:r>
                          <a:r>
                            <a:rPr lang="pt-BR" sz="1600" b="0" dirty="0"/>
                            <a:t>+ H+ + phosphate</a:t>
                          </a:r>
                          <a:endParaRPr lang="en-US" sz="1600" b="0" dirty="0"/>
                        </a:p>
                      </a:txBody>
                      <a:tcPr/>
                    </a:tc>
                    <a:tc>
                      <a:txBody>
                        <a:bodyPr/>
                        <a:lstStyle/>
                        <a:p>
                          <a:r>
                            <a:rPr lang="en-US" sz="1600" b="0" dirty="0"/>
                            <a:t>YMR113W</a:t>
                          </a:r>
                        </a:p>
                      </a:txBody>
                      <a:tcPr/>
                    </a:tc>
                    <a:extLst>
                      <a:ext uri="{0D108BD9-81ED-4DB2-BD59-A6C34878D82A}">
                        <a16:rowId xmlns:a16="http://schemas.microsoft.com/office/drawing/2014/main" val="4006369147"/>
                      </a:ext>
                    </a:extLst>
                  </a:tr>
                  <a:tr h="274320">
                    <a:tc>
                      <a:txBody>
                        <a:bodyPr/>
                        <a:lstStyle/>
                        <a:p>
                          <a:pPr algn="l"/>
                          <a14:m>
                            <m:oMathPara xmlns:m="http://schemas.openxmlformats.org/officeDocument/2006/math">
                              <m:oMathParaPr>
                                <m:jc m:val="left"/>
                              </m:oMathParaPr>
                              <m:o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a:rPr lang="de-DE" sz="1800" b="0" i="1" smtClean="0">
                                        <a:latin typeface="Cambria Math" panose="02040503050406030204" pitchFamily="18" charset="0"/>
                                      </a:rPr>
                                      <m:t>12</m:t>
                                    </m:r>
                                  </m:sub>
                                </m:sSub>
                              </m:oMath>
                            </m:oMathPara>
                          </a14:m>
                          <a:endParaRPr lang="en-US" sz="1800" dirty="0"/>
                        </a:p>
                      </a:txBody>
                      <a:tcPr/>
                    </a:tc>
                    <a:tc>
                      <a:txBody>
                        <a:bodyPr/>
                        <a:lstStyle/>
                        <a:p>
                          <a:r>
                            <a:rPr lang="pt-BR" sz="1600" dirty="0"/>
                            <a:t>dihydrofolic acid</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pt-BR" sz="1600" b="1" i="0" dirty="0" smtClean="0">
                                      <a:solidFill>
                                        <a:srgbClr val="C00000"/>
                                      </a:solidFill>
                                      <a:latin typeface="Cambria Math" panose="02040503050406030204" pitchFamily="18" charset="0"/>
                                    </a:rPr>
                                    <m:t>𝟏𝟏</m:t>
                                  </m:r>
                                </m:sub>
                              </m:sSub>
                            </m:oMath>
                          </a14:m>
                          <a:r>
                            <a:rPr lang="pt-BR" sz="1600" b="1" dirty="0">
                              <a:solidFill>
                                <a:srgbClr val="C00000"/>
                              </a:solidFill>
                            </a:rPr>
                            <a:t>) </a:t>
                          </a:r>
                          <a:r>
                            <a:rPr lang="pt-BR" sz="1600" dirty="0"/>
                            <a:t>+ H+ + NADPH</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NADP(+) + THF</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pt-BR" sz="1600" b="1" i="0" dirty="0" smtClean="0">
                                      <a:solidFill>
                                        <a:srgbClr val="C00000"/>
                                      </a:solidFill>
                                      <a:latin typeface="Cambria Math" panose="02040503050406030204" pitchFamily="18" charset="0"/>
                                    </a:rPr>
                                    <m:t>𝟏</m:t>
                                  </m:r>
                                  <m:r>
                                    <a:rPr lang="de-DE" sz="1600" b="1" i="1" dirty="0" smtClean="0">
                                      <a:solidFill>
                                        <a:srgbClr val="C00000"/>
                                      </a:solidFill>
                                      <a:latin typeface="Cambria Math" panose="02040503050406030204" pitchFamily="18" charset="0"/>
                                    </a:rPr>
                                    <m:t>2</m:t>
                                  </m:r>
                                </m:sub>
                              </m:sSub>
                            </m:oMath>
                          </a14:m>
                          <a:r>
                            <a:rPr lang="pt-BR" sz="1600" b="1" dirty="0">
                              <a:solidFill>
                                <a:srgbClr val="C00000"/>
                              </a:solidFill>
                            </a:rPr>
                            <a:t>)</a:t>
                          </a:r>
                          <a:endParaRPr lang="en-US" sz="1600" dirty="0"/>
                        </a:p>
                      </a:txBody>
                      <a:tcPr/>
                    </a:tc>
                    <a:tc>
                      <a:txBody>
                        <a:bodyPr/>
                        <a:lstStyle/>
                        <a:p>
                          <a:r>
                            <a:rPr lang="en-US" sz="1600" dirty="0"/>
                            <a:t>YOR236W</a:t>
                          </a:r>
                        </a:p>
                      </a:txBody>
                      <a:tcPr/>
                    </a:tc>
                    <a:extLst>
                      <a:ext uri="{0D108BD9-81ED-4DB2-BD59-A6C34878D82A}">
                        <a16:rowId xmlns:a16="http://schemas.microsoft.com/office/drawing/2014/main" val="1526051723"/>
                      </a:ext>
                    </a:extLst>
                  </a:tr>
                  <a:tr h="274320">
                    <a:tc>
                      <a:txBody>
                        <a:bodyPr/>
                        <a:lstStyle/>
                        <a:p>
                          <a:pPr algn="l"/>
                          <a14:m>
                            <m:oMath xmlns:m="http://schemas.openxmlformats.org/officeDocument/2006/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a:rPr lang="de-DE" sz="1800" b="0" i="1" smtClean="0">
                                      <a:latin typeface="Cambria Math" panose="02040503050406030204" pitchFamily="18" charset="0"/>
                                    </a:rPr>
                                    <m:t>21</m:t>
                                  </m:r>
                                </m:sub>
                              </m:sSub>
                            </m:oMath>
                          </a14:m>
                          <a:r>
                            <a:rPr lang="en-US" sz="1800" dirty="0"/>
                            <a:t> </a:t>
                          </a:r>
                        </a:p>
                      </a:txBody>
                      <a:tcPr/>
                    </a:tc>
                    <a:tc>
                      <a:txBody>
                        <a:bodyPr/>
                        <a:lstStyle/>
                        <a:p>
                          <a:r>
                            <a:rPr lang="pt-BR" sz="1600" dirty="0"/>
                            <a:t>3-phospho-hydroxypyruvate + L-glutamate</a:t>
                          </a:r>
                          <a:r>
                            <a:rPr lang="pt-BR" sz="1600" b="1" i="0" dirty="0">
                              <a:solidFill>
                                <a:srgbClr val="C00000"/>
                              </a:solidFill>
                            </a:rPr>
                            <a:t>(</a:t>
                          </a:r>
                          <a14:m>
                            <m:oMath xmlns:m="http://schemas.openxmlformats.org/officeDocument/2006/math">
                              <m:sSub>
                                <m:sSubPr>
                                  <m:ctrlPr>
                                    <a:rPr lang="de-DE" sz="1600" b="1" i="0" smtClean="0">
                                      <a:solidFill>
                                        <a:srgbClr val="C00000"/>
                                      </a:solidFill>
                                      <a:latin typeface="Cambria Math" panose="02040503050406030204" pitchFamily="18" charset="0"/>
                                    </a:rPr>
                                  </m:ctrlPr>
                                </m:sSubPr>
                                <m:e>
                                  <m:r>
                                    <a:rPr lang="de-DE" sz="1600" b="1" i="0" smtClean="0">
                                      <a:solidFill>
                                        <a:srgbClr val="C00000"/>
                                      </a:solidFill>
                                      <a:latin typeface="Cambria Math" panose="02040503050406030204" pitchFamily="18" charset="0"/>
                                    </a:rPr>
                                    <m:t>𝐦</m:t>
                                  </m:r>
                                </m:e>
                                <m:sub>
                                  <m:r>
                                    <m:rPr>
                                      <m:sty m:val="p"/>
                                    </m:rPr>
                                    <a:rPr lang="de-DE" sz="1600" b="1" i="1" smtClean="0">
                                      <a:solidFill>
                                        <a:srgbClr val="C00000"/>
                                      </a:solidFill>
                                      <a:latin typeface="Cambria Math" panose="02040503050406030204" pitchFamily="18" charset="0"/>
                                    </a:rPr>
                                    <m:t>in</m:t>
                                  </m:r>
                                </m:sub>
                              </m:sSub>
                            </m:oMath>
                          </a14:m>
                          <a:r>
                            <a:rPr lang="pt-BR" sz="1600" b="1" i="0" dirty="0">
                              <a:solidFill>
                                <a:srgbClr val="C00000"/>
                              </a:solidFill>
                            </a:rPr>
                            <a:t>) </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600" dirty="0"/>
                            <a:t>2-oxoglutarate + 3-phospho-serine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de-DE" sz="1600" b="1" i="0" dirty="0" smtClean="0">
                                      <a:solidFill>
                                        <a:srgbClr val="C00000"/>
                                      </a:solidFill>
                                      <a:latin typeface="Cambria Math" panose="02040503050406030204" pitchFamily="18" charset="0"/>
                                    </a:rPr>
                                    <m:t>2</m:t>
                                  </m:r>
                                  <m:r>
                                    <a:rPr lang="pt-BR" sz="1600" b="1" i="0" dirty="0" smtClean="0">
                                      <a:solidFill>
                                        <a:srgbClr val="C00000"/>
                                      </a:solidFill>
                                      <a:latin typeface="Cambria Math" panose="02040503050406030204" pitchFamily="18" charset="0"/>
                                    </a:rPr>
                                    <m:t>𝟏</m:t>
                                  </m:r>
                                </m:sub>
                              </m:sSub>
                            </m:oMath>
                          </a14:m>
                          <a:r>
                            <a:rPr lang="pt-BR" sz="1600" b="1" dirty="0">
                              <a:solidFill>
                                <a:srgbClr val="C00000"/>
                              </a:solidFill>
                            </a:rPr>
                            <a:t>) </a:t>
                          </a:r>
                          <a:endParaRPr lang="en-US" sz="1600" dirty="0"/>
                        </a:p>
                      </a:txBody>
                      <a:tcPr/>
                    </a:tc>
                    <a:tc>
                      <a:txBody>
                        <a:bodyPr/>
                        <a:lstStyle/>
                        <a:p>
                          <a:r>
                            <a:rPr lang="en-US" sz="1600" dirty="0"/>
                            <a:t>YOR184W</a:t>
                          </a:r>
                        </a:p>
                      </a:txBody>
                      <a:tcPr/>
                    </a:tc>
                    <a:extLst>
                      <a:ext uri="{0D108BD9-81ED-4DB2-BD59-A6C34878D82A}">
                        <a16:rowId xmlns:a16="http://schemas.microsoft.com/office/drawing/2014/main" val="652912411"/>
                      </a:ext>
                    </a:extLst>
                  </a:tr>
                  <a:tr h="274320">
                    <a:tc>
                      <a:txBody>
                        <a:bodyPr/>
                        <a:lstStyle/>
                        <a:p>
                          <a:pPr algn="l"/>
                          <a14:m>
                            <m:oMath xmlns:m="http://schemas.openxmlformats.org/officeDocument/2006/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a:rPr lang="de-DE" sz="1800" b="0" i="1" smtClean="0">
                                      <a:latin typeface="Cambria Math" panose="02040503050406030204" pitchFamily="18" charset="0"/>
                                    </a:rPr>
                                    <m:t>22</m:t>
                                  </m:r>
                                </m:sub>
                              </m:sSub>
                            </m:oMath>
                          </a14:m>
                          <a:r>
                            <a:rPr lang="en-US" sz="1800" dirty="0"/>
                            <a:t> </a:t>
                          </a:r>
                        </a:p>
                      </a:txBody>
                      <a:tcPr/>
                    </a:tc>
                    <a:tc>
                      <a:txBody>
                        <a:bodyPr/>
                        <a:lstStyle/>
                        <a:p>
                          <a:r>
                            <a:rPr lang="en-US" sz="1600" dirty="0"/>
                            <a:t>3-phospho-serine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de-DE" sz="1600" b="1" i="0" dirty="0" smtClean="0">
                                      <a:solidFill>
                                        <a:srgbClr val="C00000"/>
                                      </a:solidFill>
                                      <a:latin typeface="Cambria Math" panose="02040503050406030204" pitchFamily="18" charset="0"/>
                                    </a:rPr>
                                    <m:t>2</m:t>
                                  </m:r>
                                  <m:r>
                                    <a:rPr lang="pt-BR" sz="1600" b="1" i="0" dirty="0" smtClean="0">
                                      <a:solidFill>
                                        <a:srgbClr val="C00000"/>
                                      </a:solidFill>
                                      <a:latin typeface="Cambria Math" panose="02040503050406030204" pitchFamily="18" charset="0"/>
                                    </a:rPr>
                                    <m:t>𝟏</m:t>
                                  </m:r>
                                </m:sub>
                              </m:sSub>
                            </m:oMath>
                          </a14:m>
                          <a:r>
                            <a:rPr lang="pt-BR" sz="1600" b="1" dirty="0">
                              <a:solidFill>
                                <a:srgbClr val="C00000"/>
                              </a:solidFill>
                            </a:rPr>
                            <a:t>) </a:t>
                          </a:r>
                          <a:r>
                            <a:rPr lang="en-US" sz="1600" dirty="0"/>
                            <a:t>+ H2O</a:t>
                          </a:r>
                        </a:p>
                      </a:txBody>
                      <a:tcPr/>
                    </a:tc>
                    <a:tc>
                      <a:txBody>
                        <a:bodyPr/>
                        <a:lstStyle/>
                        <a:p>
                          <a:r>
                            <a:rPr lang="en-US" sz="1600" dirty="0"/>
                            <a:t>L-serine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de-DE" sz="1600" b="1" i="0" dirty="0" smtClean="0">
                                      <a:solidFill>
                                        <a:srgbClr val="C00000"/>
                                      </a:solidFill>
                                      <a:latin typeface="Cambria Math" panose="02040503050406030204" pitchFamily="18" charset="0"/>
                                    </a:rPr>
                                    <m:t>2</m:t>
                                  </m:r>
                                  <m:r>
                                    <a:rPr lang="de-DE" sz="1600" b="1" i="1" dirty="0" smtClean="0">
                                      <a:solidFill>
                                        <a:srgbClr val="C00000"/>
                                      </a:solidFill>
                                      <a:latin typeface="Cambria Math" panose="02040503050406030204" pitchFamily="18" charset="0"/>
                                    </a:rPr>
                                    <m:t>2</m:t>
                                  </m:r>
                                </m:sub>
                              </m:sSub>
                            </m:oMath>
                          </a14:m>
                          <a:r>
                            <a:rPr lang="pt-BR" sz="1600" b="1" dirty="0">
                              <a:solidFill>
                                <a:srgbClr val="C00000"/>
                              </a:solidFill>
                            </a:rPr>
                            <a:t>) </a:t>
                          </a:r>
                          <a:r>
                            <a:rPr lang="en-US" sz="1600" dirty="0"/>
                            <a:t> + phosphate</a:t>
                          </a:r>
                        </a:p>
                      </a:txBody>
                      <a:tcPr/>
                    </a:tc>
                    <a:tc>
                      <a:txBody>
                        <a:bodyPr/>
                        <a:lstStyle/>
                        <a:p>
                          <a:r>
                            <a:rPr lang="en-US" sz="1600" dirty="0"/>
                            <a:t>YGR208W</a:t>
                          </a:r>
                        </a:p>
                      </a:txBody>
                      <a:tcPr/>
                    </a:tc>
                    <a:extLst>
                      <a:ext uri="{0D108BD9-81ED-4DB2-BD59-A6C34878D82A}">
                        <a16:rowId xmlns:a16="http://schemas.microsoft.com/office/drawing/2014/main" val="2113626482"/>
                      </a:ext>
                    </a:extLst>
                  </a:tr>
                  <a:tr h="274320">
                    <a:tc>
                      <a:txBody>
                        <a:bodyPr/>
                        <a:lstStyle/>
                        <a:p>
                          <a:pPr algn="l"/>
                          <a14:m>
                            <m:oMath xmlns:m="http://schemas.openxmlformats.org/officeDocument/2006/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m:rPr>
                                      <m:sty m:val="p"/>
                                    </m:rPr>
                                    <a:rPr lang="de-DE" sz="1800" b="0" i="1" smtClean="0">
                                      <a:latin typeface="Cambria Math" panose="02040503050406030204" pitchFamily="18" charset="0"/>
                                    </a:rPr>
                                    <m:t>out</m:t>
                                  </m:r>
                                </m:sub>
                              </m:sSub>
                            </m:oMath>
                          </a14:m>
                          <a:r>
                            <a:rPr lang="en-US" sz="1800" dirty="0"/>
                            <a:t> </a:t>
                          </a:r>
                        </a:p>
                      </a:txBody>
                      <a:tcPr/>
                    </a:tc>
                    <a:tc>
                      <a:txBody>
                        <a:bodyPr/>
                        <a:lstStyle/>
                        <a:p>
                          <a:r>
                            <a:rPr lang="en-US" sz="1600" dirty="0"/>
                            <a:t>THF</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pt-BR" sz="1600" b="1" i="0" dirty="0" smtClean="0">
                                      <a:solidFill>
                                        <a:srgbClr val="C00000"/>
                                      </a:solidFill>
                                      <a:latin typeface="Cambria Math" panose="02040503050406030204" pitchFamily="18" charset="0"/>
                                    </a:rPr>
                                    <m:t>𝟏</m:t>
                                  </m:r>
                                  <m:r>
                                    <a:rPr lang="de-DE" sz="1600" b="1" i="1" dirty="0" smtClean="0">
                                      <a:solidFill>
                                        <a:srgbClr val="C00000"/>
                                      </a:solidFill>
                                      <a:latin typeface="Cambria Math" panose="02040503050406030204" pitchFamily="18" charset="0"/>
                                    </a:rPr>
                                    <m:t>2</m:t>
                                  </m:r>
                                </m:sub>
                              </m:sSub>
                            </m:oMath>
                          </a14:m>
                          <a:r>
                            <a:rPr lang="pt-BR" sz="1600" b="1" dirty="0">
                              <a:solidFill>
                                <a:srgbClr val="C00000"/>
                              </a:solidFill>
                            </a:rPr>
                            <a:t>) </a:t>
                          </a:r>
                          <a:r>
                            <a:rPr lang="pt-BR" sz="1600" b="0" dirty="0">
                              <a:solidFill>
                                <a:schemeClr val="tx1"/>
                              </a:solidFill>
                            </a:rPr>
                            <a:t>+</a:t>
                          </a:r>
                          <a:r>
                            <a:rPr lang="en-US" sz="1600" dirty="0"/>
                            <a:t>L-serine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de-DE" sz="1600" b="1" i="0" dirty="0" smtClean="0">
                                      <a:solidFill>
                                        <a:srgbClr val="C00000"/>
                                      </a:solidFill>
                                      <a:latin typeface="Cambria Math" panose="02040503050406030204" pitchFamily="18" charset="0"/>
                                    </a:rPr>
                                    <m:t>2</m:t>
                                  </m:r>
                                  <m:r>
                                    <a:rPr lang="de-DE" sz="1600" b="1" i="1" dirty="0" smtClean="0">
                                      <a:solidFill>
                                        <a:srgbClr val="C00000"/>
                                      </a:solidFill>
                                      <a:latin typeface="Cambria Math" panose="02040503050406030204" pitchFamily="18" charset="0"/>
                                    </a:rPr>
                                    <m:t>2</m:t>
                                  </m:r>
                                </m:sub>
                              </m:sSub>
                            </m:oMath>
                          </a14:m>
                          <a:r>
                            <a:rPr lang="pt-BR" sz="1600" b="1" dirty="0">
                              <a:solidFill>
                                <a:srgbClr val="C00000"/>
                              </a:solidFill>
                            </a:rPr>
                            <a:t>) </a:t>
                          </a:r>
                          <a:endParaRPr lang="en-US" sz="1600" dirty="0"/>
                        </a:p>
                      </a:txBody>
                      <a:tcPr/>
                    </a:tc>
                    <a:tc>
                      <a:txBody>
                        <a:bodyPr/>
                        <a:lstStyle/>
                        <a:p>
                          <a:r>
                            <a:rPr lang="en-US" sz="1600" dirty="0"/>
                            <a:t>5,10-methylenetetrahydrofolate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m:rPr>
                                      <m:sty m:val="p"/>
                                    </m:rPr>
                                    <a:rPr lang="de-DE" sz="1600" b="1" i="1" dirty="0" smtClean="0">
                                      <a:solidFill>
                                        <a:srgbClr val="C00000"/>
                                      </a:solidFill>
                                      <a:latin typeface="Cambria Math" panose="02040503050406030204" pitchFamily="18" charset="0"/>
                                    </a:rPr>
                                    <m:t>out</m:t>
                                  </m:r>
                                </m:sub>
                              </m:sSub>
                            </m:oMath>
                          </a14:m>
                          <a:r>
                            <a:rPr lang="pt-BR" sz="1600" b="1" dirty="0">
                              <a:solidFill>
                                <a:srgbClr val="C00000"/>
                              </a:solidFill>
                            </a:rPr>
                            <a:t>) </a:t>
                          </a:r>
                          <a:r>
                            <a:rPr lang="en-US" sz="1600" dirty="0"/>
                            <a:t>+ H2O + L-glycine</a:t>
                          </a:r>
                        </a:p>
                      </a:txBody>
                      <a:tcPr/>
                    </a:tc>
                    <a:tc>
                      <a:txBody>
                        <a:bodyPr/>
                        <a:lstStyle/>
                        <a:p>
                          <a:r>
                            <a:rPr lang="en-US" sz="1600" dirty="0"/>
                            <a:t>YLR058C</a:t>
                          </a:r>
                        </a:p>
                      </a:txBody>
                      <a:tcPr/>
                    </a:tc>
                    <a:extLst>
                      <a:ext uri="{0D108BD9-81ED-4DB2-BD59-A6C34878D82A}">
                        <a16:rowId xmlns:a16="http://schemas.microsoft.com/office/drawing/2014/main" val="2606163442"/>
                      </a:ext>
                    </a:extLst>
                  </a:tr>
                </a:tbl>
              </a:graphicData>
            </a:graphic>
          </p:graphicFrame>
        </mc:Choice>
        <mc:Fallback xmlns="">
          <p:graphicFrame>
            <p:nvGraphicFramePr>
              <p:cNvPr id="31" name="Table 30">
                <a:extLst>
                  <a:ext uri="{FF2B5EF4-FFF2-40B4-BE49-F238E27FC236}">
                    <a16:creationId xmlns:a16="http://schemas.microsoft.com/office/drawing/2014/main" id="{CCD76CF6-F4DA-E931-3190-4F26C7AC01AD}"/>
                  </a:ext>
                </a:extLst>
              </p:cNvPr>
              <p:cNvGraphicFramePr>
                <a:graphicFrameLocks noGrp="1"/>
              </p:cNvGraphicFramePr>
              <p:nvPr>
                <p:extLst>
                  <p:ext uri="{D42A27DB-BD31-4B8C-83A1-F6EECF244321}">
                    <p14:modId xmlns:p14="http://schemas.microsoft.com/office/powerpoint/2010/main" val="1337494845"/>
                  </p:ext>
                </p:extLst>
              </p:nvPr>
            </p:nvGraphicFramePr>
            <p:xfrm>
              <a:off x="50367" y="3350968"/>
              <a:ext cx="10564026" cy="2346960"/>
            </p:xfrm>
            <a:graphic>
              <a:graphicData uri="http://schemas.openxmlformats.org/drawingml/2006/table">
                <a:tbl>
                  <a:tblPr firstRow="1" bandRow="1">
                    <a:tableStyleId>{C4B1156A-380E-4F78-BDF5-A606A8083BF9}</a:tableStyleId>
                  </a:tblPr>
                  <a:tblGrid>
                    <a:gridCol w="498273">
                      <a:extLst>
                        <a:ext uri="{9D8B030D-6E8A-4147-A177-3AD203B41FA5}">
                          <a16:colId xmlns:a16="http://schemas.microsoft.com/office/drawing/2014/main" val="2247704463"/>
                        </a:ext>
                      </a:extLst>
                    </a:gridCol>
                    <a:gridCol w="4410480">
                      <a:extLst>
                        <a:ext uri="{9D8B030D-6E8A-4147-A177-3AD203B41FA5}">
                          <a16:colId xmlns:a16="http://schemas.microsoft.com/office/drawing/2014/main" val="1120151498"/>
                        </a:ext>
                      </a:extLst>
                    </a:gridCol>
                    <a:gridCol w="4550640">
                      <a:extLst>
                        <a:ext uri="{9D8B030D-6E8A-4147-A177-3AD203B41FA5}">
                          <a16:colId xmlns:a16="http://schemas.microsoft.com/office/drawing/2014/main" val="1146850531"/>
                        </a:ext>
                      </a:extLst>
                    </a:gridCol>
                    <a:gridCol w="1104633">
                      <a:extLst>
                        <a:ext uri="{9D8B030D-6E8A-4147-A177-3AD203B41FA5}">
                          <a16:colId xmlns:a16="http://schemas.microsoft.com/office/drawing/2014/main" val="2587608585"/>
                        </a:ext>
                      </a:extLst>
                    </a:gridCol>
                  </a:tblGrid>
                  <a:tr h="304800">
                    <a:tc>
                      <a:txBody>
                        <a:bodyPr/>
                        <a:lstStyle/>
                        <a:p>
                          <a:pPr algn="l"/>
                          <a:endParaRPr lang="en-US" sz="1400" dirty="0"/>
                        </a:p>
                      </a:txBody>
                      <a:tcPr/>
                    </a:tc>
                    <a:tc>
                      <a:txBody>
                        <a:bodyPr/>
                        <a:lstStyle/>
                        <a:p>
                          <a:r>
                            <a:rPr lang="en-US" sz="1400" b="1" dirty="0"/>
                            <a:t>Reactant</a:t>
                          </a:r>
                        </a:p>
                      </a:txBody>
                      <a:tcPr/>
                    </a:tc>
                    <a:tc>
                      <a:txBody>
                        <a:bodyPr/>
                        <a:lstStyle/>
                        <a:p>
                          <a:r>
                            <a:rPr lang="en-US" sz="1400" b="1" dirty="0"/>
                            <a:t>Product</a:t>
                          </a:r>
                        </a:p>
                      </a:txBody>
                      <a:tcPr/>
                    </a:tc>
                    <a:tc>
                      <a:txBody>
                        <a:bodyPr/>
                        <a:lstStyle/>
                        <a:p>
                          <a:r>
                            <a:rPr lang="en-US" sz="1400" b="1" dirty="0"/>
                            <a:t>Genes</a:t>
                          </a:r>
                        </a:p>
                      </a:txBody>
                      <a:tcPr/>
                    </a:tc>
                    <a:extLst>
                      <a:ext uri="{0D108BD9-81ED-4DB2-BD59-A6C34878D82A}">
                        <a16:rowId xmlns:a16="http://schemas.microsoft.com/office/drawing/2014/main" val="830326239"/>
                      </a:ext>
                    </a:extLst>
                  </a:tr>
                  <a:tr h="365760">
                    <a:tc>
                      <a:txBody>
                        <a:bodyPr/>
                        <a:lstStyle/>
                        <a:p>
                          <a:endParaRPr lang="LID4096"/>
                        </a:p>
                      </a:txBody>
                      <a:tcPr>
                        <a:blipFill>
                          <a:blip r:embed="rId3"/>
                          <a:stretch>
                            <a:fillRect l="-1220" t="-85000" r="-2017073" b="-481667"/>
                          </a:stretch>
                        </a:blipFill>
                      </a:tcPr>
                    </a:tc>
                    <a:tc>
                      <a:txBody>
                        <a:bodyPr/>
                        <a:lstStyle/>
                        <a:p>
                          <a:endParaRPr lang="LID4096"/>
                        </a:p>
                      </a:txBody>
                      <a:tcPr>
                        <a:blipFill>
                          <a:blip r:embed="rId3"/>
                          <a:stretch>
                            <a:fillRect l="-11464" t="-85000" r="-128453" b="-481667"/>
                          </a:stretch>
                        </a:blipFill>
                      </a:tcPr>
                    </a:tc>
                    <a:tc>
                      <a:txBody>
                        <a:bodyPr/>
                        <a:lstStyle/>
                        <a:p>
                          <a:endParaRPr lang="LID4096"/>
                        </a:p>
                      </a:txBody>
                      <a:tcPr>
                        <a:blipFill>
                          <a:blip r:embed="rId3"/>
                          <a:stretch>
                            <a:fillRect l="-108032" t="-85000" r="-24498" b="-481667"/>
                          </a:stretch>
                        </a:blipFill>
                      </a:tcPr>
                    </a:tc>
                    <a:tc>
                      <a:txBody>
                        <a:bodyPr/>
                        <a:lstStyle/>
                        <a:p>
                          <a:r>
                            <a:rPr lang="en-US" sz="1600" b="0" dirty="0"/>
                            <a:t>YMR113W</a:t>
                          </a:r>
                        </a:p>
                      </a:txBody>
                      <a:tcPr/>
                    </a:tc>
                    <a:extLst>
                      <a:ext uri="{0D108BD9-81ED-4DB2-BD59-A6C34878D82A}">
                        <a16:rowId xmlns:a16="http://schemas.microsoft.com/office/drawing/2014/main" val="4006369147"/>
                      </a:ext>
                    </a:extLst>
                  </a:tr>
                  <a:tr h="365760">
                    <a:tc>
                      <a:txBody>
                        <a:bodyPr/>
                        <a:lstStyle/>
                        <a:p>
                          <a:endParaRPr lang="LID4096"/>
                        </a:p>
                      </a:txBody>
                      <a:tcPr>
                        <a:blipFill>
                          <a:blip r:embed="rId3"/>
                          <a:stretch>
                            <a:fillRect l="-1220" t="-185000" r="-2017073" b="-381667"/>
                          </a:stretch>
                        </a:blipFill>
                      </a:tcPr>
                    </a:tc>
                    <a:tc>
                      <a:txBody>
                        <a:bodyPr/>
                        <a:lstStyle/>
                        <a:p>
                          <a:endParaRPr lang="LID4096"/>
                        </a:p>
                      </a:txBody>
                      <a:tcPr>
                        <a:blipFill>
                          <a:blip r:embed="rId3"/>
                          <a:stretch>
                            <a:fillRect l="-11464" t="-185000" r="-128453" b="-381667"/>
                          </a:stretch>
                        </a:blipFill>
                      </a:tcPr>
                    </a:tc>
                    <a:tc>
                      <a:txBody>
                        <a:bodyPr/>
                        <a:lstStyle/>
                        <a:p>
                          <a:endParaRPr lang="LID4096"/>
                        </a:p>
                      </a:txBody>
                      <a:tcPr>
                        <a:blipFill>
                          <a:blip r:embed="rId3"/>
                          <a:stretch>
                            <a:fillRect l="-108032" t="-185000" r="-24498" b="-381667"/>
                          </a:stretch>
                        </a:blipFill>
                      </a:tcPr>
                    </a:tc>
                    <a:tc>
                      <a:txBody>
                        <a:bodyPr/>
                        <a:lstStyle/>
                        <a:p>
                          <a:r>
                            <a:rPr lang="en-US" sz="1600" dirty="0"/>
                            <a:t>YOR236W</a:t>
                          </a:r>
                        </a:p>
                      </a:txBody>
                      <a:tcPr/>
                    </a:tc>
                    <a:extLst>
                      <a:ext uri="{0D108BD9-81ED-4DB2-BD59-A6C34878D82A}">
                        <a16:rowId xmlns:a16="http://schemas.microsoft.com/office/drawing/2014/main" val="1526051723"/>
                      </a:ext>
                    </a:extLst>
                  </a:tr>
                  <a:tr h="365760">
                    <a:tc>
                      <a:txBody>
                        <a:bodyPr/>
                        <a:lstStyle/>
                        <a:p>
                          <a:endParaRPr lang="LID4096"/>
                        </a:p>
                      </a:txBody>
                      <a:tcPr>
                        <a:blipFill>
                          <a:blip r:embed="rId3"/>
                          <a:stretch>
                            <a:fillRect l="-1220" t="-280328" r="-2017073" b="-275410"/>
                          </a:stretch>
                        </a:blipFill>
                      </a:tcPr>
                    </a:tc>
                    <a:tc>
                      <a:txBody>
                        <a:bodyPr/>
                        <a:lstStyle/>
                        <a:p>
                          <a:endParaRPr lang="LID4096"/>
                        </a:p>
                      </a:txBody>
                      <a:tcPr>
                        <a:blipFill>
                          <a:blip r:embed="rId3"/>
                          <a:stretch>
                            <a:fillRect l="-11464" t="-280328" r="-128453" b="-275410"/>
                          </a:stretch>
                        </a:blipFill>
                      </a:tcPr>
                    </a:tc>
                    <a:tc>
                      <a:txBody>
                        <a:bodyPr/>
                        <a:lstStyle/>
                        <a:p>
                          <a:endParaRPr lang="LID4096"/>
                        </a:p>
                      </a:txBody>
                      <a:tcPr>
                        <a:blipFill>
                          <a:blip r:embed="rId3"/>
                          <a:stretch>
                            <a:fillRect l="-108032" t="-280328" r="-24498" b="-275410"/>
                          </a:stretch>
                        </a:blipFill>
                      </a:tcPr>
                    </a:tc>
                    <a:tc>
                      <a:txBody>
                        <a:bodyPr/>
                        <a:lstStyle/>
                        <a:p>
                          <a:r>
                            <a:rPr lang="en-US" sz="1600" dirty="0"/>
                            <a:t>YOR184W</a:t>
                          </a:r>
                        </a:p>
                      </a:txBody>
                      <a:tcPr/>
                    </a:tc>
                    <a:extLst>
                      <a:ext uri="{0D108BD9-81ED-4DB2-BD59-A6C34878D82A}">
                        <a16:rowId xmlns:a16="http://schemas.microsoft.com/office/drawing/2014/main" val="652912411"/>
                      </a:ext>
                    </a:extLst>
                  </a:tr>
                  <a:tr h="365760">
                    <a:tc>
                      <a:txBody>
                        <a:bodyPr/>
                        <a:lstStyle/>
                        <a:p>
                          <a:endParaRPr lang="LID4096"/>
                        </a:p>
                      </a:txBody>
                      <a:tcPr>
                        <a:blipFill>
                          <a:blip r:embed="rId3"/>
                          <a:stretch>
                            <a:fillRect l="-1220" t="-386667" r="-2017073" b="-180000"/>
                          </a:stretch>
                        </a:blipFill>
                      </a:tcPr>
                    </a:tc>
                    <a:tc>
                      <a:txBody>
                        <a:bodyPr/>
                        <a:lstStyle/>
                        <a:p>
                          <a:endParaRPr lang="LID4096"/>
                        </a:p>
                      </a:txBody>
                      <a:tcPr>
                        <a:blipFill>
                          <a:blip r:embed="rId3"/>
                          <a:stretch>
                            <a:fillRect l="-11464" t="-386667" r="-128453" b="-180000"/>
                          </a:stretch>
                        </a:blipFill>
                      </a:tcPr>
                    </a:tc>
                    <a:tc>
                      <a:txBody>
                        <a:bodyPr/>
                        <a:lstStyle/>
                        <a:p>
                          <a:endParaRPr lang="LID4096"/>
                        </a:p>
                      </a:txBody>
                      <a:tcPr>
                        <a:blipFill>
                          <a:blip r:embed="rId3"/>
                          <a:stretch>
                            <a:fillRect l="-108032" t="-386667" r="-24498" b="-180000"/>
                          </a:stretch>
                        </a:blipFill>
                      </a:tcPr>
                    </a:tc>
                    <a:tc>
                      <a:txBody>
                        <a:bodyPr/>
                        <a:lstStyle/>
                        <a:p>
                          <a:r>
                            <a:rPr lang="en-US" sz="1600" dirty="0"/>
                            <a:t>YGR208W</a:t>
                          </a:r>
                        </a:p>
                      </a:txBody>
                      <a:tcPr/>
                    </a:tc>
                    <a:extLst>
                      <a:ext uri="{0D108BD9-81ED-4DB2-BD59-A6C34878D82A}">
                        <a16:rowId xmlns:a16="http://schemas.microsoft.com/office/drawing/2014/main" val="2113626482"/>
                      </a:ext>
                    </a:extLst>
                  </a:tr>
                  <a:tr h="579120">
                    <a:tc>
                      <a:txBody>
                        <a:bodyPr/>
                        <a:lstStyle/>
                        <a:p>
                          <a:endParaRPr lang="LID4096"/>
                        </a:p>
                      </a:txBody>
                      <a:tcPr>
                        <a:blipFill>
                          <a:blip r:embed="rId3"/>
                          <a:stretch>
                            <a:fillRect l="-1220" t="-307368" r="-2017073" b="-13684"/>
                          </a:stretch>
                        </a:blipFill>
                      </a:tcPr>
                    </a:tc>
                    <a:tc>
                      <a:txBody>
                        <a:bodyPr/>
                        <a:lstStyle/>
                        <a:p>
                          <a:endParaRPr lang="LID4096"/>
                        </a:p>
                      </a:txBody>
                      <a:tcPr>
                        <a:blipFill>
                          <a:blip r:embed="rId3"/>
                          <a:stretch>
                            <a:fillRect l="-11464" t="-307368" r="-128453" b="-13684"/>
                          </a:stretch>
                        </a:blipFill>
                      </a:tcPr>
                    </a:tc>
                    <a:tc>
                      <a:txBody>
                        <a:bodyPr/>
                        <a:lstStyle/>
                        <a:p>
                          <a:endParaRPr lang="LID4096"/>
                        </a:p>
                      </a:txBody>
                      <a:tcPr>
                        <a:blipFill>
                          <a:blip r:embed="rId3"/>
                          <a:stretch>
                            <a:fillRect l="-108032" t="-307368" r="-24498" b="-13684"/>
                          </a:stretch>
                        </a:blipFill>
                      </a:tcPr>
                    </a:tc>
                    <a:tc>
                      <a:txBody>
                        <a:bodyPr/>
                        <a:lstStyle/>
                        <a:p>
                          <a:r>
                            <a:rPr lang="en-US" sz="1600" dirty="0"/>
                            <a:t>YLR058C</a:t>
                          </a:r>
                        </a:p>
                      </a:txBody>
                      <a:tcPr/>
                    </a:tc>
                    <a:extLst>
                      <a:ext uri="{0D108BD9-81ED-4DB2-BD59-A6C34878D82A}">
                        <a16:rowId xmlns:a16="http://schemas.microsoft.com/office/drawing/2014/main" val="2606163442"/>
                      </a:ext>
                    </a:extLst>
                  </a:tr>
                </a:tbl>
              </a:graphicData>
            </a:graphic>
          </p:graphicFrame>
        </mc:Fallback>
      </mc:AlternateContent>
      <p:sp>
        <p:nvSpPr>
          <p:cNvPr id="35" name="TextBox 34">
            <a:extLst>
              <a:ext uri="{FF2B5EF4-FFF2-40B4-BE49-F238E27FC236}">
                <a16:creationId xmlns:a16="http://schemas.microsoft.com/office/drawing/2014/main" id="{397E38FA-3DA1-EC4D-9637-68ED749A3F52}"/>
              </a:ext>
            </a:extLst>
          </p:cNvPr>
          <p:cNvSpPr txBox="1"/>
          <p:nvPr/>
        </p:nvSpPr>
        <p:spPr>
          <a:xfrm>
            <a:off x="84667" y="2568375"/>
            <a:ext cx="6162521" cy="461665"/>
          </a:xfrm>
          <a:prstGeom prst="rect">
            <a:avLst/>
          </a:prstGeom>
          <a:noFill/>
        </p:spPr>
        <p:txBody>
          <a:bodyPr wrap="none" rtlCol="0">
            <a:spAutoFit/>
          </a:bodyPr>
          <a:lstStyle/>
          <a:p>
            <a:r>
              <a:rPr lang="en-US" sz="2400" dirty="0"/>
              <a:t>Set of Enzyme-mediated Chemical Reactions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846E7A6-466B-9303-66C8-4EE8E7582046}"/>
                  </a:ext>
                </a:extLst>
              </p:cNvPr>
              <p:cNvSpPr txBox="1"/>
              <p:nvPr/>
            </p:nvSpPr>
            <p:spPr>
              <a:xfrm>
                <a:off x="5417946" y="166654"/>
                <a:ext cx="633668" cy="369332"/>
              </a:xfrm>
              <a:prstGeom prst="rect">
                <a:avLst/>
              </a:prstGeom>
              <a:noFill/>
            </p:spPr>
            <p:txBody>
              <a:bodyPr wrap="square">
                <a:spAutoFit/>
              </a:bodyPr>
              <a:lstStyle/>
              <a:p>
                <a:pPr/>
                <a14:m>
                  <m:oMathPara xmlns:m="http://schemas.openxmlformats.org/officeDocument/2006/math">
                    <m:oMath>
                      <m:sSub>
                        <m:sSubPr>
                          <m:ctrlPr>
                            <a:rPr lang="de-DE" sz="1800" b="0" i="0" smtClean="0">
                              <a:solidFill>
                                <a:schemeClr val="tx1"/>
                              </a:solidFill>
                              <a:latin typeface="Cambria Math" panose="02040503050406030204" pitchFamily="18" charset="0"/>
                            </a:rPr>
                          </m:ctrlPr>
                        </m:sSubPr>
                        <m:e>
                          <m:r>
                            <m:rPr>
                              <m:sty m:val="p"/>
                            </m:rPr>
                            <a:rPr lang="de-DE" sz="1800" b="0" i="0" smtClean="0">
                              <a:solidFill>
                                <a:schemeClr val="tx1"/>
                              </a:solidFill>
                              <a:latin typeface="Cambria Math" panose="02040503050406030204" pitchFamily="18" charset="0"/>
                            </a:rPr>
                            <m:t>m</m:t>
                          </m:r>
                        </m:e>
                        <m:sub>
                          <m:r>
                            <a:rPr lang="de-DE" sz="1800" b="0" i="1" smtClean="0">
                              <a:solidFill>
                                <a:schemeClr val="tx1"/>
                              </a:solidFill>
                              <a:latin typeface="Cambria Math" panose="02040503050406030204" pitchFamily="18" charset="0"/>
                            </a:rPr>
                            <m:t>11</m:t>
                          </m:r>
                        </m:sub>
                      </m:sSub>
                    </m:oMath>
                  </m:oMathPara>
                </a14:m>
                <a:endParaRPr lang="en-US" dirty="0"/>
              </a:p>
            </p:txBody>
          </p:sp>
        </mc:Choice>
        <mc:Fallback xmlns="">
          <p:sp>
            <p:nvSpPr>
              <p:cNvPr id="11" name="TextBox 10">
                <a:extLst>
                  <a:ext uri="{FF2B5EF4-FFF2-40B4-BE49-F238E27FC236}">
                    <a16:creationId xmlns:a16="http://schemas.microsoft.com/office/drawing/2014/main" id="{D846E7A6-466B-9303-66C8-4EE8E7582046}"/>
                  </a:ext>
                </a:extLst>
              </p:cNvPr>
              <p:cNvSpPr txBox="1">
                <a:spLocks noRot="1" noChangeAspect="1" noMove="1" noResize="1" noEditPoints="1" noAdjustHandles="1" noChangeArrowheads="1" noChangeShapeType="1" noTextEdit="1"/>
              </p:cNvSpPr>
              <p:nvPr/>
            </p:nvSpPr>
            <p:spPr>
              <a:xfrm>
                <a:off x="5417946" y="166654"/>
                <a:ext cx="633668"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E1FD70BA-5747-10F0-1B19-08851158DFBD}"/>
                  </a:ext>
                </a:extLst>
              </p:cNvPr>
              <p:cNvSpPr txBox="1"/>
              <p:nvPr/>
            </p:nvSpPr>
            <p:spPr>
              <a:xfrm>
                <a:off x="6836845" y="533314"/>
                <a:ext cx="633668" cy="369332"/>
              </a:xfrm>
              <a:prstGeom prst="rect">
                <a:avLst/>
              </a:prstGeom>
              <a:noFill/>
            </p:spPr>
            <p:txBody>
              <a:bodyPr wrap="square">
                <a:spAutoFit/>
              </a:bodyPr>
              <a:lstStyle/>
              <a:p>
                <a:pPr/>
                <a14:m>
                  <m:oMathPara xmlns:m="http://schemas.openxmlformats.org/officeDocument/2006/math">
                    <m:oMath>
                      <m:sSub>
                        <m:sSubPr>
                          <m:ctrlPr>
                            <a:rPr lang="de-DE" sz="1800" b="0" i="0" smtClean="0">
                              <a:solidFill>
                                <a:schemeClr val="tx1"/>
                              </a:solidFill>
                              <a:latin typeface="Cambria Math" panose="02040503050406030204" pitchFamily="18" charset="0"/>
                            </a:rPr>
                          </m:ctrlPr>
                        </m:sSubPr>
                        <m:e>
                          <m:r>
                            <m:rPr>
                              <m:sty m:val="p"/>
                            </m:rPr>
                            <a:rPr lang="de-DE" sz="1800" b="0" i="0" smtClean="0">
                              <a:solidFill>
                                <a:schemeClr val="tx1"/>
                              </a:solidFill>
                              <a:latin typeface="Cambria Math" panose="02040503050406030204" pitchFamily="18" charset="0"/>
                            </a:rPr>
                            <m:t>m</m:t>
                          </m:r>
                        </m:e>
                        <m:sub>
                          <m:r>
                            <a:rPr lang="de-DE" sz="1800" b="0" i="1" smtClean="0">
                              <a:solidFill>
                                <a:schemeClr val="tx1"/>
                              </a:solidFill>
                              <a:latin typeface="Cambria Math" panose="02040503050406030204" pitchFamily="18" charset="0"/>
                            </a:rPr>
                            <m:t>12</m:t>
                          </m:r>
                        </m:sub>
                      </m:sSub>
                    </m:oMath>
                  </m:oMathPara>
                </a14:m>
                <a:endParaRPr lang="en-US" dirty="0"/>
              </a:p>
            </p:txBody>
          </p:sp>
        </mc:Choice>
        <mc:Fallback xmlns="">
          <p:sp>
            <p:nvSpPr>
              <p:cNvPr id="16" name="TextBox 15">
                <a:extLst>
                  <a:ext uri="{FF2B5EF4-FFF2-40B4-BE49-F238E27FC236}">
                    <a16:creationId xmlns:a16="http://schemas.microsoft.com/office/drawing/2014/main" id="{E1FD70BA-5747-10F0-1B19-08851158DFBD}"/>
                  </a:ext>
                </a:extLst>
              </p:cNvPr>
              <p:cNvSpPr txBox="1">
                <a:spLocks noRot="1" noChangeAspect="1" noMove="1" noResize="1" noEditPoints="1" noAdjustHandles="1" noChangeArrowheads="1" noChangeShapeType="1" noTextEdit="1"/>
              </p:cNvSpPr>
              <p:nvPr/>
            </p:nvSpPr>
            <p:spPr>
              <a:xfrm>
                <a:off x="6836845" y="533314"/>
                <a:ext cx="63366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E3A12BD6-3B80-4C8F-4774-BA70EB418576}"/>
                  </a:ext>
                </a:extLst>
              </p:cNvPr>
              <p:cNvSpPr txBox="1"/>
              <p:nvPr/>
            </p:nvSpPr>
            <p:spPr>
              <a:xfrm>
                <a:off x="5408190" y="1605547"/>
                <a:ext cx="633668" cy="369332"/>
              </a:xfrm>
              <a:prstGeom prst="rect">
                <a:avLst/>
              </a:prstGeom>
              <a:noFill/>
            </p:spPr>
            <p:txBody>
              <a:bodyPr wrap="square">
                <a:spAutoFit/>
              </a:bodyPr>
              <a:lstStyle/>
              <a:p>
                <a:pPr/>
                <a14:m>
                  <m:oMathPara xmlns:m="http://schemas.openxmlformats.org/officeDocument/2006/math">
                    <m:oMath>
                      <m:sSub>
                        <m:sSubPr>
                          <m:ctrlPr>
                            <a:rPr lang="de-DE" sz="1800" b="0" i="0" smtClean="0">
                              <a:solidFill>
                                <a:schemeClr val="tx1"/>
                              </a:solidFill>
                              <a:latin typeface="Cambria Math" panose="02040503050406030204" pitchFamily="18" charset="0"/>
                            </a:rPr>
                          </m:ctrlPr>
                        </m:sSubPr>
                        <m:e>
                          <m:r>
                            <m:rPr>
                              <m:sty m:val="p"/>
                            </m:rPr>
                            <a:rPr lang="de-DE" sz="1800" b="0" i="0" smtClean="0">
                              <a:solidFill>
                                <a:schemeClr val="tx1"/>
                              </a:solidFill>
                              <a:latin typeface="Cambria Math" panose="02040503050406030204" pitchFamily="18" charset="0"/>
                            </a:rPr>
                            <m:t>m</m:t>
                          </m:r>
                        </m:e>
                        <m:sub>
                          <m:r>
                            <a:rPr lang="de-DE" sz="1800" b="0" i="1" smtClean="0">
                              <a:solidFill>
                                <a:schemeClr val="tx1"/>
                              </a:solidFill>
                              <a:latin typeface="Cambria Math" panose="02040503050406030204" pitchFamily="18" charset="0"/>
                            </a:rPr>
                            <m:t>21</m:t>
                          </m:r>
                        </m:sub>
                      </m:sSub>
                    </m:oMath>
                  </m:oMathPara>
                </a14:m>
                <a:endParaRPr lang="en-US" dirty="0"/>
              </a:p>
            </p:txBody>
          </p:sp>
        </mc:Choice>
        <mc:Fallback xmlns="">
          <p:sp>
            <p:nvSpPr>
              <p:cNvPr id="39" name="TextBox 38">
                <a:extLst>
                  <a:ext uri="{FF2B5EF4-FFF2-40B4-BE49-F238E27FC236}">
                    <a16:creationId xmlns:a16="http://schemas.microsoft.com/office/drawing/2014/main" id="{E3A12BD6-3B80-4C8F-4774-BA70EB418576}"/>
                  </a:ext>
                </a:extLst>
              </p:cNvPr>
              <p:cNvSpPr txBox="1">
                <a:spLocks noRot="1" noChangeAspect="1" noMove="1" noResize="1" noEditPoints="1" noAdjustHandles="1" noChangeArrowheads="1" noChangeShapeType="1" noTextEdit="1"/>
              </p:cNvSpPr>
              <p:nvPr/>
            </p:nvSpPr>
            <p:spPr>
              <a:xfrm>
                <a:off x="5408190" y="1605547"/>
                <a:ext cx="63366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812A2753-542F-BD4E-D46A-10B98F85EBF2}"/>
                  </a:ext>
                </a:extLst>
              </p:cNvPr>
              <p:cNvSpPr txBox="1"/>
              <p:nvPr/>
            </p:nvSpPr>
            <p:spPr>
              <a:xfrm>
                <a:off x="6925044" y="1703849"/>
                <a:ext cx="633668" cy="369332"/>
              </a:xfrm>
              <a:prstGeom prst="rect">
                <a:avLst/>
              </a:prstGeom>
              <a:noFill/>
            </p:spPr>
            <p:txBody>
              <a:bodyPr wrap="square">
                <a:spAutoFit/>
              </a:bodyPr>
              <a:lstStyle/>
              <a:p>
                <a:pPr/>
                <a14:m>
                  <m:oMathPara xmlns:m="http://schemas.openxmlformats.org/officeDocument/2006/math">
                    <m:oMath>
                      <m:sSub>
                        <m:sSubPr>
                          <m:ctrlPr>
                            <a:rPr lang="de-DE" sz="1800" b="0" i="0" smtClean="0">
                              <a:solidFill>
                                <a:schemeClr val="tx1"/>
                              </a:solidFill>
                              <a:latin typeface="Cambria Math" panose="02040503050406030204" pitchFamily="18" charset="0"/>
                            </a:rPr>
                          </m:ctrlPr>
                        </m:sSubPr>
                        <m:e>
                          <m:r>
                            <m:rPr>
                              <m:sty m:val="p"/>
                            </m:rPr>
                            <a:rPr lang="de-DE" sz="1800" b="0" i="0" smtClean="0">
                              <a:solidFill>
                                <a:schemeClr val="tx1"/>
                              </a:solidFill>
                              <a:latin typeface="Cambria Math" panose="02040503050406030204" pitchFamily="18" charset="0"/>
                            </a:rPr>
                            <m:t>m</m:t>
                          </m:r>
                        </m:e>
                        <m:sub>
                          <m:r>
                            <a:rPr lang="de-DE" sz="1800" b="0" i="1" smtClean="0">
                              <a:solidFill>
                                <a:schemeClr val="tx1"/>
                              </a:solidFill>
                              <a:latin typeface="Cambria Math" panose="02040503050406030204" pitchFamily="18" charset="0"/>
                            </a:rPr>
                            <m:t>22</m:t>
                          </m:r>
                        </m:sub>
                      </m:sSub>
                    </m:oMath>
                  </m:oMathPara>
                </a14:m>
                <a:endParaRPr lang="en-US" dirty="0"/>
              </a:p>
            </p:txBody>
          </p:sp>
        </mc:Choice>
        <mc:Fallback xmlns="">
          <p:sp>
            <p:nvSpPr>
              <p:cNvPr id="44" name="TextBox 43">
                <a:extLst>
                  <a:ext uri="{FF2B5EF4-FFF2-40B4-BE49-F238E27FC236}">
                    <a16:creationId xmlns:a16="http://schemas.microsoft.com/office/drawing/2014/main" id="{812A2753-542F-BD4E-D46A-10B98F85EBF2}"/>
                  </a:ext>
                </a:extLst>
              </p:cNvPr>
              <p:cNvSpPr txBox="1">
                <a:spLocks noRot="1" noChangeAspect="1" noMove="1" noResize="1" noEditPoints="1" noAdjustHandles="1" noChangeArrowheads="1" noChangeShapeType="1" noTextEdit="1"/>
              </p:cNvSpPr>
              <p:nvPr/>
            </p:nvSpPr>
            <p:spPr>
              <a:xfrm>
                <a:off x="6925044" y="1703849"/>
                <a:ext cx="633668" cy="369332"/>
              </a:xfrm>
              <a:prstGeom prst="rect">
                <a:avLst/>
              </a:prstGeom>
              <a:blipFill>
                <a:blip r:embed="rId7"/>
                <a:stretch>
                  <a:fillRect/>
                </a:stretch>
              </a:blipFill>
            </p:spPr>
            <p:txBody>
              <a:bodyPr/>
              <a:lstStyle/>
              <a:p>
                <a:r>
                  <a:rPr lang="en-US">
                    <a:noFill/>
                  </a:rPr>
                  <a:t> </a:t>
                </a:r>
              </a:p>
            </p:txBody>
          </p:sp>
        </mc:Fallback>
      </mc:AlternateContent>
      <p:grpSp>
        <p:nvGrpSpPr>
          <p:cNvPr id="54" name="Group 53">
            <a:extLst>
              <a:ext uri="{FF2B5EF4-FFF2-40B4-BE49-F238E27FC236}">
                <a16:creationId xmlns:a16="http://schemas.microsoft.com/office/drawing/2014/main" id="{C6700E49-D354-FFB8-A9FA-43CC6DF90B83}"/>
              </a:ext>
            </a:extLst>
          </p:cNvPr>
          <p:cNvGrpSpPr/>
          <p:nvPr/>
        </p:nvGrpSpPr>
        <p:grpSpPr>
          <a:xfrm>
            <a:off x="3367055" y="137274"/>
            <a:ext cx="5234086" cy="2326548"/>
            <a:chOff x="3367055" y="137274"/>
            <a:chExt cx="5234086" cy="2326548"/>
          </a:xfrm>
        </p:grpSpPr>
        <p:grpSp>
          <p:nvGrpSpPr>
            <p:cNvPr id="22" name="Group 21">
              <a:extLst>
                <a:ext uri="{FF2B5EF4-FFF2-40B4-BE49-F238E27FC236}">
                  <a16:creationId xmlns:a16="http://schemas.microsoft.com/office/drawing/2014/main" id="{97FF7B67-5C47-433F-C2F8-2DE9EA680586}"/>
                </a:ext>
              </a:extLst>
            </p:cNvPr>
            <p:cNvGrpSpPr>
              <a:grpSpLocks noChangeAspect="1"/>
            </p:cNvGrpSpPr>
            <p:nvPr/>
          </p:nvGrpSpPr>
          <p:grpSpPr>
            <a:xfrm>
              <a:off x="3367055" y="137274"/>
              <a:ext cx="4769781" cy="2326548"/>
              <a:chOff x="3283415" y="292395"/>
              <a:chExt cx="5822202" cy="2839883"/>
            </a:xfrm>
          </p:grpSpPr>
          <p:cxnSp>
            <p:nvCxnSpPr>
              <p:cNvPr id="149" name="Straight Arrow Connector 148">
                <a:extLst>
                  <a:ext uri="{FF2B5EF4-FFF2-40B4-BE49-F238E27FC236}">
                    <a16:creationId xmlns:a16="http://schemas.microsoft.com/office/drawing/2014/main" id="{5F7D62C1-3516-34C3-6323-8A4F77D5C06A}"/>
                  </a:ext>
                </a:extLst>
              </p:cNvPr>
              <p:cNvCxnSpPr>
                <a:cxnSpLocks/>
                <a:endCxn id="46" idx="3"/>
              </p:cNvCxnSpPr>
              <p:nvPr/>
            </p:nvCxnSpPr>
            <p:spPr>
              <a:xfrm flipV="1">
                <a:off x="7050953" y="1927917"/>
                <a:ext cx="1032252" cy="732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5" name="Straight Arrow Connector 144">
                <a:extLst>
                  <a:ext uri="{FF2B5EF4-FFF2-40B4-BE49-F238E27FC236}">
                    <a16:creationId xmlns:a16="http://schemas.microsoft.com/office/drawing/2014/main" id="{EB2D8711-B436-CF9C-387A-FDA7894CDCBD}"/>
                  </a:ext>
                </a:extLst>
              </p:cNvPr>
              <p:cNvCxnSpPr>
                <a:cxnSpLocks/>
              </p:cNvCxnSpPr>
              <p:nvPr/>
            </p:nvCxnSpPr>
            <p:spPr>
              <a:xfrm>
                <a:off x="7101617" y="838200"/>
                <a:ext cx="998056" cy="6929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20038C65-6101-F1E0-02DB-423A8DF58C29}"/>
                  </a:ext>
                </a:extLst>
              </p:cNvPr>
              <p:cNvCxnSpPr>
                <a:cxnSpLocks/>
                <a:stCxn id="36" idx="6"/>
                <a:endCxn id="137" idx="2"/>
              </p:cNvCxnSpPr>
              <p:nvPr/>
            </p:nvCxnSpPr>
            <p:spPr>
              <a:xfrm flipV="1">
                <a:off x="5845780" y="2660264"/>
                <a:ext cx="760539" cy="16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2545D4AE-9F89-2371-E0C5-B0FA260A06F7}"/>
                  </a:ext>
                </a:extLst>
              </p:cNvPr>
              <p:cNvCxnSpPr>
                <a:cxnSpLocks/>
                <a:stCxn id="2" idx="6"/>
                <a:endCxn id="133" idx="2"/>
              </p:cNvCxnSpPr>
              <p:nvPr/>
            </p:nvCxnSpPr>
            <p:spPr>
              <a:xfrm>
                <a:off x="5849079" y="809532"/>
                <a:ext cx="773483" cy="84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74686247-38F1-34BD-B5AA-A0F53FDE9E82}"/>
                  </a:ext>
                </a:extLst>
              </p:cNvPr>
              <p:cNvCxnSpPr>
                <a:cxnSpLocks/>
                <a:endCxn id="2" idx="2"/>
              </p:cNvCxnSpPr>
              <p:nvPr/>
            </p:nvCxnSpPr>
            <p:spPr>
              <a:xfrm flipV="1">
                <a:off x="4523657" y="809532"/>
                <a:ext cx="776782" cy="9766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B28D034F-FCED-1F4E-9BAA-9439388753EA}"/>
                      </a:ext>
                    </a:extLst>
                  </p:cNvPr>
                  <p:cNvSpPr txBox="1"/>
                  <p:nvPr/>
                </p:nvSpPr>
                <p:spPr>
                  <a:xfrm>
                    <a:off x="3283415" y="1276094"/>
                    <a:ext cx="543340" cy="45082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in</m:t>
                              </m:r>
                            </m:sub>
                          </m:sSub>
                        </m:oMath>
                      </m:oMathPara>
                    </a14:m>
                    <a:endParaRPr lang="en-US" dirty="0">
                      <a:solidFill>
                        <a:schemeClr val="tx1"/>
                      </a:solidFill>
                    </a:endParaRPr>
                  </a:p>
                </p:txBody>
              </p:sp>
            </mc:Choice>
            <mc:Fallback xmlns="">
              <p:sp>
                <p:nvSpPr>
                  <p:cNvPr id="14" name="TextBox 13">
                    <a:extLst>
                      <a:ext uri="{FF2B5EF4-FFF2-40B4-BE49-F238E27FC236}">
                        <a16:creationId xmlns:a16="http://schemas.microsoft.com/office/drawing/2014/main" id="{B28D034F-FCED-1F4E-9BAA-9439388753EA}"/>
                      </a:ext>
                    </a:extLst>
                  </p:cNvPr>
                  <p:cNvSpPr txBox="1">
                    <a:spLocks noRot="1" noChangeAspect="1" noMove="1" noResize="1" noEditPoints="1" noAdjustHandles="1" noChangeArrowheads="1" noChangeShapeType="1" noTextEdit="1"/>
                  </p:cNvSpPr>
                  <p:nvPr/>
                </p:nvSpPr>
                <p:spPr>
                  <a:xfrm>
                    <a:off x="3283415" y="1276094"/>
                    <a:ext cx="543340" cy="450822"/>
                  </a:xfrm>
                  <a:prstGeom prst="rect">
                    <a:avLst/>
                  </a:prstGeom>
                  <a:blipFill>
                    <a:blip r:embed="rId8"/>
                    <a:stretch>
                      <a:fillRect r="-13699"/>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7A744C9F-BEED-355E-5D57-1F4DFF48873A}"/>
                  </a:ext>
                </a:extLst>
              </p:cNvPr>
              <p:cNvCxnSpPr>
                <a:cxnSpLocks/>
                <a:endCxn id="36" idx="2"/>
              </p:cNvCxnSpPr>
              <p:nvPr/>
            </p:nvCxnSpPr>
            <p:spPr>
              <a:xfrm>
                <a:off x="4523657" y="1786133"/>
                <a:ext cx="773483" cy="8758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EFFEE527-3DB1-4BA0-3C71-98AC60E1BB76}"/>
                  </a:ext>
                </a:extLst>
              </p:cNvPr>
              <p:cNvCxnSpPr>
                <a:cxnSpLocks/>
              </p:cNvCxnSpPr>
              <p:nvPr/>
            </p:nvCxnSpPr>
            <p:spPr>
              <a:xfrm flipV="1">
                <a:off x="8387577" y="1726916"/>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34" name="Group 33">
                <a:extLst>
                  <a:ext uri="{FF2B5EF4-FFF2-40B4-BE49-F238E27FC236}">
                    <a16:creationId xmlns:a16="http://schemas.microsoft.com/office/drawing/2014/main" id="{DDDAC4AB-E93F-5142-F24C-7102700177E5}"/>
                  </a:ext>
                </a:extLst>
              </p:cNvPr>
              <p:cNvGrpSpPr/>
              <p:nvPr/>
            </p:nvGrpSpPr>
            <p:grpSpPr>
              <a:xfrm>
                <a:off x="5300439" y="534254"/>
                <a:ext cx="587792" cy="550556"/>
                <a:chOff x="4764744" y="3666589"/>
                <a:chExt cx="587792" cy="550556"/>
              </a:xfrm>
            </p:grpSpPr>
            <p:sp>
              <p:nvSpPr>
                <p:cNvPr id="2" name="Oval 1">
                  <a:extLst>
                    <a:ext uri="{FF2B5EF4-FFF2-40B4-BE49-F238E27FC236}">
                      <a16:creationId xmlns:a16="http://schemas.microsoft.com/office/drawing/2014/main" id="{924C47E5-7776-CB3B-2333-B9F149411019}"/>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E28F1B4-2645-3A75-25AF-14CAFDD1B482}"/>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2E28F1B4-2645-3A75-25AF-14CAFDD1B48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9"/>
                      <a:stretch>
                        <a:fillRect/>
                      </a:stretch>
                    </a:blipFill>
                  </p:spPr>
                  <p:txBody>
                    <a:bodyPr/>
                    <a:lstStyle/>
                    <a:p>
                      <a:r>
                        <a:rPr lang="en-US">
                          <a:noFill/>
                        </a:rPr>
                        <a:t> </a:t>
                      </a:r>
                    </a:p>
                  </p:txBody>
                </p:sp>
              </mc:Fallback>
            </mc:AlternateContent>
          </p:grpSp>
          <p:sp>
            <p:nvSpPr>
              <p:cNvPr id="29" name="Rectangle 28">
                <a:extLst>
                  <a:ext uri="{FF2B5EF4-FFF2-40B4-BE49-F238E27FC236}">
                    <a16:creationId xmlns:a16="http://schemas.microsoft.com/office/drawing/2014/main" id="{637B2C17-C2F2-1C72-8DB9-2302C7A5DA81}"/>
                  </a:ext>
                </a:extLst>
              </p:cNvPr>
              <p:cNvSpPr/>
              <p:nvPr/>
            </p:nvSpPr>
            <p:spPr>
              <a:xfrm>
                <a:off x="4099942" y="292395"/>
                <a:ext cx="4667795" cy="283988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Oval 35">
                <a:extLst>
                  <a:ext uri="{FF2B5EF4-FFF2-40B4-BE49-F238E27FC236}">
                    <a16:creationId xmlns:a16="http://schemas.microsoft.com/office/drawing/2014/main" id="{68BA22FD-9916-94DC-1DC1-BEF4C6A777F9}"/>
                  </a:ext>
                </a:extLst>
              </p:cNvPr>
              <p:cNvSpPr>
                <a:spLocks noChangeAspect="1"/>
              </p:cNvSpPr>
              <p:nvPr/>
            </p:nvSpPr>
            <p:spPr>
              <a:xfrm>
                <a:off x="5297140" y="2386674"/>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45" name="Group 44">
                <a:extLst>
                  <a:ext uri="{FF2B5EF4-FFF2-40B4-BE49-F238E27FC236}">
                    <a16:creationId xmlns:a16="http://schemas.microsoft.com/office/drawing/2014/main" id="{D702B19F-F21F-146E-378E-EF301910ABF6}"/>
                  </a:ext>
                </a:extLst>
              </p:cNvPr>
              <p:cNvGrpSpPr/>
              <p:nvPr/>
            </p:nvGrpSpPr>
            <p:grpSpPr>
              <a:xfrm>
                <a:off x="7948290" y="1457988"/>
                <a:ext cx="603209" cy="550556"/>
                <a:chOff x="4710175" y="3666589"/>
                <a:chExt cx="603209" cy="550556"/>
              </a:xfrm>
            </p:grpSpPr>
            <p:sp>
              <p:nvSpPr>
                <p:cNvPr id="46" name="Oval 45">
                  <a:extLst>
                    <a:ext uri="{FF2B5EF4-FFF2-40B4-BE49-F238E27FC236}">
                      <a16:creationId xmlns:a16="http://schemas.microsoft.com/office/drawing/2014/main" id="{82EC54C1-B7DE-4A4D-A058-C3E7EA885EE7}"/>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0F6331D-DB16-62C2-5914-7ED27F213C36}"/>
                        </a:ext>
                      </a:extLst>
                    </p:cNvPr>
                    <p:cNvSpPr txBox="1"/>
                    <p:nvPr/>
                  </p:nvSpPr>
                  <p:spPr>
                    <a:xfrm>
                      <a:off x="4710175" y="3698505"/>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out</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0F6331D-DB16-62C2-5914-7ED27F213C36}"/>
                        </a:ext>
                      </a:extLst>
                    </p:cNvPr>
                    <p:cNvSpPr txBox="1">
                      <a:spLocks noRot="1" noChangeAspect="1" noMove="1" noResize="1" noEditPoints="1" noAdjustHandles="1" noChangeArrowheads="1" noChangeShapeType="1" noTextEdit="1"/>
                    </p:cNvSpPr>
                    <p:nvPr/>
                  </p:nvSpPr>
                  <p:spPr>
                    <a:xfrm>
                      <a:off x="4710175" y="3698505"/>
                      <a:ext cx="554854" cy="450822"/>
                    </a:xfrm>
                    <a:prstGeom prst="rect">
                      <a:avLst/>
                    </a:prstGeom>
                    <a:blipFill>
                      <a:blip r:embed="rId10"/>
                      <a:stretch>
                        <a:fillRect r="-12000"/>
                      </a:stretch>
                    </a:blipFill>
                  </p:spPr>
                  <p:txBody>
                    <a:bodyPr/>
                    <a:lstStyle/>
                    <a:p>
                      <a:r>
                        <a:rPr lang="en-US">
                          <a:noFill/>
                        </a:rPr>
                        <a:t> </a:t>
                      </a:r>
                    </a:p>
                  </p:txBody>
                </p:sp>
              </mc:Fallback>
            </mc:AlternateContent>
          </p:grpSp>
          <p:cxnSp>
            <p:nvCxnSpPr>
              <p:cNvPr id="48" name="Straight Arrow Connector 47">
                <a:extLst>
                  <a:ext uri="{FF2B5EF4-FFF2-40B4-BE49-F238E27FC236}">
                    <a16:creationId xmlns:a16="http://schemas.microsoft.com/office/drawing/2014/main" id="{9E478CC7-2C4A-86FE-BE03-322E8491E764}"/>
                  </a:ext>
                </a:extLst>
              </p:cNvPr>
              <p:cNvCxnSpPr>
                <a:cxnSpLocks/>
              </p:cNvCxnSpPr>
              <p:nvPr/>
            </p:nvCxnSpPr>
            <p:spPr>
              <a:xfrm flipV="1">
                <a:off x="3826755" y="1786133"/>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132" name="Group 131">
                <a:extLst>
                  <a:ext uri="{FF2B5EF4-FFF2-40B4-BE49-F238E27FC236}">
                    <a16:creationId xmlns:a16="http://schemas.microsoft.com/office/drawing/2014/main" id="{2C95B6F1-D906-A2B5-0230-63A594FCB2C7}"/>
                  </a:ext>
                </a:extLst>
              </p:cNvPr>
              <p:cNvGrpSpPr/>
              <p:nvPr/>
            </p:nvGrpSpPr>
            <p:grpSpPr>
              <a:xfrm>
                <a:off x="6622562" y="542721"/>
                <a:ext cx="587792" cy="550556"/>
                <a:chOff x="4764744" y="3666589"/>
                <a:chExt cx="587792" cy="550556"/>
              </a:xfrm>
            </p:grpSpPr>
            <p:sp>
              <p:nvSpPr>
                <p:cNvPr id="133" name="Oval 132">
                  <a:extLst>
                    <a:ext uri="{FF2B5EF4-FFF2-40B4-BE49-F238E27FC236}">
                      <a16:creationId xmlns:a16="http://schemas.microsoft.com/office/drawing/2014/main" id="{A49AC710-6DB7-3B70-8C9B-B5B590A3E775}"/>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34" name="TextBox 133">
                      <a:extLst>
                        <a:ext uri="{FF2B5EF4-FFF2-40B4-BE49-F238E27FC236}">
                          <a16:creationId xmlns:a16="http://schemas.microsoft.com/office/drawing/2014/main" id="{F7C092CE-EC16-862A-D8C4-5FB5A2D988E7}"/>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134" name="TextBox 133">
                      <a:extLst>
                        <a:ext uri="{FF2B5EF4-FFF2-40B4-BE49-F238E27FC236}">
                          <a16:creationId xmlns:a16="http://schemas.microsoft.com/office/drawing/2014/main" id="{F7C092CE-EC16-862A-D8C4-5FB5A2D988E7}"/>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11"/>
                      <a:stretch>
                        <a:fillRect/>
                      </a:stretch>
                    </a:blipFill>
                  </p:spPr>
                  <p:txBody>
                    <a:bodyPr/>
                    <a:lstStyle/>
                    <a:p>
                      <a:r>
                        <a:rPr lang="en-US">
                          <a:noFill/>
                        </a:rPr>
                        <a:t> </a:t>
                      </a:r>
                    </a:p>
                  </p:txBody>
                </p:sp>
              </mc:Fallback>
            </mc:AlternateContent>
          </p:grpSp>
          <p:grpSp>
            <p:nvGrpSpPr>
              <p:cNvPr id="136" name="Group 135">
                <a:extLst>
                  <a:ext uri="{FF2B5EF4-FFF2-40B4-BE49-F238E27FC236}">
                    <a16:creationId xmlns:a16="http://schemas.microsoft.com/office/drawing/2014/main" id="{9BF6DA7F-0F4F-45A6-88AD-83476836055F}"/>
                  </a:ext>
                </a:extLst>
              </p:cNvPr>
              <p:cNvGrpSpPr/>
              <p:nvPr/>
            </p:nvGrpSpPr>
            <p:grpSpPr>
              <a:xfrm>
                <a:off x="6606319" y="2384986"/>
                <a:ext cx="587792" cy="550556"/>
                <a:chOff x="4764744" y="3666589"/>
                <a:chExt cx="587792" cy="550556"/>
              </a:xfrm>
            </p:grpSpPr>
            <p:sp>
              <p:nvSpPr>
                <p:cNvPr id="137" name="Oval 136">
                  <a:extLst>
                    <a:ext uri="{FF2B5EF4-FFF2-40B4-BE49-F238E27FC236}">
                      <a16:creationId xmlns:a16="http://schemas.microsoft.com/office/drawing/2014/main" id="{79A0A130-D59D-AADC-791A-8AAD48C716C6}"/>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4513B7E4-98FA-71BD-6DCE-60167676D9B8}"/>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138" name="TextBox 137">
                      <a:extLst>
                        <a:ext uri="{FF2B5EF4-FFF2-40B4-BE49-F238E27FC236}">
                          <a16:creationId xmlns:a16="http://schemas.microsoft.com/office/drawing/2014/main" id="{4513B7E4-98FA-71BD-6DCE-60167676D9B8}"/>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12"/>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F0EDCC4A-BC29-7DA6-7EEC-6F2BC35BBA60}"/>
                      </a:ext>
                    </a:extLst>
                  </p:cNvPr>
                  <p:cNvSpPr txBox="1"/>
                  <p:nvPr/>
                </p:nvSpPr>
                <p:spPr>
                  <a:xfrm>
                    <a:off x="5330077" y="2398546"/>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144" name="TextBox 143">
                    <a:extLst>
                      <a:ext uri="{FF2B5EF4-FFF2-40B4-BE49-F238E27FC236}">
                        <a16:creationId xmlns:a16="http://schemas.microsoft.com/office/drawing/2014/main" id="{F0EDCC4A-BC29-7DA6-7EEC-6F2BC35BBA60}"/>
                      </a:ext>
                    </a:extLst>
                  </p:cNvPr>
                  <p:cNvSpPr txBox="1">
                    <a:spLocks noRot="1" noChangeAspect="1" noMove="1" noResize="1" noEditPoints="1" noAdjustHandles="1" noChangeArrowheads="1" noChangeShapeType="1" noTextEdit="1"/>
                  </p:cNvSpPr>
                  <p:nvPr/>
                </p:nvSpPr>
                <p:spPr>
                  <a:xfrm>
                    <a:off x="5330077" y="2398546"/>
                    <a:ext cx="554854" cy="450822"/>
                  </a:xfrm>
                  <a:prstGeom prst="rect">
                    <a:avLst/>
                  </a:prstGeom>
                  <a:blipFill>
                    <a:blip r:embed="rId13"/>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1F8116C1-4387-4F47-C07E-162B3CAA1E94}"/>
                    </a:ext>
                  </a:extLst>
                </p:cNvPr>
                <p:cNvSpPr txBox="1"/>
                <p:nvPr/>
              </p:nvSpPr>
              <p:spPr>
                <a:xfrm>
                  <a:off x="8156015" y="943160"/>
                  <a:ext cx="44512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out</m:t>
                            </m:r>
                          </m:sub>
                        </m:sSub>
                      </m:oMath>
                    </m:oMathPara>
                  </a14:m>
                  <a:endParaRPr lang="en-US" dirty="0">
                    <a:solidFill>
                      <a:schemeClr val="tx1"/>
                    </a:solidFill>
                  </a:endParaRPr>
                </a:p>
              </p:txBody>
            </p:sp>
          </mc:Choice>
          <mc:Fallback xmlns="">
            <p:sp>
              <p:nvSpPr>
                <p:cNvPr id="50" name="TextBox 49">
                  <a:extLst>
                    <a:ext uri="{FF2B5EF4-FFF2-40B4-BE49-F238E27FC236}">
                      <a16:creationId xmlns:a16="http://schemas.microsoft.com/office/drawing/2014/main" id="{1F8116C1-4387-4F47-C07E-162B3CAA1E94}"/>
                    </a:ext>
                  </a:extLst>
                </p:cNvPr>
                <p:cNvSpPr txBox="1">
                  <a:spLocks noRot="1" noChangeAspect="1" noMove="1" noResize="1" noEditPoints="1" noAdjustHandles="1" noChangeArrowheads="1" noChangeShapeType="1" noTextEdit="1"/>
                </p:cNvSpPr>
                <p:nvPr/>
              </p:nvSpPr>
              <p:spPr>
                <a:xfrm>
                  <a:off x="8156015" y="943160"/>
                  <a:ext cx="445126" cy="369332"/>
                </a:xfrm>
                <a:prstGeom prst="rect">
                  <a:avLst/>
                </a:prstGeom>
                <a:blipFill>
                  <a:blip r:embed="rId14"/>
                  <a:stretch>
                    <a:fillRect r="-35616"/>
                  </a:stretch>
                </a:blipFill>
              </p:spPr>
              <p:txBody>
                <a:bodyPr/>
                <a:lstStyle/>
                <a:p>
                  <a:r>
                    <a:rPr lang="en-US">
                      <a:noFill/>
                    </a:rPr>
                    <a:t> </a:t>
                  </a:r>
                </a:p>
              </p:txBody>
            </p:sp>
          </mc:Fallback>
        </mc:AlternateContent>
      </p:grpSp>
    </p:spTree>
    <p:extLst>
      <p:ext uri="{BB962C8B-B14F-4D97-AF65-F5344CB8AC3E}">
        <p14:creationId xmlns:p14="http://schemas.microsoft.com/office/powerpoint/2010/main" val="13509936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E9441-C62F-2173-ED0D-932722494979}"/>
            </a:ext>
          </a:extLst>
        </p:cNvPr>
        <p:cNvGrpSpPr/>
        <p:nvPr/>
      </p:nvGrpSpPr>
      <p:grpSpPr>
        <a:xfrm>
          <a:off x="0" y="0"/>
          <a:ext cx="0" cy="0"/>
          <a:chOff x="0" y="0"/>
          <a:chExt cx="0" cy="0"/>
        </a:xfrm>
      </p:grpSpPr>
      <p:sp>
        <p:nvSpPr>
          <p:cNvPr id="3" name="Title 1">
            <a:extLst>
              <a:ext uri="{FF2B5EF4-FFF2-40B4-BE49-F238E27FC236}">
                <a16:creationId xmlns:a16="http://schemas.microsoft.com/office/drawing/2014/main" id="{DB642FAD-301F-9588-4D98-4BB392F24BF1}"/>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B74A3734-DC5E-9906-0CF3-3384B66A6CBB}"/>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31</a:t>
            </a:fld>
            <a:endParaRPr lang="en-US"/>
          </a:p>
        </p:txBody>
      </p:sp>
      <p:sp>
        <p:nvSpPr>
          <p:cNvPr id="5" name="TextBox 4">
            <a:extLst>
              <a:ext uri="{FF2B5EF4-FFF2-40B4-BE49-F238E27FC236}">
                <a16:creationId xmlns:a16="http://schemas.microsoft.com/office/drawing/2014/main" id="{ABFB1FF9-763F-5F28-5A92-5BCB2D7106AD}"/>
              </a:ext>
            </a:extLst>
          </p:cNvPr>
          <p:cNvSpPr txBox="1"/>
          <p:nvPr/>
        </p:nvSpPr>
        <p:spPr>
          <a:xfrm>
            <a:off x="153078" y="202172"/>
            <a:ext cx="2254784" cy="830997"/>
          </a:xfrm>
          <a:prstGeom prst="rect">
            <a:avLst/>
          </a:prstGeom>
          <a:noFill/>
        </p:spPr>
        <p:txBody>
          <a:bodyPr wrap="none" rtlCol="0">
            <a:spAutoFit/>
          </a:bodyPr>
          <a:lstStyle/>
          <a:p>
            <a:r>
              <a:rPr lang="en-US" sz="2400" dirty="0"/>
              <a:t>2 neurons</a:t>
            </a:r>
          </a:p>
          <a:p>
            <a:r>
              <a:rPr lang="en-US" sz="2400" dirty="0"/>
              <a:t>Neural Network</a:t>
            </a:r>
          </a:p>
        </p:txBody>
      </p:sp>
      <p:sp>
        <p:nvSpPr>
          <p:cNvPr id="4" name="Rectangle: Rounded Corners 3">
            <a:extLst>
              <a:ext uri="{FF2B5EF4-FFF2-40B4-BE49-F238E27FC236}">
                <a16:creationId xmlns:a16="http://schemas.microsoft.com/office/drawing/2014/main" id="{8895A82C-4F70-AA1B-1222-9E785B1BA402}"/>
              </a:ext>
            </a:extLst>
          </p:cNvPr>
          <p:cNvSpPr/>
          <p:nvPr/>
        </p:nvSpPr>
        <p:spPr>
          <a:xfrm>
            <a:off x="10648692" y="937210"/>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9" name="Rectangle: Rounded Corners 18">
            <a:extLst>
              <a:ext uri="{FF2B5EF4-FFF2-40B4-BE49-F238E27FC236}">
                <a16:creationId xmlns:a16="http://schemas.microsoft.com/office/drawing/2014/main" id="{7496C21A-3B34-7E7E-8959-213B4083421A}"/>
              </a:ext>
            </a:extLst>
          </p:cNvPr>
          <p:cNvSpPr/>
          <p:nvPr/>
        </p:nvSpPr>
        <p:spPr>
          <a:xfrm>
            <a:off x="10648692" y="236155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4" name="Rectangle: Rounded Corners 23">
            <a:extLst>
              <a:ext uri="{FF2B5EF4-FFF2-40B4-BE49-F238E27FC236}">
                <a16:creationId xmlns:a16="http://schemas.microsoft.com/office/drawing/2014/main" id="{E8DB83BD-C99A-EA9E-7870-087B41942651}"/>
              </a:ext>
            </a:extLst>
          </p:cNvPr>
          <p:cNvSpPr/>
          <p:nvPr/>
        </p:nvSpPr>
        <p:spPr>
          <a:xfrm>
            <a:off x="10648692" y="378590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5" name="Rectangle: Rounded Corners 24">
            <a:extLst>
              <a:ext uri="{FF2B5EF4-FFF2-40B4-BE49-F238E27FC236}">
                <a16:creationId xmlns:a16="http://schemas.microsoft.com/office/drawing/2014/main" id="{C394C254-3F7D-6F21-8CC3-E6E59CE8CE46}"/>
              </a:ext>
            </a:extLst>
          </p:cNvPr>
          <p:cNvSpPr/>
          <p:nvPr/>
        </p:nvSpPr>
        <p:spPr>
          <a:xfrm>
            <a:off x="10648692" y="5210248"/>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6" name="Straight Arrow Connector 25">
            <a:extLst>
              <a:ext uri="{FF2B5EF4-FFF2-40B4-BE49-F238E27FC236}">
                <a16:creationId xmlns:a16="http://schemas.microsoft.com/office/drawing/2014/main" id="{637654B5-3970-04B2-2D0A-F5DB87CC4499}"/>
              </a:ext>
            </a:extLst>
          </p:cNvPr>
          <p:cNvCxnSpPr>
            <a:stCxn id="4" idx="2"/>
            <a:endCxn id="19" idx="0"/>
          </p:cNvCxnSpPr>
          <p:nvPr/>
        </p:nvCxnSpPr>
        <p:spPr>
          <a:xfrm>
            <a:off x="11409951" y="185161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B3A57F2E-EEB9-7CAE-579B-141255B62A00}"/>
              </a:ext>
            </a:extLst>
          </p:cNvPr>
          <p:cNvCxnSpPr>
            <a:cxnSpLocks/>
            <a:stCxn id="19" idx="2"/>
            <a:endCxn id="24" idx="0"/>
          </p:cNvCxnSpPr>
          <p:nvPr/>
        </p:nvCxnSpPr>
        <p:spPr>
          <a:xfrm>
            <a:off x="11409951" y="327595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F7B70AFD-1A44-BD8D-DF50-62D83BCE137A}"/>
              </a:ext>
            </a:extLst>
          </p:cNvPr>
          <p:cNvCxnSpPr>
            <a:cxnSpLocks/>
            <a:stCxn id="25" idx="0"/>
          </p:cNvCxnSpPr>
          <p:nvPr/>
        </p:nvCxnSpPr>
        <p:spPr>
          <a:xfrm flipV="1">
            <a:off x="11409951" y="4700302"/>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graphicFrame>
            <p:nvGraphicFramePr>
              <p:cNvPr id="31" name="Table 30">
                <a:extLst>
                  <a:ext uri="{FF2B5EF4-FFF2-40B4-BE49-F238E27FC236}">
                    <a16:creationId xmlns:a16="http://schemas.microsoft.com/office/drawing/2014/main" id="{3FA17DE6-10D1-3C9A-8444-A2A55D7D465A}"/>
                  </a:ext>
                </a:extLst>
              </p:cNvPr>
              <p:cNvGraphicFramePr>
                <a:graphicFrameLocks noGrp="1"/>
              </p:cNvGraphicFramePr>
              <p:nvPr>
                <p:extLst>
                  <p:ext uri="{D42A27DB-BD31-4B8C-83A1-F6EECF244321}">
                    <p14:modId xmlns:p14="http://schemas.microsoft.com/office/powerpoint/2010/main" val="3576002614"/>
                  </p:ext>
                </p:extLst>
              </p:nvPr>
            </p:nvGraphicFramePr>
            <p:xfrm>
              <a:off x="50367" y="3350968"/>
              <a:ext cx="10564026" cy="2346960"/>
            </p:xfrm>
            <a:graphic>
              <a:graphicData uri="http://schemas.openxmlformats.org/drawingml/2006/table">
                <a:tbl>
                  <a:tblPr firstRow="1" bandRow="1">
                    <a:tableStyleId>{C4B1156A-380E-4F78-BDF5-A606A8083BF9}</a:tableStyleId>
                  </a:tblPr>
                  <a:tblGrid>
                    <a:gridCol w="498273">
                      <a:extLst>
                        <a:ext uri="{9D8B030D-6E8A-4147-A177-3AD203B41FA5}">
                          <a16:colId xmlns:a16="http://schemas.microsoft.com/office/drawing/2014/main" val="2247704463"/>
                        </a:ext>
                      </a:extLst>
                    </a:gridCol>
                    <a:gridCol w="4410480">
                      <a:extLst>
                        <a:ext uri="{9D8B030D-6E8A-4147-A177-3AD203B41FA5}">
                          <a16:colId xmlns:a16="http://schemas.microsoft.com/office/drawing/2014/main" val="1120151498"/>
                        </a:ext>
                      </a:extLst>
                    </a:gridCol>
                    <a:gridCol w="4550640">
                      <a:extLst>
                        <a:ext uri="{9D8B030D-6E8A-4147-A177-3AD203B41FA5}">
                          <a16:colId xmlns:a16="http://schemas.microsoft.com/office/drawing/2014/main" val="1146850531"/>
                        </a:ext>
                      </a:extLst>
                    </a:gridCol>
                    <a:gridCol w="1104633">
                      <a:extLst>
                        <a:ext uri="{9D8B030D-6E8A-4147-A177-3AD203B41FA5}">
                          <a16:colId xmlns:a16="http://schemas.microsoft.com/office/drawing/2014/main" val="2587608585"/>
                        </a:ext>
                      </a:extLst>
                    </a:gridCol>
                  </a:tblGrid>
                  <a:tr h="274320">
                    <a:tc>
                      <a:txBody>
                        <a:bodyPr/>
                        <a:lstStyle/>
                        <a:p>
                          <a:pPr algn="l"/>
                          <a:endParaRPr lang="en-US" sz="1400" dirty="0"/>
                        </a:p>
                      </a:txBody>
                      <a:tcPr/>
                    </a:tc>
                    <a:tc>
                      <a:txBody>
                        <a:bodyPr/>
                        <a:lstStyle/>
                        <a:p>
                          <a:r>
                            <a:rPr lang="en-US" sz="1400" b="1" dirty="0"/>
                            <a:t>Reactant</a:t>
                          </a:r>
                        </a:p>
                      </a:txBody>
                      <a:tcPr/>
                    </a:tc>
                    <a:tc>
                      <a:txBody>
                        <a:bodyPr/>
                        <a:lstStyle/>
                        <a:p>
                          <a:r>
                            <a:rPr lang="en-US" sz="1400" b="1" dirty="0"/>
                            <a:t>Product</a:t>
                          </a:r>
                        </a:p>
                      </a:txBody>
                      <a:tcPr/>
                    </a:tc>
                    <a:tc>
                      <a:txBody>
                        <a:bodyPr/>
                        <a:lstStyle/>
                        <a:p>
                          <a:r>
                            <a:rPr lang="en-US" sz="1400" b="1" dirty="0"/>
                            <a:t>Genes</a:t>
                          </a:r>
                        </a:p>
                      </a:txBody>
                      <a:tcPr/>
                    </a:tc>
                    <a:extLst>
                      <a:ext uri="{0D108BD9-81ED-4DB2-BD59-A6C34878D82A}">
                        <a16:rowId xmlns:a16="http://schemas.microsoft.com/office/drawing/2014/main" val="830326239"/>
                      </a:ext>
                    </a:extLst>
                  </a:tr>
                  <a:tr h="274320">
                    <a:tc>
                      <a:txBody>
                        <a:bodyPr/>
                        <a:lstStyle/>
                        <a:p>
                          <a:pPr algn="l"/>
                          <a14:m>
                            <m:oMathPara xmlns:m="http://schemas.openxmlformats.org/officeDocument/2006/math">
                              <m:o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a:rPr lang="de-DE" sz="1800" b="0" i="1" smtClean="0">
                                        <a:latin typeface="Cambria Math" panose="02040503050406030204" pitchFamily="18" charset="0"/>
                                      </a:rPr>
                                      <m:t>11</m:t>
                                    </m:r>
                                  </m:sub>
                                </m:sSub>
                              </m:oMath>
                            </m:oMathPara>
                          </a14:m>
                          <a:endParaRPr lang="en-US" sz="1800" dirty="0"/>
                        </a:p>
                      </a:txBody>
                      <a:tcPr/>
                    </a:tc>
                    <a:tc>
                      <a:txBody>
                        <a:bodyPr/>
                        <a:lstStyle/>
                        <a:p>
                          <a:r>
                            <a:rPr lang="pt-BR" sz="1600" b="0" dirty="0"/>
                            <a:t>7,8-dihydropteroate + ATP + L-glutamate</a:t>
                          </a:r>
                          <a:r>
                            <a:rPr lang="pt-BR" sz="1600" b="1" i="0" dirty="0">
                              <a:solidFill>
                                <a:srgbClr val="C00000"/>
                              </a:solidFill>
                            </a:rPr>
                            <a:t>(</a:t>
                          </a:r>
                          <a14:m>
                            <m:oMath xmlns:m="http://schemas.openxmlformats.org/officeDocument/2006/math">
                              <m:sSub>
                                <m:sSubPr>
                                  <m:ctrlPr>
                                    <a:rPr lang="de-DE" sz="1600" b="1" i="0" smtClean="0">
                                      <a:solidFill>
                                        <a:srgbClr val="C00000"/>
                                      </a:solidFill>
                                      <a:latin typeface="Cambria Math" panose="02040503050406030204" pitchFamily="18" charset="0"/>
                                    </a:rPr>
                                  </m:ctrlPr>
                                </m:sSubPr>
                                <m:e>
                                  <m:r>
                                    <a:rPr lang="de-DE" sz="1600" b="1" i="0" smtClean="0">
                                      <a:solidFill>
                                        <a:srgbClr val="C00000"/>
                                      </a:solidFill>
                                      <a:latin typeface="Cambria Math" panose="02040503050406030204" pitchFamily="18" charset="0"/>
                                    </a:rPr>
                                    <m:t>𝐦</m:t>
                                  </m:r>
                                </m:e>
                                <m:sub>
                                  <m:r>
                                    <m:rPr>
                                      <m:sty m:val="p"/>
                                    </m:rPr>
                                    <a:rPr lang="de-DE" sz="1600" b="1" i="0" smtClean="0">
                                      <a:solidFill>
                                        <a:srgbClr val="C00000"/>
                                      </a:solidFill>
                                      <a:latin typeface="Cambria Math" panose="02040503050406030204" pitchFamily="18" charset="0"/>
                                    </a:rPr>
                                    <m:t>in</m:t>
                                  </m:r>
                                </m:sub>
                              </m:sSub>
                            </m:oMath>
                          </a14:m>
                          <a:r>
                            <a:rPr lang="pt-BR" sz="1600" b="1" i="0" dirty="0">
                              <a:solidFill>
                                <a:srgbClr val="C00000"/>
                              </a:solidFill>
                            </a:rPr>
                            <a:t>)</a:t>
                          </a:r>
                          <a:endParaRPr lang="en-US" sz="1600" b="0" dirty="0"/>
                        </a:p>
                      </a:txBody>
                      <a:tcPr/>
                    </a:tc>
                    <a:tc>
                      <a:txBody>
                        <a:bodyPr/>
                        <a:lstStyle/>
                        <a:p>
                          <a:r>
                            <a:rPr lang="pt-BR" sz="1600" b="0" dirty="0"/>
                            <a:t>ADP + dihydrofolic acid</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pt-BR" sz="1600" b="1" i="0" dirty="0" smtClean="0">
                                      <a:solidFill>
                                        <a:srgbClr val="C00000"/>
                                      </a:solidFill>
                                      <a:latin typeface="Cambria Math" panose="02040503050406030204" pitchFamily="18" charset="0"/>
                                    </a:rPr>
                                    <m:t>𝟏𝟏</m:t>
                                  </m:r>
                                </m:sub>
                              </m:sSub>
                            </m:oMath>
                          </a14:m>
                          <a:r>
                            <a:rPr lang="pt-BR" sz="1600" b="1" dirty="0">
                              <a:solidFill>
                                <a:srgbClr val="C00000"/>
                              </a:solidFill>
                            </a:rPr>
                            <a:t>) </a:t>
                          </a:r>
                          <a:r>
                            <a:rPr lang="pt-BR" sz="1600" b="0" dirty="0"/>
                            <a:t>+ H+ + phosphate</a:t>
                          </a:r>
                          <a:endParaRPr lang="en-US" sz="1600" b="0" dirty="0"/>
                        </a:p>
                      </a:txBody>
                      <a:tcPr/>
                    </a:tc>
                    <a:tc>
                      <a:txBody>
                        <a:bodyPr/>
                        <a:lstStyle/>
                        <a:p>
                          <a:r>
                            <a:rPr lang="en-US" sz="1600" b="0" dirty="0"/>
                            <a:t>YMR113W</a:t>
                          </a:r>
                        </a:p>
                      </a:txBody>
                      <a:tcPr/>
                    </a:tc>
                    <a:extLst>
                      <a:ext uri="{0D108BD9-81ED-4DB2-BD59-A6C34878D82A}">
                        <a16:rowId xmlns:a16="http://schemas.microsoft.com/office/drawing/2014/main" val="4006369147"/>
                      </a:ext>
                    </a:extLst>
                  </a:tr>
                  <a:tr h="274320">
                    <a:tc>
                      <a:txBody>
                        <a:bodyPr/>
                        <a:lstStyle/>
                        <a:p>
                          <a:pPr algn="l"/>
                          <a14:m>
                            <m:oMathPara xmlns:m="http://schemas.openxmlformats.org/officeDocument/2006/math">
                              <m:oMathParaPr>
                                <m:jc m:val="left"/>
                              </m:oMathParaPr>
                              <m:o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a:rPr lang="de-DE" sz="1800" b="0" i="1" smtClean="0">
                                        <a:latin typeface="Cambria Math" panose="02040503050406030204" pitchFamily="18" charset="0"/>
                                      </a:rPr>
                                      <m:t>12</m:t>
                                    </m:r>
                                  </m:sub>
                                </m:sSub>
                              </m:oMath>
                            </m:oMathPara>
                          </a14:m>
                          <a:endParaRPr lang="en-US" sz="1800" dirty="0"/>
                        </a:p>
                      </a:txBody>
                      <a:tcPr/>
                    </a:tc>
                    <a:tc>
                      <a:txBody>
                        <a:bodyPr/>
                        <a:lstStyle/>
                        <a:p>
                          <a:r>
                            <a:rPr lang="en-US" sz="1600" dirty="0" err="1"/>
                            <a:t>dihydrofolic</a:t>
                          </a:r>
                          <a:r>
                            <a:rPr lang="en-US" sz="1600" dirty="0"/>
                            <a:t> acid</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m:rPr>
                                      <m:sty m:val="p"/>
                                    </m:rPr>
                                    <a:rPr lang="de-DE" sz="1600" b="1" i="1" dirty="0" smtClean="0">
                                      <a:solidFill>
                                        <a:srgbClr val="C00000"/>
                                      </a:solidFill>
                                      <a:latin typeface="Cambria Math" panose="02040503050406030204" pitchFamily="18" charset="0"/>
                                    </a:rPr>
                                    <m:t>in</m:t>
                                  </m:r>
                                </m:sub>
                              </m:sSub>
                            </m:oMath>
                          </a14:m>
                          <a:r>
                            <a:rPr lang="pt-BR" sz="1600" b="1" dirty="0">
                              <a:solidFill>
                                <a:srgbClr val="C00000"/>
                              </a:solidFill>
                            </a:rPr>
                            <a:t>) </a:t>
                          </a:r>
                          <a:r>
                            <a:rPr lang="en-US" sz="1600" dirty="0"/>
                            <a:t>+ H+ + NADPH</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dirty="0"/>
                            <a:t>NADP(+) + THF</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pt-BR" sz="1600" b="1" i="0" dirty="0" smtClean="0">
                                      <a:solidFill>
                                        <a:srgbClr val="C00000"/>
                                      </a:solidFill>
                                      <a:latin typeface="Cambria Math" panose="02040503050406030204" pitchFamily="18" charset="0"/>
                                    </a:rPr>
                                    <m:t>𝟏</m:t>
                                  </m:r>
                                  <m:r>
                                    <a:rPr lang="de-DE" sz="1600" b="1" i="1" dirty="0" smtClean="0">
                                      <a:solidFill>
                                        <a:srgbClr val="C00000"/>
                                      </a:solidFill>
                                      <a:latin typeface="Cambria Math" panose="02040503050406030204" pitchFamily="18" charset="0"/>
                                    </a:rPr>
                                    <m:t>2</m:t>
                                  </m:r>
                                </m:sub>
                              </m:sSub>
                            </m:oMath>
                          </a14:m>
                          <a:r>
                            <a:rPr lang="pt-BR" sz="1600" b="1" dirty="0">
                              <a:solidFill>
                                <a:srgbClr val="C00000"/>
                              </a:solidFill>
                            </a:rPr>
                            <a:t>) </a:t>
                          </a:r>
                          <a:endParaRPr lang="en-US" sz="1600" dirty="0"/>
                        </a:p>
                      </a:txBody>
                      <a:tcPr/>
                    </a:tc>
                    <a:tc>
                      <a:txBody>
                        <a:bodyPr/>
                        <a:lstStyle/>
                        <a:p>
                          <a:r>
                            <a:rPr lang="en-US" sz="1600" dirty="0"/>
                            <a:t>YOR236W</a:t>
                          </a:r>
                        </a:p>
                      </a:txBody>
                      <a:tcPr/>
                    </a:tc>
                    <a:extLst>
                      <a:ext uri="{0D108BD9-81ED-4DB2-BD59-A6C34878D82A}">
                        <a16:rowId xmlns:a16="http://schemas.microsoft.com/office/drawing/2014/main" val="1526051723"/>
                      </a:ext>
                    </a:extLst>
                  </a:tr>
                  <a:tr h="274320">
                    <a:tc>
                      <a:txBody>
                        <a:bodyPr/>
                        <a:lstStyle/>
                        <a:p>
                          <a:pPr algn="l"/>
                          <a14:m>
                            <m:oMath xmlns:m="http://schemas.openxmlformats.org/officeDocument/2006/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a:rPr lang="de-DE" sz="1800" b="0" i="1" smtClean="0">
                                      <a:latin typeface="Cambria Math" panose="02040503050406030204" pitchFamily="18" charset="0"/>
                                    </a:rPr>
                                    <m:t>21</m:t>
                                  </m:r>
                                </m:sub>
                              </m:sSub>
                            </m:oMath>
                          </a14:m>
                          <a:r>
                            <a:rPr lang="en-US" sz="1800" dirty="0"/>
                            <a:t> </a:t>
                          </a:r>
                        </a:p>
                      </a:txBody>
                      <a:tcPr/>
                    </a:tc>
                    <a:tc>
                      <a:txBody>
                        <a:bodyPr/>
                        <a:lstStyle/>
                        <a:p>
                          <a:r>
                            <a:rPr lang="pt-BR" sz="1600" dirty="0"/>
                            <a:t>3-phospho-hydroxypyruvate + L-glutamate</a:t>
                          </a:r>
                          <a:r>
                            <a:rPr lang="pt-BR" sz="1600" b="1" i="0" dirty="0">
                              <a:solidFill>
                                <a:srgbClr val="C00000"/>
                              </a:solidFill>
                            </a:rPr>
                            <a:t>(</a:t>
                          </a:r>
                          <a14:m>
                            <m:oMath xmlns:m="http://schemas.openxmlformats.org/officeDocument/2006/math">
                              <m:sSub>
                                <m:sSubPr>
                                  <m:ctrlPr>
                                    <a:rPr lang="de-DE" sz="1600" b="1" i="0" smtClean="0">
                                      <a:solidFill>
                                        <a:srgbClr val="C00000"/>
                                      </a:solidFill>
                                      <a:latin typeface="Cambria Math" panose="02040503050406030204" pitchFamily="18" charset="0"/>
                                    </a:rPr>
                                  </m:ctrlPr>
                                </m:sSubPr>
                                <m:e>
                                  <m:r>
                                    <a:rPr lang="de-DE" sz="1600" b="1" i="0" smtClean="0">
                                      <a:solidFill>
                                        <a:srgbClr val="C00000"/>
                                      </a:solidFill>
                                      <a:latin typeface="Cambria Math" panose="02040503050406030204" pitchFamily="18" charset="0"/>
                                    </a:rPr>
                                    <m:t>𝐦</m:t>
                                  </m:r>
                                </m:e>
                                <m:sub>
                                  <m:r>
                                    <a:rPr lang="de-DE" sz="1600" b="1" i="0" smtClean="0">
                                      <a:solidFill>
                                        <a:srgbClr val="C00000"/>
                                      </a:solidFill>
                                      <a:latin typeface="Cambria Math" panose="02040503050406030204" pitchFamily="18" charset="0"/>
                                    </a:rPr>
                                    <m:t>𝟏</m:t>
                                  </m:r>
                                </m:sub>
                              </m:sSub>
                            </m:oMath>
                          </a14:m>
                          <a:r>
                            <a:rPr lang="pt-BR" sz="1600" b="1" i="0" dirty="0">
                              <a:solidFill>
                                <a:srgbClr val="C00000"/>
                              </a:solidFill>
                            </a:rPr>
                            <a:t>) </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600" dirty="0"/>
                            <a:t>2-oxoglutarate + 3-phospho-serine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de-DE" sz="1600" b="1" i="0" dirty="0" smtClean="0">
                                      <a:solidFill>
                                        <a:srgbClr val="C00000"/>
                                      </a:solidFill>
                                      <a:latin typeface="Cambria Math" panose="02040503050406030204" pitchFamily="18" charset="0"/>
                                    </a:rPr>
                                    <m:t>2</m:t>
                                  </m:r>
                                  <m:r>
                                    <a:rPr lang="pt-BR" sz="1600" b="1" i="0" dirty="0" smtClean="0">
                                      <a:solidFill>
                                        <a:srgbClr val="C00000"/>
                                      </a:solidFill>
                                      <a:latin typeface="Cambria Math" panose="02040503050406030204" pitchFamily="18" charset="0"/>
                                    </a:rPr>
                                    <m:t>𝟏</m:t>
                                  </m:r>
                                </m:sub>
                              </m:sSub>
                            </m:oMath>
                          </a14:m>
                          <a:r>
                            <a:rPr lang="pt-BR" sz="1600" b="1" dirty="0">
                              <a:solidFill>
                                <a:srgbClr val="C00000"/>
                              </a:solidFill>
                            </a:rPr>
                            <a:t>) </a:t>
                          </a:r>
                          <a:endParaRPr lang="en-US" sz="1600" dirty="0"/>
                        </a:p>
                      </a:txBody>
                      <a:tcPr/>
                    </a:tc>
                    <a:tc>
                      <a:txBody>
                        <a:bodyPr/>
                        <a:lstStyle/>
                        <a:p>
                          <a:r>
                            <a:rPr lang="en-US" sz="1600" dirty="0"/>
                            <a:t>YOR184W</a:t>
                          </a:r>
                        </a:p>
                      </a:txBody>
                      <a:tcPr/>
                    </a:tc>
                    <a:extLst>
                      <a:ext uri="{0D108BD9-81ED-4DB2-BD59-A6C34878D82A}">
                        <a16:rowId xmlns:a16="http://schemas.microsoft.com/office/drawing/2014/main" val="652912411"/>
                      </a:ext>
                    </a:extLst>
                  </a:tr>
                  <a:tr h="274320">
                    <a:tc>
                      <a:txBody>
                        <a:bodyPr/>
                        <a:lstStyle/>
                        <a:p>
                          <a:pPr algn="l"/>
                          <a14:m>
                            <m:oMath xmlns:m="http://schemas.openxmlformats.org/officeDocument/2006/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a:rPr lang="de-DE" sz="1800" b="0" i="1" smtClean="0">
                                      <a:latin typeface="Cambria Math" panose="02040503050406030204" pitchFamily="18" charset="0"/>
                                    </a:rPr>
                                    <m:t>22</m:t>
                                  </m:r>
                                </m:sub>
                              </m:sSub>
                            </m:oMath>
                          </a14:m>
                          <a:r>
                            <a:rPr lang="en-US" sz="1800" dirty="0"/>
                            <a:t> </a:t>
                          </a:r>
                        </a:p>
                      </a:txBody>
                      <a:tcPr/>
                    </a:tc>
                    <a:tc>
                      <a:txBody>
                        <a:bodyPr/>
                        <a:lstStyle/>
                        <a:p>
                          <a:r>
                            <a:rPr lang="en-US" sz="1600" dirty="0"/>
                            <a:t>3-phospho-serine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de-DE" sz="1600" b="1" i="0" dirty="0" smtClean="0">
                                      <a:solidFill>
                                        <a:srgbClr val="C00000"/>
                                      </a:solidFill>
                                      <a:latin typeface="Cambria Math" panose="02040503050406030204" pitchFamily="18" charset="0"/>
                                    </a:rPr>
                                    <m:t>2</m:t>
                                  </m:r>
                                  <m:r>
                                    <a:rPr lang="pt-BR" sz="1600" b="1" i="0" dirty="0" smtClean="0">
                                      <a:solidFill>
                                        <a:srgbClr val="C00000"/>
                                      </a:solidFill>
                                      <a:latin typeface="Cambria Math" panose="02040503050406030204" pitchFamily="18" charset="0"/>
                                    </a:rPr>
                                    <m:t>𝟏</m:t>
                                  </m:r>
                                </m:sub>
                              </m:sSub>
                            </m:oMath>
                          </a14:m>
                          <a:r>
                            <a:rPr lang="pt-BR" sz="1600" b="1" dirty="0">
                              <a:solidFill>
                                <a:srgbClr val="C00000"/>
                              </a:solidFill>
                            </a:rPr>
                            <a:t>) </a:t>
                          </a:r>
                          <a:r>
                            <a:rPr lang="en-US" sz="1600" dirty="0"/>
                            <a:t>+ H2O</a:t>
                          </a:r>
                        </a:p>
                      </a:txBody>
                      <a:tcPr/>
                    </a:tc>
                    <a:tc>
                      <a:txBody>
                        <a:bodyPr/>
                        <a:lstStyle/>
                        <a:p>
                          <a:r>
                            <a:rPr lang="en-US" sz="1600" dirty="0"/>
                            <a:t>L-serine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de-DE" sz="1600" b="1" i="0" dirty="0" smtClean="0">
                                      <a:solidFill>
                                        <a:srgbClr val="C00000"/>
                                      </a:solidFill>
                                      <a:latin typeface="Cambria Math" panose="02040503050406030204" pitchFamily="18" charset="0"/>
                                    </a:rPr>
                                    <m:t>2</m:t>
                                  </m:r>
                                  <m:r>
                                    <a:rPr lang="de-DE" sz="1600" b="1" i="1" dirty="0" smtClean="0">
                                      <a:solidFill>
                                        <a:srgbClr val="C00000"/>
                                      </a:solidFill>
                                      <a:latin typeface="Cambria Math" panose="02040503050406030204" pitchFamily="18" charset="0"/>
                                    </a:rPr>
                                    <m:t>2</m:t>
                                  </m:r>
                                </m:sub>
                              </m:sSub>
                            </m:oMath>
                          </a14:m>
                          <a:r>
                            <a:rPr lang="pt-BR" sz="1600" b="1" dirty="0">
                              <a:solidFill>
                                <a:srgbClr val="C00000"/>
                              </a:solidFill>
                            </a:rPr>
                            <a:t>) </a:t>
                          </a:r>
                          <a:r>
                            <a:rPr lang="en-US" sz="1600" dirty="0"/>
                            <a:t> + phosphate</a:t>
                          </a:r>
                        </a:p>
                      </a:txBody>
                      <a:tcPr/>
                    </a:tc>
                    <a:tc>
                      <a:txBody>
                        <a:bodyPr/>
                        <a:lstStyle/>
                        <a:p>
                          <a:r>
                            <a:rPr lang="en-US" sz="1600" dirty="0"/>
                            <a:t>YGR208W</a:t>
                          </a:r>
                        </a:p>
                      </a:txBody>
                      <a:tcPr/>
                    </a:tc>
                    <a:extLst>
                      <a:ext uri="{0D108BD9-81ED-4DB2-BD59-A6C34878D82A}">
                        <a16:rowId xmlns:a16="http://schemas.microsoft.com/office/drawing/2014/main" val="2113626482"/>
                      </a:ext>
                    </a:extLst>
                  </a:tr>
                  <a:tr h="274320">
                    <a:tc>
                      <a:txBody>
                        <a:bodyPr/>
                        <a:lstStyle/>
                        <a:p>
                          <a:pPr algn="l"/>
                          <a14:m>
                            <m:oMath xmlns:m="http://schemas.openxmlformats.org/officeDocument/2006/math">
                              <m:sSub>
                                <m:sSubPr>
                                  <m:ctrlPr>
                                    <a:rPr lang="de-DE" sz="1800" b="0" i="1" smtClean="0">
                                      <a:latin typeface="Cambria Math" panose="02040503050406030204" pitchFamily="18" charset="0"/>
                                    </a:rPr>
                                  </m:ctrlPr>
                                </m:sSubPr>
                                <m:e>
                                  <m:r>
                                    <a:rPr lang="de-DE" sz="1800" b="0" i="1" smtClean="0">
                                      <a:latin typeface="Cambria Math" panose="02040503050406030204" pitchFamily="18" charset="0"/>
                                    </a:rPr>
                                    <m:t>𝑟</m:t>
                                  </m:r>
                                </m:e>
                                <m:sub>
                                  <m:r>
                                    <m:rPr>
                                      <m:sty m:val="p"/>
                                    </m:rPr>
                                    <a:rPr lang="de-DE" sz="1800" b="0" i="1" smtClean="0">
                                      <a:latin typeface="Cambria Math" panose="02040503050406030204" pitchFamily="18" charset="0"/>
                                    </a:rPr>
                                    <m:t>out</m:t>
                                  </m:r>
                                </m:sub>
                              </m:sSub>
                            </m:oMath>
                          </a14:m>
                          <a:r>
                            <a:rPr lang="en-US" sz="1800" dirty="0"/>
                            <a:t> </a:t>
                          </a:r>
                        </a:p>
                      </a:txBody>
                      <a:tcPr/>
                    </a:tc>
                    <a:tc>
                      <a:txBody>
                        <a:bodyPr/>
                        <a:lstStyle/>
                        <a:p>
                          <a:r>
                            <a:rPr lang="en-US" sz="1600" dirty="0"/>
                            <a:t>THF</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pt-BR" sz="1600" b="1" i="0" dirty="0" smtClean="0">
                                      <a:solidFill>
                                        <a:srgbClr val="C00000"/>
                                      </a:solidFill>
                                      <a:latin typeface="Cambria Math" panose="02040503050406030204" pitchFamily="18" charset="0"/>
                                    </a:rPr>
                                    <m:t>𝟏</m:t>
                                  </m:r>
                                  <m:r>
                                    <a:rPr lang="de-DE" sz="1600" b="1" i="1" dirty="0" smtClean="0">
                                      <a:solidFill>
                                        <a:srgbClr val="C00000"/>
                                      </a:solidFill>
                                      <a:latin typeface="Cambria Math" panose="02040503050406030204" pitchFamily="18" charset="0"/>
                                    </a:rPr>
                                    <m:t>2</m:t>
                                  </m:r>
                                </m:sub>
                              </m:sSub>
                            </m:oMath>
                          </a14:m>
                          <a:r>
                            <a:rPr lang="pt-BR" sz="1600" b="1" dirty="0">
                              <a:solidFill>
                                <a:srgbClr val="C00000"/>
                              </a:solidFill>
                            </a:rPr>
                            <a:t>) </a:t>
                          </a:r>
                          <a:r>
                            <a:rPr lang="pt-BR" sz="1600" b="0" dirty="0">
                              <a:solidFill>
                                <a:schemeClr val="tx1"/>
                              </a:solidFill>
                            </a:rPr>
                            <a:t>+</a:t>
                          </a:r>
                          <a:r>
                            <a:rPr lang="en-US" sz="1600" dirty="0"/>
                            <a:t>L-serine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a:rPr lang="de-DE" sz="1600" b="1" i="0" dirty="0" smtClean="0">
                                      <a:solidFill>
                                        <a:srgbClr val="C00000"/>
                                      </a:solidFill>
                                      <a:latin typeface="Cambria Math" panose="02040503050406030204" pitchFamily="18" charset="0"/>
                                    </a:rPr>
                                    <m:t>2</m:t>
                                  </m:r>
                                  <m:r>
                                    <a:rPr lang="de-DE" sz="1600" b="1" i="1" dirty="0" smtClean="0">
                                      <a:solidFill>
                                        <a:srgbClr val="C00000"/>
                                      </a:solidFill>
                                      <a:latin typeface="Cambria Math" panose="02040503050406030204" pitchFamily="18" charset="0"/>
                                    </a:rPr>
                                    <m:t>2</m:t>
                                  </m:r>
                                </m:sub>
                              </m:sSub>
                            </m:oMath>
                          </a14:m>
                          <a:r>
                            <a:rPr lang="pt-BR" sz="1600" b="1" dirty="0">
                              <a:solidFill>
                                <a:srgbClr val="C00000"/>
                              </a:solidFill>
                            </a:rPr>
                            <a:t>) </a:t>
                          </a:r>
                          <a:endParaRPr lang="en-US" sz="1600" dirty="0"/>
                        </a:p>
                      </a:txBody>
                      <a:tcPr/>
                    </a:tc>
                    <a:tc>
                      <a:txBody>
                        <a:bodyPr/>
                        <a:lstStyle/>
                        <a:p>
                          <a:r>
                            <a:rPr lang="en-US" sz="1600" dirty="0"/>
                            <a:t>5,10-methylenetetrahydrofolate</a:t>
                          </a:r>
                          <a:r>
                            <a:rPr lang="pt-BR" sz="1600" b="1" dirty="0">
                              <a:solidFill>
                                <a:srgbClr val="C00000"/>
                              </a:solidFill>
                            </a:rPr>
                            <a:t>(</a:t>
                          </a:r>
                          <a14:m>
                            <m:oMath xmlns:m="http://schemas.openxmlformats.org/officeDocument/2006/math">
                              <m:sSub>
                                <m:sSubPr>
                                  <m:ctrlPr>
                                    <a:rPr lang="pt-BR" sz="1600" b="1" i="0" dirty="0" smtClean="0">
                                      <a:solidFill>
                                        <a:srgbClr val="C00000"/>
                                      </a:solidFill>
                                      <a:latin typeface="Cambria Math" panose="02040503050406030204" pitchFamily="18" charset="0"/>
                                    </a:rPr>
                                  </m:ctrlPr>
                                </m:sSubPr>
                                <m:e>
                                  <m:r>
                                    <a:rPr lang="pt-BR" sz="1600" b="1" i="0" dirty="0" smtClean="0">
                                      <a:solidFill>
                                        <a:srgbClr val="C00000"/>
                                      </a:solidFill>
                                      <a:latin typeface="Cambria Math" panose="02040503050406030204" pitchFamily="18" charset="0"/>
                                    </a:rPr>
                                    <m:t>𝐦</m:t>
                                  </m:r>
                                </m:e>
                                <m:sub>
                                  <m:r>
                                    <m:rPr>
                                      <m:sty m:val="p"/>
                                    </m:rPr>
                                    <a:rPr lang="de-DE" sz="1600" b="1" i="1" dirty="0" smtClean="0">
                                      <a:solidFill>
                                        <a:srgbClr val="C00000"/>
                                      </a:solidFill>
                                      <a:latin typeface="Cambria Math" panose="02040503050406030204" pitchFamily="18" charset="0"/>
                                    </a:rPr>
                                    <m:t>out</m:t>
                                  </m:r>
                                </m:sub>
                              </m:sSub>
                            </m:oMath>
                          </a14:m>
                          <a:r>
                            <a:rPr lang="pt-BR" sz="1600" b="1" dirty="0">
                              <a:solidFill>
                                <a:srgbClr val="C00000"/>
                              </a:solidFill>
                            </a:rPr>
                            <a:t>) </a:t>
                          </a:r>
                          <a:r>
                            <a:rPr lang="en-US" sz="1600" dirty="0"/>
                            <a:t>+ H2O + L-glycine</a:t>
                          </a:r>
                        </a:p>
                      </a:txBody>
                      <a:tcPr/>
                    </a:tc>
                    <a:tc>
                      <a:txBody>
                        <a:bodyPr/>
                        <a:lstStyle/>
                        <a:p>
                          <a:r>
                            <a:rPr lang="en-US" sz="1600" dirty="0"/>
                            <a:t>YLR058C</a:t>
                          </a:r>
                        </a:p>
                      </a:txBody>
                      <a:tcPr/>
                    </a:tc>
                    <a:extLst>
                      <a:ext uri="{0D108BD9-81ED-4DB2-BD59-A6C34878D82A}">
                        <a16:rowId xmlns:a16="http://schemas.microsoft.com/office/drawing/2014/main" val="2606163442"/>
                      </a:ext>
                    </a:extLst>
                  </a:tr>
                </a:tbl>
              </a:graphicData>
            </a:graphic>
          </p:graphicFrame>
        </mc:Choice>
        <mc:Fallback xmlns="">
          <p:graphicFrame>
            <p:nvGraphicFramePr>
              <p:cNvPr id="31" name="Table 30">
                <a:extLst>
                  <a:ext uri="{FF2B5EF4-FFF2-40B4-BE49-F238E27FC236}">
                    <a16:creationId xmlns:a16="http://schemas.microsoft.com/office/drawing/2014/main" id="{3FA17DE6-10D1-3C9A-8444-A2A55D7D465A}"/>
                  </a:ext>
                </a:extLst>
              </p:cNvPr>
              <p:cNvGraphicFramePr>
                <a:graphicFrameLocks noGrp="1"/>
              </p:cNvGraphicFramePr>
              <p:nvPr>
                <p:extLst>
                  <p:ext uri="{D42A27DB-BD31-4B8C-83A1-F6EECF244321}">
                    <p14:modId xmlns:p14="http://schemas.microsoft.com/office/powerpoint/2010/main" val="3576002614"/>
                  </p:ext>
                </p:extLst>
              </p:nvPr>
            </p:nvGraphicFramePr>
            <p:xfrm>
              <a:off x="50367" y="3350968"/>
              <a:ext cx="10564026" cy="2346960"/>
            </p:xfrm>
            <a:graphic>
              <a:graphicData uri="http://schemas.openxmlformats.org/drawingml/2006/table">
                <a:tbl>
                  <a:tblPr firstRow="1" bandRow="1">
                    <a:tableStyleId>{C4B1156A-380E-4F78-BDF5-A606A8083BF9}</a:tableStyleId>
                  </a:tblPr>
                  <a:tblGrid>
                    <a:gridCol w="498273">
                      <a:extLst>
                        <a:ext uri="{9D8B030D-6E8A-4147-A177-3AD203B41FA5}">
                          <a16:colId xmlns:a16="http://schemas.microsoft.com/office/drawing/2014/main" val="2247704463"/>
                        </a:ext>
                      </a:extLst>
                    </a:gridCol>
                    <a:gridCol w="4410480">
                      <a:extLst>
                        <a:ext uri="{9D8B030D-6E8A-4147-A177-3AD203B41FA5}">
                          <a16:colId xmlns:a16="http://schemas.microsoft.com/office/drawing/2014/main" val="1120151498"/>
                        </a:ext>
                      </a:extLst>
                    </a:gridCol>
                    <a:gridCol w="4550640">
                      <a:extLst>
                        <a:ext uri="{9D8B030D-6E8A-4147-A177-3AD203B41FA5}">
                          <a16:colId xmlns:a16="http://schemas.microsoft.com/office/drawing/2014/main" val="1146850531"/>
                        </a:ext>
                      </a:extLst>
                    </a:gridCol>
                    <a:gridCol w="1104633">
                      <a:extLst>
                        <a:ext uri="{9D8B030D-6E8A-4147-A177-3AD203B41FA5}">
                          <a16:colId xmlns:a16="http://schemas.microsoft.com/office/drawing/2014/main" val="2587608585"/>
                        </a:ext>
                      </a:extLst>
                    </a:gridCol>
                  </a:tblGrid>
                  <a:tr h="304800">
                    <a:tc>
                      <a:txBody>
                        <a:bodyPr/>
                        <a:lstStyle/>
                        <a:p>
                          <a:pPr algn="l"/>
                          <a:endParaRPr lang="en-US" sz="1400" dirty="0"/>
                        </a:p>
                      </a:txBody>
                      <a:tcPr/>
                    </a:tc>
                    <a:tc>
                      <a:txBody>
                        <a:bodyPr/>
                        <a:lstStyle/>
                        <a:p>
                          <a:r>
                            <a:rPr lang="en-US" sz="1400" b="1" dirty="0"/>
                            <a:t>Reactant</a:t>
                          </a:r>
                        </a:p>
                      </a:txBody>
                      <a:tcPr/>
                    </a:tc>
                    <a:tc>
                      <a:txBody>
                        <a:bodyPr/>
                        <a:lstStyle/>
                        <a:p>
                          <a:r>
                            <a:rPr lang="en-US" sz="1400" b="1" dirty="0"/>
                            <a:t>Product</a:t>
                          </a:r>
                        </a:p>
                      </a:txBody>
                      <a:tcPr/>
                    </a:tc>
                    <a:tc>
                      <a:txBody>
                        <a:bodyPr/>
                        <a:lstStyle/>
                        <a:p>
                          <a:r>
                            <a:rPr lang="en-US" sz="1400" b="1" dirty="0"/>
                            <a:t>Genes</a:t>
                          </a:r>
                        </a:p>
                      </a:txBody>
                      <a:tcPr/>
                    </a:tc>
                    <a:extLst>
                      <a:ext uri="{0D108BD9-81ED-4DB2-BD59-A6C34878D82A}">
                        <a16:rowId xmlns:a16="http://schemas.microsoft.com/office/drawing/2014/main" val="830326239"/>
                      </a:ext>
                    </a:extLst>
                  </a:tr>
                  <a:tr h="365760">
                    <a:tc>
                      <a:txBody>
                        <a:bodyPr/>
                        <a:lstStyle/>
                        <a:p>
                          <a:endParaRPr lang="LID4096"/>
                        </a:p>
                      </a:txBody>
                      <a:tcPr>
                        <a:blipFill>
                          <a:blip r:embed="rId3"/>
                          <a:stretch>
                            <a:fillRect l="-1220" t="-85000" r="-2017073" b="-481667"/>
                          </a:stretch>
                        </a:blipFill>
                      </a:tcPr>
                    </a:tc>
                    <a:tc>
                      <a:txBody>
                        <a:bodyPr/>
                        <a:lstStyle/>
                        <a:p>
                          <a:endParaRPr lang="LID4096"/>
                        </a:p>
                      </a:txBody>
                      <a:tcPr>
                        <a:blipFill>
                          <a:blip r:embed="rId3"/>
                          <a:stretch>
                            <a:fillRect l="-11464" t="-85000" r="-128453" b="-481667"/>
                          </a:stretch>
                        </a:blipFill>
                      </a:tcPr>
                    </a:tc>
                    <a:tc>
                      <a:txBody>
                        <a:bodyPr/>
                        <a:lstStyle/>
                        <a:p>
                          <a:endParaRPr lang="LID4096"/>
                        </a:p>
                      </a:txBody>
                      <a:tcPr>
                        <a:blipFill>
                          <a:blip r:embed="rId3"/>
                          <a:stretch>
                            <a:fillRect l="-108032" t="-85000" r="-24498" b="-481667"/>
                          </a:stretch>
                        </a:blipFill>
                      </a:tcPr>
                    </a:tc>
                    <a:tc>
                      <a:txBody>
                        <a:bodyPr/>
                        <a:lstStyle/>
                        <a:p>
                          <a:r>
                            <a:rPr lang="en-US" sz="1600" b="0" dirty="0"/>
                            <a:t>YMR113W</a:t>
                          </a:r>
                        </a:p>
                      </a:txBody>
                      <a:tcPr/>
                    </a:tc>
                    <a:extLst>
                      <a:ext uri="{0D108BD9-81ED-4DB2-BD59-A6C34878D82A}">
                        <a16:rowId xmlns:a16="http://schemas.microsoft.com/office/drawing/2014/main" val="4006369147"/>
                      </a:ext>
                    </a:extLst>
                  </a:tr>
                  <a:tr h="365760">
                    <a:tc>
                      <a:txBody>
                        <a:bodyPr/>
                        <a:lstStyle/>
                        <a:p>
                          <a:endParaRPr lang="LID4096"/>
                        </a:p>
                      </a:txBody>
                      <a:tcPr>
                        <a:blipFill>
                          <a:blip r:embed="rId3"/>
                          <a:stretch>
                            <a:fillRect l="-1220" t="-185000" r="-2017073" b="-381667"/>
                          </a:stretch>
                        </a:blipFill>
                      </a:tcPr>
                    </a:tc>
                    <a:tc>
                      <a:txBody>
                        <a:bodyPr/>
                        <a:lstStyle/>
                        <a:p>
                          <a:endParaRPr lang="LID4096"/>
                        </a:p>
                      </a:txBody>
                      <a:tcPr>
                        <a:blipFill>
                          <a:blip r:embed="rId3"/>
                          <a:stretch>
                            <a:fillRect l="-11464" t="-185000" r="-128453" b="-381667"/>
                          </a:stretch>
                        </a:blipFill>
                      </a:tcPr>
                    </a:tc>
                    <a:tc>
                      <a:txBody>
                        <a:bodyPr/>
                        <a:lstStyle/>
                        <a:p>
                          <a:endParaRPr lang="LID4096"/>
                        </a:p>
                      </a:txBody>
                      <a:tcPr>
                        <a:blipFill>
                          <a:blip r:embed="rId3"/>
                          <a:stretch>
                            <a:fillRect l="-108032" t="-185000" r="-24498" b="-381667"/>
                          </a:stretch>
                        </a:blipFill>
                      </a:tcPr>
                    </a:tc>
                    <a:tc>
                      <a:txBody>
                        <a:bodyPr/>
                        <a:lstStyle/>
                        <a:p>
                          <a:r>
                            <a:rPr lang="en-US" sz="1600" dirty="0"/>
                            <a:t>YOR236W</a:t>
                          </a:r>
                        </a:p>
                      </a:txBody>
                      <a:tcPr/>
                    </a:tc>
                    <a:extLst>
                      <a:ext uri="{0D108BD9-81ED-4DB2-BD59-A6C34878D82A}">
                        <a16:rowId xmlns:a16="http://schemas.microsoft.com/office/drawing/2014/main" val="1526051723"/>
                      </a:ext>
                    </a:extLst>
                  </a:tr>
                  <a:tr h="365760">
                    <a:tc>
                      <a:txBody>
                        <a:bodyPr/>
                        <a:lstStyle/>
                        <a:p>
                          <a:endParaRPr lang="LID4096"/>
                        </a:p>
                      </a:txBody>
                      <a:tcPr>
                        <a:blipFill>
                          <a:blip r:embed="rId3"/>
                          <a:stretch>
                            <a:fillRect l="-1220" t="-280328" r="-2017073" b="-275410"/>
                          </a:stretch>
                        </a:blipFill>
                      </a:tcPr>
                    </a:tc>
                    <a:tc>
                      <a:txBody>
                        <a:bodyPr/>
                        <a:lstStyle/>
                        <a:p>
                          <a:endParaRPr lang="LID4096"/>
                        </a:p>
                      </a:txBody>
                      <a:tcPr>
                        <a:blipFill>
                          <a:blip r:embed="rId3"/>
                          <a:stretch>
                            <a:fillRect l="-11464" t="-280328" r="-128453" b="-275410"/>
                          </a:stretch>
                        </a:blipFill>
                      </a:tcPr>
                    </a:tc>
                    <a:tc>
                      <a:txBody>
                        <a:bodyPr/>
                        <a:lstStyle/>
                        <a:p>
                          <a:endParaRPr lang="LID4096"/>
                        </a:p>
                      </a:txBody>
                      <a:tcPr>
                        <a:blipFill>
                          <a:blip r:embed="rId3"/>
                          <a:stretch>
                            <a:fillRect l="-108032" t="-280328" r="-24498" b="-275410"/>
                          </a:stretch>
                        </a:blipFill>
                      </a:tcPr>
                    </a:tc>
                    <a:tc>
                      <a:txBody>
                        <a:bodyPr/>
                        <a:lstStyle/>
                        <a:p>
                          <a:r>
                            <a:rPr lang="en-US" sz="1600" dirty="0"/>
                            <a:t>YOR184W</a:t>
                          </a:r>
                        </a:p>
                      </a:txBody>
                      <a:tcPr/>
                    </a:tc>
                    <a:extLst>
                      <a:ext uri="{0D108BD9-81ED-4DB2-BD59-A6C34878D82A}">
                        <a16:rowId xmlns:a16="http://schemas.microsoft.com/office/drawing/2014/main" val="652912411"/>
                      </a:ext>
                    </a:extLst>
                  </a:tr>
                  <a:tr h="365760">
                    <a:tc>
                      <a:txBody>
                        <a:bodyPr/>
                        <a:lstStyle/>
                        <a:p>
                          <a:endParaRPr lang="LID4096"/>
                        </a:p>
                      </a:txBody>
                      <a:tcPr>
                        <a:blipFill>
                          <a:blip r:embed="rId3"/>
                          <a:stretch>
                            <a:fillRect l="-1220" t="-386667" r="-2017073" b="-180000"/>
                          </a:stretch>
                        </a:blipFill>
                      </a:tcPr>
                    </a:tc>
                    <a:tc>
                      <a:txBody>
                        <a:bodyPr/>
                        <a:lstStyle/>
                        <a:p>
                          <a:endParaRPr lang="LID4096"/>
                        </a:p>
                      </a:txBody>
                      <a:tcPr>
                        <a:blipFill>
                          <a:blip r:embed="rId3"/>
                          <a:stretch>
                            <a:fillRect l="-11464" t="-386667" r="-128453" b="-180000"/>
                          </a:stretch>
                        </a:blipFill>
                      </a:tcPr>
                    </a:tc>
                    <a:tc>
                      <a:txBody>
                        <a:bodyPr/>
                        <a:lstStyle/>
                        <a:p>
                          <a:endParaRPr lang="LID4096"/>
                        </a:p>
                      </a:txBody>
                      <a:tcPr>
                        <a:blipFill>
                          <a:blip r:embed="rId3"/>
                          <a:stretch>
                            <a:fillRect l="-108032" t="-386667" r="-24498" b="-180000"/>
                          </a:stretch>
                        </a:blipFill>
                      </a:tcPr>
                    </a:tc>
                    <a:tc>
                      <a:txBody>
                        <a:bodyPr/>
                        <a:lstStyle/>
                        <a:p>
                          <a:r>
                            <a:rPr lang="en-US" sz="1600" dirty="0"/>
                            <a:t>YGR208W</a:t>
                          </a:r>
                        </a:p>
                      </a:txBody>
                      <a:tcPr/>
                    </a:tc>
                    <a:extLst>
                      <a:ext uri="{0D108BD9-81ED-4DB2-BD59-A6C34878D82A}">
                        <a16:rowId xmlns:a16="http://schemas.microsoft.com/office/drawing/2014/main" val="2113626482"/>
                      </a:ext>
                    </a:extLst>
                  </a:tr>
                  <a:tr h="579120">
                    <a:tc>
                      <a:txBody>
                        <a:bodyPr/>
                        <a:lstStyle/>
                        <a:p>
                          <a:endParaRPr lang="LID4096"/>
                        </a:p>
                      </a:txBody>
                      <a:tcPr>
                        <a:blipFill>
                          <a:blip r:embed="rId3"/>
                          <a:stretch>
                            <a:fillRect l="-1220" t="-307368" r="-2017073" b="-13684"/>
                          </a:stretch>
                        </a:blipFill>
                      </a:tcPr>
                    </a:tc>
                    <a:tc>
                      <a:txBody>
                        <a:bodyPr/>
                        <a:lstStyle/>
                        <a:p>
                          <a:endParaRPr lang="LID4096"/>
                        </a:p>
                      </a:txBody>
                      <a:tcPr>
                        <a:blipFill>
                          <a:blip r:embed="rId3"/>
                          <a:stretch>
                            <a:fillRect l="-11464" t="-307368" r="-128453" b="-13684"/>
                          </a:stretch>
                        </a:blipFill>
                      </a:tcPr>
                    </a:tc>
                    <a:tc>
                      <a:txBody>
                        <a:bodyPr/>
                        <a:lstStyle/>
                        <a:p>
                          <a:endParaRPr lang="LID4096"/>
                        </a:p>
                      </a:txBody>
                      <a:tcPr>
                        <a:blipFill>
                          <a:blip r:embed="rId3"/>
                          <a:stretch>
                            <a:fillRect l="-108032" t="-307368" r="-24498" b="-13684"/>
                          </a:stretch>
                        </a:blipFill>
                      </a:tcPr>
                    </a:tc>
                    <a:tc>
                      <a:txBody>
                        <a:bodyPr/>
                        <a:lstStyle/>
                        <a:p>
                          <a:r>
                            <a:rPr lang="en-US" sz="1600" dirty="0"/>
                            <a:t>YLR058C</a:t>
                          </a:r>
                        </a:p>
                      </a:txBody>
                      <a:tcPr/>
                    </a:tc>
                    <a:extLst>
                      <a:ext uri="{0D108BD9-81ED-4DB2-BD59-A6C34878D82A}">
                        <a16:rowId xmlns:a16="http://schemas.microsoft.com/office/drawing/2014/main" val="2606163442"/>
                      </a:ext>
                    </a:extLst>
                  </a:tr>
                </a:tbl>
              </a:graphicData>
            </a:graphic>
          </p:graphicFrame>
        </mc:Fallback>
      </mc:AlternateContent>
      <p:sp>
        <p:nvSpPr>
          <p:cNvPr id="35" name="TextBox 34">
            <a:extLst>
              <a:ext uri="{FF2B5EF4-FFF2-40B4-BE49-F238E27FC236}">
                <a16:creationId xmlns:a16="http://schemas.microsoft.com/office/drawing/2014/main" id="{1C22E26C-75BA-156E-40A9-8FA9B12089CA}"/>
              </a:ext>
            </a:extLst>
          </p:cNvPr>
          <p:cNvSpPr txBox="1"/>
          <p:nvPr/>
        </p:nvSpPr>
        <p:spPr>
          <a:xfrm>
            <a:off x="84667" y="2568375"/>
            <a:ext cx="6162521" cy="461665"/>
          </a:xfrm>
          <a:prstGeom prst="rect">
            <a:avLst/>
          </a:prstGeom>
          <a:noFill/>
        </p:spPr>
        <p:txBody>
          <a:bodyPr wrap="none" rtlCol="0">
            <a:spAutoFit/>
          </a:bodyPr>
          <a:lstStyle/>
          <a:p>
            <a:r>
              <a:rPr lang="en-US" sz="2400" dirty="0"/>
              <a:t>Set of Enzyme-mediated Chemical Reactions</a:t>
            </a:r>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FFABC8DF-37B5-32A0-0C0C-3B94FA8F9011}"/>
                  </a:ext>
                </a:extLst>
              </p:cNvPr>
              <p:cNvSpPr txBox="1"/>
              <p:nvPr/>
            </p:nvSpPr>
            <p:spPr>
              <a:xfrm>
                <a:off x="5417946" y="166654"/>
                <a:ext cx="633668" cy="369332"/>
              </a:xfrm>
              <a:prstGeom prst="rect">
                <a:avLst/>
              </a:prstGeom>
              <a:noFill/>
            </p:spPr>
            <p:txBody>
              <a:bodyPr wrap="square">
                <a:spAutoFit/>
              </a:bodyPr>
              <a:lstStyle/>
              <a:p>
                <a:pPr/>
                <a14:m>
                  <m:oMathPara xmlns:m="http://schemas.openxmlformats.org/officeDocument/2006/math">
                    <m:oMath>
                      <m:sSub>
                        <m:sSubPr>
                          <m:ctrlPr>
                            <a:rPr lang="de-DE" sz="1800" b="0" i="0" smtClean="0">
                              <a:solidFill>
                                <a:schemeClr val="tx1"/>
                              </a:solidFill>
                              <a:latin typeface="Cambria Math" panose="02040503050406030204" pitchFamily="18" charset="0"/>
                            </a:rPr>
                          </m:ctrlPr>
                        </m:sSubPr>
                        <m:e>
                          <m:r>
                            <m:rPr>
                              <m:sty m:val="p"/>
                            </m:rPr>
                            <a:rPr lang="de-DE" sz="1800" b="0" i="0" smtClean="0">
                              <a:solidFill>
                                <a:schemeClr val="tx1"/>
                              </a:solidFill>
                              <a:latin typeface="Cambria Math" panose="02040503050406030204" pitchFamily="18" charset="0"/>
                            </a:rPr>
                            <m:t>m</m:t>
                          </m:r>
                        </m:e>
                        <m:sub>
                          <m:r>
                            <a:rPr lang="de-DE" sz="1800" b="0" i="1" smtClean="0">
                              <a:solidFill>
                                <a:schemeClr val="tx1"/>
                              </a:solidFill>
                              <a:latin typeface="Cambria Math" panose="02040503050406030204" pitchFamily="18" charset="0"/>
                            </a:rPr>
                            <m:t>11</m:t>
                          </m:r>
                        </m:sub>
                      </m:sSub>
                    </m:oMath>
                  </m:oMathPara>
                </a14:m>
                <a:endParaRPr lang="en-US" dirty="0"/>
              </a:p>
            </p:txBody>
          </p:sp>
        </mc:Choice>
        <mc:Fallback xmlns="">
          <p:sp>
            <p:nvSpPr>
              <p:cNvPr id="11" name="TextBox 10">
                <a:extLst>
                  <a:ext uri="{FF2B5EF4-FFF2-40B4-BE49-F238E27FC236}">
                    <a16:creationId xmlns:a16="http://schemas.microsoft.com/office/drawing/2014/main" id="{FFABC8DF-37B5-32A0-0C0C-3B94FA8F9011}"/>
                  </a:ext>
                </a:extLst>
              </p:cNvPr>
              <p:cNvSpPr txBox="1">
                <a:spLocks noRot="1" noChangeAspect="1" noMove="1" noResize="1" noEditPoints="1" noAdjustHandles="1" noChangeArrowheads="1" noChangeShapeType="1" noTextEdit="1"/>
              </p:cNvSpPr>
              <p:nvPr/>
            </p:nvSpPr>
            <p:spPr>
              <a:xfrm>
                <a:off x="5417946" y="166654"/>
                <a:ext cx="633668"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F8BFA95A-53DD-5B78-8DF9-CD650CE183FB}"/>
                  </a:ext>
                </a:extLst>
              </p:cNvPr>
              <p:cNvSpPr txBox="1"/>
              <p:nvPr/>
            </p:nvSpPr>
            <p:spPr>
              <a:xfrm>
                <a:off x="6836845" y="533314"/>
                <a:ext cx="633668" cy="369332"/>
              </a:xfrm>
              <a:prstGeom prst="rect">
                <a:avLst/>
              </a:prstGeom>
              <a:noFill/>
            </p:spPr>
            <p:txBody>
              <a:bodyPr wrap="square">
                <a:spAutoFit/>
              </a:bodyPr>
              <a:lstStyle/>
              <a:p>
                <a:pPr/>
                <a14:m>
                  <m:oMathPara xmlns:m="http://schemas.openxmlformats.org/officeDocument/2006/math">
                    <m:oMath>
                      <m:sSub>
                        <m:sSubPr>
                          <m:ctrlPr>
                            <a:rPr lang="de-DE" sz="1800" b="0" i="0" smtClean="0">
                              <a:solidFill>
                                <a:schemeClr val="tx1"/>
                              </a:solidFill>
                              <a:latin typeface="Cambria Math" panose="02040503050406030204" pitchFamily="18" charset="0"/>
                            </a:rPr>
                          </m:ctrlPr>
                        </m:sSubPr>
                        <m:e>
                          <m:r>
                            <m:rPr>
                              <m:sty m:val="p"/>
                            </m:rPr>
                            <a:rPr lang="de-DE" sz="1800" b="0" i="0" smtClean="0">
                              <a:solidFill>
                                <a:schemeClr val="tx1"/>
                              </a:solidFill>
                              <a:latin typeface="Cambria Math" panose="02040503050406030204" pitchFamily="18" charset="0"/>
                            </a:rPr>
                            <m:t>m</m:t>
                          </m:r>
                        </m:e>
                        <m:sub>
                          <m:r>
                            <a:rPr lang="de-DE" sz="1800" b="0" i="1" smtClean="0">
                              <a:solidFill>
                                <a:schemeClr val="tx1"/>
                              </a:solidFill>
                              <a:latin typeface="Cambria Math" panose="02040503050406030204" pitchFamily="18" charset="0"/>
                            </a:rPr>
                            <m:t>12</m:t>
                          </m:r>
                        </m:sub>
                      </m:sSub>
                    </m:oMath>
                  </m:oMathPara>
                </a14:m>
                <a:endParaRPr lang="en-US" dirty="0"/>
              </a:p>
            </p:txBody>
          </p:sp>
        </mc:Choice>
        <mc:Fallback xmlns="">
          <p:sp>
            <p:nvSpPr>
              <p:cNvPr id="16" name="TextBox 15">
                <a:extLst>
                  <a:ext uri="{FF2B5EF4-FFF2-40B4-BE49-F238E27FC236}">
                    <a16:creationId xmlns:a16="http://schemas.microsoft.com/office/drawing/2014/main" id="{F8BFA95A-53DD-5B78-8DF9-CD650CE183FB}"/>
                  </a:ext>
                </a:extLst>
              </p:cNvPr>
              <p:cNvSpPr txBox="1">
                <a:spLocks noRot="1" noChangeAspect="1" noMove="1" noResize="1" noEditPoints="1" noAdjustHandles="1" noChangeArrowheads="1" noChangeShapeType="1" noTextEdit="1"/>
              </p:cNvSpPr>
              <p:nvPr/>
            </p:nvSpPr>
            <p:spPr>
              <a:xfrm>
                <a:off x="6836845" y="533314"/>
                <a:ext cx="63366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0B08CD08-905D-B97C-A1F3-739882AE8F29}"/>
                  </a:ext>
                </a:extLst>
              </p:cNvPr>
              <p:cNvSpPr txBox="1"/>
              <p:nvPr/>
            </p:nvSpPr>
            <p:spPr>
              <a:xfrm>
                <a:off x="5408190" y="1605547"/>
                <a:ext cx="633668" cy="369332"/>
              </a:xfrm>
              <a:prstGeom prst="rect">
                <a:avLst/>
              </a:prstGeom>
              <a:noFill/>
            </p:spPr>
            <p:txBody>
              <a:bodyPr wrap="square">
                <a:spAutoFit/>
              </a:bodyPr>
              <a:lstStyle/>
              <a:p>
                <a:pPr/>
                <a14:m>
                  <m:oMathPara xmlns:m="http://schemas.openxmlformats.org/officeDocument/2006/math">
                    <m:oMath>
                      <m:sSub>
                        <m:sSubPr>
                          <m:ctrlPr>
                            <a:rPr lang="de-DE" sz="1800" b="0" i="0" smtClean="0">
                              <a:solidFill>
                                <a:schemeClr val="tx1"/>
                              </a:solidFill>
                              <a:latin typeface="Cambria Math" panose="02040503050406030204" pitchFamily="18" charset="0"/>
                            </a:rPr>
                          </m:ctrlPr>
                        </m:sSubPr>
                        <m:e>
                          <m:r>
                            <m:rPr>
                              <m:sty m:val="p"/>
                            </m:rPr>
                            <a:rPr lang="de-DE" sz="1800" b="0" i="0" smtClean="0">
                              <a:solidFill>
                                <a:schemeClr val="tx1"/>
                              </a:solidFill>
                              <a:latin typeface="Cambria Math" panose="02040503050406030204" pitchFamily="18" charset="0"/>
                            </a:rPr>
                            <m:t>m</m:t>
                          </m:r>
                        </m:e>
                        <m:sub>
                          <m:r>
                            <a:rPr lang="de-DE" sz="1800" b="0" i="1" smtClean="0">
                              <a:solidFill>
                                <a:schemeClr val="tx1"/>
                              </a:solidFill>
                              <a:latin typeface="Cambria Math" panose="02040503050406030204" pitchFamily="18" charset="0"/>
                            </a:rPr>
                            <m:t>21</m:t>
                          </m:r>
                        </m:sub>
                      </m:sSub>
                    </m:oMath>
                  </m:oMathPara>
                </a14:m>
                <a:endParaRPr lang="en-US" dirty="0"/>
              </a:p>
            </p:txBody>
          </p:sp>
        </mc:Choice>
        <mc:Fallback xmlns="">
          <p:sp>
            <p:nvSpPr>
              <p:cNvPr id="39" name="TextBox 38">
                <a:extLst>
                  <a:ext uri="{FF2B5EF4-FFF2-40B4-BE49-F238E27FC236}">
                    <a16:creationId xmlns:a16="http://schemas.microsoft.com/office/drawing/2014/main" id="{0B08CD08-905D-B97C-A1F3-739882AE8F29}"/>
                  </a:ext>
                </a:extLst>
              </p:cNvPr>
              <p:cNvSpPr txBox="1">
                <a:spLocks noRot="1" noChangeAspect="1" noMove="1" noResize="1" noEditPoints="1" noAdjustHandles="1" noChangeArrowheads="1" noChangeShapeType="1" noTextEdit="1"/>
              </p:cNvSpPr>
              <p:nvPr/>
            </p:nvSpPr>
            <p:spPr>
              <a:xfrm>
                <a:off x="5408190" y="1605547"/>
                <a:ext cx="63366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5BA7E45C-26D8-80A6-A4BA-4CB8E272E43E}"/>
                  </a:ext>
                </a:extLst>
              </p:cNvPr>
              <p:cNvSpPr txBox="1"/>
              <p:nvPr/>
            </p:nvSpPr>
            <p:spPr>
              <a:xfrm>
                <a:off x="6925044" y="1703849"/>
                <a:ext cx="633668" cy="369332"/>
              </a:xfrm>
              <a:prstGeom prst="rect">
                <a:avLst/>
              </a:prstGeom>
              <a:noFill/>
            </p:spPr>
            <p:txBody>
              <a:bodyPr wrap="square">
                <a:spAutoFit/>
              </a:bodyPr>
              <a:lstStyle/>
              <a:p>
                <a:pPr/>
                <a14:m>
                  <m:oMathPara xmlns:m="http://schemas.openxmlformats.org/officeDocument/2006/math">
                    <m:oMath>
                      <m:sSub>
                        <m:sSubPr>
                          <m:ctrlPr>
                            <a:rPr lang="de-DE" sz="1800" b="0" i="0" smtClean="0">
                              <a:solidFill>
                                <a:schemeClr val="tx1"/>
                              </a:solidFill>
                              <a:latin typeface="Cambria Math" panose="02040503050406030204" pitchFamily="18" charset="0"/>
                            </a:rPr>
                          </m:ctrlPr>
                        </m:sSubPr>
                        <m:e>
                          <m:r>
                            <m:rPr>
                              <m:sty m:val="p"/>
                            </m:rPr>
                            <a:rPr lang="de-DE" sz="1800" b="0" i="0" smtClean="0">
                              <a:solidFill>
                                <a:schemeClr val="tx1"/>
                              </a:solidFill>
                              <a:latin typeface="Cambria Math" panose="02040503050406030204" pitchFamily="18" charset="0"/>
                            </a:rPr>
                            <m:t>m</m:t>
                          </m:r>
                        </m:e>
                        <m:sub>
                          <m:r>
                            <a:rPr lang="de-DE" sz="1800" b="0" i="1" smtClean="0">
                              <a:solidFill>
                                <a:schemeClr val="tx1"/>
                              </a:solidFill>
                              <a:latin typeface="Cambria Math" panose="02040503050406030204" pitchFamily="18" charset="0"/>
                            </a:rPr>
                            <m:t>22</m:t>
                          </m:r>
                        </m:sub>
                      </m:sSub>
                    </m:oMath>
                  </m:oMathPara>
                </a14:m>
                <a:endParaRPr lang="en-US" dirty="0"/>
              </a:p>
            </p:txBody>
          </p:sp>
        </mc:Choice>
        <mc:Fallback xmlns="">
          <p:sp>
            <p:nvSpPr>
              <p:cNvPr id="44" name="TextBox 43">
                <a:extLst>
                  <a:ext uri="{FF2B5EF4-FFF2-40B4-BE49-F238E27FC236}">
                    <a16:creationId xmlns:a16="http://schemas.microsoft.com/office/drawing/2014/main" id="{5BA7E45C-26D8-80A6-A4BA-4CB8E272E43E}"/>
                  </a:ext>
                </a:extLst>
              </p:cNvPr>
              <p:cNvSpPr txBox="1">
                <a:spLocks noRot="1" noChangeAspect="1" noMove="1" noResize="1" noEditPoints="1" noAdjustHandles="1" noChangeArrowheads="1" noChangeShapeType="1" noTextEdit="1"/>
              </p:cNvSpPr>
              <p:nvPr/>
            </p:nvSpPr>
            <p:spPr>
              <a:xfrm>
                <a:off x="6925044" y="1703849"/>
                <a:ext cx="633668" cy="369332"/>
              </a:xfrm>
              <a:prstGeom prst="rect">
                <a:avLst/>
              </a:prstGeom>
              <a:blipFill>
                <a:blip r:embed="rId7"/>
                <a:stretch>
                  <a:fillRect/>
                </a:stretch>
              </a:blipFill>
            </p:spPr>
            <p:txBody>
              <a:bodyPr/>
              <a:lstStyle/>
              <a:p>
                <a:r>
                  <a:rPr lang="en-US">
                    <a:noFill/>
                  </a:rPr>
                  <a:t> </a:t>
                </a:r>
              </a:p>
            </p:txBody>
          </p:sp>
        </mc:Fallback>
      </mc:AlternateContent>
      <p:grpSp>
        <p:nvGrpSpPr>
          <p:cNvPr id="54" name="Group 53">
            <a:extLst>
              <a:ext uri="{FF2B5EF4-FFF2-40B4-BE49-F238E27FC236}">
                <a16:creationId xmlns:a16="http://schemas.microsoft.com/office/drawing/2014/main" id="{BE1C3B5C-A1D7-8F5E-D73A-F229578EE08E}"/>
              </a:ext>
            </a:extLst>
          </p:cNvPr>
          <p:cNvGrpSpPr/>
          <p:nvPr/>
        </p:nvGrpSpPr>
        <p:grpSpPr>
          <a:xfrm>
            <a:off x="3367055" y="137274"/>
            <a:ext cx="5234086" cy="2326548"/>
            <a:chOff x="3367055" y="137274"/>
            <a:chExt cx="5234086" cy="2326548"/>
          </a:xfrm>
        </p:grpSpPr>
        <p:grpSp>
          <p:nvGrpSpPr>
            <p:cNvPr id="22" name="Group 21">
              <a:extLst>
                <a:ext uri="{FF2B5EF4-FFF2-40B4-BE49-F238E27FC236}">
                  <a16:creationId xmlns:a16="http://schemas.microsoft.com/office/drawing/2014/main" id="{2A1E2ED7-A2A7-F3A9-F472-18D0EBB6720B}"/>
                </a:ext>
              </a:extLst>
            </p:cNvPr>
            <p:cNvGrpSpPr>
              <a:grpSpLocks noChangeAspect="1"/>
            </p:cNvGrpSpPr>
            <p:nvPr/>
          </p:nvGrpSpPr>
          <p:grpSpPr>
            <a:xfrm>
              <a:off x="3367055" y="137274"/>
              <a:ext cx="4769781" cy="2326548"/>
              <a:chOff x="3283415" y="292395"/>
              <a:chExt cx="5822202" cy="2839883"/>
            </a:xfrm>
          </p:grpSpPr>
          <p:cxnSp>
            <p:nvCxnSpPr>
              <p:cNvPr id="149" name="Straight Arrow Connector 148">
                <a:extLst>
                  <a:ext uri="{FF2B5EF4-FFF2-40B4-BE49-F238E27FC236}">
                    <a16:creationId xmlns:a16="http://schemas.microsoft.com/office/drawing/2014/main" id="{487E58AE-6EC9-0FAA-8A73-D503DB858BC6}"/>
                  </a:ext>
                </a:extLst>
              </p:cNvPr>
              <p:cNvCxnSpPr>
                <a:cxnSpLocks/>
                <a:endCxn id="46" idx="3"/>
              </p:cNvCxnSpPr>
              <p:nvPr/>
            </p:nvCxnSpPr>
            <p:spPr>
              <a:xfrm flipV="1">
                <a:off x="7050953" y="1927917"/>
                <a:ext cx="1032252" cy="732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5" name="Straight Arrow Connector 144">
                <a:extLst>
                  <a:ext uri="{FF2B5EF4-FFF2-40B4-BE49-F238E27FC236}">
                    <a16:creationId xmlns:a16="http://schemas.microsoft.com/office/drawing/2014/main" id="{1C59534C-40CE-3404-3229-0169744E2C8F}"/>
                  </a:ext>
                </a:extLst>
              </p:cNvPr>
              <p:cNvCxnSpPr>
                <a:cxnSpLocks/>
              </p:cNvCxnSpPr>
              <p:nvPr/>
            </p:nvCxnSpPr>
            <p:spPr>
              <a:xfrm>
                <a:off x="7101617" y="838200"/>
                <a:ext cx="998056" cy="6929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41733EF0-DC48-2BAE-398A-9139D48CE4FC}"/>
                  </a:ext>
                </a:extLst>
              </p:cNvPr>
              <p:cNvCxnSpPr>
                <a:cxnSpLocks/>
                <a:stCxn id="36" idx="6"/>
                <a:endCxn id="137" idx="2"/>
              </p:cNvCxnSpPr>
              <p:nvPr/>
            </p:nvCxnSpPr>
            <p:spPr>
              <a:xfrm flipV="1">
                <a:off x="5845780" y="2660264"/>
                <a:ext cx="760539" cy="16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C0FEE675-74F0-807C-6064-D5EAD9F14E8D}"/>
                  </a:ext>
                </a:extLst>
              </p:cNvPr>
              <p:cNvCxnSpPr>
                <a:cxnSpLocks/>
                <a:stCxn id="2" idx="6"/>
                <a:endCxn id="133" idx="2"/>
              </p:cNvCxnSpPr>
              <p:nvPr/>
            </p:nvCxnSpPr>
            <p:spPr>
              <a:xfrm>
                <a:off x="5849079" y="809532"/>
                <a:ext cx="773483" cy="84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622B84CC-7BA4-1057-44C5-AD670AA38533}"/>
                  </a:ext>
                </a:extLst>
              </p:cNvPr>
              <p:cNvCxnSpPr>
                <a:cxnSpLocks/>
                <a:endCxn id="2" idx="2"/>
              </p:cNvCxnSpPr>
              <p:nvPr/>
            </p:nvCxnSpPr>
            <p:spPr>
              <a:xfrm flipV="1">
                <a:off x="4523657" y="809532"/>
                <a:ext cx="776782" cy="9766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48F58D22-4BD3-0D75-3C1F-E7BA70FA1490}"/>
                      </a:ext>
                    </a:extLst>
                  </p:cNvPr>
                  <p:cNvSpPr txBox="1"/>
                  <p:nvPr/>
                </p:nvSpPr>
                <p:spPr>
                  <a:xfrm>
                    <a:off x="3283415" y="1276094"/>
                    <a:ext cx="543340" cy="45082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in</m:t>
                              </m:r>
                            </m:sub>
                          </m:sSub>
                        </m:oMath>
                      </m:oMathPara>
                    </a14:m>
                    <a:endParaRPr lang="en-US" dirty="0">
                      <a:solidFill>
                        <a:schemeClr val="tx1"/>
                      </a:solidFill>
                    </a:endParaRPr>
                  </a:p>
                </p:txBody>
              </p:sp>
            </mc:Choice>
            <mc:Fallback xmlns="">
              <p:sp>
                <p:nvSpPr>
                  <p:cNvPr id="14" name="TextBox 13">
                    <a:extLst>
                      <a:ext uri="{FF2B5EF4-FFF2-40B4-BE49-F238E27FC236}">
                        <a16:creationId xmlns:a16="http://schemas.microsoft.com/office/drawing/2014/main" id="{48F58D22-4BD3-0D75-3C1F-E7BA70FA1490}"/>
                      </a:ext>
                    </a:extLst>
                  </p:cNvPr>
                  <p:cNvSpPr txBox="1">
                    <a:spLocks noRot="1" noChangeAspect="1" noMove="1" noResize="1" noEditPoints="1" noAdjustHandles="1" noChangeArrowheads="1" noChangeShapeType="1" noTextEdit="1"/>
                  </p:cNvSpPr>
                  <p:nvPr/>
                </p:nvSpPr>
                <p:spPr>
                  <a:xfrm>
                    <a:off x="3283415" y="1276094"/>
                    <a:ext cx="543340" cy="450822"/>
                  </a:xfrm>
                  <a:prstGeom prst="rect">
                    <a:avLst/>
                  </a:prstGeom>
                  <a:blipFill>
                    <a:blip r:embed="rId8"/>
                    <a:stretch>
                      <a:fillRect r="-13699"/>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0BA8E066-5DB9-8B89-A32C-FEE5DF4E2E37}"/>
                  </a:ext>
                </a:extLst>
              </p:cNvPr>
              <p:cNvCxnSpPr>
                <a:cxnSpLocks/>
                <a:endCxn id="36" idx="2"/>
              </p:cNvCxnSpPr>
              <p:nvPr/>
            </p:nvCxnSpPr>
            <p:spPr>
              <a:xfrm>
                <a:off x="4523657" y="1786133"/>
                <a:ext cx="773483" cy="8758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8A54C8A1-BDB7-E8F3-0575-9F3985031F70}"/>
                  </a:ext>
                </a:extLst>
              </p:cNvPr>
              <p:cNvCxnSpPr>
                <a:cxnSpLocks/>
              </p:cNvCxnSpPr>
              <p:nvPr/>
            </p:nvCxnSpPr>
            <p:spPr>
              <a:xfrm flipV="1">
                <a:off x="8387577" y="1726916"/>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34" name="Group 33">
                <a:extLst>
                  <a:ext uri="{FF2B5EF4-FFF2-40B4-BE49-F238E27FC236}">
                    <a16:creationId xmlns:a16="http://schemas.microsoft.com/office/drawing/2014/main" id="{6ACC670C-B0B5-5ABB-1394-DAAE2C25E66B}"/>
                  </a:ext>
                </a:extLst>
              </p:cNvPr>
              <p:cNvGrpSpPr/>
              <p:nvPr/>
            </p:nvGrpSpPr>
            <p:grpSpPr>
              <a:xfrm>
                <a:off x="5300439" y="534254"/>
                <a:ext cx="587792" cy="550556"/>
                <a:chOff x="4764744" y="3666589"/>
                <a:chExt cx="587792" cy="550556"/>
              </a:xfrm>
            </p:grpSpPr>
            <p:sp>
              <p:nvSpPr>
                <p:cNvPr id="2" name="Oval 1">
                  <a:extLst>
                    <a:ext uri="{FF2B5EF4-FFF2-40B4-BE49-F238E27FC236}">
                      <a16:creationId xmlns:a16="http://schemas.microsoft.com/office/drawing/2014/main" id="{198573F3-EBD6-EC3D-D735-C3C1DBD64043}"/>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37B0A748-49C7-2E3B-17DF-9129DFDE3039}"/>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37B0A748-49C7-2E3B-17DF-9129DFDE3039}"/>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9"/>
                      <a:stretch>
                        <a:fillRect/>
                      </a:stretch>
                    </a:blipFill>
                  </p:spPr>
                  <p:txBody>
                    <a:bodyPr/>
                    <a:lstStyle/>
                    <a:p>
                      <a:r>
                        <a:rPr lang="en-US">
                          <a:noFill/>
                        </a:rPr>
                        <a:t> </a:t>
                      </a:r>
                    </a:p>
                  </p:txBody>
                </p:sp>
              </mc:Fallback>
            </mc:AlternateContent>
          </p:grpSp>
          <p:sp>
            <p:nvSpPr>
              <p:cNvPr id="29" name="Rectangle 28">
                <a:extLst>
                  <a:ext uri="{FF2B5EF4-FFF2-40B4-BE49-F238E27FC236}">
                    <a16:creationId xmlns:a16="http://schemas.microsoft.com/office/drawing/2014/main" id="{977C8CA1-F650-D54A-822C-82100E0D4F46}"/>
                  </a:ext>
                </a:extLst>
              </p:cNvPr>
              <p:cNvSpPr/>
              <p:nvPr/>
            </p:nvSpPr>
            <p:spPr>
              <a:xfrm>
                <a:off x="4099942" y="292395"/>
                <a:ext cx="4667795" cy="283988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6" name="Oval 35">
                <a:extLst>
                  <a:ext uri="{FF2B5EF4-FFF2-40B4-BE49-F238E27FC236}">
                    <a16:creationId xmlns:a16="http://schemas.microsoft.com/office/drawing/2014/main" id="{019CDDB1-7D32-5607-E340-E8D79B8899DD}"/>
                  </a:ext>
                </a:extLst>
              </p:cNvPr>
              <p:cNvSpPr>
                <a:spLocks noChangeAspect="1"/>
              </p:cNvSpPr>
              <p:nvPr/>
            </p:nvSpPr>
            <p:spPr>
              <a:xfrm>
                <a:off x="5297140" y="2386674"/>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45" name="Group 44">
                <a:extLst>
                  <a:ext uri="{FF2B5EF4-FFF2-40B4-BE49-F238E27FC236}">
                    <a16:creationId xmlns:a16="http://schemas.microsoft.com/office/drawing/2014/main" id="{9883C384-EAE0-2A60-5047-1DC7EE5F1B8D}"/>
                  </a:ext>
                </a:extLst>
              </p:cNvPr>
              <p:cNvGrpSpPr/>
              <p:nvPr/>
            </p:nvGrpSpPr>
            <p:grpSpPr>
              <a:xfrm>
                <a:off x="7948290" y="1457988"/>
                <a:ext cx="603209" cy="550556"/>
                <a:chOff x="4710175" y="3666589"/>
                <a:chExt cx="603209" cy="550556"/>
              </a:xfrm>
            </p:grpSpPr>
            <p:sp>
              <p:nvSpPr>
                <p:cNvPr id="46" name="Oval 45">
                  <a:extLst>
                    <a:ext uri="{FF2B5EF4-FFF2-40B4-BE49-F238E27FC236}">
                      <a16:creationId xmlns:a16="http://schemas.microsoft.com/office/drawing/2014/main" id="{460DAE8F-65E0-5E36-18D0-CDC95F0C15BA}"/>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19CAFC9-0E12-52FA-16FA-C8D2CC612CA9}"/>
                        </a:ext>
                      </a:extLst>
                    </p:cNvPr>
                    <p:cNvSpPr txBox="1"/>
                    <p:nvPr/>
                  </p:nvSpPr>
                  <p:spPr>
                    <a:xfrm>
                      <a:off x="4710175" y="3698505"/>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out</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19CAFC9-0E12-52FA-16FA-C8D2CC612CA9}"/>
                        </a:ext>
                      </a:extLst>
                    </p:cNvPr>
                    <p:cNvSpPr txBox="1">
                      <a:spLocks noRot="1" noChangeAspect="1" noMove="1" noResize="1" noEditPoints="1" noAdjustHandles="1" noChangeArrowheads="1" noChangeShapeType="1" noTextEdit="1"/>
                    </p:cNvSpPr>
                    <p:nvPr/>
                  </p:nvSpPr>
                  <p:spPr>
                    <a:xfrm>
                      <a:off x="4710175" y="3698505"/>
                      <a:ext cx="554854" cy="450822"/>
                    </a:xfrm>
                    <a:prstGeom prst="rect">
                      <a:avLst/>
                    </a:prstGeom>
                    <a:blipFill>
                      <a:blip r:embed="rId10"/>
                      <a:stretch>
                        <a:fillRect r="-12000"/>
                      </a:stretch>
                    </a:blipFill>
                  </p:spPr>
                  <p:txBody>
                    <a:bodyPr/>
                    <a:lstStyle/>
                    <a:p>
                      <a:r>
                        <a:rPr lang="en-US">
                          <a:noFill/>
                        </a:rPr>
                        <a:t> </a:t>
                      </a:r>
                    </a:p>
                  </p:txBody>
                </p:sp>
              </mc:Fallback>
            </mc:AlternateContent>
          </p:grpSp>
          <p:cxnSp>
            <p:nvCxnSpPr>
              <p:cNvPr id="48" name="Straight Arrow Connector 47">
                <a:extLst>
                  <a:ext uri="{FF2B5EF4-FFF2-40B4-BE49-F238E27FC236}">
                    <a16:creationId xmlns:a16="http://schemas.microsoft.com/office/drawing/2014/main" id="{B3C4EF49-242B-A072-6333-FC16018E94EC}"/>
                  </a:ext>
                </a:extLst>
              </p:cNvPr>
              <p:cNvCxnSpPr>
                <a:cxnSpLocks/>
              </p:cNvCxnSpPr>
              <p:nvPr/>
            </p:nvCxnSpPr>
            <p:spPr>
              <a:xfrm flipV="1">
                <a:off x="3826755" y="1786133"/>
                <a:ext cx="718040"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132" name="Group 131">
                <a:extLst>
                  <a:ext uri="{FF2B5EF4-FFF2-40B4-BE49-F238E27FC236}">
                    <a16:creationId xmlns:a16="http://schemas.microsoft.com/office/drawing/2014/main" id="{11A67D52-7334-A3B8-8422-1344DA195EC8}"/>
                  </a:ext>
                </a:extLst>
              </p:cNvPr>
              <p:cNvGrpSpPr/>
              <p:nvPr/>
            </p:nvGrpSpPr>
            <p:grpSpPr>
              <a:xfrm>
                <a:off x="6622562" y="542721"/>
                <a:ext cx="587792" cy="550556"/>
                <a:chOff x="4764744" y="3666589"/>
                <a:chExt cx="587792" cy="550556"/>
              </a:xfrm>
            </p:grpSpPr>
            <p:sp>
              <p:nvSpPr>
                <p:cNvPr id="133" name="Oval 132">
                  <a:extLst>
                    <a:ext uri="{FF2B5EF4-FFF2-40B4-BE49-F238E27FC236}">
                      <a16:creationId xmlns:a16="http://schemas.microsoft.com/office/drawing/2014/main" id="{6CC4482A-D9F6-1FAE-2190-9F8C123DA1FA}"/>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34" name="TextBox 133">
                      <a:extLst>
                        <a:ext uri="{FF2B5EF4-FFF2-40B4-BE49-F238E27FC236}">
                          <a16:creationId xmlns:a16="http://schemas.microsoft.com/office/drawing/2014/main" id="{095BEE8D-E407-FA52-F66B-6491249E65D3}"/>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134" name="TextBox 133">
                      <a:extLst>
                        <a:ext uri="{FF2B5EF4-FFF2-40B4-BE49-F238E27FC236}">
                          <a16:creationId xmlns:a16="http://schemas.microsoft.com/office/drawing/2014/main" id="{095BEE8D-E407-FA52-F66B-6491249E65D3}"/>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11"/>
                      <a:stretch>
                        <a:fillRect/>
                      </a:stretch>
                    </a:blipFill>
                  </p:spPr>
                  <p:txBody>
                    <a:bodyPr/>
                    <a:lstStyle/>
                    <a:p>
                      <a:r>
                        <a:rPr lang="en-US">
                          <a:noFill/>
                        </a:rPr>
                        <a:t> </a:t>
                      </a:r>
                    </a:p>
                  </p:txBody>
                </p:sp>
              </mc:Fallback>
            </mc:AlternateContent>
          </p:grpSp>
          <p:grpSp>
            <p:nvGrpSpPr>
              <p:cNvPr id="136" name="Group 135">
                <a:extLst>
                  <a:ext uri="{FF2B5EF4-FFF2-40B4-BE49-F238E27FC236}">
                    <a16:creationId xmlns:a16="http://schemas.microsoft.com/office/drawing/2014/main" id="{BA22B530-F20F-254F-8C47-D9BB1C6A520D}"/>
                  </a:ext>
                </a:extLst>
              </p:cNvPr>
              <p:cNvGrpSpPr/>
              <p:nvPr/>
            </p:nvGrpSpPr>
            <p:grpSpPr>
              <a:xfrm>
                <a:off x="6606319" y="2384986"/>
                <a:ext cx="587792" cy="550556"/>
                <a:chOff x="4764744" y="3666589"/>
                <a:chExt cx="587792" cy="550556"/>
              </a:xfrm>
            </p:grpSpPr>
            <p:sp>
              <p:nvSpPr>
                <p:cNvPr id="137" name="Oval 136">
                  <a:extLst>
                    <a:ext uri="{FF2B5EF4-FFF2-40B4-BE49-F238E27FC236}">
                      <a16:creationId xmlns:a16="http://schemas.microsoft.com/office/drawing/2014/main" id="{9A5FB694-1A70-8C91-7B04-FCF823707CE4}"/>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C5676A18-3F58-5E52-9925-D349D6B9E47D}"/>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138" name="TextBox 137">
                      <a:extLst>
                        <a:ext uri="{FF2B5EF4-FFF2-40B4-BE49-F238E27FC236}">
                          <a16:creationId xmlns:a16="http://schemas.microsoft.com/office/drawing/2014/main" id="{C5676A18-3F58-5E52-9925-D349D6B9E47D}"/>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12"/>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108660EC-FD4B-BE37-5AAD-1AFBEE150F6F}"/>
                      </a:ext>
                    </a:extLst>
                  </p:cNvPr>
                  <p:cNvSpPr txBox="1"/>
                  <p:nvPr/>
                </p:nvSpPr>
                <p:spPr>
                  <a:xfrm>
                    <a:off x="5330077" y="2398546"/>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144" name="TextBox 143">
                    <a:extLst>
                      <a:ext uri="{FF2B5EF4-FFF2-40B4-BE49-F238E27FC236}">
                        <a16:creationId xmlns:a16="http://schemas.microsoft.com/office/drawing/2014/main" id="{108660EC-FD4B-BE37-5AAD-1AFBEE150F6F}"/>
                      </a:ext>
                    </a:extLst>
                  </p:cNvPr>
                  <p:cNvSpPr txBox="1">
                    <a:spLocks noRot="1" noChangeAspect="1" noMove="1" noResize="1" noEditPoints="1" noAdjustHandles="1" noChangeArrowheads="1" noChangeShapeType="1" noTextEdit="1"/>
                  </p:cNvSpPr>
                  <p:nvPr/>
                </p:nvSpPr>
                <p:spPr>
                  <a:xfrm>
                    <a:off x="5330077" y="2398546"/>
                    <a:ext cx="554854" cy="450822"/>
                  </a:xfrm>
                  <a:prstGeom prst="rect">
                    <a:avLst/>
                  </a:prstGeom>
                  <a:blipFill>
                    <a:blip r:embed="rId13"/>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D84FC60-1D3D-79E9-7734-D41EC58A4F3C}"/>
                    </a:ext>
                  </a:extLst>
                </p:cNvPr>
                <p:cNvSpPr txBox="1"/>
                <p:nvPr/>
              </p:nvSpPr>
              <p:spPr>
                <a:xfrm>
                  <a:off x="8156015" y="943160"/>
                  <a:ext cx="44512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out</m:t>
                            </m:r>
                          </m:sub>
                        </m:sSub>
                      </m:oMath>
                    </m:oMathPara>
                  </a14:m>
                  <a:endParaRPr lang="en-US" dirty="0">
                    <a:solidFill>
                      <a:schemeClr val="tx1"/>
                    </a:solidFill>
                  </a:endParaRPr>
                </a:p>
              </p:txBody>
            </p:sp>
          </mc:Choice>
          <mc:Fallback xmlns="">
            <p:sp>
              <p:nvSpPr>
                <p:cNvPr id="50" name="TextBox 49">
                  <a:extLst>
                    <a:ext uri="{FF2B5EF4-FFF2-40B4-BE49-F238E27FC236}">
                      <a16:creationId xmlns:a16="http://schemas.microsoft.com/office/drawing/2014/main" id="{FD84FC60-1D3D-79E9-7734-D41EC58A4F3C}"/>
                    </a:ext>
                  </a:extLst>
                </p:cNvPr>
                <p:cNvSpPr txBox="1">
                  <a:spLocks noRot="1" noChangeAspect="1" noMove="1" noResize="1" noEditPoints="1" noAdjustHandles="1" noChangeArrowheads="1" noChangeShapeType="1" noTextEdit="1"/>
                </p:cNvSpPr>
                <p:nvPr/>
              </p:nvSpPr>
              <p:spPr>
                <a:xfrm>
                  <a:off x="8156015" y="943160"/>
                  <a:ext cx="445126" cy="369332"/>
                </a:xfrm>
                <a:prstGeom prst="rect">
                  <a:avLst/>
                </a:prstGeom>
                <a:blipFill>
                  <a:blip r:embed="rId14"/>
                  <a:stretch>
                    <a:fillRect r="-35616"/>
                  </a:stretch>
                </a:blipFill>
              </p:spPr>
              <p:txBody>
                <a:bodyPr/>
                <a:lstStyle/>
                <a:p>
                  <a:r>
                    <a:rPr lang="en-US">
                      <a:noFill/>
                    </a:rPr>
                    <a:t> </a:t>
                  </a:r>
                </a:p>
              </p:txBody>
            </p:sp>
          </mc:Fallback>
        </mc:AlternateContent>
      </p:grpSp>
      <p:sp>
        <p:nvSpPr>
          <p:cNvPr id="9" name="Rectangle 8">
            <a:extLst>
              <a:ext uri="{FF2B5EF4-FFF2-40B4-BE49-F238E27FC236}">
                <a16:creationId xmlns:a16="http://schemas.microsoft.com/office/drawing/2014/main" id="{C1F7989F-433C-8118-4909-407CBFCBEACE}"/>
              </a:ext>
            </a:extLst>
          </p:cNvPr>
          <p:cNvSpPr/>
          <p:nvPr/>
        </p:nvSpPr>
        <p:spPr>
          <a:xfrm>
            <a:off x="588400" y="3172570"/>
            <a:ext cx="8881604" cy="3101010"/>
          </a:xfrm>
          <a:prstGeom prst="rect">
            <a:avLst/>
          </a:prstGeom>
          <a:solidFill>
            <a:schemeClr val="bg1">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31909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6C30A-1295-8B85-C9AB-81FD6DC592E4}"/>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D4BB402-6C7E-F69F-7FE0-77E64A80087F}"/>
              </a:ext>
            </a:extLst>
          </p:cNvPr>
          <p:cNvSpPr>
            <a:spLocks noGrp="1"/>
          </p:cNvSpPr>
          <p:nvPr>
            <p:ph type="sldNum" sz="quarter" idx="12"/>
          </p:nvPr>
        </p:nvSpPr>
        <p:spPr/>
        <p:txBody>
          <a:bodyPr/>
          <a:lstStyle/>
          <a:p>
            <a:fld id="{250B62C5-2ACF-4D78-8FF3-37371B948607}" type="slidenum">
              <a:rPr lang="en-US" smtClean="0"/>
              <a:t>32</a:t>
            </a:fld>
            <a:endParaRPr lang="en-US" dirty="0"/>
          </a:p>
        </p:txBody>
      </p:sp>
      <p:sp>
        <p:nvSpPr>
          <p:cNvPr id="43" name="Rectangle: Rounded Corners 42">
            <a:extLst>
              <a:ext uri="{FF2B5EF4-FFF2-40B4-BE49-F238E27FC236}">
                <a16:creationId xmlns:a16="http://schemas.microsoft.com/office/drawing/2014/main" id="{7C62D439-A2FC-CC00-5105-457DF4E8C6A8}"/>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5E768D5-4323-BA9D-2867-A8E12384EF62}"/>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1ECAF540-4828-E8F0-98E3-35BC4CE6D19B}"/>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40DE813-CB68-99C4-04CE-A7154E351E3E}"/>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D2465381-253F-CDFF-D66B-55605DABC2A1}"/>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6F5B5BC2-F68D-79D8-DF46-73A71B9C984D}"/>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0F88DE2D-CA23-6FBB-709A-6F78E4A90003}"/>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5118155C-E1B3-6600-FC85-F15F079AFB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53E7B12B-C480-B6BA-D0E8-BA7813150828}"/>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552E14D3-D0A1-2FF0-17A2-80D57DA4594E}"/>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1B760CAD-5683-DBD1-77BA-6189449F58EB}"/>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64B3089B-AA4B-85E4-F90F-6113099C53AD}"/>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de-DE" sz="2400" b="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2393ED91-5CE9-105D-6B85-52DEFBF0D3E8}"/>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
                      <m:r>
                        <a:rPr lang="es-ES" sz="240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es-ES" sz="2400" i="1" smtClean="0">
                              <a:solidFill>
                                <a:srgbClr val="C00000"/>
                              </a:solidFill>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62F738D4-D0AE-03D0-8948-2EFA7C3F425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A964E0AA-2957-46AD-C232-ED2AC3AA0EC6}"/>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776E76C7-DEAB-63FF-64DF-0355878BB361}"/>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BBE8BCFD-906B-D786-A2F9-4A3BA342B906}"/>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3D19E0AA-0688-BAC5-AA6A-5D8309EC952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82F22FE3-FB67-D685-E355-6303B699954A}"/>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51034FE0-2420-FE03-DC85-176273246A1A}"/>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7BF11E9C-D1DD-C8F2-2598-44638D6DE226}"/>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
                        <m:sSub>
                          <m:sSubPr>
                            <m:ctrlPr>
                              <a:rPr lang="es-ES" sz="2400" i="1">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solidFill>
                                  <a:srgbClr val="C00000"/>
                                </a:solidFill>
                                <a:latin typeface="Cambria Math" panose="02040503050406030204" pitchFamily="18" charset="0"/>
                              </a:rPr>
                            </m:ctrlPr>
                          </m:dPr>
                          <m:e>
                            <m:sSub>
                              <m:sSubPr>
                                <m:ctrlPr>
                                  <a:rPr lang="es-ES" sz="2400" i="1">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06DDE6-4A95-9AA9-B5CB-1E35274400F0}"/>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15382C65-7117-ADE7-B7EB-CA6271F14D37}"/>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4C35DCD2-F438-4D6B-8925-D3A15A82B452}"/>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11C453EC-95FC-3398-3497-FB64104AEAB7}"/>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F0EA6D5-160B-2495-3F5C-2B44420CC33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
                        <m:r>
                          <a:rPr lang="es-ES" sz="2400" i="1" dirty="0" smtClean="0">
                            <a:latin typeface="Cambria Math" panose="02040503050406030204" pitchFamily="18" charset="0"/>
                          </a:rPr>
                          <m:t>𝐌</m:t>
                        </m:r>
                        <m:acc>
                          <m:accPr>
                            <m:chr m:val="̈"/>
                            <m:ctrlPr>
                              <a:rPr lang="es-ES" sz="2400" i="1" dirty="0" smtClean="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smtClean="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smtClean="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smtClean="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smtClean="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dirty="0"/>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AF4BA1C9-8C84-8488-C6DD-924B08AB25E6}"/>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9516650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DAA1E-9DC3-BEE6-20E5-65E2564A90B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4C6BD03-09F2-D268-457D-144E45B1036A}"/>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33</a:t>
            </a:fld>
            <a:endParaRPr lang="en-US"/>
          </a:p>
        </p:txBody>
      </p:sp>
      <p:sp>
        <p:nvSpPr>
          <p:cNvPr id="43" name="Rectangle: Rounded Corners 42">
            <a:extLst>
              <a:ext uri="{FF2B5EF4-FFF2-40B4-BE49-F238E27FC236}">
                <a16:creationId xmlns:a16="http://schemas.microsoft.com/office/drawing/2014/main" id="{3D2DB96E-6805-00F5-7546-0981DE6CEE89}"/>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322BA81-3178-BE53-B0D2-25E562E26297}"/>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93590EE6-0A02-89AC-4348-CB011B16865B}"/>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DC40FD-E5D0-AA72-7F83-3120BCA732B1}"/>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114FCF06-BF13-2B1E-2F26-440FF1D2931B}"/>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C6B6E2FD-D887-7F56-E1D2-75F03A173363}"/>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250B486D-A86B-F27D-3FCA-4778C85E2C9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9ACD0E3A-A583-8B41-26F2-F4AC4F5EC91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2E9ACD5-2FCC-D952-BE72-9147B1037C89}"/>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D133834-1CA3-FD66-CD0C-7F44CA910F58}"/>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AFD42315-8C8E-0D0E-CA55-550BA343AC6A}"/>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F86B3A85-58CC-DA81-24F5-316C463DBD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6D062231-4088-95DF-4294-45BDFDB139BF}"/>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020277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116A7-B491-703E-7C67-8979FAE7381B}"/>
            </a:ext>
          </a:extLst>
        </p:cNvPr>
        <p:cNvGrpSpPr/>
        <p:nvPr/>
      </p:nvGrpSpPr>
      <p:grpSpPr>
        <a:xfrm>
          <a:off x="0" y="0"/>
          <a:ext cx="0" cy="0"/>
          <a:chOff x="0" y="0"/>
          <a:chExt cx="0" cy="0"/>
        </a:xfrm>
      </p:grpSpPr>
      <p:sp>
        <p:nvSpPr>
          <p:cNvPr id="55" name="PlaceHolder 1">
            <a:extLst>
              <a:ext uri="{FF2B5EF4-FFF2-40B4-BE49-F238E27FC236}">
                <a16:creationId xmlns:a16="http://schemas.microsoft.com/office/drawing/2014/main" id="{FCCD20DA-5BAC-BB70-0C2D-F9C3D2B28D4D}"/>
              </a:ext>
            </a:extLst>
          </p:cNvPr>
          <p:cNvSpPr>
            <a:spLocks noGrp="1"/>
          </p:cNvSpPr>
          <p:nvPr>
            <p:ph type="title"/>
          </p:nvPr>
        </p:nvSpPr>
        <p:spPr>
          <a:xfrm>
            <a:off x="1286540" y="3834128"/>
            <a:ext cx="10676860" cy="1968624"/>
          </a:xfrm>
          <a:prstGeom prst="rect">
            <a:avLst/>
          </a:prstGeom>
          <a:noFill/>
          <a:ln w="0">
            <a:noFill/>
          </a:ln>
        </p:spPr>
        <p:txBody>
          <a:bodyPr lIns="0" tIns="0" rIns="0" bIns="0" anchor="b">
            <a:noAutofit/>
          </a:bodyPr>
          <a:lstStyle/>
          <a:p>
            <a:pPr indent="0">
              <a:lnSpc>
                <a:spcPct val="100000"/>
              </a:lnSpc>
              <a:buNone/>
              <a:tabLst>
                <a:tab pos="0" algn="l"/>
              </a:tabLst>
            </a:pPr>
            <a:r>
              <a:rPr lang="en-GB" sz="2400" b="0" strike="noStrike" spc="-1" dirty="0">
                <a:solidFill>
                  <a:schemeClr val="lt1"/>
                </a:solidFill>
                <a:latin typeface="Arial"/>
              </a:rPr>
              <a:t>Jorge Torres Gómez, Hadeel Mohamad, Sarah Westarp, Lars Liebermeister</a:t>
            </a:r>
            <a:br>
              <a:rPr lang="en-GB" sz="2400" b="0" strike="noStrike" spc="-1" dirty="0">
                <a:solidFill>
                  <a:schemeClr val="lt1"/>
                </a:solidFill>
                <a:latin typeface="Arial"/>
              </a:rPr>
            </a:br>
            <a:endParaRPr lang="en-GB" sz="2400" b="0" strike="noStrike" spc="-1" dirty="0">
              <a:solidFill>
                <a:schemeClr val="lt1"/>
              </a:solidFill>
              <a:latin typeface="Arial"/>
            </a:endParaRPr>
          </a:p>
        </p:txBody>
      </p:sp>
      <p:sp>
        <p:nvSpPr>
          <p:cNvPr id="5" name="TextBox 4">
            <a:extLst>
              <a:ext uri="{FF2B5EF4-FFF2-40B4-BE49-F238E27FC236}">
                <a16:creationId xmlns:a16="http://schemas.microsoft.com/office/drawing/2014/main" id="{648AA290-328F-902A-C235-648ABEA3035F}"/>
              </a:ext>
            </a:extLst>
          </p:cNvPr>
          <p:cNvSpPr txBox="1"/>
          <p:nvPr/>
        </p:nvSpPr>
        <p:spPr>
          <a:xfrm>
            <a:off x="-70242" y="2263895"/>
            <a:ext cx="12033642" cy="193899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a:rPr>
              <a:t>Communicating Smartly in Molecular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a:rPr>
              <a:t>Communication Environments: Neural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FFFF"/>
                </a:solidFill>
                <a:effectLst/>
                <a:uLnTx/>
                <a:uFillTx/>
                <a:latin typeface="Arial"/>
              </a:rPr>
              <a:t>Networks in the Internet of Bio-Nano Things</a:t>
            </a:r>
          </a:p>
        </p:txBody>
      </p:sp>
      <p:pic>
        <p:nvPicPr>
          <p:cNvPr id="9" name="Picture 8" descr="HHI - Profil | SQuaD - Quantenkommunikation in Deutschland">
            <a:extLst>
              <a:ext uri="{FF2B5EF4-FFF2-40B4-BE49-F238E27FC236}">
                <a16:creationId xmlns:a16="http://schemas.microsoft.com/office/drawing/2014/main" id="{1E1D71AB-566A-3014-41E4-A0E04730A031}"/>
              </a:ext>
            </a:extLst>
          </p:cNvPr>
          <p:cNvPicPr>
            <a:picLocks noChangeAspect="1"/>
          </p:cNvPicPr>
          <p:nvPr/>
        </p:nvPicPr>
        <p:blipFill>
          <a:blip r:embed="rId2"/>
          <a:srcRect l="9787" t="33069" r="8374" b="29669"/>
          <a:stretch>
            <a:fillRect/>
          </a:stretch>
        </p:blipFill>
        <p:spPr>
          <a:xfrm>
            <a:off x="6581553" y="378303"/>
            <a:ext cx="2456122" cy="676945"/>
          </a:xfrm>
          <a:prstGeom prst="rect">
            <a:avLst/>
          </a:prstGeom>
        </p:spPr>
      </p:pic>
      <p:pic>
        <p:nvPicPr>
          <p:cNvPr id="11" name="Picture 10" descr="Primary Logos - Brand Center">
            <a:extLst>
              <a:ext uri="{FF2B5EF4-FFF2-40B4-BE49-F238E27FC236}">
                <a16:creationId xmlns:a16="http://schemas.microsoft.com/office/drawing/2014/main" id="{48CC062B-C261-0EBF-2F2E-8662F4408EA6}"/>
              </a:ext>
            </a:extLst>
          </p:cNvPr>
          <p:cNvPicPr>
            <a:picLocks noChangeAspect="1"/>
          </p:cNvPicPr>
          <p:nvPr/>
        </p:nvPicPr>
        <p:blipFill>
          <a:blip r:embed="rId3"/>
          <a:stretch>
            <a:fillRect/>
          </a:stretch>
        </p:blipFill>
        <p:spPr>
          <a:xfrm>
            <a:off x="4416273" y="377999"/>
            <a:ext cx="1679727" cy="525768"/>
          </a:xfrm>
          <a:prstGeom prst="rect">
            <a:avLst/>
          </a:prstGeom>
        </p:spPr>
      </p:pic>
      <p:pic>
        <p:nvPicPr>
          <p:cNvPr id="8" name="Picture 7">
            <a:extLst>
              <a:ext uri="{FF2B5EF4-FFF2-40B4-BE49-F238E27FC236}">
                <a16:creationId xmlns:a16="http://schemas.microsoft.com/office/drawing/2014/main" id="{28427588-CA9C-B830-ADC0-B778774EACD3}"/>
              </a:ext>
            </a:extLst>
          </p:cNvPr>
          <p:cNvPicPr>
            <a:picLocks noChangeAspect="1"/>
          </p:cNvPicPr>
          <p:nvPr/>
        </p:nvPicPr>
        <p:blipFill>
          <a:blip r:embed="rId4"/>
          <a:stretch>
            <a:fillRect/>
          </a:stretch>
        </p:blipFill>
        <p:spPr>
          <a:xfrm>
            <a:off x="0" y="6163241"/>
            <a:ext cx="6496216" cy="694759"/>
          </a:xfrm>
          <a:prstGeom prst="rect">
            <a:avLst/>
          </a:prstGeom>
        </p:spPr>
      </p:pic>
    </p:spTree>
    <p:extLst>
      <p:ext uri="{BB962C8B-B14F-4D97-AF65-F5344CB8AC3E}">
        <p14:creationId xmlns:p14="http://schemas.microsoft.com/office/powerpoint/2010/main" val="11889594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de-DE" sz="1600" b="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grpSp>
        <p:nvGrpSpPr>
          <p:cNvPr id="62" name="Group 61">
            <a:extLst>
              <a:ext uri="{FF2B5EF4-FFF2-40B4-BE49-F238E27FC236}">
                <a16:creationId xmlns:a16="http://schemas.microsoft.com/office/drawing/2014/main" id="{039061E2-D77A-FAB4-1AFC-64088C5B84C8}"/>
              </a:ext>
            </a:extLst>
          </p:cNvPr>
          <p:cNvGrpSpPr/>
          <p:nvPr/>
        </p:nvGrpSpPr>
        <p:grpSpPr>
          <a:xfrm rot="5400000">
            <a:off x="4423929" y="1375784"/>
            <a:ext cx="929932" cy="775626"/>
            <a:chOff x="583890" y="-94136"/>
            <a:chExt cx="929932" cy="775626"/>
          </a:xfrm>
        </p:grpSpPr>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906610" y="218803"/>
              <a:ext cx="354848" cy="462687"/>
            </a:xfrm>
            <a:prstGeom prst="rect">
              <a:avLst/>
            </a:prstGeom>
          </p:spPr>
        </p:pic>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1158974" y="-9413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583890" y="98442"/>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8484" y="-81377"/>
              <a:ext cx="354848" cy="462687"/>
            </a:xfrm>
            <a:prstGeom prst="rect">
              <a:avLst/>
            </a:prstGeom>
          </p:spPr>
        </p:pic>
      </p:grpSp>
      <p:grpSp>
        <p:nvGrpSpPr>
          <p:cNvPr id="61" name="Group 60">
            <a:extLst>
              <a:ext uri="{FF2B5EF4-FFF2-40B4-BE49-F238E27FC236}">
                <a16:creationId xmlns:a16="http://schemas.microsoft.com/office/drawing/2014/main" id="{D34BB200-75D5-475B-6636-31DE02886400}"/>
              </a:ext>
            </a:extLst>
          </p:cNvPr>
          <p:cNvGrpSpPr/>
          <p:nvPr/>
        </p:nvGrpSpPr>
        <p:grpSpPr>
          <a:xfrm rot="4130755">
            <a:off x="3777528" y="2107011"/>
            <a:ext cx="503836" cy="1038348"/>
            <a:chOff x="1562125" y="646334"/>
            <a:chExt cx="503836" cy="1038348"/>
          </a:xfrm>
        </p:grpSpPr>
        <p:sp>
          <p:nvSpPr>
            <p:cNvPr id="8" name="Freeform: Shape 7">
              <a:extLst>
                <a:ext uri="{FF2B5EF4-FFF2-40B4-BE49-F238E27FC236}">
                  <a16:creationId xmlns:a16="http://schemas.microsoft.com/office/drawing/2014/main" id="{FDCCA52D-0BEF-CB14-E1F9-40FAF55C7F71}"/>
                </a:ext>
              </a:extLst>
            </p:cNvPr>
            <p:cNvSpPr/>
            <p:nvPr/>
          </p:nvSpPr>
          <p:spPr>
            <a:xfrm rot="3269968" flipV="1">
              <a:off x="1310379" y="1127408"/>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2" name="Freeform: Shape 11">
              <a:extLst>
                <a:ext uri="{FF2B5EF4-FFF2-40B4-BE49-F238E27FC236}">
                  <a16:creationId xmlns:a16="http://schemas.microsoft.com/office/drawing/2014/main" id="{904B17C5-F7D5-8394-8282-D86341A6F379}"/>
                </a:ext>
              </a:extLst>
            </p:cNvPr>
            <p:cNvSpPr/>
            <p:nvPr/>
          </p:nvSpPr>
          <p:spPr>
            <a:xfrm rot="3269968" flipV="1">
              <a:off x="1615088" y="994589"/>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1217693" y="1216531"/>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grpSp>
      <p:sp>
        <p:nvSpPr>
          <p:cNvPr id="14" name="TextBox 13">
            <a:extLst>
              <a:ext uri="{FF2B5EF4-FFF2-40B4-BE49-F238E27FC236}">
                <a16:creationId xmlns:a16="http://schemas.microsoft.com/office/drawing/2014/main" id="{FB0321C5-7A7D-E4E5-8016-5FF8134F89F2}"/>
              </a:ext>
            </a:extLst>
          </p:cNvPr>
          <p:cNvSpPr txBox="1"/>
          <p:nvPr/>
        </p:nvSpPr>
        <p:spPr>
          <a:xfrm>
            <a:off x="5031340" y="1026518"/>
            <a:ext cx="1762149" cy="369332"/>
          </a:xfrm>
          <a:prstGeom prst="rect">
            <a:avLst/>
          </a:prstGeom>
          <a:noFill/>
        </p:spPr>
        <p:txBody>
          <a:bodyPr wrap="none" rtlCol="0">
            <a:spAutoFit/>
          </a:bodyPr>
          <a:lstStyle/>
          <a:p>
            <a:r>
              <a:rPr lang="en-US" dirty="0">
                <a:ln/>
                <a:solidFill>
                  <a:srgbClr val="000000"/>
                </a:solidFill>
                <a:latin typeface="Arial"/>
                <a:cs typeface="Arial"/>
                <a:sym typeface="Arial"/>
                <a:rtl val="0"/>
              </a:rPr>
              <a:t>  </a:t>
            </a:r>
            <a:r>
              <a:rPr lang="en-US" spc="0" baseline="0" dirty="0">
                <a:ln/>
                <a:solidFill>
                  <a:srgbClr val="000000"/>
                </a:solidFill>
                <a:latin typeface="Arial"/>
                <a:cs typeface="Arial"/>
                <a:sym typeface="Arial"/>
                <a:rtl val="0"/>
              </a:rPr>
              <a:t>Antenna Array</a:t>
            </a:r>
            <a:endParaRPr lang="en-US"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2931340" y="1243952"/>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2280481" y="2574593"/>
            <a:ext cx="1154483"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Enzyme</a:t>
            </a:r>
            <a:endParaRPr lang="en-US" sz="2000" b="1"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10066812" y="91581"/>
            <a:ext cx="1952334" cy="505057"/>
          </a:xfrm>
        </p:spPr>
        <p:txBody>
          <a:bodyPr>
            <a:normAutofit fontScale="90000"/>
          </a:bodyPr>
          <a:lstStyle/>
          <a:p>
            <a:r>
              <a:rPr lang="en-US" sz="4000" dirty="0"/>
              <a:t>Concept</a:t>
            </a:r>
            <a:endParaRPr lang="en-US" sz="3200" dirty="0"/>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35</a:t>
            </a:fld>
            <a:endParaRPr lang="en-US"/>
          </a:p>
        </p:txBody>
      </p:sp>
      <p:pic>
        <p:nvPicPr>
          <p:cNvPr id="2" name="Picture 1" descr="RNA related vector icon. RNA sign. Isolated on white background. Editable vector illustration Stock Vector Image &amp; Art - Alamy">
            <a:extLst>
              <a:ext uri="{FF2B5EF4-FFF2-40B4-BE49-F238E27FC236}">
                <a16:creationId xmlns:a16="http://schemas.microsoft.com/office/drawing/2014/main" id="{304D2031-C096-A2B3-5B77-9B4AC3946592}"/>
              </a:ext>
            </a:extLst>
          </p:cNvPr>
          <p:cNvPicPr>
            <a:picLocks noChangeAspect="1"/>
          </p:cNvPicPr>
          <p:nvPr/>
        </p:nvPicPr>
        <p:blipFill>
          <a:blip r:embed="rId13"/>
          <a:srcRect l="35275" t="15265" r="22388" b="22407"/>
          <a:stretch>
            <a:fillRect/>
          </a:stretch>
        </p:blipFill>
        <p:spPr>
          <a:xfrm rot="19474698">
            <a:off x="5426623" y="2959865"/>
            <a:ext cx="875192" cy="1377391"/>
          </a:xfrm>
          <a:prstGeom prst="rect">
            <a:avLst/>
          </a:prstGeom>
        </p:spPr>
      </p:pic>
      <p:cxnSp>
        <p:nvCxnSpPr>
          <p:cNvPr id="37" name="Straight Arrow Connector 36">
            <a:extLst>
              <a:ext uri="{FF2B5EF4-FFF2-40B4-BE49-F238E27FC236}">
                <a16:creationId xmlns:a16="http://schemas.microsoft.com/office/drawing/2014/main" id="{DAE4899C-041E-EA8A-4F65-7FED734926C6}"/>
              </a:ext>
            </a:extLst>
          </p:cNvPr>
          <p:cNvCxnSpPr/>
          <p:nvPr/>
        </p:nvCxnSpPr>
        <p:spPr>
          <a:xfrm flipH="1">
            <a:off x="6096000" y="3624079"/>
            <a:ext cx="1531804" cy="0"/>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C8F8FBE2-5D8B-1B70-796E-0418C2AC8B75}"/>
              </a:ext>
            </a:extLst>
          </p:cNvPr>
          <p:cNvSpPr txBox="1"/>
          <p:nvPr/>
        </p:nvSpPr>
        <p:spPr>
          <a:xfrm>
            <a:off x="5222979" y="2418161"/>
            <a:ext cx="1003801" cy="584775"/>
          </a:xfrm>
          <a:prstGeom prst="rect">
            <a:avLst/>
          </a:prstGeom>
          <a:noFill/>
        </p:spPr>
        <p:txBody>
          <a:bodyPr wrap="none" rtlCol="0">
            <a:spAutoFit/>
          </a:bodyPr>
          <a:lstStyle/>
          <a:p>
            <a:pPr algn="ctr"/>
            <a:r>
              <a:rPr lang="en-US" sz="1600" dirty="0">
                <a:ln/>
                <a:solidFill>
                  <a:srgbClr val="000000"/>
                </a:solidFill>
                <a:latin typeface="Arial"/>
                <a:cs typeface="Arial"/>
                <a:sym typeface="Arial"/>
                <a:rtl val="0"/>
              </a:rPr>
              <a:t>RNA</a:t>
            </a:r>
          </a:p>
          <a:p>
            <a:pPr algn="ctr"/>
            <a:r>
              <a:rPr lang="en-US" sz="1600" dirty="0">
                <a:ln/>
                <a:solidFill>
                  <a:srgbClr val="000000"/>
                </a:solidFill>
                <a:latin typeface="Arial"/>
                <a:cs typeface="Arial"/>
                <a:sym typeface="Arial"/>
                <a:rtl val="0"/>
              </a:rPr>
              <a:t>molecule</a:t>
            </a:r>
          </a:p>
        </p:txBody>
      </p:sp>
      <p:sp>
        <p:nvSpPr>
          <p:cNvPr id="41" name="TextBox 40">
            <a:extLst>
              <a:ext uri="{FF2B5EF4-FFF2-40B4-BE49-F238E27FC236}">
                <a16:creationId xmlns:a16="http://schemas.microsoft.com/office/drawing/2014/main" id="{DD21DCCB-7446-53E2-97BC-980DF9890AB0}"/>
              </a:ext>
            </a:extLst>
          </p:cNvPr>
          <p:cNvSpPr txBox="1"/>
          <p:nvPr/>
        </p:nvSpPr>
        <p:spPr>
          <a:xfrm>
            <a:off x="6172597" y="3141514"/>
            <a:ext cx="1361655"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Transcription</a:t>
            </a:r>
          </a:p>
        </p:txBody>
      </p:sp>
      <p:cxnSp>
        <p:nvCxnSpPr>
          <p:cNvPr id="42" name="Straight Arrow Connector 41">
            <a:extLst>
              <a:ext uri="{FF2B5EF4-FFF2-40B4-BE49-F238E27FC236}">
                <a16:creationId xmlns:a16="http://schemas.microsoft.com/office/drawing/2014/main" id="{12BDA005-8BD8-C292-D7EE-1920757CC556}"/>
              </a:ext>
            </a:extLst>
          </p:cNvPr>
          <p:cNvCxnSpPr/>
          <p:nvPr/>
        </p:nvCxnSpPr>
        <p:spPr>
          <a:xfrm flipH="1">
            <a:off x="3792042" y="3664621"/>
            <a:ext cx="1531804" cy="0"/>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6F9EC7C-7A89-49D6-82F4-AAC837EADA5A}"/>
              </a:ext>
            </a:extLst>
          </p:cNvPr>
          <p:cNvSpPr txBox="1"/>
          <p:nvPr/>
        </p:nvSpPr>
        <p:spPr>
          <a:xfrm>
            <a:off x="3821591" y="3188405"/>
            <a:ext cx="1190134"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Translation</a:t>
            </a:r>
          </a:p>
        </p:txBody>
      </p:sp>
      <p:sp>
        <p:nvSpPr>
          <p:cNvPr id="48" name="TextBox 47">
            <a:extLst>
              <a:ext uri="{FF2B5EF4-FFF2-40B4-BE49-F238E27FC236}">
                <a16:creationId xmlns:a16="http://schemas.microsoft.com/office/drawing/2014/main" id="{F09DBD2A-384A-DB9C-149C-92D9698ACBED}"/>
              </a:ext>
            </a:extLst>
          </p:cNvPr>
          <p:cNvSpPr txBox="1"/>
          <p:nvPr/>
        </p:nvSpPr>
        <p:spPr>
          <a:xfrm>
            <a:off x="142321" y="2751008"/>
            <a:ext cx="1329018" cy="369332"/>
          </a:xfrm>
          <a:prstGeom prst="rect">
            <a:avLst/>
          </a:prstGeom>
          <a:noFill/>
        </p:spPr>
        <p:txBody>
          <a:bodyPr wrap="none" rtlCol="0">
            <a:spAutoFit/>
          </a:bodyPr>
          <a:lstStyle/>
          <a:p>
            <a:r>
              <a:rPr lang="en-US" dirty="0"/>
              <a:t>Substrate A</a:t>
            </a:r>
          </a:p>
        </p:txBody>
      </p:sp>
      <p:cxnSp>
        <p:nvCxnSpPr>
          <p:cNvPr id="50" name="Straight Arrow Connector 49">
            <a:extLst>
              <a:ext uri="{FF2B5EF4-FFF2-40B4-BE49-F238E27FC236}">
                <a16:creationId xmlns:a16="http://schemas.microsoft.com/office/drawing/2014/main" id="{C5C5A85B-36D8-BC14-193E-C867959E2BE6}"/>
              </a:ext>
            </a:extLst>
          </p:cNvPr>
          <p:cNvCxnSpPr/>
          <p:nvPr/>
        </p:nvCxnSpPr>
        <p:spPr>
          <a:xfrm>
            <a:off x="711200" y="3310791"/>
            <a:ext cx="0" cy="15017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2" name="TextBox 51">
            <a:extLst>
              <a:ext uri="{FF2B5EF4-FFF2-40B4-BE49-F238E27FC236}">
                <a16:creationId xmlns:a16="http://schemas.microsoft.com/office/drawing/2014/main" id="{3024105F-C5E6-7345-1FF8-538808A7DE31}"/>
              </a:ext>
            </a:extLst>
          </p:cNvPr>
          <p:cNvSpPr txBox="1"/>
          <p:nvPr/>
        </p:nvSpPr>
        <p:spPr>
          <a:xfrm>
            <a:off x="156160" y="4937327"/>
            <a:ext cx="1153906" cy="369332"/>
          </a:xfrm>
          <a:prstGeom prst="rect">
            <a:avLst/>
          </a:prstGeom>
          <a:noFill/>
        </p:spPr>
        <p:txBody>
          <a:bodyPr wrap="none" rtlCol="0">
            <a:spAutoFit/>
          </a:bodyPr>
          <a:lstStyle/>
          <a:p>
            <a:r>
              <a:rPr lang="en-US" dirty="0"/>
              <a:t>Product B</a:t>
            </a:r>
          </a:p>
        </p:txBody>
      </p:sp>
      <p:sp>
        <p:nvSpPr>
          <p:cNvPr id="54" name="TextBox 53">
            <a:extLst>
              <a:ext uri="{FF2B5EF4-FFF2-40B4-BE49-F238E27FC236}">
                <a16:creationId xmlns:a16="http://schemas.microsoft.com/office/drawing/2014/main" id="{F86B7D87-1B40-AA1E-6BA5-F7991173F793}"/>
              </a:ext>
            </a:extLst>
          </p:cNvPr>
          <p:cNvSpPr txBox="1"/>
          <p:nvPr/>
        </p:nvSpPr>
        <p:spPr>
          <a:xfrm>
            <a:off x="1088960" y="3310791"/>
            <a:ext cx="1015021" cy="338554"/>
          </a:xfrm>
          <a:prstGeom prst="rect">
            <a:avLst/>
          </a:prstGeom>
          <a:noFill/>
        </p:spPr>
        <p:txBody>
          <a:bodyPr wrap="none" rtlCol="0">
            <a:spAutoFit/>
          </a:bodyPr>
          <a:lstStyle/>
          <a:p>
            <a:r>
              <a:rPr lang="en-US" sz="1600" dirty="0">
                <a:ln/>
                <a:solidFill>
                  <a:srgbClr val="000000"/>
                </a:solidFill>
                <a:latin typeface="Arial"/>
                <a:cs typeface="Arial"/>
                <a:sym typeface="Arial"/>
                <a:rtl val="0"/>
              </a:rPr>
              <a:t>Catalysis</a:t>
            </a:r>
          </a:p>
        </p:txBody>
      </p:sp>
      <p:cxnSp>
        <p:nvCxnSpPr>
          <p:cNvPr id="55" name="Straight Arrow Connector 54">
            <a:extLst>
              <a:ext uri="{FF2B5EF4-FFF2-40B4-BE49-F238E27FC236}">
                <a16:creationId xmlns:a16="http://schemas.microsoft.com/office/drawing/2014/main" id="{6DC0C0A6-1641-C826-8DDD-DE2A7D1781F4}"/>
              </a:ext>
            </a:extLst>
          </p:cNvPr>
          <p:cNvCxnSpPr>
            <a:cxnSpLocks/>
          </p:cNvCxnSpPr>
          <p:nvPr/>
        </p:nvCxnSpPr>
        <p:spPr>
          <a:xfrm flipH="1">
            <a:off x="3860800" y="4402017"/>
            <a:ext cx="1394288" cy="1132533"/>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CB7DE075-37EA-D9DB-C0A0-E5F6C340C19C}"/>
              </a:ext>
            </a:extLst>
          </p:cNvPr>
          <p:cNvCxnSpPr/>
          <p:nvPr/>
        </p:nvCxnSpPr>
        <p:spPr>
          <a:xfrm flipH="1">
            <a:off x="768106" y="3836762"/>
            <a:ext cx="1531804" cy="0"/>
          </a:xfrm>
          <a:prstGeom prst="straightConnector1">
            <a:avLst/>
          </a:prstGeom>
          <a:ln w="22225">
            <a:tailEnd type="triangle" w="lg" len="lg"/>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D1782780-B2BA-4FA9-5B91-74941F6616D5}"/>
              </a:ext>
            </a:extLst>
          </p:cNvPr>
          <p:cNvSpPr txBox="1"/>
          <p:nvPr/>
        </p:nvSpPr>
        <p:spPr>
          <a:xfrm>
            <a:off x="133958" y="2226075"/>
            <a:ext cx="1268296" cy="400110"/>
          </a:xfrm>
          <a:prstGeom prst="rect">
            <a:avLst/>
          </a:prstGeom>
          <a:noFill/>
        </p:spPr>
        <p:txBody>
          <a:bodyPr wrap="none" rtlCol="0">
            <a:spAutoFit/>
          </a:bodyPr>
          <a:lstStyle/>
          <a:p>
            <a:r>
              <a:rPr lang="en-US" sz="2000" b="1" spc="0" baseline="0" dirty="0">
                <a:ln/>
                <a:solidFill>
                  <a:srgbClr val="000000"/>
                </a:solidFill>
                <a:latin typeface="Arial"/>
                <a:cs typeface="Arial"/>
                <a:sym typeface="Arial"/>
                <a:rtl val="0"/>
              </a:rPr>
              <a:t>Reaction</a:t>
            </a:r>
            <a:endParaRPr lang="en-US" sz="2000" b="1" dirty="0">
              <a:ln/>
              <a:solidFill>
                <a:srgbClr val="000000"/>
              </a:solidFill>
              <a:latin typeface="Arial"/>
              <a:cs typeface="Arial"/>
              <a:sym typeface="Arial"/>
              <a:rtl val="0"/>
            </a:endParaRPr>
          </a:p>
        </p:txBody>
      </p:sp>
      <p:pic>
        <p:nvPicPr>
          <p:cNvPr id="60" name="Picture 59" descr="Protein folding and denaturation (article) | Khan Academy">
            <a:extLst>
              <a:ext uri="{FF2B5EF4-FFF2-40B4-BE49-F238E27FC236}">
                <a16:creationId xmlns:a16="http://schemas.microsoft.com/office/drawing/2014/main" id="{B7D06D30-0C1B-76BF-9637-CF62115B4D22}"/>
              </a:ext>
            </a:extLst>
          </p:cNvPr>
          <p:cNvPicPr>
            <a:picLocks noChangeAspect="1"/>
          </p:cNvPicPr>
          <p:nvPr/>
        </p:nvPicPr>
        <p:blipFill>
          <a:blip r:embed="rId14"/>
          <a:stretch>
            <a:fillRect/>
          </a:stretch>
        </p:blipFill>
        <p:spPr>
          <a:xfrm rot="5400000">
            <a:off x="1359797" y="3843848"/>
            <a:ext cx="3186435" cy="1761252"/>
          </a:xfrm>
          <a:prstGeom prst="rect">
            <a:avLst/>
          </a:prstGeom>
        </p:spPr>
      </p:pic>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6"/>
                                        </p:tgtEl>
                                        <p:attrNameLst>
                                          <p:attrName>style.visibility</p:attrName>
                                        </p:attrNameLst>
                                      </p:cBhvr>
                                      <p:to>
                                        <p:strVal val="visible"/>
                                      </p:to>
                                    </p:set>
                                    <p:animEffect transition="in" filter="fade">
                                      <p:cBhvr>
                                        <p:cTn id="24"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09F6471-2AFD-2415-7B97-405EBCE96180}"/>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93B31775-375A-5B10-D997-8AEE0483AA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DC145E3B-8A93-C393-7619-D0E697E01CA1}"/>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3310951-8BD4-0D2E-90EF-71354E0669DC}"/>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
                        <m:sSub>
                          <m:sSubPr>
                            <m:ctrlPr>
                              <a:rPr lang="en-US" sz="1600" i="1">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de-DE" sz="1600" b="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D3310951-8BD4-0D2E-90EF-71354E0669DC}"/>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73458E4D-7CEA-B28C-5B0C-F9FDEC049674}"/>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2FCAA222-978F-35E3-90B4-9756764CD421}"/>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2FCAA222-978F-35E3-90B4-9756764CD421}"/>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D85EC36-6D63-1CE6-AE93-4144358F76B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AD85EC36-6D63-1CE6-AE93-4144358F76B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D6EB42-DB02-E91C-DCA9-AB1800E0AF0E}"/>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05D6EB42-DB02-E91C-DCA9-AB1800E0AF0E}"/>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AB0E35CD-EAC4-6350-A75B-13EF0F58C759}"/>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AB0E35CD-EAC4-6350-A75B-13EF0F58C759}"/>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11278E9B-9088-0737-3383-B89F8D42722C}"/>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58B77AD8-C6D8-7932-BB16-DF42E10A8099}"/>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861E6F1E-803D-9F5F-B8C3-A04B232D1910}"/>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94D20A4B-F1E5-0399-B0C9-C6000B5A602B}"/>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E72B34E5-3AA4-84C8-D466-BF627EEF3E60}"/>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7C0E5C59-B25B-4D1E-9887-EB3500CD0D6E}"/>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5D1AB812-D2A3-85D6-F3AC-5807D83F01C7}"/>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CE658C16-599E-A55B-8BE9-AB6E2D0E1A79}"/>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97EF3D4A-BC12-6F2A-06F5-9F074CAD05D9}"/>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B83E5059-8840-D803-8856-34889E8F13E0}"/>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229B5AF1-31F1-00D6-0693-B699A7219E4D}"/>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1500CE5A-345C-0600-1A9E-15F8D4D433E3}"/>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73F27A9-F71B-0003-15FE-81448A378643}"/>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45698F55-D0A2-CA33-7826-C49EB9A61CAA}"/>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A0824996-72A1-6D80-9864-B310732745AB}"/>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B62318C5-5F8F-5970-0F84-F39732860F6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5739F38F-DB06-CA1C-AA4A-3B8084858D6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1188E296-40B5-6D54-B0B9-D2A69FCEB4F1}"/>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A9E92384-0229-7B32-3F05-E41310F3A3FF}"/>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589C7CB7-55CF-A859-AE4D-D6B478E15CAA}"/>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35F2FE5A-1690-EB2E-7C30-EBF196025829}"/>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B8CB8791-C572-D2C9-49FA-E2EBA108611A}"/>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88CF7724-4ABB-FBC4-DCED-06122314B0A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1F7F1449-1E5A-B9EC-8B0B-5DBA74668EE8}"/>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05C2D5C-3660-EC4A-903B-89ABF0724291}"/>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2073052C-C5D7-82CF-BB16-A3CE7FB3D5E0}"/>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36</a:t>
            </a:fld>
            <a:endParaRPr lang="en-US"/>
          </a:p>
        </p:txBody>
      </p:sp>
    </p:spTree>
    <p:extLst>
      <p:ext uri="{BB962C8B-B14F-4D97-AF65-F5344CB8AC3E}">
        <p14:creationId xmlns:p14="http://schemas.microsoft.com/office/powerpoint/2010/main" val="34241894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p>
                        <m:sSupPr>
                          <m:ctrlPr>
                            <a:rPr lang="de-DE" b="0"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37</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1" i="1" smtClean="0">
                              <a:solidFill>
                                <a:srgbClr val="C00000"/>
                              </a:solidFill>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38</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
                        <m:sSub>
                          <m:sSubPr>
                            <m:ctrlPr>
                              <a:rPr lang="de-DE" sz="2000" b="0" i="0"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
                        <m:sSub>
                          <m:sSubPr>
                            <m:ctrlPr>
                              <a:rPr lang="de-DE" sz="2000" b="0" i="0"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
                        <m:sSub>
                          <m:sSubPr>
                            <m:ctrlPr>
                              <a:rPr lang="de-DE" sz="2000" b="0" i="0"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
                        <m:sSub>
                          <m:sSubPr>
                            <m:ctrlPr>
                              <a:rPr lang="de-DE" sz="2000" b="0" i="0"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
                        <m:sSub>
                          <m:sSubPr>
                            <m:ctrlPr>
                              <a:rPr lang="de-DE" sz="2000" b="0" i="0"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p>
                          <m:sSupPr>
                            <m:ctrlPr>
                              <a:rPr lang="de-DE" sz="1600" b="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
                        <m:sSub>
                          <m:sSubPr>
                            <m:ctrlPr>
                              <a:rPr lang="de-DE" sz="2000" b="0" i="0"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m:rPr>
                                <m:sty m:val="p"/>
                              </m:rPr>
                              <a:rPr lang="de-DE" sz="2000" b="0" i="1" smtClean="0">
                                <a:solidFill>
                                  <a:schemeClr val="tx1"/>
                                </a:solidFill>
                                <a:latin typeface="Cambria Math" panose="02040503050406030204" pitchFamily="18" charset="0"/>
                              </a:rPr>
                              <m:t>in</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r="-4651" b="-1538"/>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
                        <m:sSub>
                          <m:sSubPr>
                            <m:ctrlPr>
                              <a:rPr lang="de-DE" sz="2000">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1" i="1" smtClean="0">
                                <a:solidFill>
                                  <a:srgbClr val="C00000"/>
                                </a:solidFill>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p>
                        <m:sSupPr>
                          <m:ctrlPr>
                            <a:rPr lang="de-DE" b="0"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b="-1333"/>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835" y="3475864"/>
            <a:ext cx="5137785" cy="3389281"/>
          </a:xfrm>
          <a:prstGeom prst="rect">
            <a:avLst/>
          </a:prstGeom>
        </p:spPr>
      </p:pic>
      <p:sp>
        <p:nvSpPr>
          <p:cNvPr id="2" name="Rectangle 1">
            <a:extLst>
              <a:ext uri="{FF2B5EF4-FFF2-40B4-BE49-F238E27FC236}">
                <a16:creationId xmlns:a16="http://schemas.microsoft.com/office/drawing/2014/main" id="{2A33383C-C1AC-BE58-0CE8-859B14637743}"/>
              </a:ext>
            </a:extLst>
          </p:cNvPr>
          <p:cNvSpPr/>
          <p:nvPr/>
        </p:nvSpPr>
        <p:spPr>
          <a:xfrm>
            <a:off x="6504657" y="33921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 name="TextBox 2">
            <a:extLst>
              <a:ext uri="{FF2B5EF4-FFF2-40B4-BE49-F238E27FC236}">
                <a16:creationId xmlns:a16="http://schemas.microsoft.com/office/drawing/2014/main" id="{A017AEB3-D72A-0186-C112-52BE73FE1BCF}"/>
              </a:ext>
            </a:extLst>
          </p:cNvPr>
          <p:cNvSpPr txBox="1"/>
          <p:nvPr/>
        </p:nvSpPr>
        <p:spPr>
          <a:xfrm>
            <a:off x="6478333" y="33921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 name="Oval 4">
            <a:extLst>
              <a:ext uri="{FF2B5EF4-FFF2-40B4-BE49-F238E27FC236}">
                <a16:creationId xmlns:a16="http://schemas.microsoft.com/office/drawing/2014/main" id="{61313C9D-8EC0-278A-08E2-20DF49A009D4}"/>
              </a:ext>
            </a:extLst>
          </p:cNvPr>
          <p:cNvSpPr>
            <a:spLocks noChangeAspect="1"/>
          </p:cNvSpPr>
          <p:nvPr/>
        </p:nvSpPr>
        <p:spPr>
          <a:xfrm>
            <a:off x="6742592" y="11276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63D3538-51F0-3800-E7DE-9FAE2E131868}"/>
                  </a:ext>
                </a:extLst>
              </p:cNvPr>
              <p:cNvSpPr txBox="1"/>
              <p:nvPr/>
            </p:nvSpPr>
            <p:spPr>
              <a:xfrm>
                <a:off x="6687565" y="11034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6" name="TextBox 5">
                <a:extLst>
                  <a:ext uri="{FF2B5EF4-FFF2-40B4-BE49-F238E27FC236}">
                    <a16:creationId xmlns:a16="http://schemas.microsoft.com/office/drawing/2014/main" id="{E63D3538-51F0-3800-E7DE-9FAE2E131868}"/>
                  </a:ext>
                </a:extLst>
              </p:cNvPr>
              <p:cNvSpPr txBox="1">
                <a:spLocks noRot="1" noChangeAspect="1" noMove="1" noResize="1" noEditPoints="1" noAdjustHandles="1" noChangeArrowheads="1" noChangeShapeType="1" noTextEdit="1"/>
              </p:cNvSpPr>
              <p:nvPr/>
            </p:nvSpPr>
            <p:spPr>
              <a:xfrm>
                <a:off x="6687565" y="1103452"/>
                <a:ext cx="518558" cy="369332"/>
              </a:xfrm>
              <a:prstGeom prst="rect">
                <a:avLst/>
              </a:prstGeom>
              <a:blipFill>
                <a:blip r:embed="rId9"/>
                <a:stretch>
                  <a:fillRect/>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id="{762F7C32-22BC-E2CB-D9EE-6FE8668890C3}"/>
              </a:ext>
            </a:extLst>
          </p:cNvPr>
          <p:cNvSpPr>
            <a:spLocks noChangeAspect="1"/>
          </p:cNvSpPr>
          <p:nvPr/>
        </p:nvSpPr>
        <p:spPr>
          <a:xfrm>
            <a:off x="6846073" y="202096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A916613-853E-88D1-0F75-E8AF8A426B01}"/>
                  </a:ext>
                </a:extLst>
              </p:cNvPr>
              <p:cNvSpPr txBox="1"/>
              <p:nvPr/>
            </p:nvSpPr>
            <p:spPr>
              <a:xfrm>
                <a:off x="6788286" y="201294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9" name="TextBox 8">
                <a:extLst>
                  <a:ext uri="{FF2B5EF4-FFF2-40B4-BE49-F238E27FC236}">
                    <a16:creationId xmlns:a16="http://schemas.microsoft.com/office/drawing/2014/main" id="{EA916613-853E-88D1-0F75-E8AF8A426B01}"/>
                  </a:ext>
                </a:extLst>
              </p:cNvPr>
              <p:cNvSpPr txBox="1">
                <a:spLocks noRot="1" noChangeAspect="1" noMove="1" noResize="1" noEditPoints="1" noAdjustHandles="1" noChangeArrowheads="1" noChangeShapeType="1" noTextEdit="1"/>
              </p:cNvSpPr>
              <p:nvPr/>
            </p:nvSpPr>
            <p:spPr>
              <a:xfrm>
                <a:off x="6788286" y="2012940"/>
                <a:ext cx="518558" cy="369332"/>
              </a:xfrm>
              <a:prstGeom prst="rect">
                <a:avLst/>
              </a:prstGeom>
              <a:blipFill>
                <a:blip r:embed="rId10"/>
                <a:stretch>
                  <a:fillRect/>
                </a:stretch>
              </a:blipFill>
            </p:spPr>
            <p:txBody>
              <a:bodyPr/>
              <a:lstStyle/>
              <a:p>
                <a:r>
                  <a:rPr lang="en-US">
                    <a:noFill/>
                  </a:rPr>
                  <a:t> </a:t>
                </a:r>
              </a:p>
            </p:txBody>
          </p:sp>
        </mc:Fallback>
      </mc:AlternateContent>
      <p:sp>
        <p:nvSpPr>
          <p:cNvPr id="10" name="Oval 9">
            <a:extLst>
              <a:ext uri="{FF2B5EF4-FFF2-40B4-BE49-F238E27FC236}">
                <a16:creationId xmlns:a16="http://schemas.microsoft.com/office/drawing/2014/main" id="{E778EB6B-3016-312C-31B4-AB7A191F0669}"/>
              </a:ext>
            </a:extLst>
          </p:cNvPr>
          <p:cNvSpPr>
            <a:spLocks noChangeAspect="1"/>
          </p:cNvSpPr>
          <p:nvPr/>
        </p:nvSpPr>
        <p:spPr>
          <a:xfrm>
            <a:off x="7912280" y="113146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3503AF1-BEE7-F8DD-646F-A2F8B9CB84D3}"/>
                  </a:ext>
                </a:extLst>
              </p:cNvPr>
              <p:cNvSpPr txBox="1"/>
              <p:nvPr/>
            </p:nvSpPr>
            <p:spPr>
              <a:xfrm>
                <a:off x="7857419" y="1102889"/>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11" name="TextBox 10">
                <a:extLst>
                  <a:ext uri="{FF2B5EF4-FFF2-40B4-BE49-F238E27FC236}">
                    <a16:creationId xmlns:a16="http://schemas.microsoft.com/office/drawing/2014/main" id="{93503AF1-BEE7-F8DD-646F-A2F8B9CB84D3}"/>
                  </a:ext>
                </a:extLst>
              </p:cNvPr>
              <p:cNvSpPr txBox="1">
                <a:spLocks noRot="1" noChangeAspect="1" noMove="1" noResize="1" noEditPoints="1" noAdjustHandles="1" noChangeArrowheads="1" noChangeShapeType="1" noTextEdit="1"/>
              </p:cNvSpPr>
              <p:nvPr/>
            </p:nvSpPr>
            <p:spPr>
              <a:xfrm>
                <a:off x="7857419" y="1102889"/>
                <a:ext cx="518558" cy="369332"/>
              </a:xfrm>
              <a:prstGeom prst="rect">
                <a:avLst/>
              </a:prstGeom>
              <a:blipFill>
                <a:blip r:embed="rId11"/>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A52E25CE-DD50-097F-E19B-8939EECBB325}"/>
              </a:ext>
            </a:extLst>
          </p:cNvPr>
          <p:cNvCxnSpPr>
            <a:cxnSpLocks/>
            <a:endCxn id="5" idx="2"/>
          </p:cNvCxnSpPr>
          <p:nvPr/>
        </p:nvCxnSpPr>
        <p:spPr>
          <a:xfrm flipV="1">
            <a:off x="6261306" y="1318316"/>
            <a:ext cx="481286"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0B8795DD-25D9-2CA2-0F2B-D653CC7C089A}"/>
              </a:ext>
            </a:extLst>
          </p:cNvPr>
          <p:cNvCxnSpPr>
            <a:cxnSpLocks/>
            <a:endCxn id="8" idx="2"/>
          </p:cNvCxnSpPr>
          <p:nvPr/>
        </p:nvCxnSpPr>
        <p:spPr>
          <a:xfrm>
            <a:off x="6261306" y="1672976"/>
            <a:ext cx="584767"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5C74CE81-2437-A57A-6337-C747AAFF48A9}"/>
              </a:ext>
            </a:extLst>
          </p:cNvPr>
          <p:cNvCxnSpPr>
            <a:cxnSpLocks/>
            <a:stCxn id="5" idx="6"/>
            <a:endCxn id="10" idx="2"/>
          </p:cNvCxnSpPr>
          <p:nvPr/>
        </p:nvCxnSpPr>
        <p:spPr>
          <a:xfrm>
            <a:off x="7124006" y="131831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2412645-69F7-8024-8CB8-8BDE6B92298C}"/>
              </a:ext>
            </a:extLst>
          </p:cNvPr>
          <p:cNvCxnSpPr>
            <a:cxnSpLocks/>
            <a:stCxn id="8" idx="6"/>
            <a:endCxn id="22" idx="2"/>
          </p:cNvCxnSpPr>
          <p:nvPr/>
        </p:nvCxnSpPr>
        <p:spPr>
          <a:xfrm>
            <a:off x="7227487" y="221167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63B97C9F-506F-E938-0AC1-A333095AAE1D}"/>
              </a:ext>
            </a:extLst>
          </p:cNvPr>
          <p:cNvCxnSpPr>
            <a:cxnSpLocks/>
            <a:stCxn id="10" idx="6"/>
          </p:cNvCxnSpPr>
          <p:nvPr/>
        </p:nvCxnSpPr>
        <p:spPr>
          <a:xfrm flipV="1">
            <a:off x="8293694" y="1318315"/>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33A07EE9-8756-9438-9DB5-35C636C42628}"/>
                  </a:ext>
                </a:extLst>
              </p:cNvPr>
              <p:cNvSpPr txBox="1"/>
              <p:nvPr/>
            </p:nvSpPr>
            <p:spPr>
              <a:xfrm>
                <a:off x="8601594" y="953933"/>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19" name="TextBox 18">
                <a:extLst>
                  <a:ext uri="{FF2B5EF4-FFF2-40B4-BE49-F238E27FC236}">
                    <a16:creationId xmlns:a16="http://schemas.microsoft.com/office/drawing/2014/main" id="{33A07EE9-8756-9438-9DB5-35C636C42628}"/>
                  </a:ext>
                </a:extLst>
              </p:cNvPr>
              <p:cNvSpPr txBox="1">
                <a:spLocks noRot="1" noChangeAspect="1" noMove="1" noResize="1" noEditPoints="1" noAdjustHandles="1" noChangeArrowheads="1" noChangeShapeType="1" noTextEdit="1"/>
              </p:cNvSpPr>
              <p:nvPr/>
            </p:nvSpPr>
            <p:spPr>
              <a:xfrm>
                <a:off x="8601594" y="95393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7F99F1C-0940-A14E-30FA-4AC5540E8C7E}"/>
                  </a:ext>
                </a:extLst>
              </p:cNvPr>
              <p:cNvSpPr txBox="1"/>
              <p:nvPr/>
            </p:nvSpPr>
            <p:spPr>
              <a:xfrm>
                <a:off x="7242618" y="94133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20" name="TextBox 19">
                <a:extLst>
                  <a:ext uri="{FF2B5EF4-FFF2-40B4-BE49-F238E27FC236}">
                    <a16:creationId xmlns:a16="http://schemas.microsoft.com/office/drawing/2014/main" id="{67F99F1C-0940-A14E-30FA-4AC5540E8C7E}"/>
                  </a:ext>
                </a:extLst>
              </p:cNvPr>
              <p:cNvSpPr txBox="1">
                <a:spLocks noRot="1" noChangeAspect="1" noMove="1" noResize="1" noEditPoints="1" noAdjustHandles="1" noChangeArrowheads="1" noChangeShapeType="1" noTextEdit="1"/>
              </p:cNvSpPr>
              <p:nvPr/>
            </p:nvSpPr>
            <p:spPr>
              <a:xfrm>
                <a:off x="7242618" y="941338"/>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6E6173F-E9E1-AB7C-375E-463B590D3769}"/>
                  </a:ext>
                </a:extLst>
              </p:cNvPr>
              <p:cNvSpPr txBox="1"/>
              <p:nvPr/>
            </p:nvSpPr>
            <p:spPr>
              <a:xfrm>
                <a:off x="7648259" y="21759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21" name="TextBox 20">
                <a:extLst>
                  <a:ext uri="{FF2B5EF4-FFF2-40B4-BE49-F238E27FC236}">
                    <a16:creationId xmlns:a16="http://schemas.microsoft.com/office/drawing/2014/main" id="{B6E6173F-E9E1-AB7C-375E-463B590D3769}"/>
                  </a:ext>
                </a:extLst>
              </p:cNvPr>
              <p:cNvSpPr txBox="1">
                <a:spLocks noRot="1" noChangeAspect="1" noMove="1" noResize="1" noEditPoints="1" noAdjustHandles="1" noChangeArrowheads="1" noChangeShapeType="1" noTextEdit="1"/>
              </p:cNvSpPr>
              <p:nvPr/>
            </p:nvSpPr>
            <p:spPr>
              <a:xfrm>
                <a:off x="7648259" y="2175968"/>
                <a:ext cx="507796" cy="369332"/>
              </a:xfrm>
              <a:prstGeom prst="rect">
                <a:avLst/>
              </a:prstGeom>
              <a:blipFill>
                <a:blip r:embed="rId14"/>
                <a:stretch>
                  <a:fillRect r="-7229"/>
                </a:stretch>
              </a:blipFill>
            </p:spPr>
            <p:txBody>
              <a:bodyPr/>
              <a:lstStyle/>
              <a:p>
                <a:r>
                  <a:rPr lang="en-US">
                    <a:noFill/>
                  </a:rPr>
                  <a:t> </a:t>
                </a:r>
              </a:p>
            </p:txBody>
          </p:sp>
        </mc:Fallback>
      </mc:AlternateContent>
      <p:sp>
        <p:nvSpPr>
          <p:cNvPr id="22" name="Oval 21">
            <a:extLst>
              <a:ext uri="{FF2B5EF4-FFF2-40B4-BE49-F238E27FC236}">
                <a16:creationId xmlns:a16="http://schemas.microsoft.com/office/drawing/2014/main" id="{C15DCA11-1A7C-2DCC-A536-6FFC99A513F8}"/>
              </a:ext>
            </a:extLst>
          </p:cNvPr>
          <p:cNvSpPr>
            <a:spLocks noChangeAspect="1"/>
          </p:cNvSpPr>
          <p:nvPr/>
        </p:nvSpPr>
        <p:spPr>
          <a:xfrm>
            <a:off x="8674899" y="20545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8969F0E-F3C7-CE29-C375-53829F6B9A9D}"/>
                  </a:ext>
                </a:extLst>
              </p:cNvPr>
              <p:cNvSpPr txBox="1"/>
              <p:nvPr/>
            </p:nvSpPr>
            <p:spPr>
              <a:xfrm>
                <a:off x="8609344" y="201620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23" name="TextBox 22">
                <a:extLst>
                  <a:ext uri="{FF2B5EF4-FFF2-40B4-BE49-F238E27FC236}">
                    <a16:creationId xmlns:a16="http://schemas.microsoft.com/office/drawing/2014/main" id="{18969F0E-F3C7-CE29-C375-53829F6B9A9D}"/>
                  </a:ext>
                </a:extLst>
              </p:cNvPr>
              <p:cNvSpPr txBox="1">
                <a:spLocks noRot="1" noChangeAspect="1" noMove="1" noResize="1" noEditPoints="1" noAdjustHandles="1" noChangeArrowheads="1" noChangeShapeType="1" noTextEdit="1"/>
              </p:cNvSpPr>
              <p:nvPr/>
            </p:nvSpPr>
            <p:spPr>
              <a:xfrm>
                <a:off x="8609344" y="2016200"/>
                <a:ext cx="518558" cy="369332"/>
              </a:xfrm>
              <a:prstGeom prst="rect">
                <a:avLst/>
              </a:prstGeom>
              <a:blipFill>
                <a:blip r:embed="rId15"/>
                <a:stretch>
                  <a:fillRect/>
                </a:stretch>
              </a:blipFill>
            </p:spPr>
            <p:txBody>
              <a:bodyPr/>
              <a:lstStyle/>
              <a:p>
                <a:r>
                  <a:rPr lang="en-US">
                    <a:noFill/>
                  </a:rPr>
                  <a:t> </a:t>
                </a:r>
              </a:p>
            </p:txBody>
          </p:sp>
        </mc:Fallback>
      </mc:AlternateContent>
      <p:cxnSp>
        <p:nvCxnSpPr>
          <p:cNvPr id="24" name="Straight Arrow Connector 23">
            <a:extLst>
              <a:ext uri="{FF2B5EF4-FFF2-40B4-BE49-F238E27FC236}">
                <a16:creationId xmlns:a16="http://schemas.microsoft.com/office/drawing/2014/main" id="{E8870A8C-0DE2-A5D7-33C7-D1E7A0445B49}"/>
              </a:ext>
            </a:extLst>
          </p:cNvPr>
          <p:cNvCxnSpPr>
            <a:cxnSpLocks/>
            <a:stCxn id="19" idx="2"/>
            <a:endCxn id="22" idx="0"/>
          </p:cNvCxnSpPr>
          <p:nvPr/>
        </p:nvCxnSpPr>
        <p:spPr>
          <a:xfrm>
            <a:off x="8855492" y="132326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55032424-6011-D6F0-546B-695DC271D7C0}"/>
              </a:ext>
            </a:extLst>
          </p:cNvPr>
          <p:cNvCxnSpPr>
            <a:cxnSpLocks/>
            <a:stCxn id="5" idx="5"/>
            <a:endCxn id="22" idx="1"/>
          </p:cNvCxnSpPr>
          <p:nvPr/>
        </p:nvCxnSpPr>
        <p:spPr>
          <a:xfrm>
            <a:off x="7068149" y="1453166"/>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2A41E07-0B5E-DBB7-4FE9-18CA0B657A5D}"/>
                  </a:ext>
                </a:extLst>
              </p:cNvPr>
              <p:cNvSpPr txBox="1"/>
              <p:nvPr/>
            </p:nvSpPr>
            <p:spPr>
              <a:xfrm>
                <a:off x="7496516" y="166459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i="1">
                              <a:latin typeface="Cambria Math" panose="02040503050406030204" pitchFamily="18" charset="0"/>
                            </a:rPr>
                            <m:t>Df</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2A41E07-0B5E-DBB7-4FE9-18CA0B657A5D}"/>
                  </a:ext>
                </a:extLst>
              </p:cNvPr>
              <p:cNvSpPr txBox="1">
                <a:spLocks noRot="1" noChangeAspect="1" noMove="1" noResize="1" noEditPoints="1" noAdjustHandles="1" noChangeArrowheads="1" noChangeShapeType="1" noTextEdit="1"/>
              </p:cNvSpPr>
              <p:nvPr/>
            </p:nvSpPr>
            <p:spPr>
              <a:xfrm>
                <a:off x="7496516" y="1664598"/>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6BDCB-04A9-EDA6-1DFA-A9577FF375BD}"/>
                  </a:ext>
                </a:extLst>
              </p:cNvPr>
              <p:cNvSpPr txBox="1"/>
              <p:nvPr/>
            </p:nvSpPr>
            <p:spPr>
              <a:xfrm>
                <a:off x="9487634" y="845183"/>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30" name="TextBox 29">
                <a:extLst>
                  <a:ext uri="{FF2B5EF4-FFF2-40B4-BE49-F238E27FC236}">
                    <a16:creationId xmlns:a16="http://schemas.microsoft.com/office/drawing/2014/main" id="{26C6BDCB-04A9-EDA6-1DFA-A9577FF375BD}"/>
                  </a:ext>
                </a:extLst>
              </p:cNvPr>
              <p:cNvSpPr txBox="1">
                <a:spLocks noRot="1" noChangeAspect="1" noMove="1" noResize="1" noEditPoints="1" noAdjustHandles="1" noChangeArrowheads="1" noChangeShapeType="1" noTextEdit="1"/>
              </p:cNvSpPr>
              <p:nvPr/>
            </p:nvSpPr>
            <p:spPr>
              <a:xfrm>
                <a:off x="9487634" y="845183"/>
                <a:ext cx="578427" cy="400110"/>
              </a:xfrm>
              <a:prstGeom prst="rect">
                <a:avLst/>
              </a:prstGeom>
              <a:blipFill>
                <a:blip r:embed="rId17"/>
                <a:stretch>
                  <a:fillRect b="-15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7DE6B52-C011-612D-671E-D97F6BA8CFC4}"/>
                  </a:ext>
                </a:extLst>
              </p:cNvPr>
              <p:cNvSpPr txBox="1"/>
              <p:nvPr/>
            </p:nvSpPr>
            <p:spPr>
              <a:xfrm>
                <a:off x="5696477" y="1436819"/>
                <a:ext cx="639341"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33" name="TextBox 32">
                <a:extLst>
                  <a:ext uri="{FF2B5EF4-FFF2-40B4-BE49-F238E27FC236}">
                    <a16:creationId xmlns:a16="http://schemas.microsoft.com/office/drawing/2014/main" id="{F7DE6B52-C011-612D-671E-D97F6BA8CFC4}"/>
                  </a:ext>
                </a:extLst>
              </p:cNvPr>
              <p:cNvSpPr txBox="1">
                <a:spLocks noRot="1" noChangeAspect="1" noMove="1" noResize="1" noEditPoints="1" noAdjustHandles="1" noChangeArrowheads="1" noChangeShapeType="1" noTextEdit="1"/>
              </p:cNvSpPr>
              <p:nvPr/>
            </p:nvSpPr>
            <p:spPr>
              <a:xfrm>
                <a:off x="5696477" y="1436819"/>
                <a:ext cx="639341" cy="400110"/>
              </a:xfrm>
              <a:prstGeom prst="rect">
                <a:avLst/>
              </a:prstGeom>
              <a:blipFill>
                <a:blip r:embed="rId18"/>
                <a:stretch>
                  <a:fillRect b="-1538"/>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p>
                        <m:sSupPr>
                          <m:ctrlPr>
                            <a:rPr lang="de-DE" b="0"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in</m:t>
                          </m:r>
                        </m:sub>
                      </m:sSub>
                    </m:oMath>
                  </m:oMathPara>
                </a14:m>
                <a:endParaRPr lang="en-US" sz="2400" dirty="0">
                  <a:solidFill>
                    <a:schemeClr val="tx1"/>
                  </a:solidFill>
                </a:endParaRPr>
              </a:p>
            </p:txBody>
          </p:sp>
        </mc:Choice>
        <mc:Fallback xmlns="">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
                      <m:sSub>
                        <m:sSubPr>
                          <m:ctrlPr>
                            <a:rPr lang="de-DE" sz="2000">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1" i="1" smtClean="0">
                              <a:solidFill>
                                <a:srgbClr val="C00000"/>
                              </a:solidFill>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xmlns="">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
                      <m:sSub>
                        <m:sSubPr>
                          <m:ctrlPr>
                            <a:rPr lang="de-DE" sz="2000" b="0" i="0"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
                      <m:sSub>
                        <m:sSubPr>
                          <m:ctrlPr>
                            <a:rPr lang="de-DE" sz="2800" b="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xmlns="">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8EC83-990F-7AFF-2E5D-C2BA311B839C}"/>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008B775B-88E5-5A7C-502A-233E399E5A65}"/>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CB978B2-82A4-E250-E5DE-D2D0EBF31A5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E1F6DDE3-21AB-BD30-A06C-F1675E0E9120}"/>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F6F82165-1E5C-64F8-D5D9-305391E6670D}"/>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4D832AA7-1474-1882-3BC5-2502E905F950}"/>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A9526AE4-2131-4341-B931-D4EF1868FBA2}"/>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5335E76-77BA-95BF-CD90-21E7022BDE02}"/>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0BDF303-CAC3-45EE-40A9-54C2A0151BE8}"/>
              </a:ext>
            </a:extLst>
          </p:cNvPr>
          <p:cNvPicPr>
            <a:picLocks noChangeAspect="1"/>
          </p:cNvPicPr>
          <p:nvPr/>
        </p:nvPicPr>
        <p:blipFill>
          <a:blip r:embed="rId2"/>
          <a:stretch>
            <a:fillRect/>
          </a:stretch>
        </p:blipFill>
        <p:spPr>
          <a:xfrm>
            <a:off x="1827253" y="3221899"/>
            <a:ext cx="5334274" cy="3213265"/>
          </a:xfrm>
          <a:prstGeom prst="rect">
            <a:avLst/>
          </a:prstGeom>
        </p:spPr>
      </p:pic>
      <p:sp>
        <p:nvSpPr>
          <p:cNvPr id="69" name="Oval 68">
            <a:extLst>
              <a:ext uri="{FF2B5EF4-FFF2-40B4-BE49-F238E27FC236}">
                <a16:creationId xmlns:a16="http://schemas.microsoft.com/office/drawing/2014/main" id="{E234806D-01D2-F60E-3CE9-41C1ACABD41F}"/>
              </a:ext>
            </a:extLst>
          </p:cNvPr>
          <p:cNvSpPr>
            <a:spLocks noChangeAspect="1"/>
          </p:cNvSpPr>
          <p:nvPr/>
        </p:nvSpPr>
        <p:spPr>
          <a:xfrm>
            <a:off x="5201322"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020F03B-AC2E-B1F0-29A8-B8B2BF9911CE}"/>
                  </a:ext>
                </a:extLst>
              </p:cNvPr>
              <p:cNvSpPr txBox="1"/>
              <p:nvPr/>
            </p:nvSpPr>
            <p:spPr>
              <a:xfrm>
                <a:off x="5147126" y="466275"/>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020F03B-AC2E-B1F0-29A8-B8B2BF9911CE}"/>
                  </a:ext>
                </a:extLst>
              </p:cNvPr>
              <p:cNvSpPr txBox="1">
                <a:spLocks noRot="1" noChangeAspect="1" noMove="1" noResize="1" noEditPoints="1" noAdjustHandles="1" noChangeArrowheads="1" noChangeShapeType="1" noTextEdit="1"/>
              </p:cNvSpPr>
              <p:nvPr/>
            </p:nvSpPr>
            <p:spPr>
              <a:xfrm>
                <a:off x="5147126" y="466275"/>
                <a:ext cx="51855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D482985-346A-8B86-B4D1-9D78E96A6B65}"/>
                  </a:ext>
                </a:extLst>
              </p:cNvPr>
              <p:cNvSpPr txBox="1"/>
              <p:nvPr/>
            </p:nvSpPr>
            <p:spPr>
              <a:xfrm>
                <a:off x="6299992"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D482985-346A-8B86-B4D1-9D78E96A6B65}"/>
                  </a:ext>
                </a:extLst>
              </p:cNvPr>
              <p:cNvSpPr txBox="1">
                <a:spLocks noRot="1" noChangeAspect="1" noMove="1" noResize="1" noEditPoints="1" noAdjustHandles="1" noChangeArrowheads="1" noChangeShapeType="1" noTextEdit="1"/>
              </p:cNvSpPr>
              <p:nvPr/>
            </p:nvSpPr>
            <p:spPr>
              <a:xfrm>
                <a:off x="6299992"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ADB650-446F-6542-BE35-CAB851A9E05C}"/>
              </a:ext>
            </a:extLst>
          </p:cNvPr>
          <p:cNvSpPr>
            <a:spLocks noChangeAspect="1"/>
          </p:cNvSpPr>
          <p:nvPr/>
        </p:nvSpPr>
        <p:spPr>
          <a:xfrm>
            <a:off x="6364139"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81EE10-A2C5-4B1C-6667-2F2033563E8C}"/>
                  </a:ext>
                </a:extLst>
              </p:cNvPr>
              <p:cNvSpPr txBox="1"/>
              <p:nvPr/>
            </p:nvSpPr>
            <p:spPr>
              <a:xfrm>
                <a:off x="6324516" y="116384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81EE10-A2C5-4B1C-6667-2F2033563E8C}"/>
                  </a:ext>
                </a:extLst>
              </p:cNvPr>
              <p:cNvSpPr txBox="1">
                <a:spLocks noRot="1" noChangeAspect="1" noMove="1" noResize="1" noEditPoints="1" noAdjustHandles="1" noChangeArrowheads="1" noChangeShapeType="1" noTextEdit="1"/>
              </p:cNvSpPr>
              <p:nvPr/>
            </p:nvSpPr>
            <p:spPr>
              <a:xfrm>
                <a:off x="6324516" y="1163848"/>
                <a:ext cx="518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77BDC0D-300E-CFEF-0D37-CFE80837BA44}"/>
                  </a:ext>
                </a:extLst>
              </p:cNvPr>
              <p:cNvSpPr txBox="1"/>
              <p:nvPr/>
            </p:nvSpPr>
            <p:spPr>
              <a:xfrm>
                <a:off x="5159885"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Sc</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77BDC0D-300E-CFEF-0D37-CFE80837BA44}"/>
                  </a:ext>
                </a:extLst>
              </p:cNvPr>
              <p:cNvSpPr txBox="1">
                <a:spLocks noRot="1" noChangeAspect="1" noMove="1" noResize="1" noEditPoints="1" noAdjustHandles="1" noChangeArrowheads="1" noChangeShapeType="1" noTextEdit="1"/>
              </p:cNvSpPr>
              <p:nvPr/>
            </p:nvSpPr>
            <p:spPr>
              <a:xfrm>
                <a:off x="5159885" y="1199060"/>
                <a:ext cx="507796" cy="369332"/>
              </a:xfrm>
              <a:prstGeom prst="rect">
                <a:avLst/>
              </a:prstGeom>
              <a:blipFill>
                <a:blip r:embed="rId6"/>
                <a:stretch>
                  <a:fillRect/>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034E9F3-10AC-F3A5-27E5-19F8281BB21F}"/>
              </a:ext>
            </a:extLst>
          </p:cNvPr>
          <p:cNvSpPr>
            <a:spLocks noChangeAspect="1"/>
          </p:cNvSpPr>
          <p:nvPr/>
        </p:nvSpPr>
        <p:spPr>
          <a:xfrm>
            <a:off x="5229932"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0C64263B-BC98-FD80-C679-E7C13ACD6B13}"/>
                  </a:ext>
                </a:extLst>
              </p:cNvPr>
              <p:cNvSpPr txBox="1"/>
              <p:nvPr/>
            </p:nvSpPr>
            <p:spPr>
              <a:xfrm>
                <a:off x="5174397"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r>
                            <a:rPr lang="de-DE"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0C64263B-BC98-FD80-C679-E7C13ACD6B13}"/>
                  </a:ext>
                </a:extLst>
              </p:cNvPr>
              <p:cNvSpPr txBox="1">
                <a:spLocks noRot="1" noChangeAspect="1" noMove="1" noResize="1" noEditPoints="1" noAdjustHandles="1" noChangeArrowheads="1" noChangeShapeType="1" noTextEdit="1"/>
              </p:cNvSpPr>
              <p:nvPr/>
            </p:nvSpPr>
            <p:spPr>
              <a:xfrm>
                <a:off x="5174397"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99D6999-ACEF-D0EE-2499-0F5666899915}"/>
              </a:ext>
            </a:extLst>
          </p:cNvPr>
          <p:cNvCxnSpPr>
            <a:cxnSpLocks/>
            <a:endCxn id="69" idx="3"/>
          </p:cNvCxnSpPr>
          <p:nvPr/>
        </p:nvCxnSpPr>
        <p:spPr>
          <a:xfrm flipV="1">
            <a:off x="4371340" y="820556"/>
            <a:ext cx="885839" cy="4704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DC11840-600B-6F9A-8239-AC5A0AA0709D}"/>
              </a:ext>
            </a:extLst>
          </p:cNvPr>
          <p:cNvCxnSpPr>
            <a:cxnSpLocks/>
            <a:endCxn id="75" idx="1"/>
          </p:cNvCxnSpPr>
          <p:nvPr/>
        </p:nvCxnSpPr>
        <p:spPr>
          <a:xfrm>
            <a:off x="4371340" y="1291041"/>
            <a:ext cx="914449" cy="76969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E1A2E20-196A-4D18-97AD-D6AC214EC213}"/>
              </a:ext>
            </a:extLst>
          </p:cNvPr>
          <p:cNvCxnSpPr>
            <a:cxnSpLocks/>
            <a:stCxn id="74" idx="3"/>
            <a:endCxn id="72" idx="2"/>
          </p:cNvCxnSpPr>
          <p:nvPr/>
        </p:nvCxnSpPr>
        <p:spPr>
          <a:xfrm flipV="1">
            <a:off x="5667681"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355BFDB-07EF-F781-D659-EA293FC8B773}"/>
              </a:ext>
            </a:extLst>
          </p:cNvPr>
          <p:cNvCxnSpPr>
            <a:cxnSpLocks/>
            <a:stCxn id="74" idx="2"/>
            <a:endCxn id="75" idx="0"/>
          </p:cNvCxnSpPr>
          <p:nvPr/>
        </p:nvCxnSpPr>
        <p:spPr>
          <a:xfrm>
            <a:off x="5413783"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04F8E4F-4FA8-743F-EA87-050E92773644}"/>
              </a:ext>
            </a:extLst>
          </p:cNvPr>
          <p:cNvCxnSpPr>
            <a:cxnSpLocks/>
            <a:stCxn id="69" idx="6"/>
          </p:cNvCxnSpPr>
          <p:nvPr/>
        </p:nvCxnSpPr>
        <p:spPr>
          <a:xfrm>
            <a:off x="5582736" y="685706"/>
            <a:ext cx="2340978" cy="551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075619D-349F-8A32-3333-EF6DC1764081}"/>
              </a:ext>
            </a:extLst>
          </p:cNvPr>
          <p:cNvCxnSpPr>
            <a:cxnSpLocks/>
            <a:stCxn id="71" idx="2"/>
            <a:endCxn id="72" idx="0"/>
          </p:cNvCxnSpPr>
          <p:nvPr/>
        </p:nvCxnSpPr>
        <p:spPr>
          <a:xfrm>
            <a:off x="6553890"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4A70062-F019-DC64-6E5C-384E0A54C1AC}"/>
              </a:ext>
            </a:extLst>
          </p:cNvPr>
          <p:cNvSpPr/>
          <p:nvPr/>
        </p:nvSpPr>
        <p:spPr>
          <a:xfrm>
            <a:off x="4707128"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47092FE-8730-478A-BAA1-CE638E0DE9DA}"/>
              </a:ext>
            </a:extLst>
          </p:cNvPr>
          <p:cNvSpPr txBox="1"/>
          <p:nvPr/>
        </p:nvSpPr>
        <p:spPr>
          <a:xfrm>
            <a:off x="4707128"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3035F68-D7DF-F721-69CF-6DC438DDABB0}"/>
                  </a:ext>
                </a:extLst>
              </p:cNvPr>
              <p:cNvSpPr txBox="1"/>
              <p:nvPr/>
            </p:nvSpPr>
            <p:spPr>
              <a:xfrm>
                <a:off x="3" y="1445647"/>
                <a:ext cx="639341"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in</m:t>
                          </m:r>
                        </m:sub>
                      </m:sSub>
                    </m:oMath>
                  </m:oMathPara>
                </a14:m>
                <a:endParaRPr lang="en-US" sz="2000" dirty="0"/>
              </a:p>
            </p:txBody>
          </p:sp>
        </mc:Choice>
        <mc:Fallback xmlns="">
          <p:sp>
            <p:nvSpPr>
              <p:cNvPr id="67" name="TextBox 66">
                <a:extLst>
                  <a:ext uri="{FF2B5EF4-FFF2-40B4-BE49-F238E27FC236}">
                    <a16:creationId xmlns:a16="http://schemas.microsoft.com/office/drawing/2014/main" id="{23035F68-D7DF-F721-69CF-6DC438DDABB0}"/>
                  </a:ext>
                </a:extLst>
              </p:cNvPr>
              <p:cNvSpPr txBox="1">
                <a:spLocks noRot="1" noChangeAspect="1" noMove="1" noResize="1" noEditPoints="1" noAdjustHandles="1" noChangeArrowheads="1" noChangeShapeType="1" noTextEdit="1"/>
              </p:cNvSpPr>
              <p:nvPr/>
            </p:nvSpPr>
            <p:spPr>
              <a:xfrm>
                <a:off x="3" y="1445647"/>
                <a:ext cx="639341" cy="400110"/>
              </a:xfrm>
              <a:prstGeom prst="rect">
                <a:avLst/>
              </a:prstGeom>
              <a:blipFill>
                <a:blip r:embed="rId8"/>
                <a:stretch>
                  <a:fillRect b="-1515"/>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FF2279E-D7A3-38C1-3CB2-504098CFA4B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908ABAA-6189-0B5E-8A0E-D16FA455260A}"/>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4337D0A-517F-F20F-58A7-9C5101BD8C63}"/>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47C4B41-7D15-C064-1C5F-FA2CE9E3AC08}"/>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47C4B41-7D15-C064-1C5F-FA2CE9E3AC08}"/>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324A7C4-5B1E-E512-1AFA-826D64AFC96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EFDCA25-7EA1-3C69-1D1F-809E1D8B3F34}"/>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EFDCA25-7EA1-3C69-1D1F-809E1D8B3F34}"/>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0AA3A3E5-5123-ACF4-EEAD-EEB08BDC980B}"/>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3E91740-35D8-4531-5DE1-3985EE23C228}"/>
                  </a:ext>
                </a:extLst>
              </p:cNvPr>
              <p:cNvSpPr txBox="1"/>
              <p:nvPr/>
            </p:nvSpPr>
            <p:spPr>
              <a:xfrm>
                <a:off x="2166529" y="1075615"/>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3E91740-35D8-4531-5DE1-3985EE23C228}"/>
                  </a:ext>
                </a:extLst>
              </p:cNvPr>
              <p:cNvSpPr txBox="1">
                <a:spLocks noRot="1" noChangeAspect="1" noMove="1" noResize="1" noEditPoints="1" noAdjustHandles="1" noChangeArrowheads="1" noChangeShapeType="1" noTextEdit="1"/>
              </p:cNvSpPr>
              <p:nvPr/>
            </p:nvSpPr>
            <p:spPr>
              <a:xfrm>
                <a:off x="2166529" y="1075615"/>
                <a:ext cx="518558" cy="369332"/>
              </a:xfrm>
              <a:prstGeom prst="rect">
                <a:avLst/>
              </a:prstGeom>
              <a:blipFill>
                <a:blip r:embed="rId11"/>
                <a:stretch>
                  <a:fillRect/>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D523A59A-95DB-4E1B-CF2D-7C70ADA8BAB9}"/>
              </a:ext>
            </a:extLst>
          </p:cNvPr>
          <p:cNvCxnSpPr>
            <a:cxnSpLocks/>
            <a:stCxn id="67" idx="3"/>
            <a:endCxn id="81" idx="2"/>
          </p:cNvCxnSpPr>
          <p:nvPr/>
        </p:nvCxnSpPr>
        <p:spPr>
          <a:xfrm flipV="1">
            <a:off x="639344" y="1291042"/>
            <a:ext cx="412358" cy="3546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BD56970E-9FF7-5B9E-58DE-F38E8B9A305C}"/>
              </a:ext>
            </a:extLst>
          </p:cNvPr>
          <p:cNvCxnSpPr>
            <a:cxnSpLocks/>
            <a:stCxn id="67" idx="3"/>
            <a:endCxn id="83" idx="2"/>
          </p:cNvCxnSpPr>
          <p:nvPr/>
        </p:nvCxnSpPr>
        <p:spPr>
          <a:xfrm>
            <a:off x="639344" y="1645702"/>
            <a:ext cx="515839" cy="53869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F1A4C8-1ADB-E76A-06A0-0E001A788784}"/>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8F99DE7-967A-F5D5-2D79-DF068F5E38A4}"/>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E5E1264-0780-F835-4D6E-D6860D6C3830}"/>
              </a:ext>
            </a:extLst>
          </p:cNvPr>
          <p:cNvCxnSpPr>
            <a:cxnSpLocks/>
            <a:stCxn id="86" idx="6"/>
          </p:cNvCxnSpPr>
          <p:nvPr/>
        </p:nvCxnSpPr>
        <p:spPr>
          <a:xfrm flipV="1">
            <a:off x="2602804" y="1291041"/>
            <a:ext cx="1768536"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EF1DFC-FE2F-BA5C-1595-9735C8C8CEDF}"/>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EF1DFC-FE2F-BA5C-1595-9735C8C8CEDF}"/>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D66D01E3-C306-846C-0BC8-BCAC49D53E4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D66D01E3-C306-846C-0BC8-BCAC49D53E4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27A1675-7224-F7F3-782A-B7F2469C8C23}"/>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Sd</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27A1675-7224-F7F3-782A-B7F2469C8C23}"/>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7229"/>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A11F915A-51BA-67BC-FB82-1E25F99F281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B3CA323-9632-71C5-A4C5-D9346F2DA65E}"/>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B3CA323-9632-71C5-A4C5-D9346F2DA65E}"/>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822F75-36A4-7D6F-87BE-00DFE2DA4E44}"/>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383BC19-4755-9250-9C8B-7F92C83459B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383BC19-4755-9250-9C8B-7F92C83459B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C1700D42-03FC-9366-6CE3-8EE4E59FD7B4}"/>
                  </a:ext>
                </a:extLst>
              </p:cNvPr>
              <p:cNvSpPr txBox="1"/>
              <p:nvPr/>
            </p:nvSpPr>
            <p:spPr>
              <a:xfrm>
                <a:off x="7566659" y="28391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de-DE" b="0" i="1" smtClean="0">
                              <a:solidFill>
                                <a:schemeClr val="tx1"/>
                              </a:solidFill>
                              <a:latin typeface="Cambria Math" panose="02040503050406030204" pitchFamily="18" charset="0"/>
                            </a:rPr>
                            <m:t>1</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C1700D42-03FC-9366-6CE3-8EE4E59FD7B4}"/>
                  </a:ext>
                </a:extLst>
              </p:cNvPr>
              <p:cNvSpPr txBox="1">
                <a:spLocks noRot="1" noChangeAspect="1" noMove="1" noResize="1" noEditPoints="1" noAdjustHandles="1" noChangeArrowheads="1" noChangeShapeType="1" noTextEdit="1"/>
              </p:cNvSpPr>
              <p:nvPr/>
            </p:nvSpPr>
            <p:spPr>
              <a:xfrm>
                <a:off x="7566659" y="283917"/>
                <a:ext cx="507796" cy="369332"/>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695300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2422E-E716-C8D0-36CF-AD4122AB669B}"/>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F0C435E-98BF-635D-D50E-0C5078D288B5}"/>
              </a:ext>
            </a:extLst>
          </p:cNvPr>
          <p:cNvSpPr/>
          <p:nvPr/>
        </p:nvSpPr>
        <p:spPr>
          <a:xfrm>
            <a:off x="1462291" y="6337004"/>
            <a:ext cx="1554480" cy="52099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Algorithm </a:t>
            </a:r>
          </a:p>
        </p:txBody>
      </p:sp>
      <p:sp>
        <p:nvSpPr>
          <p:cNvPr id="5" name="Rectangle: Rounded Corners 4">
            <a:extLst>
              <a:ext uri="{FF2B5EF4-FFF2-40B4-BE49-F238E27FC236}">
                <a16:creationId xmlns:a16="http://schemas.microsoft.com/office/drawing/2014/main" id="{1238A622-5DED-E474-4F8B-168D3F5B40E7}"/>
              </a:ext>
            </a:extLst>
          </p:cNvPr>
          <p:cNvSpPr/>
          <p:nvPr/>
        </p:nvSpPr>
        <p:spPr>
          <a:xfrm>
            <a:off x="3764816" y="6337004"/>
            <a:ext cx="1554480" cy="52099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Chemical Reactions </a:t>
            </a:r>
          </a:p>
        </p:txBody>
      </p:sp>
      <p:sp>
        <p:nvSpPr>
          <p:cNvPr id="6" name="Rectangle: Rounded Corners 5">
            <a:extLst>
              <a:ext uri="{FF2B5EF4-FFF2-40B4-BE49-F238E27FC236}">
                <a16:creationId xmlns:a16="http://schemas.microsoft.com/office/drawing/2014/main" id="{8953BB98-A9E3-B78C-3EB2-D0B3F396C5A2}"/>
              </a:ext>
            </a:extLst>
          </p:cNvPr>
          <p:cNvSpPr/>
          <p:nvPr/>
        </p:nvSpPr>
        <p:spPr>
          <a:xfrm>
            <a:off x="6067341" y="6337004"/>
            <a:ext cx="1554480" cy="520995"/>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Metabolic Network</a:t>
            </a:r>
          </a:p>
        </p:txBody>
      </p:sp>
      <p:sp>
        <p:nvSpPr>
          <p:cNvPr id="7" name="Rectangle: Rounded Corners 6">
            <a:extLst>
              <a:ext uri="{FF2B5EF4-FFF2-40B4-BE49-F238E27FC236}">
                <a16:creationId xmlns:a16="http://schemas.microsoft.com/office/drawing/2014/main" id="{E5214B81-55A3-C0C9-2B2E-E9709CE7FAB4}"/>
              </a:ext>
            </a:extLst>
          </p:cNvPr>
          <p:cNvSpPr/>
          <p:nvPr/>
        </p:nvSpPr>
        <p:spPr>
          <a:xfrm>
            <a:off x="8369865" y="6337004"/>
            <a:ext cx="1554480" cy="52099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THz Actuation</a:t>
            </a:r>
          </a:p>
        </p:txBody>
      </p:sp>
      <p:cxnSp>
        <p:nvCxnSpPr>
          <p:cNvPr id="8" name="Straight Arrow Connector 7">
            <a:extLst>
              <a:ext uri="{FF2B5EF4-FFF2-40B4-BE49-F238E27FC236}">
                <a16:creationId xmlns:a16="http://schemas.microsoft.com/office/drawing/2014/main" id="{1087D23C-FC26-4D4B-E6D4-C25A64A74E52}"/>
              </a:ext>
            </a:extLst>
          </p:cNvPr>
          <p:cNvCxnSpPr>
            <a:cxnSpLocks/>
            <a:stCxn id="4" idx="3"/>
            <a:endCxn id="5" idx="1"/>
          </p:cNvCxnSpPr>
          <p:nvPr/>
        </p:nvCxnSpPr>
        <p:spPr>
          <a:xfrm>
            <a:off x="3016771" y="6597502"/>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2611A7-8175-E68D-57D0-38EE3F4BA070}"/>
              </a:ext>
            </a:extLst>
          </p:cNvPr>
          <p:cNvCxnSpPr>
            <a:cxnSpLocks/>
            <a:stCxn id="5" idx="3"/>
            <a:endCxn id="6" idx="1"/>
          </p:cNvCxnSpPr>
          <p:nvPr/>
        </p:nvCxnSpPr>
        <p:spPr>
          <a:xfrm>
            <a:off x="5319296" y="6597502"/>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802D269-1D19-1858-E492-5999371204BD}"/>
              </a:ext>
            </a:extLst>
          </p:cNvPr>
          <p:cNvCxnSpPr>
            <a:cxnSpLocks/>
            <a:stCxn id="7" idx="1"/>
            <a:endCxn id="6" idx="3"/>
          </p:cNvCxnSpPr>
          <p:nvPr/>
        </p:nvCxnSpPr>
        <p:spPr>
          <a:xfrm flipH="1">
            <a:off x="7621821" y="6597502"/>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D74EE471-A829-2FB0-EC38-AE09740916E2}"/>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3F70B51-A432-21A2-F8DF-B7CA5E84D63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3F70B51-A432-21A2-F8DF-B7CA5E84D63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46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3FB9E67-3307-45AF-EE70-F072B3F88594}"/>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3FB9E67-3307-45AF-EE70-F072B3F88594}"/>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9270154-3231-3D0E-5B5A-3A41734B2FB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470E89F-25D1-5772-89AA-95A70ED6C39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470E89F-25D1-5772-89AA-95A70ED6C39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50A6082-7AA8-2FDB-2133-371DD6C5BFCA}"/>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50A6082-7AA8-2FDB-2133-371DD6C5BFCA}"/>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35499DAF-B93F-AF52-AB07-04CD426DB3D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517A46C-9545-72A1-33EA-116C6BFEED64}"/>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517A46C-9545-72A1-33EA-116C6BFEED64}"/>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7430EC4-40DF-BD04-9EBD-A232BA30D69E}"/>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AA00B12-2899-2175-81FA-4625C496949E}"/>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DEBA8F-6D0B-AAE0-D4F9-CA2C00D673E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BF3BE12-78AE-0ABB-8F5B-D7E213B4BB6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DCFF784-7D9A-9776-CC26-59B70504756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76C6B3C-5C0F-012D-1371-728B94B2360F}"/>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8C67776-1B22-E816-0C29-1E07E3D65FAA}"/>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FB794A8F-EB3D-5B9A-14F6-DBC77C37B46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DFDC4C0F-64EE-3F35-7CE1-DEEEA595D68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DFDC4C0F-64EE-3F35-7CE1-DEEEA595D68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0388C8D-F3E5-35D5-620A-52BFDC17959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6450A80-7C8D-B463-05E5-5ED019B43A7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174B250-9E38-520A-C6B6-02B18A5BC5E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50CE2C9-1471-E0A4-F456-1A1782ED3FB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50CE2C9-1471-E0A4-F456-1A1782ED3FB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4D0BC42-94DA-1C13-E7F8-0D40A580F722}"/>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606FE8-536D-8AAB-34DA-D859E8EA1986}"/>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606FE8-536D-8AAB-34DA-D859E8EA1986}"/>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CF9FD2D-528B-4CC9-691E-B97554A9CC4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3323F7E-C35C-0402-333C-F79168910F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3323F7E-C35C-0402-333C-F79168910F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C8C4CDF-F729-7A7B-6A4D-04AB954BB735}"/>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BF4DD4F-460F-8223-42C4-3E8BA23C8F4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2ED3C1D-9C96-4553-0F1F-6DC54D2F00A3}"/>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8A4C8A3-C705-4C3A-06AB-572C9B9252AF}"/>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2C41392-B197-1898-8A81-26290698CA5E}"/>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36BE9D7-3B4D-44F2-182E-80272D61A56B}"/>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36BE9D7-3B4D-44F2-182E-80272D61A56B}"/>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9BE62DD-E2E3-834E-B3F3-28E5F4E402C5}"/>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9BE62DD-E2E3-834E-B3F3-28E5F4E402C5}"/>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B449E3A-6ADC-FB84-1511-03DD0E6C1D66}"/>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3B449E3A-6ADC-FB84-1511-03DD0E6C1D66}"/>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1EFBDD7-FCCF-D462-BD63-FA8EDA270AA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B9B355B-6D29-D779-5551-1B25AB6C646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B9B355B-6D29-D779-5551-1B25AB6C646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286E32E-83A0-16A4-E528-B2C5D9BC41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06FBBA97-9F39-8EA0-3789-CF4643E9BBD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06FBBA97-9F39-8EA0-3789-CF4643E9BBD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AF1B54-6B14-3F9D-DCC7-424E7E15D3C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AF1B54-6B14-3F9D-DCC7-424E7E15D3C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18A69F6-9602-6BA4-0F8B-BD624BEB9CEF}"/>
              </a:ext>
            </a:extLst>
          </p:cNvPr>
          <p:cNvSpPr>
            <a:spLocks noChangeAspect="1"/>
          </p:cNvSpPr>
          <p:nvPr/>
        </p:nvSpPr>
        <p:spPr>
          <a:xfrm>
            <a:off x="8838064" y="168217"/>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EF00732-186D-9248-F4B8-93397C2DF991}"/>
              </a:ext>
            </a:extLst>
          </p:cNvPr>
          <p:cNvSpPr>
            <a:spLocks noChangeAspect="1"/>
          </p:cNvSpPr>
          <p:nvPr/>
        </p:nvSpPr>
        <p:spPr>
          <a:xfrm>
            <a:off x="8847774" y="2039320"/>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12BA56B2-F09B-0F21-6D2F-5CA975E7434C}"/>
              </a:ext>
            </a:extLst>
          </p:cNvPr>
          <p:cNvCxnSpPr>
            <a:cxnSpLocks/>
            <a:stCxn id="31" idx="6"/>
            <a:endCxn id="43" idx="3"/>
          </p:cNvCxnSpPr>
          <p:nvPr/>
        </p:nvCxnSpPr>
        <p:spPr>
          <a:xfrm flipV="1">
            <a:off x="9257915" y="1444685"/>
            <a:ext cx="1544775" cy="7997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24AC3BF-B659-610C-3882-00EC15DF7EE1}"/>
              </a:ext>
            </a:extLst>
          </p:cNvPr>
          <p:cNvCxnSpPr>
            <a:cxnSpLocks/>
            <a:stCxn id="30" idx="6"/>
            <a:endCxn id="43" idx="1"/>
          </p:cNvCxnSpPr>
          <p:nvPr/>
        </p:nvCxnSpPr>
        <p:spPr>
          <a:xfrm>
            <a:off x="9248205" y="373288"/>
            <a:ext cx="1554485" cy="7813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3889ADE-3DBC-813B-54A1-3E7A9A9C6017}"/>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3889ADE-3DBC-813B-54A1-3E7A9A9C6017}"/>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4952BB8-EB3F-C528-EDD1-05FFB46E7DF5}"/>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4952BB8-EB3F-C528-EDD1-05FFB46E7DF5}"/>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CBE457-6C2C-EB9D-A53D-E31B23B7B7FF}"/>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89CBE457-6C2C-EB9D-A53D-E31B23B7B7FF}"/>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A4B5AB9-25FE-DDD7-5A19-36A78752EE58}"/>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A4B5AB9-25FE-DDD7-5A19-36A78752EE58}"/>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A9582F5A-62E1-980C-D2D3-E25579C7C48F}"/>
              </a:ext>
            </a:extLst>
          </p:cNvPr>
          <p:cNvCxnSpPr>
            <a:cxnSpLocks/>
            <a:endCxn id="30" idx="2"/>
          </p:cNvCxnSpPr>
          <p:nvPr/>
        </p:nvCxnSpPr>
        <p:spPr>
          <a:xfrm flipV="1">
            <a:off x="7768356" y="373288"/>
            <a:ext cx="1069708" cy="88546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BD590D5-40FA-AB40-4FFC-9AFACF2202D7}"/>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BD590D5-40FA-AB40-4FFC-9AFACF2202D7}"/>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2EF3134-83CF-FBD8-12EB-CAE3634BBC3F}"/>
              </a:ext>
            </a:extLst>
          </p:cNvPr>
          <p:cNvCxnSpPr>
            <a:cxnSpLocks/>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C8891D4-4F60-FA22-DBDB-92DB43373BD9}"/>
              </a:ext>
            </a:extLst>
          </p:cNvPr>
          <p:cNvCxnSpPr>
            <a:cxnSpLocks/>
            <a:endCxn id="31" idx="2"/>
          </p:cNvCxnSpPr>
          <p:nvPr/>
        </p:nvCxnSpPr>
        <p:spPr>
          <a:xfrm>
            <a:off x="7768356" y="1258749"/>
            <a:ext cx="1079418" cy="9856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51FFE99-09AD-0E68-E824-21B9F4AF1DDF}"/>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85808EA-23EB-9D96-5AD0-787EC0BD529F}"/>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49FD23D-F4E9-D651-8EBC-CAB3F43EF2A6}"/>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49FD23D-F4E9-D651-8EBC-CAB3F43EF2A6}"/>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D30B769-3724-4677-7054-E61816DBF76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D30B769-3724-4677-7054-E61816DBF76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C27381-7812-E490-EA18-AFA19F7E35A2}"/>
                  </a:ext>
                </a:extLst>
              </p:cNvPr>
              <p:cNvSpPr txBox="1"/>
              <p:nvPr/>
            </p:nvSpPr>
            <p:spPr>
              <a:xfrm>
                <a:off x="8773317" y="135592"/>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65C27381-7812-E490-EA18-AFA19F7E35A2}"/>
                  </a:ext>
                </a:extLst>
              </p:cNvPr>
              <p:cNvSpPr txBox="1">
                <a:spLocks noRot="1" noChangeAspect="1" noMove="1" noResize="1" noEditPoints="1" noAdjustHandles="1" noChangeArrowheads="1" noChangeShapeType="1" noTextEdit="1"/>
              </p:cNvSpPr>
              <p:nvPr/>
            </p:nvSpPr>
            <p:spPr>
              <a:xfrm>
                <a:off x="8773317" y="135592"/>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A27BF7B2-36CC-F479-2FDD-48E893FF8975}"/>
                  </a:ext>
                </a:extLst>
              </p:cNvPr>
              <p:cNvSpPr txBox="1"/>
              <p:nvPr/>
            </p:nvSpPr>
            <p:spPr>
              <a:xfrm>
                <a:off x="8827989" y="2017818"/>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A27BF7B2-36CC-F479-2FDD-48E893FF8975}"/>
                  </a:ext>
                </a:extLst>
              </p:cNvPr>
              <p:cNvSpPr txBox="1">
                <a:spLocks noRot="1" noChangeAspect="1" noMove="1" noResize="1" noEditPoints="1" noAdjustHandles="1" noChangeArrowheads="1" noChangeShapeType="1" noTextEdit="1"/>
              </p:cNvSpPr>
              <p:nvPr/>
            </p:nvSpPr>
            <p:spPr>
              <a:xfrm>
                <a:off x="8827989" y="2017818"/>
                <a:ext cx="421017" cy="369332"/>
              </a:xfrm>
              <a:prstGeom prst="rect">
                <a:avLst/>
              </a:prstGeom>
              <a:blipFill>
                <a:blip r:embed="rId27"/>
                <a:stretch>
                  <a:fillRect r="-13043"/>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4A99BAA-CEF3-956C-DA05-B19CB1821DEB}"/>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CA5A4A3-D21A-A7FD-D701-C11E66D222FE}"/>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06F9DB4-2FB6-818E-18EF-F85F8EDAEE5D}"/>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pic>
        <p:nvPicPr>
          <p:cNvPr id="15" name="Picture 14">
            <a:extLst>
              <a:ext uri="{FF2B5EF4-FFF2-40B4-BE49-F238E27FC236}">
                <a16:creationId xmlns:a16="http://schemas.microsoft.com/office/drawing/2014/main" id="{27BA915B-38CB-309A-3251-40C71A10F3EB}"/>
              </a:ext>
            </a:extLst>
          </p:cNvPr>
          <p:cNvPicPr>
            <a:picLocks noChangeAspect="1"/>
          </p:cNvPicPr>
          <p:nvPr/>
        </p:nvPicPr>
        <p:blipFill>
          <a:blip r:embed="rId28"/>
          <a:stretch>
            <a:fillRect/>
          </a:stretch>
        </p:blipFill>
        <p:spPr>
          <a:xfrm>
            <a:off x="248320" y="2862779"/>
            <a:ext cx="5187460" cy="3121740"/>
          </a:xfrm>
          <a:prstGeom prst="rect">
            <a:avLst/>
          </a:prstGeom>
        </p:spPr>
      </p:pic>
      <p:pic>
        <p:nvPicPr>
          <p:cNvPr id="20" name="Picture 19">
            <a:extLst>
              <a:ext uri="{FF2B5EF4-FFF2-40B4-BE49-F238E27FC236}">
                <a16:creationId xmlns:a16="http://schemas.microsoft.com/office/drawing/2014/main" id="{C0C543CD-1066-3DFA-18AD-D21B34C7D0AF}"/>
              </a:ext>
            </a:extLst>
          </p:cNvPr>
          <p:cNvPicPr>
            <a:picLocks noChangeAspect="1"/>
          </p:cNvPicPr>
          <p:nvPr/>
        </p:nvPicPr>
        <p:blipFill>
          <a:blip r:embed="rId29"/>
          <a:stretch>
            <a:fillRect/>
          </a:stretch>
        </p:blipFill>
        <p:spPr>
          <a:xfrm>
            <a:off x="5755272" y="2854094"/>
            <a:ext cx="5333333" cy="3209524"/>
          </a:xfrm>
          <a:prstGeom prst="rect">
            <a:avLst/>
          </a:prstGeom>
        </p:spPr>
      </p:pic>
    </p:spTree>
    <p:extLst>
      <p:ext uri="{BB962C8B-B14F-4D97-AF65-F5344CB8AC3E}">
        <p14:creationId xmlns:p14="http://schemas.microsoft.com/office/powerpoint/2010/main" val="39611127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AB496-28A3-0DEA-5C3E-BD08D103DB4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E3ADB2A5-542A-20DB-3B61-01E3E1036579}"/>
              </a:ext>
            </a:extLst>
          </p:cNvPr>
          <p:cNvSpPr/>
          <p:nvPr/>
        </p:nvSpPr>
        <p:spPr>
          <a:xfrm>
            <a:off x="1462291" y="6337004"/>
            <a:ext cx="1554480" cy="52099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Algorithm </a:t>
            </a:r>
          </a:p>
        </p:txBody>
      </p:sp>
      <p:sp>
        <p:nvSpPr>
          <p:cNvPr id="5" name="Rectangle: Rounded Corners 4">
            <a:extLst>
              <a:ext uri="{FF2B5EF4-FFF2-40B4-BE49-F238E27FC236}">
                <a16:creationId xmlns:a16="http://schemas.microsoft.com/office/drawing/2014/main" id="{5E0CC68C-0A62-EE84-6391-E78522F45C65}"/>
              </a:ext>
            </a:extLst>
          </p:cNvPr>
          <p:cNvSpPr/>
          <p:nvPr/>
        </p:nvSpPr>
        <p:spPr>
          <a:xfrm>
            <a:off x="3764816" y="6337004"/>
            <a:ext cx="1554480" cy="520995"/>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Chemical Reactions </a:t>
            </a:r>
          </a:p>
        </p:txBody>
      </p:sp>
      <p:sp>
        <p:nvSpPr>
          <p:cNvPr id="6" name="Rectangle: Rounded Corners 5">
            <a:extLst>
              <a:ext uri="{FF2B5EF4-FFF2-40B4-BE49-F238E27FC236}">
                <a16:creationId xmlns:a16="http://schemas.microsoft.com/office/drawing/2014/main" id="{81D36675-CE69-3B1E-5005-64332F645A40}"/>
              </a:ext>
            </a:extLst>
          </p:cNvPr>
          <p:cNvSpPr/>
          <p:nvPr/>
        </p:nvSpPr>
        <p:spPr>
          <a:xfrm>
            <a:off x="6067341" y="6337004"/>
            <a:ext cx="1554480" cy="520995"/>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Metabolic Network</a:t>
            </a:r>
          </a:p>
        </p:txBody>
      </p:sp>
      <p:sp>
        <p:nvSpPr>
          <p:cNvPr id="7" name="Rectangle: Rounded Corners 6">
            <a:extLst>
              <a:ext uri="{FF2B5EF4-FFF2-40B4-BE49-F238E27FC236}">
                <a16:creationId xmlns:a16="http://schemas.microsoft.com/office/drawing/2014/main" id="{6C917C87-E52A-D8A3-D2C8-F06DDAB10A6F}"/>
              </a:ext>
            </a:extLst>
          </p:cNvPr>
          <p:cNvSpPr/>
          <p:nvPr/>
        </p:nvSpPr>
        <p:spPr>
          <a:xfrm>
            <a:off x="8369865" y="6337004"/>
            <a:ext cx="1554480" cy="52099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THz Actuation</a:t>
            </a:r>
          </a:p>
        </p:txBody>
      </p:sp>
      <p:cxnSp>
        <p:nvCxnSpPr>
          <p:cNvPr id="8" name="Straight Arrow Connector 7">
            <a:extLst>
              <a:ext uri="{FF2B5EF4-FFF2-40B4-BE49-F238E27FC236}">
                <a16:creationId xmlns:a16="http://schemas.microsoft.com/office/drawing/2014/main" id="{C89311CC-E5B8-8A0A-E63B-CF2856024EC9}"/>
              </a:ext>
            </a:extLst>
          </p:cNvPr>
          <p:cNvCxnSpPr>
            <a:cxnSpLocks/>
            <a:stCxn id="4" idx="3"/>
            <a:endCxn id="5" idx="1"/>
          </p:cNvCxnSpPr>
          <p:nvPr/>
        </p:nvCxnSpPr>
        <p:spPr>
          <a:xfrm>
            <a:off x="3016771" y="6597502"/>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5561736B-1894-DF5D-8362-E4C0096FD59E}"/>
              </a:ext>
            </a:extLst>
          </p:cNvPr>
          <p:cNvCxnSpPr>
            <a:cxnSpLocks/>
            <a:stCxn id="5" idx="3"/>
            <a:endCxn id="6" idx="1"/>
          </p:cNvCxnSpPr>
          <p:nvPr/>
        </p:nvCxnSpPr>
        <p:spPr>
          <a:xfrm>
            <a:off x="5319296" y="6597502"/>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7B633FDC-ED3C-DAA5-4E29-ECA4A9D89E23}"/>
              </a:ext>
            </a:extLst>
          </p:cNvPr>
          <p:cNvCxnSpPr>
            <a:cxnSpLocks/>
            <a:stCxn id="7" idx="1"/>
            <a:endCxn id="6" idx="3"/>
          </p:cNvCxnSpPr>
          <p:nvPr/>
        </p:nvCxnSpPr>
        <p:spPr>
          <a:xfrm flipH="1">
            <a:off x="7621821" y="6597502"/>
            <a:ext cx="7480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3FD4CB5-B5F5-5C8A-8D51-E8BCC4C11947}"/>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1A99DCE-CDDF-EF5D-8945-FAD1A0EBE5C3}"/>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1A99DCE-CDDF-EF5D-8945-FAD1A0EBE5C3}"/>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786AC54C-95EB-EC31-6EEC-7BA64EE91669}"/>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786AC54C-95EB-EC31-6EEC-7BA64EE91669}"/>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365B61C-B0BE-B511-5648-2780519331A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498B97F-59BA-1452-ED29-3077E2ADA11A}"/>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498B97F-59BA-1452-ED29-3077E2ADA11A}"/>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A0D14776-9595-F256-BB19-BB66C088A01B}"/>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A0D14776-9595-F256-BB19-BB66C088A01B}"/>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42609E18-4116-F92C-6AE8-ACF93C0F479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9F168B4-9DCD-E4FA-F27F-BA9EEE97903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29F168B4-9DCD-E4FA-F27F-BA9EEE97903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87E376B4-C09A-8B7C-65F0-C65C744F36D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A52ECC5-F511-8659-5030-DFAC0CC9F898}"/>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884B347-A4F6-324C-3089-55A7B1EDB13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B73C3D25-7140-14C2-143E-4B6AD13DC7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D115A3-C655-3F6C-50D8-35EBB0CFFE52}"/>
              </a:ext>
            </a:extLst>
          </p:cNvPr>
          <p:cNvCxnSpPr>
            <a:cxnSpLocks/>
            <a:stCxn id="69" idx="6"/>
          </p:cNvCxnSpPr>
          <p:nvPr/>
        </p:nvCxnSpPr>
        <p:spPr>
          <a:xfrm flipV="1">
            <a:off x="5325561" y="682439"/>
            <a:ext cx="2167373" cy="326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ABF6F6A-BFAD-E8FA-1B8A-F0CCB272AD8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1A29DE1-8BFB-D233-9E14-1DFE4076D07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7F26B212-40FC-3CEE-4A39-103B0DE104A1}"/>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F4798A8E-D4CB-FE0E-899B-84B0E3215EEE}"/>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F4798A8E-D4CB-FE0E-899B-84B0E3215EEE}"/>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273DA11-65D2-D2DD-45B2-30A0C32EC81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91157C9-AF54-C798-364B-26A7450C99DD}"/>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DCF36B-CAC8-C528-B038-477770D0426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C7A46F5-754E-8961-2675-6FF14769DC93}"/>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C7A46F5-754E-8961-2675-6FF14769DC93}"/>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1EE658CF-9A55-DC0E-BF6C-7430E37D7251}"/>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D090226-A735-0E13-632F-37ACA52CA02D}"/>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D090226-A735-0E13-632F-37ACA52CA02D}"/>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28B532-3772-60E0-8F23-6A761C619A4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A66D21-5AE4-3107-8DC5-A8E98C6E5E2D}"/>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A66D21-5AE4-3107-8DC5-A8E98C6E5E2D}"/>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6113AF-0097-C32A-D4AE-C865BCA74F29}"/>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94D84D9-A375-40C0-D6A7-881B025C6C7C}"/>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8D822F12-59D1-09AA-FFD1-6D0678571B8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AE648213-010E-8CBC-E1A8-6FBAA624EF0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CE3929E-CB08-BFF7-A01A-020EDCF5AE6C}"/>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4699CBE6-79EE-3A92-DAA6-B471E97DA19E}"/>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4699CBE6-79EE-3A92-DAA6-B471E97DA19E}"/>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56E33DF-016F-3C57-14D0-5C68EDECDC97}"/>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856E33DF-016F-3C57-14D0-5C68EDECDC97}"/>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B2FD7E71-9771-F2EE-9E0F-01842071C948}"/>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B2FD7E71-9771-F2EE-9E0F-01842071C948}"/>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FD78E0-D4DE-7E23-750D-FA695F87C5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D8A6F0E-8ACF-B712-16AE-522F3102ABC8}"/>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D8A6F0E-8ACF-B712-16AE-522F3102ABC8}"/>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A1848825-3FBA-F675-D50A-265AD0304B1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C136138B-85FE-86B5-3B43-245E27DC7D80}"/>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C136138B-85FE-86B5-3B43-245E27DC7D80}"/>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F2EA2879-D5E1-8657-A026-019367EEA37B}"/>
                  </a:ext>
                </a:extLst>
              </p:cNvPr>
              <p:cNvSpPr txBox="1"/>
              <p:nvPr/>
            </p:nvSpPr>
            <p:spPr>
              <a:xfrm>
                <a:off x="11471920" y="753559"/>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F2EA2879-D5E1-8657-A026-019367EEA37B}"/>
                  </a:ext>
                </a:extLst>
              </p:cNvPr>
              <p:cNvSpPr txBox="1">
                <a:spLocks noRot="1" noChangeAspect="1" noMove="1" noResize="1" noEditPoints="1" noAdjustHandles="1" noChangeArrowheads="1" noChangeShapeType="1" noTextEdit="1"/>
              </p:cNvSpPr>
              <p:nvPr/>
            </p:nvSpPr>
            <p:spPr>
              <a:xfrm>
                <a:off x="11471920" y="753559"/>
                <a:ext cx="524049" cy="369332"/>
              </a:xfrm>
              <a:prstGeom prst="rect">
                <a:avLst/>
              </a:prstGeom>
              <a:blipFill>
                <a:blip r:embed="rId17"/>
                <a:stretch>
                  <a:fillRect r="-15116"/>
                </a:stretch>
              </a:blipFill>
            </p:spPr>
            <p:txBody>
              <a:bodyPr/>
              <a:lstStyle/>
              <a:p>
                <a:r>
                  <a:rPr lang="en-US">
                    <a:noFill/>
                  </a:rPr>
                  <a:t> </a:t>
                </a:r>
              </a:p>
            </p:txBody>
          </p:sp>
        </mc:Fallback>
      </mc:AlternateContent>
      <p:cxnSp>
        <p:nvCxnSpPr>
          <p:cNvPr id="3" name="Straight Arrow Connector 2">
            <a:extLst>
              <a:ext uri="{FF2B5EF4-FFF2-40B4-BE49-F238E27FC236}">
                <a16:creationId xmlns:a16="http://schemas.microsoft.com/office/drawing/2014/main" id="{6E09CFCF-2D08-7176-305F-CF41706A71FA}"/>
              </a:ext>
            </a:extLst>
          </p:cNvPr>
          <p:cNvCxnSpPr>
            <a:cxnSpLocks/>
            <a:endCxn id="51" idx="3"/>
          </p:cNvCxnSpPr>
          <p:nvPr/>
        </p:nvCxnSpPr>
        <p:spPr>
          <a:xfrm flipV="1">
            <a:off x="10153838" y="1368866"/>
            <a:ext cx="845662" cy="5999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5D10D2A-D654-2B0F-1B0E-97EF9F0A4CE1}"/>
              </a:ext>
            </a:extLst>
          </p:cNvPr>
          <p:cNvCxnSpPr>
            <a:cxnSpLocks/>
          </p:cNvCxnSpPr>
          <p:nvPr/>
        </p:nvCxnSpPr>
        <p:spPr>
          <a:xfrm>
            <a:off x="10195344" y="476126"/>
            <a:ext cx="817647" cy="56766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7A2F34C-4F0A-3613-7F2F-0CCDB179A310}"/>
              </a:ext>
            </a:extLst>
          </p:cNvPr>
          <p:cNvCxnSpPr>
            <a:cxnSpLocks/>
            <a:stCxn id="22" idx="6"/>
            <a:endCxn id="29" idx="2"/>
          </p:cNvCxnSpPr>
          <p:nvPr/>
        </p:nvCxnSpPr>
        <p:spPr>
          <a:xfrm flipV="1">
            <a:off x="9166512" y="1968835"/>
            <a:ext cx="623064" cy="138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4DE27195-A7AB-EC62-9B7E-32DD43837AA2}"/>
              </a:ext>
            </a:extLst>
          </p:cNvPr>
          <p:cNvCxnSpPr>
            <a:cxnSpLocks/>
            <a:stCxn id="55" idx="6"/>
            <a:endCxn id="49" idx="2"/>
          </p:cNvCxnSpPr>
          <p:nvPr/>
        </p:nvCxnSpPr>
        <p:spPr>
          <a:xfrm>
            <a:off x="9169215" y="452640"/>
            <a:ext cx="633668" cy="69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21E5A8B-9B1B-A583-6E9B-AF4AB1A3AA4E}"/>
              </a:ext>
            </a:extLst>
          </p:cNvPr>
          <p:cNvCxnSpPr>
            <a:cxnSpLocks/>
            <a:endCxn id="55" idx="2"/>
          </p:cNvCxnSpPr>
          <p:nvPr/>
        </p:nvCxnSpPr>
        <p:spPr>
          <a:xfrm flipV="1">
            <a:off x="7887687" y="452640"/>
            <a:ext cx="832060" cy="71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128AA7EA-508E-4770-590A-1AD4EE673E88}"/>
              </a:ext>
            </a:extLst>
          </p:cNvPr>
          <p:cNvCxnSpPr>
            <a:cxnSpLocks/>
            <a:endCxn id="22" idx="2"/>
          </p:cNvCxnSpPr>
          <p:nvPr/>
        </p:nvCxnSpPr>
        <p:spPr>
          <a:xfrm>
            <a:off x="7887687" y="1163848"/>
            <a:ext cx="829357" cy="8063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C6525B58-54B2-3128-B545-C11CB2AD0CC1}"/>
              </a:ext>
            </a:extLst>
          </p:cNvPr>
          <p:cNvCxnSpPr>
            <a:cxnSpLocks/>
          </p:cNvCxnSpPr>
          <p:nvPr/>
        </p:nvCxnSpPr>
        <p:spPr>
          <a:xfrm flipV="1">
            <a:off x="11248854" y="1204198"/>
            <a:ext cx="588247"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19" name="Group 18">
            <a:extLst>
              <a:ext uri="{FF2B5EF4-FFF2-40B4-BE49-F238E27FC236}">
                <a16:creationId xmlns:a16="http://schemas.microsoft.com/office/drawing/2014/main" id="{8D9A4E82-C74B-48C9-588E-0151F9AA9A4A}"/>
              </a:ext>
            </a:extLst>
          </p:cNvPr>
          <p:cNvGrpSpPr/>
          <p:nvPr/>
        </p:nvGrpSpPr>
        <p:grpSpPr>
          <a:xfrm>
            <a:off x="8719747" y="227121"/>
            <a:ext cx="481543" cy="451038"/>
            <a:chOff x="4764744" y="3666589"/>
            <a:chExt cx="587792" cy="550556"/>
          </a:xfrm>
        </p:grpSpPr>
        <p:sp>
          <p:nvSpPr>
            <p:cNvPr id="55" name="Oval 54">
              <a:extLst>
                <a:ext uri="{FF2B5EF4-FFF2-40B4-BE49-F238E27FC236}">
                  <a16:creationId xmlns:a16="http://schemas.microsoft.com/office/drawing/2014/main" id="{912F3A5E-FECA-D8A1-113B-36C651867403}"/>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88F71257-9E77-88F4-7A6C-BFDAEDDF4421}"/>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11</m:t>
                            </m:r>
                          </m:sub>
                        </m:sSub>
                      </m:oMath>
                    </m:oMathPara>
                  </a14:m>
                  <a:endParaRPr lang="en-US" dirty="0">
                    <a:solidFill>
                      <a:schemeClr val="bg1"/>
                    </a:solidFill>
                  </a:endParaRPr>
                </a:p>
              </p:txBody>
            </p:sp>
          </mc:Choice>
          <mc:Fallback xmlns="">
            <p:sp>
              <p:nvSpPr>
                <p:cNvPr id="21" name="TextBox 20">
                  <a:extLst>
                    <a:ext uri="{FF2B5EF4-FFF2-40B4-BE49-F238E27FC236}">
                      <a16:creationId xmlns:a16="http://schemas.microsoft.com/office/drawing/2014/main" id="{E476269B-E89C-DCC2-1982-5900A2BBB364}"/>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18"/>
                  <a:stretch>
                    <a:fillRect/>
                  </a:stretch>
                </a:blipFill>
              </p:spPr>
              <p:txBody>
                <a:bodyPr/>
                <a:lstStyle/>
                <a:p>
                  <a:r>
                    <a:rPr lang="en-US">
                      <a:noFill/>
                    </a:rPr>
                    <a:t> </a:t>
                  </a:r>
                </a:p>
              </p:txBody>
            </p:sp>
          </mc:Fallback>
        </mc:AlternateContent>
      </p:grpSp>
      <p:sp>
        <p:nvSpPr>
          <p:cNvPr id="21" name="Rectangle 20">
            <a:extLst>
              <a:ext uri="{FF2B5EF4-FFF2-40B4-BE49-F238E27FC236}">
                <a16:creationId xmlns:a16="http://schemas.microsoft.com/office/drawing/2014/main" id="{EE1CF7A8-7957-3D99-CA30-1A9D336CEBBB}"/>
              </a:ext>
            </a:extLst>
          </p:cNvPr>
          <p:cNvSpPr/>
          <p:nvPr/>
        </p:nvSpPr>
        <p:spPr>
          <a:xfrm>
            <a:off x="7884984" y="114831"/>
            <a:ext cx="3586936" cy="2326548"/>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2" name="Oval 21">
            <a:extLst>
              <a:ext uri="{FF2B5EF4-FFF2-40B4-BE49-F238E27FC236}">
                <a16:creationId xmlns:a16="http://schemas.microsoft.com/office/drawing/2014/main" id="{74875934-BBDD-CA09-B234-B65D1312E11A}"/>
              </a:ext>
            </a:extLst>
          </p:cNvPr>
          <p:cNvSpPr>
            <a:spLocks noChangeAspect="1"/>
          </p:cNvSpPr>
          <p:nvPr/>
        </p:nvSpPr>
        <p:spPr>
          <a:xfrm>
            <a:off x="8717044" y="1744699"/>
            <a:ext cx="449468" cy="451038"/>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grpSp>
        <p:nvGrpSpPr>
          <p:cNvPr id="24" name="Group 23">
            <a:extLst>
              <a:ext uri="{FF2B5EF4-FFF2-40B4-BE49-F238E27FC236}">
                <a16:creationId xmlns:a16="http://schemas.microsoft.com/office/drawing/2014/main" id="{DE721180-F6C2-298C-7382-12D567E11456}"/>
              </a:ext>
            </a:extLst>
          </p:cNvPr>
          <p:cNvGrpSpPr/>
          <p:nvPr/>
        </p:nvGrpSpPr>
        <p:grpSpPr>
          <a:xfrm>
            <a:off x="10933678" y="983881"/>
            <a:ext cx="481543" cy="451038"/>
            <a:chOff x="4764744" y="3666589"/>
            <a:chExt cx="587792" cy="550556"/>
          </a:xfrm>
        </p:grpSpPr>
        <p:sp>
          <p:nvSpPr>
            <p:cNvPr id="51" name="Oval 50">
              <a:extLst>
                <a:ext uri="{FF2B5EF4-FFF2-40B4-BE49-F238E27FC236}">
                  <a16:creationId xmlns:a16="http://schemas.microsoft.com/office/drawing/2014/main" id="{EBCB5DA4-0E8F-581A-F985-DBA9B4979D45}"/>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2C6AE46-518E-8CA3-BE86-2D98FB730F10}"/>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0F16C61-9968-C6BC-1095-A4EE6675BE41}"/>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19"/>
                  <a:stretch>
                    <a:fillRect/>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6E978671-DF2A-6DC6-BAE9-3C9CD4B1BD05}"/>
              </a:ext>
            </a:extLst>
          </p:cNvPr>
          <p:cNvGrpSpPr/>
          <p:nvPr/>
        </p:nvGrpSpPr>
        <p:grpSpPr>
          <a:xfrm>
            <a:off x="9802883" y="234057"/>
            <a:ext cx="481543" cy="451038"/>
            <a:chOff x="4764744" y="3666589"/>
            <a:chExt cx="587792" cy="550556"/>
          </a:xfrm>
        </p:grpSpPr>
        <p:sp>
          <p:nvSpPr>
            <p:cNvPr id="49" name="Oval 48">
              <a:extLst>
                <a:ext uri="{FF2B5EF4-FFF2-40B4-BE49-F238E27FC236}">
                  <a16:creationId xmlns:a16="http://schemas.microsoft.com/office/drawing/2014/main" id="{F91D2A67-31EC-901B-7D24-FB8902144136}"/>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10F8945-3F5A-D172-A6F6-7D83292C1F12}"/>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en-GB" b="0" i="1" smtClean="0">
                                <a:solidFill>
                                  <a:schemeClr val="bg1"/>
                                </a:solidFill>
                                <a:latin typeface="Cambria Math" panose="02040503050406030204" pitchFamily="18" charset="0"/>
                              </a:rPr>
                              <m:t>12</m:t>
                            </m:r>
                          </m:sub>
                        </m:sSub>
                      </m:oMath>
                    </m:oMathPara>
                  </a14:m>
                  <a:endParaRPr lang="en-US" dirty="0">
                    <a:solidFill>
                      <a:schemeClr val="bg1"/>
                    </a:solidFill>
                  </a:endParaRPr>
                </a:p>
              </p:txBody>
            </p:sp>
          </mc:Choice>
          <mc:Fallback xmlns="">
            <p:sp>
              <p:nvSpPr>
                <p:cNvPr id="50" name="TextBox 49">
                  <a:extLst>
                    <a:ext uri="{FF2B5EF4-FFF2-40B4-BE49-F238E27FC236}">
                      <a16:creationId xmlns:a16="http://schemas.microsoft.com/office/drawing/2014/main" id="{D10F8945-3F5A-D172-A6F6-7D83292C1F12}"/>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20"/>
                  <a:stretch>
                    <a:fillRect/>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7C841EC2-4D49-D0C1-05B0-0A0764AF2CA7}"/>
              </a:ext>
            </a:extLst>
          </p:cNvPr>
          <p:cNvGrpSpPr/>
          <p:nvPr/>
        </p:nvGrpSpPr>
        <p:grpSpPr>
          <a:xfrm>
            <a:off x="9789576" y="1743316"/>
            <a:ext cx="481543" cy="451038"/>
            <a:chOff x="4764744" y="3666589"/>
            <a:chExt cx="587792" cy="550556"/>
          </a:xfrm>
        </p:grpSpPr>
        <p:sp>
          <p:nvSpPr>
            <p:cNvPr id="29" name="Oval 28">
              <a:extLst>
                <a:ext uri="{FF2B5EF4-FFF2-40B4-BE49-F238E27FC236}">
                  <a16:creationId xmlns:a16="http://schemas.microsoft.com/office/drawing/2014/main" id="{634CB1E1-E0DC-A0C1-7E75-680E245C28D8}"/>
                </a:ext>
              </a:extLst>
            </p:cNvPr>
            <p:cNvSpPr>
              <a:spLocks noChangeAspect="1"/>
            </p:cNvSpPr>
            <p:nvPr/>
          </p:nvSpPr>
          <p:spPr>
            <a:xfrm>
              <a:off x="4764744" y="3666589"/>
              <a:ext cx="548640" cy="550556"/>
            </a:xfrm>
            <a:prstGeom prst="ellipse">
              <a:avLst/>
            </a:prstGeom>
            <a:solidFill>
              <a:schemeClr val="tx2">
                <a:lumMod val="25000"/>
                <a:lumOff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49E1408A-9F7F-0FC6-C2E7-CEDD08882B9D}"/>
                    </a:ext>
                  </a:extLst>
                </p:cNvPr>
                <p:cNvSpPr txBox="1"/>
                <p:nvPr/>
              </p:nvSpPr>
              <p:spPr>
                <a:xfrm>
                  <a:off x="4797682" y="3678461"/>
                  <a:ext cx="554854" cy="45082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en-GB" b="0" i="1" smtClean="0">
                                <a:solidFill>
                                  <a:schemeClr val="bg1"/>
                                </a:solidFill>
                                <a:latin typeface="Cambria Math" panose="02040503050406030204" pitchFamily="18" charset="0"/>
                              </a:rPr>
                              <m:t>22</m:t>
                            </m:r>
                          </m:sub>
                        </m:sSub>
                      </m:oMath>
                    </m:oMathPara>
                  </a14:m>
                  <a:endParaRPr lang="en-US" dirty="0">
                    <a:solidFill>
                      <a:schemeClr val="bg1"/>
                    </a:solidFill>
                  </a:endParaRPr>
                </a:p>
              </p:txBody>
            </p:sp>
          </mc:Choice>
          <mc:Fallback xmlns="">
            <p:sp>
              <p:nvSpPr>
                <p:cNvPr id="38" name="TextBox 37">
                  <a:extLst>
                    <a:ext uri="{FF2B5EF4-FFF2-40B4-BE49-F238E27FC236}">
                      <a16:creationId xmlns:a16="http://schemas.microsoft.com/office/drawing/2014/main" id="{49E1408A-9F7F-0FC6-C2E7-CEDD08882B9D}"/>
                    </a:ext>
                  </a:extLst>
                </p:cNvPr>
                <p:cNvSpPr txBox="1">
                  <a:spLocks noRot="1" noChangeAspect="1" noMove="1" noResize="1" noEditPoints="1" noAdjustHandles="1" noChangeArrowheads="1" noChangeShapeType="1" noTextEdit="1"/>
                </p:cNvSpPr>
                <p:nvPr/>
              </p:nvSpPr>
              <p:spPr>
                <a:xfrm>
                  <a:off x="4797682" y="3678461"/>
                  <a:ext cx="554854" cy="450822"/>
                </a:xfrm>
                <a:prstGeom prst="rect">
                  <a:avLst/>
                </a:prstGeom>
                <a:blipFill>
                  <a:blip r:embed="rId2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D0553E45-9B0F-A581-2223-0332C0ACACFD}"/>
                  </a:ext>
                </a:extLst>
              </p:cNvPr>
              <p:cNvSpPr txBox="1"/>
              <p:nvPr/>
            </p:nvSpPr>
            <p:spPr>
              <a:xfrm>
                <a:off x="8744028" y="1754425"/>
                <a:ext cx="454559"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a:rPr lang="de-DE" b="0" i="1" smtClean="0">
                              <a:solidFill>
                                <a:schemeClr val="bg1"/>
                              </a:solidFill>
                              <a:latin typeface="Cambria Math" panose="02040503050406030204" pitchFamily="18" charset="0"/>
                            </a:rPr>
                            <m:t>21</m:t>
                          </m:r>
                        </m:sub>
                      </m:sSub>
                    </m:oMath>
                  </m:oMathPara>
                </a14:m>
                <a:endParaRPr lang="en-US" dirty="0">
                  <a:solidFill>
                    <a:schemeClr val="bg1"/>
                  </a:solidFill>
                </a:endParaRPr>
              </a:p>
            </p:txBody>
          </p:sp>
        </mc:Choice>
        <mc:Fallback xmlns="">
          <p:sp>
            <p:nvSpPr>
              <p:cNvPr id="28" name="TextBox 27">
                <a:extLst>
                  <a:ext uri="{FF2B5EF4-FFF2-40B4-BE49-F238E27FC236}">
                    <a16:creationId xmlns:a16="http://schemas.microsoft.com/office/drawing/2014/main" id="{D0553E45-9B0F-A581-2223-0332C0ACACFD}"/>
                  </a:ext>
                </a:extLst>
              </p:cNvPr>
              <p:cNvSpPr txBox="1">
                <a:spLocks noRot="1" noChangeAspect="1" noMove="1" noResize="1" noEditPoints="1" noAdjustHandles="1" noChangeArrowheads="1" noChangeShapeType="1" noTextEdit="1"/>
              </p:cNvSpPr>
              <p:nvPr/>
            </p:nvSpPr>
            <p:spPr>
              <a:xfrm>
                <a:off x="8744028" y="1754425"/>
                <a:ext cx="454559" cy="369332"/>
              </a:xfrm>
              <a:prstGeom prst="rect">
                <a:avLst/>
              </a:prstGeom>
              <a:blipFill>
                <a:blip r:embed="rId22"/>
                <a:stretch>
                  <a:fillRect/>
                </a:stretch>
              </a:blipFill>
            </p:spPr>
            <p:txBody>
              <a:bodyPr/>
              <a:lstStyle/>
              <a:p>
                <a:r>
                  <a:rPr lang="en-US">
                    <a:noFill/>
                  </a:rPr>
                  <a:t> </a:t>
                </a:r>
              </a:p>
            </p:txBody>
          </p:sp>
        </mc:Fallback>
      </mc:AlternateContent>
      <p:cxnSp>
        <p:nvCxnSpPr>
          <p:cNvPr id="62" name="Connector: Elbow 61">
            <a:extLst>
              <a:ext uri="{FF2B5EF4-FFF2-40B4-BE49-F238E27FC236}">
                <a16:creationId xmlns:a16="http://schemas.microsoft.com/office/drawing/2014/main" id="{314F7943-D1E4-6F29-D04C-1C12C0C9C5AB}"/>
              </a:ext>
            </a:extLst>
          </p:cNvPr>
          <p:cNvCxnSpPr>
            <a:cxnSpLocks/>
          </p:cNvCxnSpPr>
          <p:nvPr/>
        </p:nvCxnSpPr>
        <p:spPr>
          <a:xfrm rot="10800000">
            <a:off x="7506125" y="691558"/>
            <a:ext cx="381563" cy="472290"/>
          </a:xfrm>
          <a:prstGeom prst="bentConnector2">
            <a:avLst/>
          </a:prstGeom>
          <a:ln w="22225">
            <a:headEnd type="triangle" w="lg" len="lg"/>
            <a:tailEnd type="non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68692EF5-16E3-C0E2-5034-CD10FE18583D}"/>
                  </a:ext>
                </a:extLst>
              </p:cNvPr>
              <p:cNvSpPr txBox="1"/>
              <p:nvPr/>
            </p:nvSpPr>
            <p:spPr>
              <a:xfrm>
                <a:off x="7350070" y="26195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66" name="TextBox 65">
                <a:extLst>
                  <a:ext uri="{FF2B5EF4-FFF2-40B4-BE49-F238E27FC236}">
                    <a16:creationId xmlns:a16="http://schemas.microsoft.com/office/drawing/2014/main" id="{68692EF5-16E3-C0E2-5034-CD10FE18583D}"/>
                  </a:ext>
                </a:extLst>
              </p:cNvPr>
              <p:cNvSpPr txBox="1">
                <a:spLocks noRot="1" noChangeAspect="1" noMove="1" noResize="1" noEditPoints="1" noAdjustHandles="1" noChangeArrowheads="1" noChangeShapeType="1" noTextEdit="1"/>
              </p:cNvSpPr>
              <p:nvPr/>
            </p:nvSpPr>
            <p:spPr>
              <a:xfrm>
                <a:off x="7350070" y="261956"/>
                <a:ext cx="507796" cy="369332"/>
              </a:xfrm>
              <a:prstGeom prst="rect">
                <a:avLst/>
              </a:prstGeom>
              <a:blipFill>
                <a:blip r:embed="rId23"/>
                <a:stretch>
                  <a:fillRect/>
                </a:stretch>
              </a:blipFill>
            </p:spPr>
            <p:txBody>
              <a:bodyPr/>
              <a:lstStyle/>
              <a:p>
                <a:r>
                  <a:rPr lang="en-US">
                    <a:noFill/>
                  </a:rPr>
                  <a:t> </a:t>
                </a:r>
              </a:p>
            </p:txBody>
          </p:sp>
        </mc:Fallback>
      </mc:AlternateContent>
      <p:sp>
        <p:nvSpPr>
          <p:cNvPr id="104" name="TextBox 103">
            <a:extLst>
              <a:ext uri="{FF2B5EF4-FFF2-40B4-BE49-F238E27FC236}">
                <a16:creationId xmlns:a16="http://schemas.microsoft.com/office/drawing/2014/main" id="{5B8FBC67-A0F0-867B-59C3-164824C098D3}"/>
              </a:ext>
            </a:extLst>
          </p:cNvPr>
          <p:cNvSpPr txBox="1"/>
          <p:nvPr/>
        </p:nvSpPr>
        <p:spPr>
          <a:xfrm>
            <a:off x="7948367" y="166370"/>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4240DC55-86C6-9FD0-266A-F653CB22CDC7}"/>
                  </a:ext>
                </a:extLst>
              </p:cNvPr>
              <p:cNvSpPr txBox="1"/>
              <p:nvPr/>
            </p:nvSpPr>
            <p:spPr>
              <a:xfrm>
                <a:off x="9182854" y="437645"/>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en-GB" b="0" i="1" smtClean="0">
                              <a:solidFill>
                                <a:schemeClr val="tx1"/>
                              </a:solidFill>
                              <a:latin typeface="Cambria Math" panose="02040503050406030204" pitchFamily="18" charset="0"/>
                            </a:rPr>
                            <m:t>11</m:t>
                          </m:r>
                        </m:sub>
                      </m:sSub>
                    </m:oMath>
                  </m:oMathPara>
                </a14:m>
                <a:endParaRPr lang="en-US" dirty="0">
                  <a:solidFill>
                    <a:schemeClr val="tx1"/>
                  </a:solidFill>
                </a:endParaRPr>
              </a:p>
            </p:txBody>
          </p:sp>
        </mc:Choice>
        <mc:Fallback xmlns="">
          <p:sp>
            <p:nvSpPr>
              <p:cNvPr id="108" name="TextBox 107">
                <a:extLst>
                  <a:ext uri="{FF2B5EF4-FFF2-40B4-BE49-F238E27FC236}">
                    <a16:creationId xmlns:a16="http://schemas.microsoft.com/office/drawing/2014/main" id="{4240DC55-86C6-9FD0-266A-F653CB22CDC7}"/>
                  </a:ext>
                </a:extLst>
              </p:cNvPr>
              <p:cNvSpPr txBox="1">
                <a:spLocks noRot="1" noChangeAspect="1" noMove="1" noResize="1" noEditPoints="1" noAdjustHandles="1" noChangeArrowheads="1" noChangeShapeType="1" noTextEdit="1"/>
              </p:cNvSpPr>
              <p:nvPr/>
            </p:nvSpPr>
            <p:spPr>
              <a:xfrm>
                <a:off x="9182854" y="437645"/>
                <a:ext cx="507796" cy="369332"/>
              </a:xfrm>
              <a:prstGeom prst="rect">
                <a:avLst/>
              </a:prstGeom>
              <a:blipFill>
                <a:blip r:embed="rId24"/>
                <a:stretch>
                  <a:fillRect r="-3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B7A60857-D1B8-FACB-C989-A6F846447A8D}"/>
                  </a:ext>
                </a:extLst>
              </p:cNvPr>
              <p:cNvSpPr txBox="1"/>
              <p:nvPr/>
            </p:nvSpPr>
            <p:spPr>
              <a:xfrm>
                <a:off x="10532313" y="35982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en-GB" b="0" i="1" smtClean="0">
                              <a:solidFill>
                                <a:schemeClr val="tx1"/>
                              </a:solidFill>
                              <a:latin typeface="Cambria Math" panose="02040503050406030204" pitchFamily="18" charset="0"/>
                            </a:rPr>
                            <m:t>12</m:t>
                          </m:r>
                        </m:sub>
                      </m:sSub>
                    </m:oMath>
                  </m:oMathPara>
                </a14:m>
                <a:endParaRPr lang="en-US" dirty="0">
                  <a:solidFill>
                    <a:schemeClr val="tx1"/>
                  </a:solidFill>
                </a:endParaRPr>
              </a:p>
            </p:txBody>
          </p:sp>
        </mc:Choice>
        <mc:Fallback xmlns="">
          <p:sp>
            <p:nvSpPr>
              <p:cNvPr id="111" name="TextBox 110">
                <a:extLst>
                  <a:ext uri="{FF2B5EF4-FFF2-40B4-BE49-F238E27FC236}">
                    <a16:creationId xmlns:a16="http://schemas.microsoft.com/office/drawing/2014/main" id="{B7A60857-D1B8-FACB-C989-A6F846447A8D}"/>
                  </a:ext>
                </a:extLst>
              </p:cNvPr>
              <p:cNvSpPr txBox="1">
                <a:spLocks noRot="1" noChangeAspect="1" noMove="1" noResize="1" noEditPoints="1" noAdjustHandles="1" noChangeArrowheads="1" noChangeShapeType="1" noTextEdit="1"/>
              </p:cNvSpPr>
              <p:nvPr/>
            </p:nvSpPr>
            <p:spPr>
              <a:xfrm>
                <a:off x="10532313" y="359827"/>
                <a:ext cx="507796" cy="369332"/>
              </a:xfrm>
              <a:prstGeom prst="rect">
                <a:avLst/>
              </a:prstGeom>
              <a:blipFill>
                <a:blip r:embed="rId25"/>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6E9A7D60-C81E-8BE6-11C0-B31A968C4FD6}"/>
                  </a:ext>
                </a:extLst>
              </p:cNvPr>
              <p:cNvSpPr txBox="1"/>
              <p:nvPr/>
            </p:nvSpPr>
            <p:spPr>
              <a:xfrm>
                <a:off x="9177122" y="154064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en-GB" b="0" i="1" smtClean="0">
                              <a:solidFill>
                                <a:schemeClr val="tx1"/>
                              </a:solidFill>
                              <a:latin typeface="Cambria Math" panose="02040503050406030204" pitchFamily="18" charset="0"/>
                            </a:rPr>
                            <m:t>21</m:t>
                          </m:r>
                        </m:sub>
                      </m:sSub>
                    </m:oMath>
                  </m:oMathPara>
                </a14:m>
                <a:endParaRPr lang="en-US" dirty="0">
                  <a:solidFill>
                    <a:schemeClr val="tx1"/>
                  </a:solidFill>
                </a:endParaRPr>
              </a:p>
            </p:txBody>
          </p:sp>
        </mc:Choice>
        <mc:Fallback xmlns="">
          <p:sp>
            <p:nvSpPr>
              <p:cNvPr id="116" name="TextBox 115">
                <a:extLst>
                  <a:ext uri="{FF2B5EF4-FFF2-40B4-BE49-F238E27FC236}">
                    <a16:creationId xmlns:a16="http://schemas.microsoft.com/office/drawing/2014/main" id="{6E9A7D60-C81E-8BE6-11C0-B31A968C4FD6}"/>
                  </a:ext>
                </a:extLst>
              </p:cNvPr>
              <p:cNvSpPr txBox="1">
                <a:spLocks noRot="1" noChangeAspect="1" noMove="1" noResize="1" noEditPoints="1" noAdjustHandles="1" noChangeArrowheads="1" noChangeShapeType="1" noTextEdit="1"/>
              </p:cNvSpPr>
              <p:nvPr/>
            </p:nvSpPr>
            <p:spPr>
              <a:xfrm>
                <a:off x="9177122" y="1540647"/>
                <a:ext cx="507796" cy="369332"/>
              </a:xfrm>
              <a:prstGeom prst="rect">
                <a:avLst/>
              </a:prstGeom>
              <a:blipFill>
                <a:blip r:embed="rId26"/>
                <a:stretch>
                  <a:fillRect r="-47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8" name="TextBox 117">
                <a:extLst>
                  <a:ext uri="{FF2B5EF4-FFF2-40B4-BE49-F238E27FC236}">
                    <a16:creationId xmlns:a16="http://schemas.microsoft.com/office/drawing/2014/main" id="{20FC6ADB-7B61-7053-992A-318A8A1822CD}"/>
                  </a:ext>
                </a:extLst>
              </p:cNvPr>
              <p:cNvSpPr txBox="1"/>
              <p:nvPr/>
            </p:nvSpPr>
            <p:spPr>
              <a:xfrm>
                <a:off x="10593134" y="1607935"/>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a:rPr lang="en-GB" b="0" i="1" smtClean="0">
                              <a:solidFill>
                                <a:schemeClr val="tx1"/>
                              </a:solidFill>
                              <a:latin typeface="Cambria Math" panose="02040503050406030204" pitchFamily="18" charset="0"/>
                            </a:rPr>
                            <m:t>21</m:t>
                          </m:r>
                        </m:sub>
                      </m:sSub>
                    </m:oMath>
                  </m:oMathPara>
                </a14:m>
                <a:endParaRPr lang="en-US" dirty="0">
                  <a:solidFill>
                    <a:schemeClr val="tx1"/>
                  </a:solidFill>
                </a:endParaRPr>
              </a:p>
            </p:txBody>
          </p:sp>
        </mc:Choice>
        <mc:Fallback xmlns="">
          <p:sp>
            <p:nvSpPr>
              <p:cNvPr id="118" name="TextBox 117">
                <a:extLst>
                  <a:ext uri="{FF2B5EF4-FFF2-40B4-BE49-F238E27FC236}">
                    <a16:creationId xmlns:a16="http://schemas.microsoft.com/office/drawing/2014/main" id="{20FC6ADB-7B61-7053-992A-318A8A1822CD}"/>
                  </a:ext>
                </a:extLst>
              </p:cNvPr>
              <p:cNvSpPr txBox="1">
                <a:spLocks noRot="1" noChangeAspect="1" noMove="1" noResize="1" noEditPoints="1" noAdjustHandles="1" noChangeArrowheads="1" noChangeShapeType="1" noTextEdit="1"/>
              </p:cNvSpPr>
              <p:nvPr/>
            </p:nvSpPr>
            <p:spPr>
              <a:xfrm>
                <a:off x="10593134" y="1607935"/>
                <a:ext cx="507796" cy="369332"/>
              </a:xfrm>
              <a:prstGeom prst="rect">
                <a:avLst/>
              </a:prstGeom>
              <a:blipFill>
                <a:blip r:embed="rId27"/>
                <a:stretch>
                  <a:fillRect r="-6024"/>
                </a:stretch>
              </a:blipFill>
            </p:spPr>
            <p:txBody>
              <a:bodyPr/>
              <a:lstStyle/>
              <a:p>
                <a:r>
                  <a:rPr lang="en-US">
                    <a:noFill/>
                  </a:rPr>
                  <a:t> </a:t>
                </a:r>
              </a:p>
            </p:txBody>
          </p:sp>
        </mc:Fallback>
      </mc:AlternateContent>
    </p:spTree>
    <p:extLst>
      <p:ext uri="{BB962C8B-B14F-4D97-AF65-F5344CB8AC3E}">
        <p14:creationId xmlns:p14="http://schemas.microsoft.com/office/powerpoint/2010/main" val="20988730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44</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45</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
                      <m:d>
                        <m:dPr>
                          <m:begChr m:val="["/>
                          <m:endChr m:val="]"/>
                          <m:ctrlPr>
                            <a:rPr lang="en-US" sz="2800" i="1">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46</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
                      <m:d>
                        <m:dPr>
                          <m:begChr m:val="["/>
                          <m:endChr m:val="]"/>
                          <m:ctrlPr>
                            <a:rPr lang="en-US" sz="2800" i="1">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47</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
                      <m:d>
                        <m:dPr>
                          <m:begChr m:val="["/>
                          <m:endChr m:val="]"/>
                          <m:ctrlPr>
                            <a:rPr lang="en-US" sz="2800" i="1">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48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
                      <m:d>
                        <m:dPr>
                          <m:begChr m:val="["/>
                          <m:endChr m:val="]"/>
                          <m:ctrlPr>
                            <a:rPr lang="en-US" sz="2800" i="1">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49</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3F6E1-0D7A-7985-196D-2B59A548C097}"/>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10AF7E4-6E7D-D1E9-4FCC-D0A2BD7EF21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433170EB-AB30-3FF4-1F5E-569E522A9C37}"/>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AB113BC-8E87-F42D-642D-3478BB5A23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6769BCDB-0586-5DE8-05EF-326E9040D8F5}"/>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A64AD5E-140A-FF99-2569-5CCDC5791CD6}"/>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96FC59A-D0BD-F522-1A9D-1D53759E671B}"/>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A9AEDECC-D3CE-9033-C027-9449F78EEBFB}"/>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B1143C-7263-2B60-D479-FD298E796F9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84B1143C-7263-2B60-D479-FD298E796F9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AF7425C-A24A-95DB-039C-D19748C5E298}"/>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1AF7425C-A24A-95DB-039C-D19748C5E298}"/>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560E3EB-046B-E5B4-19B4-E6A182F8AEC9}"/>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AAF93E17-1F5A-19B2-CE07-3920118D761B}"/>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AAF93E17-1F5A-19B2-CE07-3920118D761B}"/>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D77E4D6-D983-08D8-941E-BBA1D1CDDCE8}"/>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D77E4D6-D983-08D8-941E-BBA1D1CDDCE8}"/>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75BD6D3-854F-350B-880B-8460AE7C6D78}"/>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AE0B940-C1CB-8FC7-0ABF-C1042A5E1C9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AE0B940-C1CB-8FC7-0ABF-C1042A5E1C9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ED6F566-3AA8-35FC-2D01-C9C611002C54}"/>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65D5955B-0C30-C92D-953F-D4A809D6EBB5}"/>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688D98A-B5E3-3EC4-6B06-03A5A7825B3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DB1BDDA-6EE7-1A90-F20B-7A059951FA5F}"/>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7C05A3-4901-9098-BF9C-B4FB67EA2E14}"/>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E2EBF6D-FB9E-9C36-C55F-30BE90EF715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E15E37E-D471-BD7B-A550-EE46862A580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3E5FEA6-B983-5F70-207F-3A42C6287BA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FBD6A83-5123-D968-6A68-5D7F08DE956B}"/>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FBD6A83-5123-D968-6A68-5D7F08DE956B}"/>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FD48B995-143F-3ECE-7A65-E48BEAB2C9A2}"/>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E55E8606-3DB6-A99D-50FF-2CE606BC218C}"/>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41B66B34-1989-E88C-F2F8-170EBE294C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3BA2B7E-010F-02E1-0777-3EC7BC31C441}"/>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3BA2B7E-010F-02E1-0777-3EC7BC31C441}"/>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3A624FB-2512-44F4-8B2C-C8BAA1AA287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3B6D3FF-7608-9B68-FDF8-FACC4FD87AA8}"/>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33B6D3FF-7608-9B68-FDF8-FACC4FD87AA8}"/>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67C1653-D27E-F3AB-4ACF-0DA4B3F379FE}"/>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D2C0583-2C44-AC97-E62E-B88601E257C7}"/>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D2C0583-2C44-AC97-E62E-B88601E257C7}"/>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8B4EAD9-B733-9F2C-F17F-98C728C6DEA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8393705-589D-BF84-9EB7-DDB3C10BFC6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6526273-1EA6-FD7E-86A0-163B8F3960AB}"/>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02AC475-7E23-068E-56DB-B7D917889791}"/>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2FAA6B8B-8E98-9539-0D5E-B9FAA212667D}"/>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792B87A6-4D08-13A6-1598-EBFB4077C454}"/>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792B87A6-4D08-13A6-1598-EBFB4077C454}"/>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95B783D-6BB4-4E8A-387E-859E291E662B}"/>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95B783D-6BB4-4E8A-387E-859E291E662B}"/>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3D17FFB-8D29-8574-FA89-03CBD1ACFE0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3D17FFB-8D29-8574-FA89-03CBD1ACFE0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F1B40E-D109-BA02-6157-2DA54261E79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564BBDE-707A-4A1C-7920-74639D55D75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564BBDE-707A-4A1C-7920-74639D55D75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CC79FE2A-EC57-9D46-DE98-2D63A29ADD2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4610A63-DCCD-A83E-B281-2A1F8318DBB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64610A63-DCCD-A83E-B281-2A1F8318DBB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FC79169-8AC7-C7DE-5E83-E07E96BC56E8}"/>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FC79169-8AC7-C7DE-5E83-E07E96BC56E8}"/>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4E472C5-BDF3-E840-063A-FE7600A8843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F0CCA13-7D8C-10BF-6E34-CDB14E4F796E}"/>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52E17C2-1606-55F7-E6F2-238D614EC92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F2E8328-A14F-FB23-0A85-D49268345507}"/>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E3A3971-0364-52C3-BEC0-96BF891D2EE6}"/>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E3A3971-0364-52C3-BEC0-96BF891D2EE6}"/>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8156C1E-320E-5C14-0907-62524860639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8156C1E-320E-5C14-0907-62524860639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C6A453C-85D1-2D49-6E8E-BA85CA887FD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C6A453C-85D1-2D49-6E8E-BA85CA887FD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F3A1F05-EDD6-DF83-0F78-B918A5C14221}"/>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F3A1F05-EDD6-DF83-0F78-B918A5C14221}"/>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81EF70A-5C7F-8A34-FE84-E9821AA8C0B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77210AC-D1AC-482F-3BBE-D40B4593C86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D76CE33-A2B3-BFDF-22F9-9F8DB952E21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D76CE33-A2B3-BFDF-22F9-9F8DB952E21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41ED95B-66E5-1227-BC36-C32808F9A8D8}"/>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14F0D4C-C1D2-EF96-E9B4-9FF24CC7B708}"/>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A0A7AD-63D2-F7F1-1101-AF8A8CB8374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77B67AD-EA90-224B-6137-0BCF8FB3C736}"/>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7A86DAC-BE9A-FA3F-DFE6-239CF72C655A}"/>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7A86DAC-BE9A-FA3F-DFE6-239CF72C655A}"/>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37375FC-D302-DC94-786C-ECAB02F46E67}"/>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37375FC-D302-DC94-786C-ECAB02F46E67}"/>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4FA9248-0AC8-2155-21D1-B51C899F395E}"/>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54FA9248-0AC8-2155-21D1-B51C899F395E}"/>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64D0E4E-BD02-1999-6416-0952BA7A8F2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64D0E4E-BD02-1999-6416-0952BA7A8F2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8DA4843-12C2-E741-0A77-B911B6901DC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8DA4843-12C2-E741-0A77-B911B6901DC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4E8030-D0D9-368B-88EB-865DEB6D5A0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4A08B79-60D3-1CD9-827D-3C39B7C62996}"/>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56C5FB67-9528-6F84-2303-049BA8B748CC}"/>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B06E863D-8C4B-F003-0D55-1E0C440232A4}"/>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BD9229C-4510-5FC8-555F-C646D970BF47}"/>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2E3F75DD-53AC-B394-EEF6-9BB217B42AF4}"/>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0EC0FBAA-ABAF-BD58-E500-8F55B6703A16}"/>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F937831C-E6EC-3D13-977E-86CF0B267B2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335FDB43-0E40-BDA8-921B-A4C165D5B67B}"/>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6E3E3BC-71B7-31BE-2DE6-E18D2034F50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457F3E2E-0A45-B507-ED7B-89A7F536D260}"/>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8ABB790-BC6E-F089-7727-62BA6CB52A9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8D81CC2-2B19-C389-9EEF-3C731E69E3B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379CF048-9BE9-2224-0C0A-74F49AD0A511}"/>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F83CA32-9A0C-296A-219F-149EA44ADC8E}"/>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8F1B0C68-B10F-F860-862E-CE84545F9EF6}"/>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4B196E3E-800B-C2EA-BE1F-F01A0F5072A2}"/>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1921E5F2-B6DF-3664-8009-E6255367AD59}"/>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A6FEFDF-95F5-355A-A7EE-BB919DB1025B}"/>
              </a:ext>
            </a:extLst>
          </p:cNvPr>
          <p:cNvSpPr txBox="1"/>
          <p:nvPr/>
        </p:nvSpPr>
        <p:spPr>
          <a:xfrm>
            <a:off x="1617497" y="4145432"/>
            <a:ext cx="9926299" cy="1754326"/>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Metabolites: Black listed currency ones: H+, O2, CO2, H2O, ATP, ADP, </a:t>
            </a:r>
            <a:r>
              <a:rPr lang="" dirty="0"/>
              <a:t>AMP, Inorganic phosphate, Inorganic diphosphate, NAD⁺, NADH, NADP⁺, NADPH, NH3, NH4, Coenzyme A, FAD, FADH, FADH2. </a:t>
            </a:r>
          </a:p>
          <a:p>
            <a:pPr marL="342900" indent="-342900">
              <a:buFont typeface="+mj-lt"/>
              <a:buAutoNum type="arabicPeriod"/>
            </a:pPr>
            <a:r>
              <a:rPr lang="" dirty="0"/>
              <a:t>Reactions: Chemical reactions must be gene-mediated and have disjoint genes.</a:t>
            </a:r>
          </a:p>
          <a:p>
            <a:pPr marL="285750" indent="-285750">
              <a:buFont typeface="Arial" panose="020B0604020202020204" pitchFamily="34" charset="0"/>
              <a:buChar char="•"/>
            </a:pPr>
            <a:endParaRPr lang="en-US" dirty="0"/>
          </a:p>
        </p:txBody>
      </p:sp>
      <p:cxnSp>
        <p:nvCxnSpPr>
          <p:cNvPr id="26" name="Straight Arrow Connector 25">
            <a:extLst>
              <a:ext uri="{FF2B5EF4-FFF2-40B4-BE49-F238E27FC236}">
                <a16:creationId xmlns:a16="http://schemas.microsoft.com/office/drawing/2014/main" id="{36874CAE-017C-593B-39AB-A179360394E0}"/>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70460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CF7F94-A697-8C09-4AA1-C3F4EB0851AD}"/>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1596F821-2944-0FBE-6736-B720590DA47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595C6F0-9F02-8AD4-CC1A-59747D3F5273}"/>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DF215B9-84BF-72EE-9144-A8BBF87AACE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D714E88-1AB7-7AFD-F744-2FCA63805F6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F7FC6BAB-E609-AB9F-F327-F5583850DB68}"/>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DF0CD6D-95DB-3F78-FAF3-8C586CC82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4329755-3ADE-E8CC-7FDF-2B97BBAE768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774894C-16E0-C85E-41E8-B2F053A92B0E}"/>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1774894C-16E0-C85E-41E8-B2F053A92B0E}"/>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60A3A3C-3133-BDE1-9768-A063A313BE0A}"/>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60A3A3C-3133-BDE1-9768-A063A313BE0A}"/>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6C4F4A7-2E27-48B8-A213-BBA9CF1BBF60}"/>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C2B966E-543C-DA23-28B5-BCCB3E4A7813}"/>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C2B966E-543C-DA23-28B5-BCCB3E4A7813}"/>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FB5E1D5-BA98-678E-976E-B05289663B0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1FB5E1D5-BA98-678E-976E-B05289663B0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8964071-2186-78F1-550E-1CAA68F414D7}"/>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DEA4F8C-BA59-9357-6C54-16A2EA49545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DEA4F8C-BA59-9357-6C54-16A2EA49545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CBE838B-0E21-663E-9BCD-5860EDEE49D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5B7CEB59-8C7A-6FF3-357E-41D8B10C4D2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FAD0532-755F-CB65-88EA-60BF6536F488}"/>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C437F60-1B49-78EE-8036-F85DC81314DA}"/>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395AD05-9D22-0053-CE93-5231957CC1C3}"/>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BFA7CFAE-AF7B-E5BD-5297-28026F3A204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43A5F0DC-F90C-72D8-1BFB-EF73A078DA5F}"/>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5FD1D41-83F5-DD97-C45E-FA5978E7E9CB}"/>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A4D37E6A-A24C-EB5E-1E66-757BA83EA79D}"/>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A4D37E6A-A24C-EB5E-1E66-757BA83EA79D}"/>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6B9A3396-2560-BD33-61D1-D2586AEA612E}"/>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E9601E7-D53D-C0F5-0CAB-2B812B6BBE95}"/>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ABED490-3FB7-E899-D8CF-0BFDB84779BC}"/>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9EEC6C4-82B6-492F-F19D-3209996C7D2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9EEC6C4-82B6-492F-F19D-3209996C7D2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E5D21A8-EC79-7E40-0C8E-53FB2EE2E5A7}"/>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AF1EADA-11D3-424A-EBAA-99B5DBD9D293}"/>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AF1EADA-11D3-424A-EBAA-99B5DBD9D293}"/>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FAC247-1CA3-2FB5-820E-9F5219EF6C69}"/>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AF269AE-E1C9-C0A3-AA5C-544EF9E2AD38}"/>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AF269AE-E1C9-C0A3-AA5C-544EF9E2AD38}"/>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BE648ED-F500-75A1-5E26-A432C49BDCF1}"/>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CA2B12-0826-259B-19BC-DBF54A6A8A3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A2C34E1-DF3D-FE0E-F643-08CFBC02B481}"/>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251281E-16A9-501F-CC16-287DCB474E03}"/>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7462C49-FFE6-9EF2-5104-598203F023E5}"/>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407C419-7260-0D2C-A8D3-0690436E98D8}"/>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407C419-7260-0D2C-A8D3-0690436E98D8}"/>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BD661A5-0660-068A-7A76-BB0E57B5D4E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BD661A5-0660-068A-7A76-BB0E57B5D4E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513029-7FB2-7C5E-E316-3D07FA914E8D}"/>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513029-7FB2-7C5E-E316-3D07FA914E8D}"/>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68A149D-7808-DAF8-1C9B-C3A5882185D1}"/>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565299A-E184-D64A-6D9B-510F0193124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4565299A-E184-D64A-6D9B-510F0193124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FE7359F-45BA-AE13-900E-232DC36EB24E}"/>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039EED-7A2C-44E6-42D8-8E9B9AEB2378}"/>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9039EED-7A2C-44E6-42D8-8E9B9AEB2378}"/>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DEF8AE2-9805-BD3E-5ABD-D7DD6845DB31}"/>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DEF8AE2-9805-BD3E-5ABD-D7DD6845DB31}"/>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1AFFAB86-16C3-28FF-EB30-2E9A7DD90F4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8C81CDA-6D13-DEE7-44E0-F63E3BE6D3F9}"/>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DE1C037-9C7E-DD58-97D7-57D28161DD9C}"/>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D271E597-BF5E-5406-4929-648717E8AB1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A3B09FD-B928-F320-790E-1B2F43A32064}"/>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A3B09FD-B928-F320-790E-1B2F43A32064}"/>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48DC1D4-D218-EC5C-FAF8-5D20D61546F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48DC1D4-D218-EC5C-FAF8-5D20D61546F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DB589F8-867C-3859-C62D-EA2AF5B26874}"/>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5DB589F8-867C-3859-C62D-EA2AF5B26874}"/>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7F9392A-78DE-0259-FF38-3B2374D2864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7F9392A-78DE-0259-FF38-3B2374D2864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94C514E0-8189-B198-7360-7BE97F094658}"/>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31677A0-92AC-10BD-80F7-B5214BC5F6EE}"/>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06A54BE-31BF-0EEA-C421-CA029A0B9692}"/>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06A54BE-31BF-0EEA-C421-CA029A0B9692}"/>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D3F64C-B639-F6DB-F8C1-0EE34F6E16A9}"/>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F34F6C8-D598-5981-9C60-D93E88EB1EEF}"/>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9067D1E-3A2B-0D6D-E811-47277F3B0753}"/>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8B0686B-3581-4F0C-5F63-54D64F6A56D4}"/>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FCC0A04-2247-610B-77C1-7C7B192DBC6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EFCC0A04-2247-610B-77C1-7C7B192DBC6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C715F56F-1A6B-31D3-52B3-8BEC385CBD42}"/>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C715F56F-1A6B-31D3-52B3-8BEC385CBD42}"/>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E2909716-136D-59BE-F935-8CA34BDBB296}"/>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E2909716-136D-59BE-F935-8CA34BDBB296}"/>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AF737C7-D06F-6B5F-BECE-55384C5B16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2AF737C7-D06F-6B5F-BECE-55384C5B16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B23013-84BB-AE95-A81D-B05ECC7854BF}"/>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9B23013-84BB-AE95-A81D-B05ECC7854BF}"/>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93B4B6B-280C-ED0A-DFA2-210239D174D9}"/>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AC0336E-99D9-C7FF-5261-4FBFAEEC44A0}"/>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7B2E271-A7C2-69C9-B448-268EBD21BE2F}"/>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370840">
                    <a:tc>
                      <a:txBody>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a:txBody>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370840">
                    <a:tc>
                      <a:txBody>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Choice>
        <mc:Fallback xmlns="">
          <p:graphicFrame>
            <p:nvGraphicFramePr>
              <p:cNvPr id="15" name="Table 14">
                <a:extLst>
                  <a:ext uri="{FF2B5EF4-FFF2-40B4-BE49-F238E27FC236}">
                    <a16:creationId xmlns:a16="http://schemas.microsoft.com/office/drawing/2014/main" id="{C4EB7DAE-BC33-C884-3953-7EE676CD45B1}"/>
                  </a:ext>
                </a:extLst>
              </p:cNvPr>
              <p:cNvGraphicFramePr>
                <a:graphicFrameLocks noGrp="1"/>
              </p:cNvGraphicFramePr>
              <p:nvPr>
                <p:extLst>
                  <p:ext uri="{D42A27DB-BD31-4B8C-83A1-F6EECF244321}">
                    <p14:modId xmlns:p14="http://schemas.microsoft.com/office/powerpoint/2010/main" val="2918362589"/>
                  </p:ext>
                </p:extLst>
              </p:nvPr>
            </p:nvGraphicFramePr>
            <p:xfrm>
              <a:off x="99391" y="3315004"/>
              <a:ext cx="8021446" cy="2392680"/>
            </p:xfrm>
            <a:graphic>
              <a:graphicData uri="http://schemas.openxmlformats.org/drawingml/2006/table">
                <a:tbl>
                  <a:tblPr firstRow="1" bandRow="1">
                    <a:tableStyleId>{5C22544A-7EE6-4342-B048-85BDC9FD1C3A}</a:tableStyleId>
                  </a:tblPr>
                  <a:tblGrid>
                    <a:gridCol w="1133061">
                      <a:extLst>
                        <a:ext uri="{9D8B030D-6E8A-4147-A177-3AD203B41FA5}">
                          <a16:colId xmlns:a16="http://schemas.microsoft.com/office/drawing/2014/main" val="3759487557"/>
                        </a:ext>
                      </a:extLst>
                    </a:gridCol>
                    <a:gridCol w="3003154">
                      <a:extLst>
                        <a:ext uri="{9D8B030D-6E8A-4147-A177-3AD203B41FA5}">
                          <a16:colId xmlns:a16="http://schemas.microsoft.com/office/drawing/2014/main" val="3565374923"/>
                        </a:ext>
                      </a:extLst>
                    </a:gridCol>
                    <a:gridCol w="3885231">
                      <a:extLst>
                        <a:ext uri="{9D8B030D-6E8A-4147-A177-3AD203B41FA5}">
                          <a16:colId xmlns:a16="http://schemas.microsoft.com/office/drawing/2014/main" val="261724577"/>
                        </a:ext>
                      </a:extLst>
                    </a:gridCol>
                  </a:tblGrid>
                  <a:tr h="370840">
                    <a:tc>
                      <a:txBody>
                        <a:bodyPr/>
                        <a:lstStyle/>
                        <a:p>
                          <a:endParaRPr 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Differentiator</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t>Chemical counter</a:t>
                          </a:r>
                        </a:p>
                      </a:txBody>
                      <a:tcPr/>
                    </a:tc>
                    <a:extLst>
                      <a:ext uri="{0D108BD9-81ED-4DB2-BD59-A6C34878D82A}">
                        <a16:rowId xmlns:a16="http://schemas.microsoft.com/office/drawing/2014/main" val="2887907839"/>
                      </a:ext>
                    </a:extLst>
                  </a:tr>
                  <a:tr h="370840">
                    <a:tc>
                      <a:txBody>
                        <a:bodyPr/>
                        <a:lstStyle/>
                        <a:p>
                          <a:endParaRPr lang="en-US"/>
                        </a:p>
                      </a:txBody>
                      <a:tcPr/>
                    </a:tc>
                    <a:tc>
                      <a:txBody>
                        <a:bodyPr/>
                        <a:lstStyle/>
                        <a:p>
                          <a:r>
                            <a:rPr lang="en-US" dirty="0"/>
                            <a:t>2752 candidates</a:t>
                          </a:r>
                        </a:p>
                      </a:txBody>
                      <a:tcPr/>
                    </a:tc>
                    <a:tc>
                      <a:txBody>
                        <a:bodyPr/>
                        <a:lstStyle/>
                        <a:p>
                          <a:r>
                            <a:rPr lang="en-US" dirty="0"/>
                            <a:t>3 candidates</a:t>
                          </a:r>
                        </a:p>
                      </a:txBody>
                      <a:tcPr/>
                    </a:tc>
                    <a:extLst>
                      <a:ext uri="{0D108BD9-81ED-4DB2-BD59-A6C34878D82A}">
                        <a16:rowId xmlns:a16="http://schemas.microsoft.com/office/drawing/2014/main" val="2348394224"/>
                      </a:ext>
                    </a:extLst>
                  </a:tr>
                  <a:tr h="640080">
                    <a:tc>
                      <a:txBody>
                        <a:bodyPr/>
                        <a:lstStyle/>
                        <a:p>
                          <a:endParaRPr lang="LID4096"/>
                        </a:p>
                      </a:txBody>
                      <a:tcPr>
                        <a:blipFill>
                          <a:blip r:embed="rId29"/>
                          <a:stretch>
                            <a:fillRect l="-538" t="-118868" r="-610215" b="-170755"/>
                          </a:stretch>
                        </a:blipFill>
                      </a:tcPr>
                    </a:tc>
                    <a:tc>
                      <a:txBody>
                        <a:bodyPr/>
                        <a:lstStyle/>
                        <a:p>
                          <a:r>
                            <a:rPr lang="" sz="1800" b="0" i="0" kern="1200" dirty="0">
                              <a:solidFill>
                                <a:schemeClr val="dk1"/>
                              </a:solidFill>
                              <a:effectLst/>
                              <a:latin typeface="+mn-lt"/>
                              <a:ea typeface="+mn-ea"/>
                              <a:cs typeface="+mn-cs"/>
                            </a:rPr>
                            <a:t>Malonyl-CoA, Acyl, Acetyl-CoA</a:t>
                          </a:r>
                          <a:endParaRPr lang="en-US" dirty="0"/>
                        </a:p>
                      </a:txBody>
                      <a:tcPr/>
                    </a:tc>
                    <a:tc>
                      <a:txBody>
                        <a:bodyPr/>
                        <a:lstStyle/>
                        <a:p>
                          <a:endParaRPr lang="en-US" dirty="0"/>
                        </a:p>
                      </a:txBody>
                      <a:tcPr/>
                    </a:tc>
                    <a:extLst>
                      <a:ext uri="{0D108BD9-81ED-4DB2-BD59-A6C34878D82A}">
                        <a16:rowId xmlns:a16="http://schemas.microsoft.com/office/drawing/2014/main" val="3017106490"/>
                      </a:ext>
                    </a:extLst>
                  </a:tr>
                  <a:tr h="640080">
                    <a:tc>
                      <a:txBody>
                        <a:bodyPr/>
                        <a:lstStyle/>
                        <a:p>
                          <a:endParaRPr lang="LID4096"/>
                        </a:p>
                      </a:txBody>
                      <a:tcPr>
                        <a:blipFill>
                          <a:blip r:embed="rId29"/>
                          <a:stretch>
                            <a:fillRect l="-538" t="-220952" r="-610215" b="-72381"/>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800" b="0" i="0" kern="1200" dirty="0">
                              <a:solidFill>
                                <a:schemeClr val="dk1"/>
                              </a:solidFill>
                              <a:effectLst/>
                              <a:latin typeface="+mn-lt"/>
                              <a:ea typeface="+mn-ea"/>
                              <a:cs typeface="+mn-cs"/>
                            </a:rPr>
                            <a:t>Malonyl, Decanoyl-CoA, Octanoyl-ACP </a:t>
                          </a:r>
                          <a:endParaRPr lang="en-US" dirty="0"/>
                        </a:p>
                      </a:txBody>
                      <a:tcPr/>
                    </a:tc>
                    <a:tc>
                      <a:txBody>
                        <a:bodyPr/>
                        <a:lstStyle/>
                        <a:p>
                          <a:r>
                            <a:rPr lang="" sz="1800" b="0" i="0" kern="1200" dirty="0">
                              <a:solidFill>
                                <a:schemeClr val="dk1"/>
                              </a:solidFill>
                              <a:effectLst/>
                              <a:latin typeface="+mn-lt"/>
                              <a:ea typeface="+mn-ea"/>
                              <a:cs typeface="+mn-cs"/>
                            </a:rPr>
                            <a:t>Adenine, L-Glutamine, </a:t>
                          </a:r>
                          <a:endParaRPr lang="en-US" dirty="0"/>
                        </a:p>
                      </a:txBody>
                      <a:tcPr/>
                    </a:tc>
                    <a:extLst>
                      <a:ext uri="{0D108BD9-81ED-4DB2-BD59-A6C34878D82A}">
                        <a16:rowId xmlns:a16="http://schemas.microsoft.com/office/drawing/2014/main" val="1127196964"/>
                      </a:ext>
                    </a:extLst>
                  </a:tr>
                  <a:tr h="370840">
                    <a:tc>
                      <a:txBody>
                        <a:bodyPr/>
                        <a:lstStyle/>
                        <a:p>
                          <a:r>
                            <a:rPr lang="en-US" dirty="0"/>
                            <a:t>matching</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txBody>
                      <a:tcPr/>
                    </a:tc>
                    <a:tc>
                      <a:txBody>
                        <a:bodyPr/>
                        <a:lstStyle/>
                        <a:p>
                          <a:r>
                            <a:rPr lang="en-US" dirty="0"/>
                            <a:t>0 matches</a:t>
                          </a:r>
                        </a:p>
                      </a:txBody>
                      <a:tcPr/>
                    </a:tc>
                    <a:extLst>
                      <a:ext uri="{0D108BD9-81ED-4DB2-BD59-A6C34878D82A}">
                        <a16:rowId xmlns:a16="http://schemas.microsoft.com/office/drawing/2014/main" val="1911110254"/>
                      </a:ext>
                    </a:extLst>
                  </a:tr>
                </a:tbl>
              </a:graphicData>
            </a:graphic>
          </p:graphicFrame>
        </mc:Fallback>
      </mc:AlternateContent>
      <p:cxnSp>
        <p:nvCxnSpPr>
          <p:cNvPr id="17" name="Straight Arrow Connector 16">
            <a:extLst>
              <a:ext uri="{FF2B5EF4-FFF2-40B4-BE49-F238E27FC236}">
                <a16:creationId xmlns:a16="http://schemas.microsoft.com/office/drawing/2014/main" id="{73FA3CAD-233D-2129-93E7-28FF6C0997C8}"/>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1863777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BC1095-7D37-F5D6-2700-8739BDF5CAE4}"/>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6252244-D76B-5FD6-3C99-7D0844EBF57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C1EA7106-6853-2639-A8FD-8CBA9337B61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84C22DFD-390A-8E76-F684-D55888E36E1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E93CB1CB-7188-2C0A-8E33-2766673BA6C2}"/>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542662A6-795B-7126-BFAA-C08EFA8EFD3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DAB39DE9-162A-DAA2-E708-46377DAAED42}"/>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08F8301B-5158-D05D-6D54-FF3EAB18E10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A2585EB-2921-ADFD-0958-EB902F0629E1}"/>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A2585EB-2921-ADFD-0958-EB902F0629E1}"/>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84795DB-D3B0-5CA6-21EE-0098C9A970BF}"/>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84795DB-D3B0-5CA6-21EE-0098C9A970BF}"/>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A68E55DF-8C8A-DDE4-47E2-71E31C1A4821}"/>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F934176-38A8-ED80-43B6-6E9A13F35B16}"/>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F934176-38A8-ED80-43B6-6E9A13F35B16}"/>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869D10-F676-3F81-6200-8D9F9E8DC029}"/>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F6869D10-F676-3F81-6200-8D9F9E8DC029}"/>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E2AD014-2910-ADAC-2B14-DDCF5ED1E9A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A00CB96D-65EC-BCE1-F778-328FE67AE39B}"/>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A00CB96D-65EC-BCE1-F778-328FE67AE39B}"/>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F1EA72F-1938-274A-1A85-3CE6864E4F4D}"/>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A099CCB-A46A-EBAA-73C7-48676A4F89A3}"/>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23446833-ECB7-B71E-8E49-B7B512E494FD}"/>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FC93CA-C37B-A60A-DD68-2A684B9DAA14}"/>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CBD446B-7ED8-BD35-4611-CD4433E43235}"/>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29B80C12-C882-77CE-5EE4-C89276008BA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0AF54CC3-980D-402F-E65F-CD6374B9ACBE}"/>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28A7240-F5CA-B7EE-E41D-61045115C9DF}"/>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102A801-E79F-0772-B3C2-835AAC4A8E2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102A801-E79F-0772-B3C2-835AAC4A8E2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5DB2194-A436-C226-4C59-1B186B43CC9C}"/>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34052AF-EBD4-25EF-ABC5-2980BA8634D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C98E50C8-4C62-D92B-5722-3DD1237BAF7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CEFD734-3183-3842-A42B-CC45A5418B8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CEFD734-3183-3842-A42B-CC45A5418B8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5CEA05D-7122-569B-A8A6-D50E8898C50E}"/>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1EA05263-C427-C4F8-45D0-126F647893B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1EA05263-C427-C4F8-45D0-126F647893B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4B44A86-BB2E-B9D5-C851-A4F0938B93BA}"/>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AF6261-F2D9-D3AF-E8A3-CF1C75D1A14B}"/>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AF6261-F2D9-D3AF-E8A3-CF1C75D1A14B}"/>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32E76C8-7A04-A3D1-C98B-5D8E6BC781C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9D5EC96-E5A7-4FF7-4269-CC32C968F21A}"/>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602B0143-7A3C-9382-D5FA-AC6CFFAD210F}"/>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0F400FA-B5A2-E034-D9E7-9F0985AA1B0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CBCD871-D6D5-1909-7135-4A618ADDE2F7}"/>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64241BEA-39D0-4039-15C8-95C73E13993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64241BEA-39D0-4039-15C8-95C73E13993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F20A93E-1008-4535-0C34-C893601EFB6D}"/>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F20A93E-1008-4535-0C34-C893601EFB6D}"/>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24C88AFC-A92E-2BF8-DE06-39FC6814357F}"/>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24C88AFC-A92E-2BF8-DE06-39FC6814357F}"/>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31FDC95-67C0-6FA6-4FCC-FBA2C4600329}"/>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9460D11-CC68-C85E-26E2-31F502495B0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9460D11-CC68-C85E-26E2-31F502495B0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915F97E-9B71-B143-131F-6D896AF401B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532EA8C2-4ABB-7E35-A545-23B8BD0C7D7A}"/>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532EA8C2-4ABB-7E35-A545-23B8BD0C7D7A}"/>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63F73FB-E8D1-5866-64F4-B73665E8F04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63F73FB-E8D1-5866-64F4-B73665E8F04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F524CD-9A5C-1C60-CEDD-03E100D22447}"/>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D4E6C42-86F4-F0FD-ED99-D6BF79FE7A7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6CFAD5F-6DBD-FDA1-E374-2171A0CEA01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52E3444-57C1-B053-9439-D11F5FECDF2E}"/>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75366364-B125-6F33-CB73-C215DB526B6C}"/>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75366364-B125-6F33-CB73-C215DB526B6C}"/>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9F44A90-4352-E724-E796-BD051A1666D7}"/>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9F44A90-4352-E724-E796-BD051A1666D7}"/>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8A75E14-3CA5-C203-F626-6943EC009EC1}"/>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8A75E14-3CA5-C203-F626-6943EC009EC1}"/>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C70142D5-85C5-40E3-2A64-3B941032D0AB}"/>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C70142D5-85C5-40E3-2A64-3B941032D0AB}"/>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7EE08302-C4FF-24BE-251E-C5B6A9EC18C6}"/>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4B6885D2-21B3-E062-E78B-CEADB4A7BAE4}"/>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842F3C6-FD32-2DDB-F2A1-2A3F10A0C79F}"/>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842F3C6-FD32-2DDB-F2A1-2A3F10A0C79F}"/>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8408E18-0BE1-C7FC-B1FD-BB4A14C90395}"/>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45F21F-9950-5FDF-B7BF-2DA8E67D44A6}"/>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518AD9A6-B74E-0D65-2D56-8A4A7722C99D}"/>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A71CC6D-FC9B-30DE-CBD2-F620D877FDF3}"/>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910D1E9-7D54-ABB9-A621-39E4077BAAD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910D1E9-7D54-ABB9-A621-39E4077BAAD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1BDB1E6-C036-F590-1315-695967BDD65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1BDB1E6-C036-F590-1315-695967BDD65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7D4471FB-A353-49B4-932E-AE9CA6777FAD}"/>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7D4471FB-A353-49B4-932E-AE9CA6777FAD}"/>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6FFCEF8-72A7-D21E-2DC2-CF64278B64BE}"/>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6FFCEF8-72A7-D21E-2DC2-CF64278B64BE}"/>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143124-73E5-D39F-830D-E5A8D3EBEB28}"/>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143124-73E5-D39F-830D-E5A8D3EBEB28}"/>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C4013385-C19C-A867-A580-8F6D27F44916}"/>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99CFE6A-CDD0-5F13-F936-2FDA7166BF5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910F892-D0C9-53FB-C417-E5F28B4E7BD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41BA86D1-9CF6-C5F0-275F-9C1B7CCE876E}"/>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FE4B5D8B-0D42-8688-A32F-33BD94FF59C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5D5F771E-43A8-D6A9-9A2C-A120209DD33D}"/>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3631D515-9DF8-02D9-330A-25AC5BF2694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9D4DF17-8FB0-9CB6-5AA6-8A57343171C8}"/>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105FFD0E-7BAB-FDEA-4F97-D6BB95DFFD20}"/>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B3D3E3B-F805-1D56-911B-25192015959B}"/>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A5FE5C10-5F6B-ED70-745A-9028A949D75A}"/>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6B9676B0-1920-0708-1DC3-62A9884355B9}"/>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25E6DC05-E80E-BA4A-820B-DC1ABF0D32F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82AB8B24-1EFC-60D9-140F-AD9B87D667BF}"/>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9821A-6C20-A840-17FD-4DD99C40FAC6}"/>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E18DC0E-E7FF-B7D2-8C16-7AC515BA51FF}"/>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08A90F-E7B5-04D8-0EF9-F6BB219913B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75034C02-57C6-BC36-99A6-1A4FED6501F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0E5EFB22-BFA2-E8F4-9A72-60A050B2561D}"/>
                  </a:ext>
                </a:extLst>
              </p:cNvPr>
              <p:cNvSpPr txBox="1"/>
              <p:nvPr/>
            </p:nvSpPr>
            <p:spPr>
              <a:xfrm>
                <a:off x="1740926" y="3886685"/>
                <a:ext cx="9926299" cy="2308324"/>
              </a:xfrm>
              <a:prstGeom prst="rect">
                <a:avLst/>
              </a:prstGeom>
              <a:noFill/>
            </p:spPr>
            <p:txBody>
              <a:bodyPr wrap="square" rtlCol="0">
                <a:spAutoFit/>
              </a:bodyPr>
              <a:lstStyle/>
              <a:p>
                <a:r>
                  <a:rPr lang="en-US" dirty="0"/>
                  <a:t>Restrictions:</a:t>
                </a:r>
              </a:p>
              <a:p>
                <a:pPr marL="342900" indent="-342900">
                  <a:buFont typeface="+mj-lt"/>
                  <a:buAutoNum type="arabicPeriod"/>
                </a:pPr>
                <a:r>
                  <a:rPr lang="en-US" dirty="0"/>
                  <a:t>Black listed currency metabolites: H+, O2, CO2, H2O, ATP, ADP, </a:t>
                </a:r>
                <a:r>
                  <a:rPr lang="" dirty="0"/>
                  <a:t>AMP, Inorganic phosphate, Inorganic diphosphate, NAD⁺, NADH, NADP⁺, NADPH, NH3, NH4, Coenzyme A, FAD, FADH, FADH2. </a:t>
                </a:r>
              </a:p>
              <a:p>
                <a:pPr marL="342900" indent="-342900">
                  <a:buFont typeface="+mj-lt"/>
                  <a:buAutoNum type="arabicPeriod"/>
                </a:pPr>
                <a:r>
                  <a:rPr lang="" dirty="0"/>
                  <a:t>Reactions: </a:t>
                </a:r>
              </a:p>
              <a:p>
                <a:pPr marL="800100" lvl="1" indent="-342900">
                  <a:buFont typeface="+mj-lt"/>
                  <a:buAutoNum type="arabicPeriod"/>
                </a:pPr>
                <a:r>
                  <a:rPr lang="" strike="sngStrike" dirty="0"/>
                  <a:t>Metabilites</a:t>
                </a:r>
                <a:r>
                  <a:rPr lang="de-DE" i="1" strike="sngStrike" dirty="0">
                    <a:latin typeface="Cambria Math" panose="02040503050406030204" pitchFamily="18" charset="0"/>
                  </a:rPr>
                  <a:t> </a:t>
                </a:r>
                <a14:m>
                  <m:oMath xmlns:m="http://schemas.openxmlformats.org/officeDocument/2006/math">
                    <m:sSub>
                      <m:sSubPr>
                        <m:ctrlPr>
                          <a:rPr lang="de-DE" i="1" strike="sngStrike">
                            <a:latin typeface="Cambria Math" panose="02040503050406030204" pitchFamily="18" charset="0"/>
                          </a:rPr>
                        </m:ctrlPr>
                      </m:sSubPr>
                      <m:e>
                        <m:r>
                          <m:rPr>
                            <m:sty m:val="p"/>
                          </m:rPr>
                          <a:rPr lang="de-DE" i="1" strike="sngStrike">
                            <a:latin typeface="Cambria Math" panose="02040503050406030204" pitchFamily="18" charset="0"/>
                          </a:rPr>
                          <m:t>m</m:t>
                        </m:r>
                      </m:e>
                      <m:sub>
                        <m:r>
                          <m:rPr>
                            <m:sty m:val="p"/>
                          </m:rPr>
                          <a:rPr lang="de-DE" i="1" strike="sngStrike">
                            <a:latin typeface="Cambria Math" panose="02040503050406030204" pitchFamily="18" charset="0"/>
                          </a:rPr>
                          <m:t>d</m:t>
                        </m:r>
                      </m:sub>
                    </m:sSub>
                  </m:oMath>
                </a14:m>
                <a:r>
                  <a:rPr lang="" strike="sngStrike" dirty="0"/>
                  <a:t>, </a:t>
                </a:r>
                <a14:m>
                  <m:oMath xmlns:m="http://schemas.openxmlformats.org/officeDocument/2006/math">
                    <m:sSub>
                      <m:sSubPr>
                        <m:ctrlPr>
                          <a:rPr lang="de-DE"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Df</m:t>
                        </m:r>
                      </m:sub>
                    </m:sSub>
                  </m:oMath>
                </a14:m>
                <a:r>
                  <a:rPr lang="" strike="sngStrike" dirty="0"/>
                  <a:t>, </a:t>
                </a:r>
                <a14:m>
                  <m:oMath xmlns:m="http://schemas.openxmlformats.org/officeDocument/2006/math">
                    <m:sSub>
                      <m:sSubPr>
                        <m:ctrlPr>
                          <a:rPr lang="de-DE" strike="sngStrike">
                            <a:latin typeface="Cambria Math" panose="02040503050406030204" pitchFamily="18" charset="0"/>
                          </a:rPr>
                        </m:ctrlPr>
                      </m:sSubPr>
                      <m:e>
                        <m:r>
                          <m:rPr>
                            <m:sty m:val="p"/>
                          </m:rPr>
                          <a:rPr lang="de-DE" strike="sngStrike">
                            <a:latin typeface="Cambria Math" panose="02040503050406030204" pitchFamily="18" charset="0"/>
                          </a:rPr>
                          <m:t>m</m:t>
                        </m:r>
                      </m:e>
                      <m:sub>
                        <m:r>
                          <m:rPr>
                            <m:sty m:val="p"/>
                          </m:rPr>
                          <a:rPr lang="de-DE" i="1" strike="sngStrike">
                            <a:latin typeface="Cambria Math" panose="02040503050406030204" pitchFamily="18" charset="0"/>
                          </a:rPr>
                          <m:t>Ds</m:t>
                        </m:r>
                      </m:sub>
                    </m:sSub>
                  </m:oMath>
                </a14:m>
                <a:r>
                  <a:rPr lang="" strike="sngStrike" dirty="0"/>
                  <a:t> must be single-produced by the reactions.</a:t>
                </a:r>
              </a:p>
              <a:p>
                <a:pPr marL="800100" lvl="1" indent="-342900">
                  <a:buFont typeface="+mj-lt"/>
                  <a:buAutoNum type="arabicPeriod"/>
                </a:pPr>
                <a:r>
                  <a:rPr lang="" dirty="0"/>
                  <a:t>Chemical reactions must have disjoint genes.</a:t>
                </a:r>
              </a:p>
              <a:p>
                <a:pPr marL="285750" indent="-285750">
                  <a:buFont typeface="Arial" panose="020B0604020202020204" pitchFamily="34" charset="0"/>
                  <a:buChar char="•"/>
                </a:pPr>
                <a:endParaRPr lang="en-US" dirty="0"/>
              </a:p>
            </p:txBody>
          </p:sp>
        </mc:Choice>
        <mc:Fallback xmlns="">
          <p:sp>
            <p:nvSpPr>
              <p:cNvPr id="17" name="TextBox 16">
                <a:extLst>
                  <a:ext uri="{FF2B5EF4-FFF2-40B4-BE49-F238E27FC236}">
                    <a16:creationId xmlns:a16="http://schemas.microsoft.com/office/drawing/2014/main" id="{0E5EFB22-BFA2-E8F4-9A72-60A050B2561D}"/>
                  </a:ext>
                </a:extLst>
              </p:cNvPr>
              <p:cNvSpPr txBox="1">
                <a:spLocks noRot="1" noChangeAspect="1" noMove="1" noResize="1" noEditPoints="1" noAdjustHandles="1" noChangeArrowheads="1" noChangeShapeType="1" noTextEdit="1"/>
              </p:cNvSpPr>
              <p:nvPr/>
            </p:nvSpPr>
            <p:spPr>
              <a:xfrm>
                <a:off x="1740926" y="3886685"/>
                <a:ext cx="9926299" cy="2308324"/>
              </a:xfrm>
              <a:prstGeom prst="rect">
                <a:avLst/>
              </a:prstGeom>
              <a:blipFill>
                <a:blip r:embed="rId28"/>
                <a:stretch>
                  <a:fillRect l="-553" t="-1323"/>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54824620-3903-7497-9F8B-7BEE30445D0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860915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E98F9-D6FB-6EC8-1F35-EF8F69D2AF91}"/>
            </a:ext>
          </a:extLst>
        </p:cNvPr>
        <p:cNvGrpSpPr/>
        <p:nvPr/>
      </p:nvGrpSpPr>
      <p:grpSpPr>
        <a:xfrm>
          <a:off x="0" y="0"/>
          <a:ext cx="0" cy="0"/>
          <a:chOff x="0" y="0"/>
          <a:chExt cx="0" cy="0"/>
        </a:xfrm>
      </p:grpSpPr>
      <p:pic>
        <p:nvPicPr>
          <p:cNvPr id="20" name="Picture 19">
            <a:extLst>
              <a:ext uri="{FF2B5EF4-FFF2-40B4-BE49-F238E27FC236}">
                <a16:creationId xmlns:a16="http://schemas.microsoft.com/office/drawing/2014/main" id="{4B411356-1F35-D0FF-12F8-BA50050CF611}"/>
              </a:ext>
            </a:extLst>
          </p:cNvPr>
          <p:cNvPicPr>
            <a:picLocks noChangeAspect="1"/>
          </p:cNvPicPr>
          <p:nvPr/>
        </p:nvPicPr>
        <p:blipFill>
          <a:blip r:embed="rId3"/>
          <a:stretch>
            <a:fillRect/>
          </a:stretch>
        </p:blipFill>
        <p:spPr>
          <a:xfrm>
            <a:off x="690036" y="2731154"/>
            <a:ext cx="10257660" cy="2920778"/>
          </a:xfrm>
          <a:prstGeom prst="rect">
            <a:avLst/>
          </a:prstGeom>
        </p:spPr>
      </p:pic>
      <p:sp>
        <p:nvSpPr>
          <p:cNvPr id="4" name="Rectangle: Rounded Corners 3">
            <a:extLst>
              <a:ext uri="{FF2B5EF4-FFF2-40B4-BE49-F238E27FC236}">
                <a16:creationId xmlns:a16="http://schemas.microsoft.com/office/drawing/2014/main" id="{8E6CDA0E-90AE-1EEC-753C-86689E1345C8}"/>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BECEBC58-2DE9-0674-6414-34E6371217E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896CAF7-D329-1EB3-A0F2-D60BB99BE2B5}"/>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6E2FB9A-6DB5-7DA7-B0B9-6AF109100290}"/>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99649086-54D8-FD74-7FBC-61CF521E3DB7}"/>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7280D70-A93F-A84A-C6F0-1E25D78CE3B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E93429C-8538-C3B4-1F86-B3599CBB0DD9}"/>
              </a:ext>
            </a:extLst>
          </p:cNvPr>
          <p:cNvCxnSpPr>
            <a:cxnSpLocks/>
            <a:stCxn id="6" idx="3"/>
            <a:endCxn id="7" idx="1"/>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7761134-5419-A990-7D69-671BC1D1C2CD}"/>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887BB3B-5C70-4680-DDE7-4A009FE04C95}"/>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887BB3B-5C70-4680-DDE7-4A009FE04C95}"/>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26A03821-8F67-88DB-6C12-BAB1C3DC2072}"/>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26A03821-8F67-88DB-6C12-BAB1C3DC2072}"/>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5"/>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FFFF6112-61D2-0260-0BB8-89ADC232895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2763560-9DFA-8D9D-3181-AF9282263282}"/>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2763560-9DFA-8D9D-3181-AF9282263282}"/>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D5BCE4F-7E17-233C-2265-2719BC32E3F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D5BCE4F-7E17-233C-2265-2719BC32E3F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7"/>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A517DFFE-2D02-E7C3-0C75-B9882037AD4C}"/>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52BA45B4-075C-4BD6-789A-8A693730C7CA}"/>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52BA45B4-075C-4BD6-789A-8A693730C7CA}"/>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8"/>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E15E43FA-A33B-0963-C8EE-2E2970ADE656}"/>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73138E3-B990-329C-529C-75DA8650DC2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370345F-A4E5-E895-E477-75D8F6EFE295}"/>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56908A0-F9A6-B11C-E37B-2E6B71479333}"/>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88C0B950-F971-B178-BA0C-732572A2C9DC}"/>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9E93338-F696-DFD3-2C2A-214C3CFF0E6D}"/>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85CAE39-BD6C-22ED-F3E6-BA446980A997}"/>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06C7EF72-377E-C77E-161F-D31C61EC6E10}"/>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002A5E1-BE74-56C7-DD11-707EB2DAB531}"/>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002A5E1-BE74-56C7-DD11-707EB2DAB531}"/>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9"/>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CADAD56-59FE-A0B4-3B59-A4D69C2C9D3D}"/>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D85C384-8DAD-A4AF-120A-7AC7E0282A26}"/>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5CEFE3DE-B830-684A-59F5-ED8A3D383627}"/>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4A8C41A2-D308-BB1E-F9E0-7E632682585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4A8C41A2-D308-BB1E-F9E0-7E632682585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10"/>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CEE0DC7-7DBD-71EB-9775-ADD1B0F4D209}"/>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C668131A-7C0A-EA83-5A58-2382E989D68E}"/>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C668131A-7C0A-EA83-5A58-2382E989D68E}"/>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1"/>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31CEA55-9048-E4F7-D767-4284A1FCDE00}"/>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846AB35-E3ED-293F-5424-B35F5F743EB1}"/>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846AB35-E3ED-293F-5424-B35F5F743EB1}"/>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7E0C86-A191-9B48-E47B-3A5209CF52AF}"/>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4EF6617-B572-736C-81AC-0E688298E2D0}"/>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EB42FDB-519B-FF3F-FDEC-597A5214CE3C}"/>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868E51B-076D-D285-33B2-F2B2FFD970C8}"/>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D66DA287-DB8B-83B2-77D6-C2ECAC3FB4D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286E2AB-D247-4BAA-9430-BD85ECF37C7C}"/>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286E2AB-D247-4BAA-9430-BD85ECF37C7C}"/>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45D6A39-D6BC-13D5-2A6F-ACA343197046}"/>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E45D6A39-D6BC-13D5-2A6F-ACA343197046}"/>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4F508523-4E4A-2853-D4C1-FBE30CA54865}"/>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4F508523-4E4A-2853-D4C1-FBE30CA54865}"/>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5"/>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5DC3F7A-B2CE-E0F4-9612-24A225E2BED5}"/>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E4B7810C-1BBB-5BA4-F7F9-93A54EEB5211}"/>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E4B7810C-1BBB-5BA4-F7F9-93A54EEB5211}"/>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6"/>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9C4407A-E016-F33C-7B79-D42EB5654F39}"/>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C4915A3-5E0E-C1AE-413B-51D32505EB44}"/>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C4915A3-5E0E-C1AE-413B-51D32505EB44}"/>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AB40C9B8-43D2-51DE-DF03-364B749A34F7}"/>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AB40C9B8-43D2-51DE-DF03-364B749A34F7}"/>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3B68174D-AE08-77CE-E379-AA6C4B891BA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7DE47138-7B0A-7302-9317-6038882CA99F}"/>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8C42C60-2C26-766B-FDA3-5BDB34D31E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E952E244-D099-94E2-54F4-DD1B13BBFC71}"/>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F4F88F41-B14C-EFAD-86D9-CF66B82DA881}"/>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F4F88F41-B14C-EFAD-86D9-CF66B82DA881}"/>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8F25378-2ACE-8B0E-05DB-C94AF4211CFC}"/>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8F25378-2ACE-8B0E-05DB-C94AF4211CFC}"/>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24205CC0-15E6-781D-47B8-536B03ABA45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24205CC0-15E6-781D-47B8-536B03ABA45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CF0836F-F71E-AB68-414F-7FC9A063F8BD}"/>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CF0836F-F71E-AB68-414F-7FC9A063F8BD}"/>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83FEB6A-5E3F-233E-3EF8-BDC25EF80E3B}"/>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589C1F-6FC3-ED04-B533-43C4ACE6B765}"/>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7747CF0-5A4E-41B2-81C0-4CCD5858292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57747CF0-5A4E-41B2-81C0-4CCD5858292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BDE0034-363A-78F5-94B5-0164EE1A474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F3E379B-2C05-662B-02AC-716DE00F0B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69BDA89-5B6C-DF24-0E5A-76741EF46F88}"/>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F12B8CC-6AF0-2E87-63D5-8AEEED367F8E}"/>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EA69F42-7AA8-BFED-FEE7-C38F0D52BBF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EA69F42-7AA8-BFED-FEE7-C38F0D52BBF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EBE5B9D-7B10-5EF2-E28B-DADF4CC503E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EBE5B9D-7B10-5EF2-E28B-DADF4CC503E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A9D8D02-7D30-634C-887E-B32B76C23D32}"/>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FA9D8D02-7D30-634C-887E-B32B76C23D32}"/>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5968D23-F03F-7657-5DA3-0B94800EA077}"/>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F5968D23-F03F-7657-5DA3-0B94800EA077}"/>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1B07F49-B74F-2C9B-4E2B-F483C400096E}"/>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71B07F49-B74F-2C9B-4E2B-F483C400096E}"/>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0DDEEC0-2468-28D9-65F9-7243824C396A}"/>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B09A5DB-3525-B04F-B2A2-84112050636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AE23398-2508-8EBF-801C-D7A5AD53B56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cxnSp>
        <p:nvCxnSpPr>
          <p:cNvPr id="12" name="Straight Connector 11">
            <a:extLst>
              <a:ext uri="{FF2B5EF4-FFF2-40B4-BE49-F238E27FC236}">
                <a16:creationId xmlns:a16="http://schemas.microsoft.com/office/drawing/2014/main" id="{BA139222-A79D-8AC0-F416-154E9FF70D3A}"/>
              </a:ext>
            </a:extLst>
          </p:cNvPr>
          <p:cNvCxnSpPr>
            <a:cxnSpLocks/>
          </p:cNvCxnSpPr>
          <p:nvPr/>
        </p:nvCxnSpPr>
        <p:spPr>
          <a:xfrm>
            <a:off x="926512" y="425429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3" name="Straight Connector 12">
            <a:extLst>
              <a:ext uri="{FF2B5EF4-FFF2-40B4-BE49-F238E27FC236}">
                <a16:creationId xmlns:a16="http://schemas.microsoft.com/office/drawing/2014/main" id="{A6AB5C0C-31C5-A0CB-AA68-133F785DA8B2}"/>
              </a:ext>
            </a:extLst>
          </p:cNvPr>
          <p:cNvCxnSpPr>
            <a:cxnSpLocks/>
          </p:cNvCxnSpPr>
          <p:nvPr/>
        </p:nvCxnSpPr>
        <p:spPr>
          <a:xfrm>
            <a:off x="982369" y="4665084"/>
            <a:ext cx="8035270" cy="1"/>
          </a:xfrm>
          <a:prstGeom prst="line">
            <a:avLst/>
          </a:prstGeom>
        </p:spPr>
        <p:style>
          <a:lnRef idx="2">
            <a:schemeClr val="accent2"/>
          </a:lnRef>
          <a:fillRef idx="0">
            <a:schemeClr val="accent2"/>
          </a:fillRef>
          <a:effectRef idx="1">
            <a:schemeClr val="accent2"/>
          </a:effectRef>
          <a:fontRef idx="minor">
            <a:schemeClr val="tx1"/>
          </a:fontRef>
        </p:style>
      </p:cxnSp>
      <p:cxnSp>
        <p:nvCxnSpPr>
          <p:cNvPr id="14" name="Straight Connector 13">
            <a:extLst>
              <a:ext uri="{FF2B5EF4-FFF2-40B4-BE49-F238E27FC236}">
                <a16:creationId xmlns:a16="http://schemas.microsoft.com/office/drawing/2014/main" id="{D5EBC3D7-9113-8E7B-10C0-694D0BC6B151}"/>
              </a:ext>
            </a:extLst>
          </p:cNvPr>
          <p:cNvCxnSpPr>
            <a:cxnSpLocks/>
          </p:cNvCxnSpPr>
          <p:nvPr/>
        </p:nvCxnSpPr>
        <p:spPr>
          <a:xfrm>
            <a:off x="971257" y="5118986"/>
            <a:ext cx="8035270" cy="1"/>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6152046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075F1-6F2B-C271-5218-3A24CAC55373}"/>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A2B8DE97-4DFC-1619-209F-DDE8358C9AC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03D43F6-8B26-EBC0-F65D-E2F470982ABE}"/>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203D43F6-8B26-EBC0-F65D-E2F470982ABE}"/>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2B91846-EF10-737C-28E5-3BCD41CAC7A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F2B91846-EF10-737C-28E5-3BCD41CAC7A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C8CA280C-5F97-720F-E1AD-51F55C2D609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A3943DE-359D-341C-9270-9B48F6F9C3C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A3943DE-359D-341C-9270-9B48F6F9C3CF}"/>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BB5A498-4D4C-AFF8-0506-50A4705FCEC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BB5A498-4D4C-AFF8-0506-50A4705FCEC1}"/>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62240E5-54FF-AF77-3D87-91A99AF1A96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01F22C6-B14E-0691-5EDD-417920E9F88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01F22C6-B14E-0691-5EDD-417920E9F88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2102DD6-8FFC-EA09-F7C4-25F2317AB4B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BD7F84C-FC72-14DD-3C50-E3353D333DC6}"/>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7CE6B52-2978-C0A5-DF7B-48ECE0C0AFB2}"/>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B6AF884-D636-57B3-3E96-198F0E41AB1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80E3086-7728-0AD8-4051-BE16F4D35E9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DD0EFF2-B2FC-3223-EFF7-718F07E3C3B7}"/>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E40764-F04A-7BC6-7A15-A1C8792C898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60583960-9B12-42BB-BECD-AF48E35D2740}"/>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BCAB064-03F8-9DAC-144C-1887DC9BB13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BCAB064-03F8-9DAC-144C-1887DC9BB13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2B82788-7021-9ED4-740F-ADF0F5ABD1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D6758F4-6C66-CE40-152D-A4B0D82A5A0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D66D160F-80B0-B453-DCE3-BED41998410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0D2070F-495E-F43A-8B25-B71D63ED4387}"/>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80D2070F-495E-F43A-8B25-B71D63ED4387}"/>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CBAA750-33C1-2AAD-FDE5-69B24596E15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BB920D68-3DE4-12FA-EA6E-8D9F92ED9E6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BB920D68-3DE4-12FA-EA6E-8D9F92ED9E69}"/>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416D890-6D19-21AB-9880-92B7DDCE71F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4FE3D6A-C669-9CB9-A199-6E4535AC503C}"/>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4FE3D6A-C669-9CB9-A199-6E4535AC503C}"/>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F58BD4E8-B80D-AFAB-A83D-36D15022174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56EB90F-BD38-BBC6-32E6-3A0453785D3F}"/>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92EB5EA-2172-121C-765C-DBA09436D15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5E4AA81F-DCE0-8678-821D-596356A85DB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C330D9AB-03D9-F3FC-8AD9-5DD05EB2F84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25A0D66-711F-58C9-0BEA-C274A0A3D8BB}"/>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225A0D66-711F-58C9-0BEA-C274A0A3D8BB}"/>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2C63ABD-4497-6CF0-24C1-582C01FE8D9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2C63ABD-4497-6CF0-24C1-582C01FE8D9F}"/>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16BEC33-19A7-A0EB-B0C9-D5FCCE406A2E}"/>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16BEC33-19A7-A0EB-B0C9-D5FCCE406A2E}"/>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15635AA-E5E2-9EC3-31D2-F0D04CF8BE9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F1AC25E-7D53-F1C8-3DEC-A107F38C243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DF1AC25E-7D53-F1C8-3DEC-A107F38C243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8210FA0-90FE-59D0-D0F9-91A07F0EAC0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4FFFAA75-A02D-6CFF-02BF-7D0EA2EE7F79}"/>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4FFFAA75-A02D-6CFF-02BF-7D0EA2EE7F79}"/>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6BAA8B-501E-4A67-2706-56061AD47811}"/>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6BAA8B-501E-4A67-2706-56061AD47811}"/>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7D422D5-1505-C24F-2EE9-C42EE99881C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8E529039-4FFB-9DDB-CA2C-921419ACCF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AFF9D0B5-6CBC-3C26-B1BD-30D4566E4F7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4E39E4D-62ED-ED49-8E9D-5B445F5268C2}"/>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93F961C-76B8-B79A-C95F-0417C4435175}"/>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93F961C-76B8-B79A-C95F-0417C4435175}"/>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FF2D730-23AF-778B-2FBB-F8FCB1502B50}"/>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FF2D730-23AF-778B-2FBB-F8FCB1502B50}"/>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7D776BE-BBC6-A4DC-2E56-FBD901F903A1}"/>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7D776BE-BBC6-A4DC-2E56-FBD901F903A1}"/>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79FBAC14-78C0-1CEB-25E1-1A58E75299D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79FBAC14-78C0-1CEB-25E1-1A58E75299DA}"/>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E85160C-0145-B817-398A-50A535CB756B}"/>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911A6E86-33C7-3AA5-C0F8-A6F9DA20E668}"/>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C3CE3F6-F3DB-F3E3-DF8F-22E2692ABB07}"/>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4C3CE3F6-F3DB-F3E3-DF8F-22E2692ABB07}"/>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F279D8E-942F-BBB7-6A40-CE8E4E68334D}"/>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DD18DE1-7449-0682-2279-DBCBA1B61D6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38617E-AAD8-8391-FB6D-78DE8CDE57EA}"/>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18AFA0D-36B7-F4CD-FA7F-71E244FA972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6B90E67-E582-D1EA-B8B0-A3D731AD4E4A}"/>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6B90E67-E582-D1EA-B8B0-A3D731AD4E4A}"/>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DE972A2-A459-56AE-C6E7-B330A5DE01D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DE972A2-A459-56AE-C6E7-B330A5DE01D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C8D598C4-E9B5-53E0-EA51-287C808741F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C8D598C4-E9B5-53E0-EA51-287C808741F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A1C1013-44FA-19EC-EF81-0E1651BC1801}"/>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A1C1013-44FA-19EC-EF81-0E1651BC1801}"/>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5F609B5-B680-F7BE-6638-33F263BA8729}"/>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55F609B5-B680-F7BE-6638-33F263BA8729}"/>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03A5129-B2D2-9E71-C818-8939C4455FF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B0A76D0-EFEF-6282-75C9-D790FA6415C7}"/>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36D89BD-D561-5D69-9911-7EFF66A738BC}"/>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3C28241B-34BC-0042-3BBD-ED08F6B9F35A}"/>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E37ABBEB-8D98-7FD3-DA51-74555C3F40A0}"/>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9AE0AC6-9471-9023-E135-F98C1C8D572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FF63473A-D7D0-937F-88D9-AEDE5D64EE6E}"/>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E4DC078-7DDE-D450-5FEE-BD05AFB4491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E4FE57D8-5FFD-DC87-423C-1CB28806C39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26A7B728-78E8-CA1F-F2AB-9CFD9FDFBF9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pic>
        <p:nvPicPr>
          <p:cNvPr id="5" name="Graphic 4">
            <a:extLst>
              <a:ext uri="{FF2B5EF4-FFF2-40B4-BE49-F238E27FC236}">
                <a16:creationId xmlns:a16="http://schemas.microsoft.com/office/drawing/2014/main" id="{957539AD-C9C5-DA07-9D4C-59A93F85CCFD}"/>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10961" y="2818480"/>
            <a:ext cx="12192000" cy="2694540"/>
          </a:xfrm>
          <a:prstGeom prst="rect">
            <a:avLst/>
          </a:prstGeom>
        </p:spPr>
      </p:pic>
      <p:sp>
        <p:nvSpPr>
          <p:cNvPr id="6" name="Rectangle: Rounded Corners 5">
            <a:extLst>
              <a:ext uri="{FF2B5EF4-FFF2-40B4-BE49-F238E27FC236}">
                <a16:creationId xmlns:a16="http://schemas.microsoft.com/office/drawing/2014/main" id="{683CBED0-6546-A7D4-B9C6-8880FEC4FA9D}"/>
              </a:ext>
            </a:extLst>
          </p:cNvPr>
          <p:cNvSpPr/>
          <p:nvPr/>
        </p:nvSpPr>
        <p:spPr>
          <a:xfrm>
            <a:off x="4619626" y="4423988"/>
            <a:ext cx="3002196"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051B793D-E2CE-9CA9-360C-32ED370582E9}"/>
              </a:ext>
            </a:extLst>
          </p:cNvPr>
          <p:cNvSpPr/>
          <p:nvPr/>
        </p:nvSpPr>
        <p:spPr>
          <a:xfrm>
            <a:off x="412670" y="4423988"/>
            <a:ext cx="180698"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2BE0EDA-A1B3-9350-BD80-02AFB1AE1275}"/>
              </a:ext>
            </a:extLst>
          </p:cNvPr>
          <p:cNvCxnSpPr/>
          <p:nvPr/>
        </p:nvCxnSpPr>
        <p:spPr>
          <a:xfrm flipV="1">
            <a:off x="6224154" y="5353050"/>
            <a:ext cx="0" cy="4953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51311101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5CE8-D4AA-005E-DFC2-F5DB17B212C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1C2F535-3B4E-730F-B104-221A0C06766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C54E735-CEA4-DDD9-EC3D-862F8FCC9919}"/>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C54E735-CEA4-DDD9-EC3D-862F8FCC9919}"/>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B4394077-9FD3-208D-0183-605301FDB06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B4394077-9FD3-208D-0183-605301FDB06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0808A0E-0A42-1929-7485-E21A3F57244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D1EAF9E-A38A-3C4C-44A7-D4ED575E4C5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D1EAF9E-A38A-3C4C-44A7-D4ED575E4C5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9F13884-ACDD-803A-EB46-9C0297CB0D3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79F13884-ACDD-803A-EB46-9C0297CB0D3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F9177DB-FC1E-38C7-69D1-1B4E8A3F29C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FAEFC37-C4C6-594B-289E-38BEB898E8D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FAEFC37-C4C6-594B-289E-38BEB898E8D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39DE735-545A-3F95-D04A-CF17AC61A95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E5C4A2-0E90-7D4C-9740-195C7434DC90}"/>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16F6E25-3F79-3385-A9EC-33812A252C76}"/>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6BB0644-88F5-4006-B391-5BB49112E19C}"/>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39BA9AE3-F54F-9671-4CAF-B285BB4F01FA}"/>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269B511-0DB9-1B34-9A44-B30A1AF8915F}"/>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852938D-AA8D-CF04-6B41-FDD8FA4A201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84A645F-7728-1535-9B95-53F34B9CC74C}"/>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7BD43D8-9291-CDE4-9C8D-4644AA67B132}"/>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87BD43D8-9291-CDE4-9C8D-4644AA67B132}"/>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16B61A-E141-6CAD-DCC4-B1810AC7301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6AFC373F-28BA-916A-275F-1616B280FB4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3BB84E-19DB-7F75-CC26-EC2A5F19372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F8A7F22-39DA-CB8F-663E-1B70E683234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F8A7F22-39DA-CB8F-663E-1B70E683234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8188AC3-5122-637E-18D0-465A21064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0C52464-F380-C532-B7A6-168AEBBC16B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F0C52464-F380-C532-B7A6-168AEBBC16B6}"/>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ADD0481-FE0D-DDB4-5F68-E2C4DC90AC0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2EF2726-A0E1-BA47-7328-BE3635FA072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2EF2726-A0E1-BA47-7328-BE3635FA072B}"/>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C1EBC6-21D8-D30C-124C-4BF89C1EC0CD}"/>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2D3300F-FB0B-6CA6-74DC-0035F22A6A5B}"/>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8CFA27D-248D-F995-9808-FE76CCABD255}"/>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34258C5-EA98-1B6C-1A89-2D461D23FB1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03A4556-08C3-AD4C-5A3D-21B7153D804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19C2DD89-8301-A02B-3793-7DA48CAE930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19C2DD89-8301-A02B-3793-7DA48CAE930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AA882A3-175F-18D6-7B1E-CA1B2BBC461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AA882A3-175F-18D6-7B1E-CA1B2BBC461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BE2BF90-CA4C-41A3-A8E8-C313EE53B98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BE2BF90-CA4C-41A3-A8E8-C313EE53B98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803FB61-8E2C-7960-E938-733532DF0E6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A41BAFE-39B9-7F77-FE8F-113F9828554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A41BAFE-39B9-7F77-FE8F-113F9828554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2E477514-EC50-98D0-84F9-71D887EB361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37A4A02-30E6-3F83-FCC8-3DE27615AB4C}"/>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37A4A02-30E6-3F83-FCC8-3DE27615AB4C}"/>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88D3030-4229-B2AE-D241-8CB56FA4C44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88D3030-4229-B2AE-D241-8CB56FA4C44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1CCA906-CA51-019A-8EBC-BF92B92ECAB5}"/>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4D6C84F-D66A-9ADC-2701-CDE2226289B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15F7EEA-8F46-7C3D-43D6-4241E983AD19}"/>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5C0DA66-0540-9782-DB6D-8447BFD68228}"/>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A60BBC87-395A-652C-3A1B-69AA1E56C7A7}"/>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A60BBC87-395A-652C-3A1B-69AA1E56C7A7}"/>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43E4A4-A114-1194-AB85-5B558A1C1686}"/>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743E4A4-A114-1194-AB85-5B558A1C1686}"/>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764B1FE-7FED-B201-E0E8-970EB801F5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B764B1FE-7FED-B201-E0E8-970EB801F5CC}"/>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9BF74BA-111D-E9DD-89CD-8D4BC93A00C1}"/>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9BF74BA-111D-E9DD-89CD-8D4BC93A00C1}"/>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00922E9-3984-B608-396E-EEB4E9A94308}"/>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6818994-A542-CD6B-38A7-49EEF7779C9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AA778DA-1E2D-01CB-9ADF-FB2FFB6DCEF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BAA778DA-1E2D-01CB-9ADF-FB2FFB6DCEF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705916B-C342-E572-361B-38966BB9BC1F}"/>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64A802CF-A4B0-36CE-A30D-6D79AF841CC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C7087B8-3B43-DF7D-B2BC-78FCFBED4AB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6E962756-B804-72BB-BEA6-48F76874771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A33D5A1-3663-3B68-0823-7FFE6E59137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1A33D5A1-3663-3B68-0823-7FFE6E59137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2E9BD51-AC08-D772-B959-113DE071C492}"/>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72E9BD51-AC08-D772-B959-113DE071C492}"/>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2378998-1C31-B99D-3E8C-58BA123AC03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2378998-1C31-B99D-3E8C-58BA123AC033}"/>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41C69B7-A634-51FB-E404-53AC128A02AD}"/>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141C69B7-A634-51FB-E404-53AC128A02AD}"/>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A2CF663-3BDA-08FB-2B19-4020A5DEE12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A2CF663-3BDA-08FB-2B19-4020A5DEE12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C7561CD-5F1A-A805-CDE4-E4E0315C594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27A247-F860-4F59-3D98-EF0DECB999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CC1354D2-FD11-B840-9ED3-A8E545528F5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A5F78711-87B7-4BF6-E9D4-F8F53524CE2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DC95306E-4591-7EEF-B6D7-8EAB1ECF664F}"/>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A8E52DF-D81A-9762-6461-A461673D12B2}"/>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7F2931C-0545-AD43-75E2-B2EE9EB1E2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E787B776-0CFE-B47F-0169-C62B529CBD2C}"/>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5966B3B-307E-C261-31F4-21037EB44644}"/>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56AC1B1-5288-F081-CECD-30FF8DFF703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1FB39A5B-52A8-0606-8212-67410EE36263}"/>
              </a:ext>
            </a:extLst>
          </p:cNvPr>
          <p:cNvSpPr txBox="1"/>
          <p:nvPr/>
        </p:nvSpPr>
        <p:spPr>
          <a:xfrm>
            <a:off x="70539" y="2520046"/>
            <a:ext cx="862737" cy="369332"/>
          </a:xfrm>
          <a:prstGeom prst="rect">
            <a:avLst/>
          </a:prstGeom>
          <a:noFill/>
        </p:spPr>
        <p:txBody>
          <a:bodyPr wrap="none" rtlCol="0">
            <a:spAutoFit/>
          </a:bodyPr>
          <a:lstStyle/>
          <a:p>
            <a:r>
              <a:rPr lang="en-US" dirty="0"/>
              <a:t>Motif 1</a:t>
            </a:r>
          </a:p>
        </p:txBody>
      </p:sp>
      <p:pic>
        <p:nvPicPr>
          <p:cNvPr id="4" name="Picture 3">
            <a:extLst>
              <a:ext uri="{FF2B5EF4-FFF2-40B4-BE49-F238E27FC236}">
                <a16:creationId xmlns:a16="http://schemas.microsoft.com/office/drawing/2014/main" id="{9F32BD38-1138-291C-DC5F-0CD2A912F74A}"/>
              </a:ext>
            </a:extLst>
          </p:cNvPr>
          <p:cNvPicPr>
            <a:picLocks noChangeAspect="1"/>
          </p:cNvPicPr>
          <p:nvPr/>
        </p:nvPicPr>
        <p:blipFill>
          <a:blip r:embed="rId28"/>
          <a:stretch>
            <a:fillRect/>
          </a:stretch>
        </p:blipFill>
        <p:spPr>
          <a:xfrm>
            <a:off x="1433112" y="2508033"/>
            <a:ext cx="6635814" cy="3562590"/>
          </a:xfrm>
          <a:prstGeom prst="rect">
            <a:avLst/>
          </a:prstGeom>
        </p:spPr>
      </p:pic>
    </p:spTree>
    <p:extLst>
      <p:ext uri="{BB962C8B-B14F-4D97-AF65-F5344CB8AC3E}">
        <p14:creationId xmlns:p14="http://schemas.microsoft.com/office/powerpoint/2010/main" val="29015392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84311-7D72-7CEC-DE32-B0836DAE304F}"/>
            </a:ext>
          </a:extLst>
        </p:cNvPr>
        <p:cNvGrpSpPr/>
        <p:nvPr/>
      </p:nvGrpSpPr>
      <p:grpSpPr>
        <a:xfrm>
          <a:off x="0" y="0"/>
          <a:ext cx="0" cy="0"/>
          <a:chOff x="0" y="0"/>
          <a:chExt cx="0" cy="0"/>
        </a:xfrm>
      </p:grpSpPr>
      <p:pic>
        <p:nvPicPr>
          <p:cNvPr id="5" name="Graphic 4">
            <a:extLst>
              <a:ext uri="{FF2B5EF4-FFF2-40B4-BE49-F238E27FC236}">
                <a16:creationId xmlns:a16="http://schemas.microsoft.com/office/drawing/2014/main" id="{1A8339C3-C32D-A626-513D-DA3FA324E29C}"/>
              </a:ext>
            </a:extLst>
          </p:cNvPr>
          <p:cNvPicPr>
            <a:picLocks noChangeAspect="1"/>
          </p:cNvPicPr>
          <p:nvPr/>
        </p:nvPicPr>
        <p:blipFill>
          <a:blip>
            <a:extLst>
              <a:ext uri="{96DAC541-7B7A-43D3-8B79-37D633B846F1}">
                <asvg:svgBlip xmlns:asvg="http://schemas.microsoft.com/office/drawing/2016/SVG/main" r:embed="rId3"/>
              </a:ext>
            </a:extLst>
          </a:blip>
          <a:srcRect t="4276"/>
          <a:stretch>
            <a:fillRect/>
          </a:stretch>
        </p:blipFill>
        <p:spPr>
          <a:xfrm>
            <a:off x="0" y="0"/>
            <a:ext cx="12192000" cy="2579320"/>
          </a:xfrm>
          <a:prstGeom prst="rect">
            <a:avLst/>
          </a:prstGeom>
        </p:spPr>
      </p:pic>
      <p:sp>
        <p:nvSpPr>
          <p:cNvPr id="6" name="Rectangle: Rounded Corners 5">
            <a:extLst>
              <a:ext uri="{FF2B5EF4-FFF2-40B4-BE49-F238E27FC236}">
                <a16:creationId xmlns:a16="http://schemas.microsoft.com/office/drawing/2014/main" id="{7C920273-0DE7-8CC7-E986-B91362D6AE9D}"/>
              </a:ext>
            </a:extLst>
          </p:cNvPr>
          <p:cNvSpPr/>
          <p:nvPr/>
        </p:nvSpPr>
        <p:spPr>
          <a:xfrm>
            <a:off x="4608665" y="1490288"/>
            <a:ext cx="3002196"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Rounded Corners 2">
            <a:extLst>
              <a:ext uri="{FF2B5EF4-FFF2-40B4-BE49-F238E27FC236}">
                <a16:creationId xmlns:a16="http://schemas.microsoft.com/office/drawing/2014/main" id="{D8298EE2-BCC7-A79C-028B-E08DA95EF074}"/>
              </a:ext>
            </a:extLst>
          </p:cNvPr>
          <p:cNvSpPr/>
          <p:nvPr/>
        </p:nvSpPr>
        <p:spPr>
          <a:xfrm>
            <a:off x="401709" y="1490288"/>
            <a:ext cx="180698" cy="467701"/>
          </a:xfrm>
          <a:prstGeom prst="roundRect">
            <a:avLst/>
          </a:prstGeom>
          <a:no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D91E3443-3F1E-9804-64AD-7C0B6552DC06}"/>
              </a:ext>
            </a:extLst>
          </p:cNvPr>
          <p:cNvGrpSpPr>
            <a:grpSpLocks noChangeAspect="1"/>
          </p:cNvGrpSpPr>
          <p:nvPr/>
        </p:nvGrpSpPr>
        <p:grpSpPr>
          <a:xfrm>
            <a:off x="20837" y="2917962"/>
            <a:ext cx="4075058" cy="3278663"/>
            <a:chOff x="2489892" y="1709674"/>
            <a:chExt cx="6397265" cy="5147037"/>
          </a:xfrm>
        </p:grpSpPr>
        <p:pic>
          <p:nvPicPr>
            <p:cNvPr id="4" name="Picture 3">
              <a:extLst>
                <a:ext uri="{FF2B5EF4-FFF2-40B4-BE49-F238E27FC236}">
                  <a16:creationId xmlns:a16="http://schemas.microsoft.com/office/drawing/2014/main" id="{24A86FE6-820C-27CD-810D-F18DB38073BF}"/>
                </a:ext>
              </a:extLst>
            </p:cNvPr>
            <p:cNvPicPr>
              <a:picLocks noChangeAspect="1"/>
            </p:cNvPicPr>
            <p:nvPr/>
          </p:nvPicPr>
          <p:blipFill>
            <a:blip r:embed="rId4"/>
            <a:stretch>
              <a:fillRect/>
            </a:stretch>
          </p:blipFill>
          <p:spPr>
            <a:xfrm>
              <a:off x="2489892" y="2079007"/>
              <a:ext cx="6397265" cy="4777704"/>
            </a:xfrm>
            <a:prstGeom prst="rect">
              <a:avLst/>
            </a:prstGeom>
          </p:spPr>
        </p:pic>
        <p:sp>
          <p:nvSpPr>
            <p:cNvPr id="9" name="TextBox 8">
              <a:extLst>
                <a:ext uri="{FF2B5EF4-FFF2-40B4-BE49-F238E27FC236}">
                  <a16:creationId xmlns:a16="http://schemas.microsoft.com/office/drawing/2014/main" id="{654DD31E-ACB0-3B97-BC11-F9FD143EEB9E}"/>
                </a:ext>
              </a:extLst>
            </p:cNvPr>
            <p:cNvSpPr txBox="1"/>
            <p:nvPr/>
          </p:nvSpPr>
          <p:spPr>
            <a:xfrm>
              <a:off x="2798273" y="1709674"/>
              <a:ext cx="862736" cy="369333"/>
            </a:xfrm>
            <a:prstGeom prst="rect">
              <a:avLst/>
            </a:prstGeom>
            <a:noFill/>
          </p:spPr>
          <p:txBody>
            <a:bodyPr wrap="none" rtlCol="0">
              <a:spAutoFit/>
            </a:bodyPr>
            <a:lstStyle/>
            <a:p>
              <a:r>
                <a:rPr lang="en-US" dirty="0"/>
                <a:t>Motif 1</a:t>
              </a:r>
            </a:p>
          </p:txBody>
        </p:sp>
        <p:sp>
          <p:nvSpPr>
            <p:cNvPr id="12" name="Rectangle: Rounded Corners 11">
              <a:extLst>
                <a:ext uri="{FF2B5EF4-FFF2-40B4-BE49-F238E27FC236}">
                  <a16:creationId xmlns:a16="http://schemas.microsoft.com/office/drawing/2014/main" id="{65ECDBA6-848A-2482-4874-B5483AA3DEEA}"/>
                </a:ext>
              </a:extLst>
            </p:cNvPr>
            <p:cNvSpPr/>
            <p:nvPr/>
          </p:nvSpPr>
          <p:spPr>
            <a:xfrm>
              <a:off x="7715000" y="3541731"/>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Rounded Corners 13">
              <a:extLst>
                <a:ext uri="{FF2B5EF4-FFF2-40B4-BE49-F238E27FC236}">
                  <a16:creationId xmlns:a16="http://schemas.microsoft.com/office/drawing/2014/main" id="{CFAC1835-53CD-9BF7-8F03-EDE329F6BE4C}"/>
                </a:ext>
              </a:extLst>
            </p:cNvPr>
            <p:cNvSpPr/>
            <p:nvPr/>
          </p:nvSpPr>
          <p:spPr>
            <a:xfrm>
              <a:off x="6559643" y="355345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Rounded Corners 21">
              <a:extLst>
                <a:ext uri="{FF2B5EF4-FFF2-40B4-BE49-F238E27FC236}">
                  <a16:creationId xmlns:a16="http://schemas.microsoft.com/office/drawing/2014/main" id="{00C0BE7E-11AE-A606-17BC-39099360567F}"/>
                </a:ext>
              </a:extLst>
            </p:cNvPr>
            <p:cNvSpPr/>
            <p:nvPr/>
          </p:nvSpPr>
          <p:spPr>
            <a:xfrm>
              <a:off x="4801641" y="34179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D67C01A-1D57-3199-BBBD-ED7F82F13E33}"/>
                    </a:ext>
                  </a:extLst>
                </p:cNvPr>
                <p:cNvSpPr txBox="1"/>
                <p:nvPr/>
              </p:nvSpPr>
              <p:spPr>
                <a:xfrm>
                  <a:off x="4624372" y="2998793"/>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4" name="TextBox 23">
                  <a:extLst>
                    <a:ext uri="{FF2B5EF4-FFF2-40B4-BE49-F238E27FC236}">
                      <a16:creationId xmlns:a16="http://schemas.microsoft.com/office/drawing/2014/main" id="{0D67C01A-1D57-3199-BBBD-ED7F82F13E33}"/>
                    </a:ext>
                  </a:extLst>
                </p:cNvPr>
                <p:cNvSpPr txBox="1">
                  <a:spLocks noRot="1" noChangeAspect="1" noMove="1" noResize="1" noEditPoints="1" noAdjustHandles="1" noChangeArrowheads="1" noChangeShapeType="1" noTextEdit="1"/>
                </p:cNvSpPr>
                <p:nvPr/>
              </p:nvSpPr>
              <p:spPr>
                <a:xfrm>
                  <a:off x="4624372" y="2998793"/>
                  <a:ext cx="352041" cy="369332"/>
                </a:xfrm>
                <a:prstGeom prst="rect">
                  <a:avLst/>
                </a:prstGeom>
                <a:blipFill>
                  <a:blip r:embed="rId5"/>
                  <a:stretch>
                    <a:fillRect r="-110811" b="-564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65B4F64D-292B-EFF7-F1E3-B8CB03E9B594}"/>
                    </a:ext>
                  </a:extLst>
                </p:cNvPr>
                <p:cNvSpPr txBox="1"/>
                <p:nvPr/>
              </p:nvSpPr>
              <p:spPr>
                <a:xfrm>
                  <a:off x="7514224" y="3170740"/>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6" name="TextBox 25">
                  <a:extLst>
                    <a:ext uri="{FF2B5EF4-FFF2-40B4-BE49-F238E27FC236}">
                      <a16:creationId xmlns:a16="http://schemas.microsoft.com/office/drawing/2014/main" id="{65B4F64D-292B-EFF7-F1E3-B8CB03E9B594}"/>
                    </a:ext>
                  </a:extLst>
                </p:cNvPr>
                <p:cNvSpPr txBox="1">
                  <a:spLocks noRot="1" noChangeAspect="1" noMove="1" noResize="1" noEditPoints="1" noAdjustHandles="1" noChangeArrowheads="1" noChangeShapeType="1" noTextEdit="1"/>
                </p:cNvSpPr>
                <p:nvPr/>
              </p:nvSpPr>
              <p:spPr>
                <a:xfrm>
                  <a:off x="7514224" y="3170740"/>
                  <a:ext cx="352041" cy="369332"/>
                </a:xfrm>
                <a:prstGeom prst="rect">
                  <a:avLst/>
                </a:prstGeom>
                <a:blipFill>
                  <a:blip r:embed="rId6"/>
                  <a:stretch>
                    <a:fillRect r="-105405" b="-53846"/>
                  </a:stretch>
                </a:blipFill>
              </p:spPr>
              <p:txBody>
                <a:bodyPr/>
                <a:lstStyle/>
                <a:p>
                  <a:r>
                    <a:rPr lang="en-US">
                      <a:noFill/>
                    </a:rPr>
                    <a:t> </a:t>
                  </a:r>
                </a:p>
              </p:txBody>
            </p:sp>
          </mc:Fallback>
        </mc:AlternateContent>
      </p:grpSp>
      <p:grpSp>
        <p:nvGrpSpPr>
          <p:cNvPr id="65" name="Group 64">
            <a:extLst>
              <a:ext uri="{FF2B5EF4-FFF2-40B4-BE49-F238E27FC236}">
                <a16:creationId xmlns:a16="http://schemas.microsoft.com/office/drawing/2014/main" id="{103819EF-D845-78EC-BFD8-A90D8A13D76C}"/>
              </a:ext>
            </a:extLst>
          </p:cNvPr>
          <p:cNvGrpSpPr>
            <a:grpSpLocks noChangeAspect="1"/>
          </p:cNvGrpSpPr>
          <p:nvPr/>
        </p:nvGrpSpPr>
        <p:grpSpPr>
          <a:xfrm>
            <a:off x="4150980" y="2917962"/>
            <a:ext cx="4045002" cy="3237196"/>
            <a:chOff x="3007265" y="1707082"/>
            <a:chExt cx="6427754" cy="5144098"/>
          </a:xfrm>
        </p:grpSpPr>
        <p:pic>
          <p:nvPicPr>
            <p:cNvPr id="29" name="Picture 28">
              <a:extLst>
                <a:ext uri="{FF2B5EF4-FFF2-40B4-BE49-F238E27FC236}">
                  <a16:creationId xmlns:a16="http://schemas.microsoft.com/office/drawing/2014/main" id="{8E6D7EEA-05E9-6F2F-9AFC-711512979D1D}"/>
                </a:ext>
              </a:extLst>
            </p:cNvPr>
            <p:cNvPicPr>
              <a:picLocks noChangeAspect="1"/>
            </p:cNvPicPr>
            <p:nvPr/>
          </p:nvPicPr>
          <p:blipFill>
            <a:blip r:embed="rId7"/>
            <a:stretch>
              <a:fillRect/>
            </a:stretch>
          </p:blipFill>
          <p:spPr>
            <a:xfrm>
              <a:off x="3059127" y="2089438"/>
              <a:ext cx="6375892" cy="4761742"/>
            </a:xfrm>
            <a:prstGeom prst="rect">
              <a:avLst/>
            </a:prstGeom>
          </p:spPr>
        </p:pic>
        <p:sp>
          <p:nvSpPr>
            <p:cNvPr id="51" name="TextBox 50">
              <a:extLst>
                <a:ext uri="{FF2B5EF4-FFF2-40B4-BE49-F238E27FC236}">
                  <a16:creationId xmlns:a16="http://schemas.microsoft.com/office/drawing/2014/main" id="{C63F6868-E380-730A-2C04-4554AC4B71C3}"/>
                </a:ext>
              </a:extLst>
            </p:cNvPr>
            <p:cNvSpPr txBox="1"/>
            <p:nvPr/>
          </p:nvSpPr>
          <p:spPr>
            <a:xfrm>
              <a:off x="3007265" y="1707082"/>
              <a:ext cx="986166" cy="369332"/>
            </a:xfrm>
            <a:prstGeom prst="rect">
              <a:avLst/>
            </a:prstGeom>
            <a:noFill/>
          </p:spPr>
          <p:txBody>
            <a:bodyPr wrap="none" rtlCol="0">
              <a:spAutoFit/>
            </a:bodyPr>
            <a:lstStyle/>
            <a:p>
              <a:r>
                <a:rPr lang="en-US" dirty="0"/>
                <a:t>Motif 30</a:t>
              </a:r>
            </a:p>
          </p:txBody>
        </p:sp>
        <p:sp>
          <p:nvSpPr>
            <p:cNvPr id="53" name="Rectangle: Rounded Corners 52">
              <a:extLst>
                <a:ext uri="{FF2B5EF4-FFF2-40B4-BE49-F238E27FC236}">
                  <a16:creationId xmlns:a16="http://schemas.microsoft.com/office/drawing/2014/main" id="{8405BE18-AB9D-CB9F-2799-73A9D19D3423}"/>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Rounded Corners 54">
              <a:extLst>
                <a:ext uri="{FF2B5EF4-FFF2-40B4-BE49-F238E27FC236}">
                  <a16:creationId xmlns:a16="http://schemas.microsoft.com/office/drawing/2014/main" id="{5D00DF1C-113F-49D4-A471-3872DFB3C13A}"/>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7" name="Rectangle: Rounded Corners 56">
              <a:extLst>
                <a:ext uri="{FF2B5EF4-FFF2-40B4-BE49-F238E27FC236}">
                  <a16:creationId xmlns:a16="http://schemas.microsoft.com/office/drawing/2014/main" id="{882671AA-63EA-4706-55E9-25B1B56FF383}"/>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77C0AFEF-9787-9E96-4193-9D0E45868EFC}"/>
                    </a:ext>
                  </a:extLst>
                </p:cNvPr>
                <p:cNvSpPr txBox="1"/>
                <p:nvPr/>
              </p:nvSpPr>
              <p:spPr>
                <a:xfrm>
                  <a:off x="7499419" y="3198327"/>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59" name="TextBox 58">
                  <a:extLst>
                    <a:ext uri="{FF2B5EF4-FFF2-40B4-BE49-F238E27FC236}">
                      <a16:creationId xmlns:a16="http://schemas.microsoft.com/office/drawing/2014/main" id="{77C0AFEF-9787-9E96-4193-9D0E45868EFC}"/>
                    </a:ext>
                  </a:extLst>
                </p:cNvPr>
                <p:cNvSpPr txBox="1">
                  <a:spLocks noRot="1" noChangeAspect="1" noMove="1" noResize="1" noEditPoints="1" noAdjustHandles="1" noChangeArrowheads="1" noChangeShapeType="1" noTextEdit="1"/>
                </p:cNvSpPr>
                <p:nvPr/>
              </p:nvSpPr>
              <p:spPr>
                <a:xfrm>
                  <a:off x="7499419" y="3198327"/>
                  <a:ext cx="352041" cy="369332"/>
                </a:xfrm>
                <a:prstGeom prst="rect">
                  <a:avLst/>
                </a:prstGeom>
                <a:blipFill>
                  <a:blip r:embed="rId8"/>
                  <a:stretch>
                    <a:fillRect r="-116667" b="-57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36D2DAFD-D365-1DA5-AFB2-03D7AAA18BB0}"/>
                    </a:ext>
                  </a:extLst>
                </p:cNvPr>
                <p:cNvSpPr txBox="1"/>
                <p:nvPr/>
              </p:nvSpPr>
              <p:spPr>
                <a:xfrm>
                  <a:off x="5032715" y="3021171"/>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62" name="TextBox 61">
                  <a:extLst>
                    <a:ext uri="{FF2B5EF4-FFF2-40B4-BE49-F238E27FC236}">
                      <a16:creationId xmlns:a16="http://schemas.microsoft.com/office/drawing/2014/main" id="{36D2DAFD-D365-1DA5-AFB2-03D7AAA18BB0}"/>
                    </a:ext>
                  </a:extLst>
                </p:cNvPr>
                <p:cNvSpPr txBox="1">
                  <a:spLocks noRot="1" noChangeAspect="1" noMove="1" noResize="1" noEditPoints="1" noAdjustHandles="1" noChangeArrowheads="1" noChangeShapeType="1" noTextEdit="1"/>
                </p:cNvSpPr>
                <p:nvPr/>
              </p:nvSpPr>
              <p:spPr>
                <a:xfrm>
                  <a:off x="5032715" y="3021171"/>
                  <a:ext cx="352041" cy="369332"/>
                </a:xfrm>
                <a:prstGeom prst="rect">
                  <a:avLst/>
                </a:prstGeom>
                <a:blipFill>
                  <a:blip r:embed="rId9"/>
                  <a:stretch>
                    <a:fillRect r="-111111" b="-578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B2F4B95-AC9D-288E-D9D5-0AB3AB5493FD}"/>
                    </a:ext>
                  </a:extLst>
                </p:cNvPr>
                <p:cNvSpPr txBox="1"/>
                <p:nvPr/>
              </p:nvSpPr>
              <p:spPr>
                <a:xfrm>
                  <a:off x="5878177" y="3167784"/>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64" name="TextBox 63">
                  <a:extLst>
                    <a:ext uri="{FF2B5EF4-FFF2-40B4-BE49-F238E27FC236}">
                      <a16:creationId xmlns:a16="http://schemas.microsoft.com/office/drawing/2014/main" id="{BB2F4B95-AC9D-288E-D9D5-0AB3AB5493FD}"/>
                    </a:ext>
                  </a:extLst>
                </p:cNvPr>
                <p:cNvSpPr txBox="1">
                  <a:spLocks noRot="1" noChangeAspect="1" noMove="1" noResize="1" noEditPoints="1" noAdjustHandles="1" noChangeArrowheads="1" noChangeShapeType="1" noTextEdit="1"/>
                </p:cNvSpPr>
                <p:nvPr/>
              </p:nvSpPr>
              <p:spPr>
                <a:xfrm>
                  <a:off x="5878177" y="3167784"/>
                  <a:ext cx="352041" cy="369332"/>
                </a:xfrm>
                <a:prstGeom prst="rect">
                  <a:avLst/>
                </a:prstGeom>
                <a:blipFill>
                  <a:blip r:embed="rId10"/>
                  <a:stretch>
                    <a:fillRect r="-108108" b="-53846"/>
                  </a:stretch>
                </a:blipFill>
              </p:spPr>
              <p:txBody>
                <a:bodyPr/>
                <a:lstStyle/>
                <a:p>
                  <a:r>
                    <a:rPr lang="en-US">
                      <a:noFill/>
                    </a:rPr>
                    <a:t> </a:t>
                  </a:r>
                </a:p>
              </p:txBody>
            </p:sp>
          </mc:Fallback>
        </mc:AlternateContent>
      </p:grpSp>
      <p:grpSp>
        <p:nvGrpSpPr>
          <p:cNvPr id="122" name="Group 121">
            <a:extLst>
              <a:ext uri="{FF2B5EF4-FFF2-40B4-BE49-F238E27FC236}">
                <a16:creationId xmlns:a16="http://schemas.microsoft.com/office/drawing/2014/main" id="{41DEAFCF-E7E2-25DA-F43D-761610DEA408}"/>
              </a:ext>
            </a:extLst>
          </p:cNvPr>
          <p:cNvGrpSpPr>
            <a:grpSpLocks noChangeAspect="1"/>
          </p:cNvGrpSpPr>
          <p:nvPr/>
        </p:nvGrpSpPr>
        <p:grpSpPr>
          <a:xfrm>
            <a:off x="8305975" y="2956854"/>
            <a:ext cx="3871371" cy="3113444"/>
            <a:chOff x="688916" y="1366346"/>
            <a:chExt cx="6519715" cy="5243306"/>
          </a:xfrm>
        </p:grpSpPr>
        <p:pic>
          <p:nvPicPr>
            <p:cNvPr id="68" name="Picture 67">
              <a:extLst>
                <a:ext uri="{FF2B5EF4-FFF2-40B4-BE49-F238E27FC236}">
                  <a16:creationId xmlns:a16="http://schemas.microsoft.com/office/drawing/2014/main" id="{E44B0ADF-E284-09EE-8E6B-7B6408CC832C}"/>
                </a:ext>
              </a:extLst>
            </p:cNvPr>
            <p:cNvPicPr>
              <a:picLocks noChangeAspect="1"/>
            </p:cNvPicPr>
            <p:nvPr/>
          </p:nvPicPr>
          <p:blipFill>
            <a:blip r:embed="rId11"/>
            <a:stretch>
              <a:fillRect/>
            </a:stretch>
          </p:blipFill>
          <p:spPr>
            <a:xfrm>
              <a:off x="688916" y="1740498"/>
              <a:ext cx="6519715" cy="4869154"/>
            </a:xfrm>
            <a:prstGeom prst="rect">
              <a:avLst/>
            </a:prstGeom>
          </p:spPr>
        </p:pic>
        <p:sp>
          <p:nvSpPr>
            <p:cNvPr id="105" name="TextBox 104">
              <a:extLst>
                <a:ext uri="{FF2B5EF4-FFF2-40B4-BE49-F238E27FC236}">
                  <a16:creationId xmlns:a16="http://schemas.microsoft.com/office/drawing/2014/main" id="{602E7AA0-1FD4-F509-9E5B-6C9853F096D0}"/>
                </a:ext>
              </a:extLst>
            </p:cNvPr>
            <p:cNvSpPr txBox="1"/>
            <p:nvPr/>
          </p:nvSpPr>
          <p:spPr>
            <a:xfrm>
              <a:off x="957895" y="1366346"/>
              <a:ext cx="986168" cy="369332"/>
            </a:xfrm>
            <a:prstGeom prst="rect">
              <a:avLst/>
            </a:prstGeom>
            <a:noFill/>
          </p:spPr>
          <p:txBody>
            <a:bodyPr wrap="none" rtlCol="0">
              <a:spAutoFit/>
            </a:bodyPr>
            <a:lstStyle/>
            <a:p>
              <a:r>
                <a:rPr lang="en-US" dirty="0"/>
                <a:t>Motif 52</a:t>
              </a:r>
            </a:p>
          </p:txBody>
        </p:sp>
        <p:sp>
          <p:nvSpPr>
            <p:cNvPr id="107" name="Rectangle: Rounded Corners 106">
              <a:extLst>
                <a:ext uri="{FF2B5EF4-FFF2-40B4-BE49-F238E27FC236}">
                  <a16:creationId xmlns:a16="http://schemas.microsoft.com/office/drawing/2014/main" id="{4E7405A0-0A9A-4876-5FC0-32571A6D3E65}"/>
                </a:ext>
              </a:extLst>
            </p:cNvPr>
            <p:cNvSpPr/>
            <p:nvPr/>
          </p:nvSpPr>
          <p:spPr>
            <a:xfrm>
              <a:off x="5994514" y="351924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Rectangle: Rounded Corners 109">
              <a:extLst>
                <a:ext uri="{FF2B5EF4-FFF2-40B4-BE49-F238E27FC236}">
                  <a16:creationId xmlns:a16="http://schemas.microsoft.com/office/drawing/2014/main" id="{6B7F35E2-0A17-7D5A-8262-D14144AA54B5}"/>
                </a:ext>
              </a:extLst>
            </p:cNvPr>
            <p:cNvSpPr/>
            <p:nvPr/>
          </p:nvSpPr>
          <p:spPr>
            <a:xfrm>
              <a:off x="6625724" y="3287581"/>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 name="Rectangle: Rounded Corners 113">
              <a:extLst>
                <a:ext uri="{FF2B5EF4-FFF2-40B4-BE49-F238E27FC236}">
                  <a16:creationId xmlns:a16="http://schemas.microsoft.com/office/drawing/2014/main" id="{B27CF20E-6695-816F-8C4C-6FC335A26164}"/>
                </a:ext>
              </a:extLst>
            </p:cNvPr>
            <p:cNvSpPr/>
            <p:nvPr/>
          </p:nvSpPr>
          <p:spPr>
            <a:xfrm>
              <a:off x="4816756" y="3374096"/>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7CD30870-5518-12D7-425F-3E3BE4F8CDDB}"/>
                    </a:ext>
                  </a:extLst>
                </p:cNvPr>
                <p:cNvSpPr txBox="1"/>
                <p:nvPr/>
              </p:nvSpPr>
              <p:spPr>
                <a:xfrm>
                  <a:off x="5714776" y="2909460"/>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117" name="TextBox 116">
                  <a:extLst>
                    <a:ext uri="{FF2B5EF4-FFF2-40B4-BE49-F238E27FC236}">
                      <a16:creationId xmlns:a16="http://schemas.microsoft.com/office/drawing/2014/main" id="{7CD30870-5518-12D7-425F-3E3BE4F8CDDB}"/>
                    </a:ext>
                  </a:extLst>
                </p:cNvPr>
                <p:cNvSpPr txBox="1">
                  <a:spLocks noRot="1" noChangeAspect="1" noMove="1" noResize="1" noEditPoints="1" noAdjustHandles="1" noChangeArrowheads="1" noChangeShapeType="1" noTextEdit="1"/>
                </p:cNvSpPr>
                <p:nvPr/>
              </p:nvSpPr>
              <p:spPr>
                <a:xfrm>
                  <a:off x="5714776" y="2909460"/>
                  <a:ext cx="352041" cy="369332"/>
                </a:xfrm>
                <a:prstGeom prst="rect">
                  <a:avLst/>
                </a:prstGeom>
                <a:blipFill>
                  <a:blip r:embed="rId12"/>
                  <a:stretch>
                    <a:fillRect r="-129412" b="-69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5E1A72FE-461B-FF54-63E5-7F09F8B15762}"/>
                    </a:ext>
                  </a:extLst>
                </p:cNvPr>
                <p:cNvSpPr txBox="1"/>
                <p:nvPr/>
              </p:nvSpPr>
              <p:spPr>
                <a:xfrm>
                  <a:off x="4488806" y="2774614"/>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119" name="TextBox 118">
                  <a:extLst>
                    <a:ext uri="{FF2B5EF4-FFF2-40B4-BE49-F238E27FC236}">
                      <a16:creationId xmlns:a16="http://schemas.microsoft.com/office/drawing/2014/main" id="{5E1A72FE-461B-FF54-63E5-7F09F8B15762}"/>
                    </a:ext>
                  </a:extLst>
                </p:cNvPr>
                <p:cNvSpPr txBox="1">
                  <a:spLocks noRot="1" noChangeAspect="1" noMove="1" noResize="1" noEditPoints="1" noAdjustHandles="1" noChangeArrowheads="1" noChangeShapeType="1" noTextEdit="1"/>
                </p:cNvSpPr>
                <p:nvPr/>
              </p:nvSpPr>
              <p:spPr>
                <a:xfrm>
                  <a:off x="4488806" y="2774614"/>
                  <a:ext cx="352041" cy="369332"/>
                </a:xfrm>
                <a:prstGeom prst="rect">
                  <a:avLst/>
                </a:prstGeom>
                <a:blipFill>
                  <a:blip r:embed="rId13"/>
                  <a:stretch>
                    <a:fillRect r="-120588" b="-6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AA4486FA-96ED-FD61-4936-880775587D0A}"/>
                    </a:ext>
                  </a:extLst>
                </p:cNvPr>
                <p:cNvSpPr txBox="1"/>
                <p:nvPr/>
              </p:nvSpPr>
              <p:spPr>
                <a:xfrm>
                  <a:off x="6310037" y="2683559"/>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121" name="TextBox 120">
                  <a:extLst>
                    <a:ext uri="{FF2B5EF4-FFF2-40B4-BE49-F238E27FC236}">
                      <a16:creationId xmlns:a16="http://schemas.microsoft.com/office/drawing/2014/main" id="{AA4486FA-96ED-FD61-4936-880775587D0A}"/>
                    </a:ext>
                  </a:extLst>
                </p:cNvPr>
                <p:cNvSpPr txBox="1">
                  <a:spLocks noRot="1" noChangeAspect="1" noMove="1" noResize="1" noEditPoints="1" noAdjustHandles="1" noChangeArrowheads="1" noChangeShapeType="1" noTextEdit="1"/>
                </p:cNvSpPr>
                <p:nvPr/>
              </p:nvSpPr>
              <p:spPr>
                <a:xfrm>
                  <a:off x="6310037" y="2683559"/>
                  <a:ext cx="352041" cy="369332"/>
                </a:xfrm>
                <a:prstGeom prst="rect">
                  <a:avLst/>
                </a:prstGeom>
                <a:blipFill>
                  <a:blip r:embed="rId14"/>
                  <a:stretch>
                    <a:fillRect r="-126471" b="-66667"/>
                  </a:stretch>
                </a:blipFill>
              </p:spPr>
              <p:txBody>
                <a:bodyPr/>
                <a:lstStyle/>
                <a:p>
                  <a:r>
                    <a:rPr lang="en-US">
                      <a:noFill/>
                    </a:rPr>
                    <a:t> </a:t>
                  </a:r>
                </a:p>
              </p:txBody>
            </p:sp>
          </mc:Fallback>
        </mc:AlternateContent>
      </p:grpSp>
    </p:spTree>
    <p:extLst>
      <p:ext uri="{BB962C8B-B14F-4D97-AF65-F5344CB8AC3E}">
        <p14:creationId xmlns:p14="http://schemas.microsoft.com/office/powerpoint/2010/main" val="9804235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D1ECED-81B0-6F1A-430E-964B03B347D2}"/>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39F2DE9D-CE99-2018-1ACF-93EF351B1B2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49092CB-2DB6-D6FC-C0C7-5BEBE2F02A07}"/>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749092CB-2DB6-D6FC-C0C7-5BEBE2F02A07}"/>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07248A6C-34AF-E16E-EF52-6C3D9012FBF6}"/>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07248A6C-34AF-E16E-EF52-6C3D9012FBF6}"/>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30BFCC9-3B35-8E82-F251-6975AB202C42}"/>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2FED4C7-9E10-B113-58BC-D0008057DD40}"/>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2FED4C7-9E10-B113-58BC-D0008057DD40}"/>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CF3CF220-B5A5-99F1-6CE1-F6990EBCFD9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CF3CF220-B5A5-99F1-6CE1-F6990EBCFD9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5A37B836-32B3-1F47-EC1E-A21F7BF3059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1B7716E-0E93-5651-DBB6-2034A7890CAC}"/>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1B7716E-0E93-5651-DBB6-2034A7890CAC}"/>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1144AB5-B305-FC68-9525-3705E7AB31C6}"/>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15B18E90-31A3-668A-3D2D-2A98FB60B8B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318B090-CA98-34AA-8241-21AD35020A5B}"/>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9D68985-8500-CE93-502D-B6F6C9AB418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DC3DB3F-F4D8-B2DD-D2EC-2476CC29AD42}"/>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BB4E5F4-FB2F-0DBA-34D1-667CBD4FC00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139D9DF-FF5B-B410-2AD7-F14B2EE4B737}"/>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CD1C8414-CCB3-88CB-AE2F-8EA0D9D2D7E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D7FB1BE-6385-49D2-86A8-10AFC8510DCB}"/>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BD7FB1BE-6385-49D2-86A8-10AFC8510DCB}"/>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BF7E35BE-1F5F-8EF5-B19B-C44A42FAE4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5463AC09-730C-1C5C-DFEA-AE57A6AADCF3}"/>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D27AA13-15C1-3E23-E63F-3BC1837E58F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86179F0-E4FF-BF32-7D8F-8B342A31EBBF}"/>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86179F0-E4FF-BF32-7D8F-8B342A31EBBF}"/>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F88C630-52D9-7EBE-A26E-8A420C1F3973}"/>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4E9304F7-F360-5EE0-8D56-CF33FE194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4E9304F7-F360-5EE0-8D56-CF33FE194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00D2528-AD00-A776-2DD6-6B6ECF2FA67F}"/>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2860CDE-8231-8428-2D01-4713FD12D50A}"/>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2860CDE-8231-8428-2D01-4713FD12D50A}"/>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A2C722CD-2ED1-55A6-B78C-3E3DBBCBF8FA}"/>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A4B81BC1-A3E2-5E46-165D-AECDEAAB0EC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26DA7BF5-3DC8-A2F7-7025-EC6FBFBE936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4020059-3B60-6E0C-0CD4-69913C64191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6D0A58D-C874-E01E-67F1-64664291BDF4}"/>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135965E-D7CF-94C4-3D79-9FF22CDF8FFF}"/>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135965E-D7CF-94C4-3D79-9FF22CDF8FFF}"/>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A6F224E-6080-0367-ACB1-82DD97614112}"/>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2A6F224E-6080-0367-ACB1-82DD97614112}"/>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87D0987D-B640-C7BF-5276-AAFC8A43E75A}"/>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87D0987D-B640-C7BF-5276-AAFC8A43E75A}"/>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1E4500D-51A5-7A60-A392-F89DC2A02297}"/>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EC8E080-8C61-FBD0-995A-D6823D196F05}"/>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EC8E080-8C61-FBD0-995A-D6823D196F05}"/>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942CCD3E-800E-FD8E-7A3D-B9F663AFFC5F}"/>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D3390C9-2603-78C2-B412-BB5EC45C210D}"/>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D3390C9-2603-78C2-B412-BB5EC45C210D}"/>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7B05F7F-7EC2-EFA9-B326-96A1CD2BA2AC}"/>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57B05F7F-7EC2-EFA9-B326-96A1CD2BA2AC}"/>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54FD3BB-923C-F9B9-F0AA-ABA546CEE7EA}"/>
              </a:ext>
            </a:extLst>
          </p:cNvPr>
          <p:cNvSpPr>
            <a:spLocks noChangeAspect="1"/>
          </p:cNvSpPr>
          <p:nvPr/>
        </p:nvSpPr>
        <p:spPr>
          <a:xfrm>
            <a:off x="9575979" y="6733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29BFB627-A72A-1099-C7B0-5DCA0C8BFE85}"/>
              </a:ext>
            </a:extLst>
          </p:cNvPr>
          <p:cNvSpPr>
            <a:spLocks noChangeAspect="1"/>
          </p:cNvSpPr>
          <p:nvPr/>
        </p:nvSpPr>
        <p:spPr>
          <a:xfrm>
            <a:off x="9585689" y="193844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281A265-FE00-7FFA-1298-6A90E8F84476}"/>
              </a:ext>
            </a:extLst>
          </p:cNvPr>
          <p:cNvCxnSpPr>
            <a:cxnSpLocks/>
            <a:stCxn id="31" idx="6"/>
            <a:endCxn id="43" idx="3"/>
          </p:cNvCxnSpPr>
          <p:nvPr/>
        </p:nvCxnSpPr>
        <p:spPr>
          <a:xfrm flipV="1">
            <a:off x="9995830" y="134529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9225977E-9B6F-C2CB-3FE4-4A784EDA4F73}"/>
              </a:ext>
            </a:extLst>
          </p:cNvPr>
          <p:cNvCxnSpPr>
            <a:cxnSpLocks/>
            <a:stCxn id="30" idx="6"/>
            <a:endCxn id="43" idx="1"/>
          </p:cNvCxnSpPr>
          <p:nvPr/>
        </p:nvCxnSpPr>
        <p:spPr>
          <a:xfrm>
            <a:off x="9986120" y="27241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1536DB4-9452-CB59-1AFE-5F7E1B834CBC}"/>
                  </a:ext>
                </a:extLst>
              </p:cNvPr>
              <p:cNvSpPr txBox="1"/>
              <p:nvPr/>
            </p:nvSpPr>
            <p:spPr>
              <a:xfrm>
                <a:off x="10078291" y="165213"/>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1536DB4-9452-CB59-1AFE-5F7E1B834CBC}"/>
                  </a:ext>
                </a:extLst>
              </p:cNvPr>
              <p:cNvSpPr txBox="1">
                <a:spLocks noRot="1" noChangeAspect="1" noMove="1" noResize="1" noEditPoints="1" noAdjustHandles="1" noChangeArrowheads="1" noChangeShapeType="1" noTextEdit="1"/>
              </p:cNvSpPr>
              <p:nvPr/>
            </p:nvSpPr>
            <p:spPr>
              <a:xfrm>
                <a:off x="10078291" y="165213"/>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8506022-CEB3-D4A8-A869-7EC4E4265C54}"/>
                  </a:ext>
                </a:extLst>
              </p:cNvPr>
              <p:cNvSpPr txBox="1"/>
              <p:nvPr/>
            </p:nvSpPr>
            <p:spPr>
              <a:xfrm>
                <a:off x="10136554" y="169327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8506022-CEB3-D4A8-A869-7EC4E4265C54}"/>
                  </a:ext>
                </a:extLst>
              </p:cNvPr>
              <p:cNvSpPr txBox="1">
                <a:spLocks noRot="1" noChangeAspect="1" noMove="1" noResize="1" noEditPoints="1" noAdjustHandles="1" noChangeArrowheads="1" noChangeShapeType="1" noTextEdit="1"/>
              </p:cNvSpPr>
              <p:nvPr/>
            </p:nvSpPr>
            <p:spPr>
              <a:xfrm>
                <a:off x="10136554" y="1693272"/>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6BE0954-341D-ACFA-466A-7F27DFC52116}"/>
                  </a:ext>
                </a:extLst>
              </p:cNvPr>
              <p:cNvSpPr txBox="1"/>
              <p:nvPr/>
            </p:nvSpPr>
            <p:spPr>
              <a:xfrm>
                <a:off x="8973206" y="518289"/>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6BE0954-341D-ACFA-466A-7F27DFC52116}"/>
                  </a:ext>
                </a:extLst>
              </p:cNvPr>
              <p:cNvSpPr txBox="1">
                <a:spLocks noRot="1" noChangeAspect="1" noMove="1" noResize="1" noEditPoints="1" noAdjustHandles="1" noChangeArrowheads="1" noChangeShapeType="1" noTextEdit="1"/>
              </p:cNvSpPr>
              <p:nvPr/>
            </p:nvSpPr>
            <p:spPr>
              <a:xfrm>
                <a:off x="8973206" y="518289"/>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AE1B653-C87E-90C1-A4E0-69B67F16C00D}"/>
                  </a:ext>
                </a:extLst>
              </p:cNvPr>
              <p:cNvSpPr txBox="1"/>
              <p:nvPr/>
            </p:nvSpPr>
            <p:spPr>
              <a:xfrm>
                <a:off x="8905458" y="142907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FAE1B653-C87E-90C1-A4E0-69B67F16C00D}"/>
                  </a:ext>
                </a:extLst>
              </p:cNvPr>
              <p:cNvSpPr txBox="1">
                <a:spLocks noRot="1" noChangeAspect="1" noMove="1" noResize="1" noEditPoints="1" noAdjustHandles="1" noChangeArrowheads="1" noChangeShapeType="1" noTextEdit="1"/>
              </p:cNvSpPr>
              <p:nvPr/>
            </p:nvSpPr>
            <p:spPr>
              <a:xfrm>
                <a:off x="8905458" y="1429075"/>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0D5F0B6-2BB9-62B0-A7B9-50CE52AD0422}"/>
              </a:ext>
            </a:extLst>
          </p:cNvPr>
          <p:cNvSpPr>
            <a:spLocks noChangeAspect="1"/>
          </p:cNvSpPr>
          <p:nvPr/>
        </p:nvSpPr>
        <p:spPr>
          <a:xfrm>
            <a:off x="8524898"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DFCB1A-362A-8BAD-0120-37DFD937AF08}"/>
              </a:ext>
            </a:extLst>
          </p:cNvPr>
          <p:cNvCxnSpPr>
            <a:cxnSpLocks/>
            <a:stCxn id="38" idx="0"/>
            <a:endCxn id="30" idx="2"/>
          </p:cNvCxnSpPr>
          <p:nvPr/>
        </p:nvCxnSpPr>
        <p:spPr>
          <a:xfrm flipV="1">
            <a:off x="8729969" y="272410"/>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F4FBC1-ADCE-394B-8CB8-33E410CF846F}"/>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F4FBC1-ADCE-394B-8CB8-33E410CF846F}"/>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18FD279-9B9E-8DDC-8DCB-BF63754E6F3B}"/>
              </a:ext>
            </a:extLst>
          </p:cNvPr>
          <p:cNvCxnSpPr>
            <a:cxnSpLocks/>
            <a:endCxn id="49" idx="1"/>
          </p:cNvCxnSpPr>
          <p:nvPr/>
        </p:nvCxnSpPr>
        <p:spPr>
          <a:xfrm>
            <a:off x="7765437" y="115658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BBAFAF0-9212-4A1B-1CE7-6CA2737117C7}"/>
              </a:ext>
            </a:extLst>
          </p:cNvPr>
          <p:cNvCxnSpPr>
            <a:cxnSpLocks/>
            <a:stCxn id="38" idx="4"/>
            <a:endCxn id="31" idx="2"/>
          </p:cNvCxnSpPr>
          <p:nvPr/>
        </p:nvCxnSpPr>
        <p:spPr>
          <a:xfrm>
            <a:off x="8729969" y="1405357"/>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E630482-8057-E892-3B41-88BBE302C6EB}"/>
              </a:ext>
            </a:extLst>
          </p:cNvPr>
          <p:cNvSpPr>
            <a:spLocks noChangeAspect="1"/>
          </p:cNvSpPr>
          <p:nvPr/>
        </p:nvSpPr>
        <p:spPr>
          <a:xfrm>
            <a:off x="10742623" y="99521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BFA90D38-ECA3-A603-712B-988EAA2A540F}"/>
              </a:ext>
            </a:extLst>
          </p:cNvPr>
          <p:cNvCxnSpPr>
            <a:cxnSpLocks/>
          </p:cNvCxnSpPr>
          <p:nvPr/>
        </p:nvCxnSpPr>
        <p:spPr>
          <a:xfrm flipV="1">
            <a:off x="11152764" y="118400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38B3414-4F91-03B3-80C9-8B491614FC89}"/>
                  </a:ext>
                </a:extLst>
              </p:cNvPr>
              <p:cNvSpPr txBox="1"/>
              <p:nvPr/>
            </p:nvSpPr>
            <p:spPr>
              <a:xfrm>
                <a:off x="11375112" y="777021"/>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38B3414-4F91-03B3-80C9-8B491614FC89}"/>
                  </a:ext>
                </a:extLst>
              </p:cNvPr>
              <p:cNvSpPr txBox="1">
                <a:spLocks noRot="1" noChangeAspect="1" noMove="1" noResize="1" noEditPoints="1" noAdjustHandles="1" noChangeArrowheads="1" noChangeShapeType="1" noTextEdit="1"/>
              </p:cNvSpPr>
              <p:nvPr/>
            </p:nvSpPr>
            <p:spPr>
              <a:xfrm>
                <a:off x="11375112" y="77702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BAD6DED-550A-664B-0732-3198CA80CB17}"/>
                  </a:ext>
                </a:extLst>
              </p:cNvPr>
              <p:cNvSpPr txBox="1"/>
              <p:nvPr/>
            </p:nvSpPr>
            <p:spPr>
              <a:xfrm>
                <a:off x="10724745" y="974658"/>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3BAD6DED-550A-664B-0732-3198CA80CB17}"/>
                  </a:ext>
                </a:extLst>
              </p:cNvPr>
              <p:cNvSpPr txBox="1">
                <a:spLocks noRot="1" noChangeAspect="1" noMove="1" noResize="1" noEditPoints="1" noAdjustHandles="1" noChangeArrowheads="1" noChangeShapeType="1" noTextEdit="1"/>
              </p:cNvSpPr>
              <p:nvPr/>
            </p:nvSpPr>
            <p:spPr>
              <a:xfrm>
                <a:off x="10724745" y="97465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5297D4-0ABB-9329-220F-0EF797FDE653}"/>
                  </a:ext>
                </a:extLst>
              </p:cNvPr>
              <p:cNvSpPr txBox="1"/>
              <p:nvPr/>
            </p:nvSpPr>
            <p:spPr>
              <a:xfrm>
                <a:off x="9511232" y="34714"/>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375297D4-0ABB-9329-220F-0EF797FDE653}"/>
                  </a:ext>
                </a:extLst>
              </p:cNvPr>
              <p:cNvSpPr txBox="1">
                <a:spLocks noRot="1" noChangeAspect="1" noMove="1" noResize="1" noEditPoints="1" noAdjustHandles="1" noChangeArrowheads="1" noChangeShapeType="1" noTextEdit="1"/>
              </p:cNvSpPr>
              <p:nvPr/>
            </p:nvSpPr>
            <p:spPr>
              <a:xfrm>
                <a:off x="9511232" y="3471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9E7B2E8-DA7B-9B44-0292-A57775A36248}"/>
                  </a:ext>
                </a:extLst>
              </p:cNvPr>
              <p:cNvSpPr txBox="1"/>
              <p:nvPr/>
            </p:nvSpPr>
            <p:spPr>
              <a:xfrm>
                <a:off x="9565904" y="1916940"/>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9E7B2E8-DA7B-9B44-0292-A57775A36248}"/>
                  </a:ext>
                </a:extLst>
              </p:cNvPr>
              <p:cNvSpPr txBox="1">
                <a:spLocks noRot="1" noChangeAspect="1" noMove="1" noResize="1" noEditPoints="1" noAdjustHandles="1" noChangeArrowheads="1" noChangeShapeType="1" noTextEdit="1"/>
              </p:cNvSpPr>
              <p:nvPr/>
            </p:nvSpPr>
            <p:spPr>
              <a:xfrm>
                <a:off x="9565904" y="1916940"/>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F66F788-9233-8182-0546-DC4A84BE0DF1}"/>
                  </a:ext>
                </a:extLst>
              </p:cNvPr>
              <p:cNvSpPr txBox="1"/>
              <p:nvPr/>
            </p:nvSpPr>
            <p:spPr>
              <a:xfrm>
                <a:off x="8506271" y="973205"/>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F66F788-9233-8182-0546-DC4A84BE0DF1}"/>
                  </a:ext>
                </a:extLst>
              </p:cNvPr>
              <p:cNvSpPr txBox="1">
                <a:spLocks noRot="1" noChangeAspect="1" noMove="1" noResize="1" noEditPoints="1" noAdjustHandles="1" noChangeArrowheads="1" noChangeShapeType="1" noTextEdit="1"/>
              </p:cNvSpPr>
              <p:nvPr/>
            </p:nvSpPr>
            <p:spPr>
              <a:xfrm>
                <a:off x="8506271" y="973205"/>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BBF66C3-511C-8563-5A5D-441EA70CEAA8}"/>
              </a:ext>
            </a:extLst>
          </p:cNvPr>
          <p:cNvCxnSpPr>
            <a:cxnSpLocks/>
          </p:cNvCxnSpPr>
          <p:nvPr/>
        </p:nvCxnSpPr>
        <p:spPr>
          <a:xfrm>
            <a:off x="7775840" y="59658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E842744-2807-C0F7-9DDA-E80AE5124BD7}"/>
              </a:ext>
            </a:extLst>
          </p:cNvPr>
          <p:cNvSpPr/>
          <p:nvPr/>
        </p:nvSpPr>
        <p:spPr>
          <a:xfrm>
            <a:off x="8320022" y="-5369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143FBDD-B725-0443-6A24-70D6F35D1B5C}"/>
              </a:ext>
            </a:extLst>
          </p:cNvPr>
          <p:cNvSpPr txBox="1"/>
          <p:nvPr/>
        </p:nvSpPr>
        <p:spPr>
          <a:xfrm>
            <a:off x="8334900" y="-23165"/>
            <a:ext cx="473206" cy="338554"/>
          </a:xfrm>
          <a:prstGeom prst="rect">
            <a:avLst/>
          </a:prstGeom>
          <a:noFill/>
        </p:spPr>
        <p:txBody>
          <a:bodyPr wrap="none" rtlCol="0">
            <a:spAutoFit/>
          </a:bodyPr>
          <a:lstStyle/>
          <a:p>
            <a:r>
              <a:rPr lang="en-US" sz="1600" dirty="0"/>
              <a:t>NN</a:t>
            </a:r>
          </a:p>
        </p:txBody>
      </p:sp>
      <p:sp>
        <p:nvSpPr>
          <p:cNvPr id="11" name="Rectangle: Rounded Corners 10">
            <a:extLst>
              <a:ext uri="{FF2B5EF4-FFF2-40B4-BE49-F238E27FC236}">
                <a16:creationId xmlns:a16="http://schemas.microsoft.com/office/drawing/2014/main" id="{D25CB7E9-1983-4A42-12DC-5DCA71912564}"/>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537D544B-C692-D512-9F24-CA79F26038D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69DFBFD5-7498-7584-99D3-025968A9B701}"/>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6D0D7D3-059D-8A96-5D0F-8FB4F4F38F08}"/>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4F193728-100A-0408-E9AF-F4E596430100}"/>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234712CC-6922-6146-6ACE-3222374742E3}"/>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CFCDC36-BDED-D4D0-1B43-BB0B6E3C378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E51C5A97-2E88-BF17-44BF-92172A209112}"/>
              </a:ext>
            </a:extLst>
          </p:cNvPr>
          <p:cNvSpPr txBox="1"/>
          <p:nvPr/>
        </p:nvSpPr>
        <p:spPr>
          <a:xfrm>
            <a:off x="0" y="2472501"/>
            <a:ext cx="862737" cy="369332"/>
          </a:xfrm>
          <a:prstGeom prst="rect">
            <a:avLst/>
          </a:prstGeom>
          <a:noFill/>
        </p:spPr>
        <p:txBody>
          <a:bodyPr wrap="none" rtlCol="0">
            <a:spAutoFit/>
          </a:bodyPr>
          <a:lstStyle/>
          <a:p>
            <a:r>
              <a:rPr lang="en-US" dirty="0"/>
              <a:t>Motif 1</a:t>
            </a:r>
          </a:p>
        </p:txBody>
      </p:sp>
      <p:graphicFrame>
        <p:nvGraphicFramePr>
          <p:cNvPr id="5" name="Table 4">
            <a:extLst>
              <a:ext uri="{FF2B5EF4-FFF2-40B4-BE49-F238E27FC236}">
                <a16:creationId xmlns:a16="http://schemas.microsoft.com/office/drawing/2014/main" id="{46DAD0F0-232F-1974-1648-EFAB17CB3BC7}"/>
              </a:ext>
            </a:extLst>
          </p:cNvPr>
          <p:cNvGraphicFramePr>
            <a:graphicFrameLocks noGrp="1"/>
          </p:cNvGraphicFramePr>
          <p:nvPr>
            <p:extLst>
              <p:ext uri="{D42A27DB-BD31-4B8C-83A1-F6EECF244321}">
                <p14:modId xmlns:p14="http://schemas.microsoft.com/office/powerpoint/2010/main" val="1684356953"/>
              </p:ext>
            </p:extLst>
          </p:nvPr>
        </p:nvGraphicFramePr>
        <p:xfrm>
          <a:off x="1093915" y="2797411"/>
          <a:ext cx="10078911" cy="3017520"/>
        </p:xfrm>
        <a:graphic>
          <a:graphicData uri="http://schemas.openxmlformats.org/drawingml/2006/table">
            <a:tbl>
              <a:tblPr firstRow="1" bandRow="1">
                <a:tableStyleId>{C4B1156A-380E-4F78-BDF5-A606A8083BF9}</a:tableStyleId>
              </a:tblPr>
              <a:tblGrid>
                <a:gridCol w="3386139">
                  <a:extLst>
                    <a:ext uri="{9D8B030D-6E8A-4147-A177-3AD203B41FA5}">
                      <a16:colId xmlns:a16="http://schemas.microsoft.com/office/drawing/2014/main" val="2247704463"/>
                    </a:ext>
                  </a:extLst>
                </a:gridCol>
                <a:gridCol w="2586223">
                  <a:extLst>
                    <a:ext uri="{9D8B030D-6E8A-4147-A177-3AD203B41FA5}">
                      <a16:colId xmlns:a16="http://schemas.microsoft.com/office/drawing/2014/main" val="1120151498"/>
                    </a:ext>
                  </a:extLst>
                </a:gridCol>
                <a:gridCol w="3026827">
                  <a:extLst>
                    <a:ext uri="{9D8B030D-6E8A-4147-A177-3AD203B41FA5}">
                      <a16:colId xmlns:a16="http://schemas.microsoft.com/office/drawing/2014/main" val="1328058479"/>
                    </a:ext>
                  </a:extLst>
                </a:gridCol>
                <a:gridCol w="107972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en-US" sz="1200" b="0" dirty="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0">
                <a:tc>
                  <a:txBody>
                    <a:bodyPr/>
                    <a:lstStyle/>
                    <a:p>
                      <a:r>
                        <a:rPr lang="pt-BR" sz="1200" dirty="0"/>
                        <a:t>r_Na (NN: neuron a)</a:t>
                      </a:r>
                      <a:endParaRPr lang="en-US" sz="1200" dirty="0"/>
                    </a:p>
                  </a:txBody>
                  <a:tcPr/>
                </a:tc>
                <a:tc>
                  <a:txBody>
                    <a:bodyPr/>
                    <a:lstStyle/>
                    <a:p>
                      <a:r>
                        <a:rPr lang="en-US" sz="1200" dirty="0"/>
                        <a:t>YMR113W</a:t>
                      </a:r>
                    </a:p>
                  </a:txBody>
                  <a:tcPr/>
                </a:tc>
                <a:tc>
                  <a:txBody>
                    <a:bodyPr/>
                    <a:lstStyle/>
                    <a:p>
                      <a:r>
                        <a:rPr lang="en-US" sz="1200" dirty="0">
                          <a:hlinkClick r:id="rId35"/>
                        </a:rPr>
                        <a:t>AF-Q12676-F1-model_v6.pdb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6"/>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YLR017W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7"/>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Tree>
    <p:extLst>
      <p:ext uri="{BB962C8B-B14F-4D97-AF65-F5344CB8AC3E}">
        <p14:creationId xmlns:p14="http://schemas.microsoft.com/office/powerpoint/2010/main" val="205448809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129720-0B18-5F0B-A773-ED78CCB00B4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5343A0BF-1810-7364-3D98-0294D2069565}"/>
              </a:ext>
            </a:extLst>
          </p:cNvPr>
          <p:cNvSpPr>
            <a:spLocks noChangeAspect="1"/>
          </p:cNvSpPr>
          <p:nvPr/>
        </p:nvSpPr>
        <p:spPr>
          <a:xfrm>
            <a:off x="4944144" y="47102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912AF6C-A014-8D13-915E-FE6E5D1521DB}"/>
                  </a:ext>
                </a:extLst>
              </p:cNvPr>
              <p:cNvSpPr txBox="1"/>
              <p:nvPr/>
            </p:nvSpPr>
            <p:spPr>
              <a:xfrm>
                <a:off x="4889948" y="442299"/>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442299"/>
                <a:ext cx="518558" cy="394019"/>
              </a:xfrm>
              <a:prstGeom prst="rect">
                <a:avLst/>
              </a:prstGeom>
              <a:blipFill>
                <a:blip r:embed="rId3"/>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074B41B-3ED7-1FFD-2567-E69B90F8FB4E}"/>
                  </a:ext>
                </a:extLst>
              </p:cNvPr>
              <p:cNvSpPr txBox="1"/>
              <p:nvPr/>
            </p:nvSpPr>
            <p:spPr>
              <a:xfrm>
                <a:off x="6042814" y="29628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96282"/>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EDE6596-EBCA-4DBE-FB59-70DD36868899}"/>
              </a:ext>
            </a:extLst>
          </p:cNvPr>
          <p:cNvSpPr>
            <a:spLocks noChangeAspect="1"/>
          </p:cNvSpPr>
          <p:nvPr/>
        </p:nvSpPr>
        <p:spPr>
          <a:xfrm>
            <a:off x="6106961" y="116434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FF1BBBB-BFFB-87DE-CBDB-90F50DCA1A4E}"/>
                  </a:ext>
                </a:extLst>
              </p:cNvPr>
              <p:cNvSpPr txBox="1"/>
              <p:nvPr/>
            </p:nvSpPr>
            <p:spPr>
              <a:xfrm>
                <a:off x="6048484" y="1139872"/>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139872"/>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26A2422-841F-67F5-B6B6-7B71A610FC40}"/>
                  </a:ext>
                </a:extLst>
              </p:cNvPr>
              <p:cNvSpPr txBox="1"/>
              <p:nvPr/>
            </p:nvSpPr>
            <p:spPr>
              <a:xfrm>
                <a:off x="4902707" y="117508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175084"/>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26EDDC7F-F4F2-9D2B-C5D3-18BECD96ABAC}"/>
              </a:ext>
            </a:extLst>
          </p:cNvPr>
          <p:cNvSpPr>
            <a:spLocks noChangeAspect="1"/>
          </p:cNvSpPr>
          <p:nvPr/>
        </p:nvSpPr>
        <p:spPr>
          <a:xfrm>
            <a:off x="4972754" y="19808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EC97A76-859E-35F9-EF4C-16A336397C41}"/>
                  </a:ext>
                </a:extLst>
              </p:cNvPr>
              <p:cNvSpPr txBox="1"/>
              <p:nvPr/>
            </p:nvSpPr>
            <p:spPr>
              <a:xfrm>
                <a:off x="4917219" y="194557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945576"/>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76EFE6-205B-A8BD-BC13-8E2DEE20C33E}"/>
              </a:ext>
            </a:extLst>
          </p:cNvPr>
          <p:cNvCxnSpPr>
            <a:cxnSpLocks/>
            <a:endCxn id="69" idx="3"/>
          </p:cNvCxnSpPr>
          <p:nvPr/>
        </p:nvCxnSpPr>
        <p:spPr>
          <a:xfrm flipV="1">
            <a:off x="4121730" y="796580"/>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0A92CE93-01C1-0A70-F204-54ED5FFB4CE3}"/>
              </a:ext>
            </a:extLst>
          </p:cNvPr>
          <p:cNvCxnSpPr>
            <a:cxnSpLocks/>
            <a:endCxn id="75" idx="1"/>
          </p:cNvCxnSpPr>
          <p:nvPr/>
        </p:nvCxnSpPr>
        <p:spPr>
          <a:xfrm>
            <a:off x="4125152" y="1290327"/>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3649C13-B590-A877-8210-9838BBA9B1BC}"/>
              </a:ext>
            </a:extLst>
          </p:cNvPr>
          <p:cNvCxnSpPr>
            <a:cxnSpLocks/>
            <a:stCxn id="74" idx="3"/>
            <a:endCxn id="72" idx="2"/>
          </p:cNvCxnSpPr>
          <p:nvPr/>
        </p:nvCxnSpPr>
        <p:spPr>
          <a:xfrm flipV="1">
            <a:off x="5410503" y="1355052"/>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1D0004D-02D0-3910-C80C-2CB3B3CAF9B2}"/>
              </a:ext>
            </a:extLst>
          </p:cNvPr>
          <p:cNvCxnSpPr>
            <a:cxnSpLocks/>
            <a:stCxn id="74" idx="2"/>
            <a:endCxn id="75" idx="0"/>
          </p:cNvCxnSpPr>
          <p:nvPr/>
        </p:nvCxnSpPr>
        <p:spPr>
          <a:xfrm>
            <a:off x="5156605" y="1544416"/>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94A21DE-6CD9-AB7F-6A00-787B0AC744E1}"/>
              </a:ext>
            </a:extLst>
          </p:cNvPr>
          <p:cNvCxnSpPr>
            <a:cxnSpLocks/>
            <a:stCxn id="69" idx="6"/>
          </p:cNvCxnSpPr>
          <p:nvPr/>
        </p:nvCxnSpPr>
        <p:spPr>
          <a:xfrm>
            <a:off x="5325558" y="661730"/>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2EDD0AA-2626-2DC5-17E4-C7D41C3C5C83}"/>
              </a:ext>
            </a:extLst>
          </p:cNvPr>
          <p:cNvCxnSpPr>
            <a:cxnSpLocks/>
            <a:stCxn id="71" idx="2"/>
            <a:endCxn id="72" idx="0"/>
          </p:cNvCxnSpPr>
          <p:nvPr/>
        </p:nvCxnSpPr>
        <p:spPr>
          <a:xfrm>
            <a:off x="6296712" y="665614"/>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0600332-D219-2437-E7EE-E794B7168610}"/>
              </a:ext>
            </a:extLst>
          </p:cNvPr>
          <p:cNvSpPr/>
          <p:nvPr/>
        </p:nvSpPr>
        <p:spPr>
          <a:xfrm>
            <a:off x="4449950" y="84551"/>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34FB9ACD-0E38-0ABC-F3CA-10FB7B4A2A9B}"/>
              </a:ext>
            </a:extLst>
          </p:cNvPr>
          <p:cNvSpPr txBox="1"/>
          <p:nvPr/>
        </p:nvSpPr>
        <p:spPr>
          <a:xfrm>
            <a:off x="4449950" y="68530"/>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05F682-D5C5-80F3-026F-A0166A1E2F71}"/>
                  </a:ext>
                </a:extLst>
              </p:cNvPr>
              <p:cNvSpPr txBox="1"/>
              <p:nvPr/>
            </p:nvSpPr>
            <p:spPr>
              <a:xfrm>
                <a:off x="0" y="1421671"/>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421671"/>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FE416A0-4F7C-6B0A-0AAA-AB5C1A38CB63}"/>
              </a:ext>
            </a:extLst>
          </p:cNvPr>
          <p:cNvSpPr/>
          <p:nvPr/>
        </p:nvSpPr>
        <p:spPr>
          <a:xfrm>
            <a:off x="813764" y="28796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D1E639F9-6FFE-A298-1D5E-E24C590FFA27}"/>
              </a:ext>
            </a:extLst>
          </p:cNvPr>
          <p:cNvSpPr txBox="1"/>
          <p:nvPr/>
        </p:nvSpPr>
        <p:spPr>
          <a:xfrm>
            <a:off x="787440" y="28796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91A997F-7AD2-7CA1-6AE3-19A89583705E}"/>
              </a:ext>
            </a:extLst>
          </p:cNvPr>
          <p:cNvSpPr>
            <a:spLocks noChangeAspect="1"/>
          </p:cNvSpPr>
          <p:nvPr/>
        </p:nvSpPr>
        <p:spPr>
          <a:xfrm>
            <a:off x="1051699" y="107635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FA540D2-9DFB-3B13-1A1F-18E74C17C88D}"/>
                  </a:ext>
                </a:extLst>
              </p:cNvPr>
              <p:cNvSpPr txBox="1"/>
              <p:nvPr/>
            </p:nvSpPr>
            <p:spPr>
              <a:xfrm>
                <a:off x="996672" y="105220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1052202"/>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6226F2D-B8C3-6CF4-EF73-168FD50CFA50}"/>
              </a:ext>
            </a:extLst>
          </p:cNvPr>
          <p:cNvSpPr>
            <a:spLocks noChangeAspect="1"/>
          </p:cNvSpPr>
          <p:nvPr/>
        </p:nvSpPr>
        <p:spPr>
          <a:xfrm>
            <a:off x="1155180" y="196971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1030A4-ADC9-3F29-B78C-E63769BC7FA5}"/>
                  </a:ext>
                </a:extLst>
              </p:cNvPr>
              <p:cNvSpPr txBox="1"/>
              <p:nvPr/>
            </p:nvSpPr>
            <p:spPr>
              <a:xfrm>
                <a:off x="1097393" y="196169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961690"/>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7F9C8FC-3B40-2CDB-B307-90A024B5C327}"/>
              </a:ext>
            </a:extLst>
          </p:cNvPr>
          <p:cNvSpPr>
            <a:spLocks noChangeAspect="1"/>
          </p:cNvSpPr>
          <p:nvPr/>
        </p:nvSpPr>
        <p:spPr>
          <a:xfrm>
            <a:off x="2221387" y="108021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BB32D3A-4D31-C52F-0B37-50089890CFF4}"/>
                  </a:ext>
                </a:extLst>
              </p:cNvPr>
              <p:cNvSpPr txBox="1"/>
              <p:nvPr/>
            </p:nvSpPr>
            <p:spPr>
              <a:xfrm>
                <a:off x="2166526" y="1051639"/>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1051639"/>
                <a:ext cx="518558" cy="394019"/>
              </a:xfrm>
              <a:prstGeom prst="rect">
                <a:avLst/>
              </a:prstGeom>
              <a:blipFill>
                <a:blip r:embed="rId11"/>
                <a:stretch>
                  <a:fillRect b="-9375"/>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6E29F78A-B8D6-5D1E-C25A-46D0C2CC104B}"/>
              </a:ext>
            </a:extLst>
          </p:cNvPr>
          <p:cNvCxnSpPr>
            <a:cxnSpLocks/>
            <a:stCxn id="67" idx="3"/>
            <a:endCxn id="81" idx="2"/>
          </p:cNvCxnSpPr>
          <p:nvPr/>
        </p:nvCxnSpPr>
        <p:spPr>
          <a:xfrm flipV="1">
            <a:off x="593368" y="1267066"/>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DE70F-7DFE-0D58-FC9C-0384692AA6A5}"/>
              </a:ext>
            </a:extLst>
          </p:cNvPr>
          <p:cNvCxnSpPr>
            <a:cxnSpLocks/>
            <a:stCxn id="67" idx="3"/>
            <a:endCxn id="83" idx="2"/>
          </p:cNvCxnSpPr>
          <p:nvPr/>
        </p:nvCxnSpPr>
        <p:spPr>
          <a:xfrm>
            <a:off x="593368" y="1606337"/>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1E90BAD2-8A78-5874-C03C-65F1B232F38A}"/>
              </a:ext>
            </a:extLst>
          </p:cNvPr>
          <p:cNvCxnSpPr>
            <a:cxnSpLocks/>
            <a:stCxn id="81" idx="6"/>
            <a:endCxn id="86" idx="2"/>
          </p:cNvCxnSpPr>
          <p:nvPr/>
        </p:nvCxnSpPr>
        <p:spPr>
          <a:xfrm>
            <a:off x="1433113" y="126706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0AC76E6C-6225-3262-5C8B-B63450705137}"/>
              </a:ext>
            </a:extLst>
          </p:cNvPr>
          <p:cNvCxnSpPr>
            <a:cxnSpLocks/>
            <a:stCxn id="83" idx="6"/>
            <a:endCxn id="98" idx="2"/>
          </p:cNvCxnSpPr>
          <p:nvPr/>
        </p:nvCxnSpPr>
        <p:spPr>
          <a:xfrm>
            <a:off x="1536594" y="216042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88EB8C73-3D0E-ED5A-44F3-D5A10D624EB8}"/>
              </a:ext>
            </a:extLst>
          </p:cNvPr>
          <p:cNvCxnSpPr>
            <a:cxnSpLocks/>
            <a:stCxn id="86" idx="6"/>
          </p:cNvCxnSpPr>
          <p:nvPr/>
        </p:nvCxnSpPr>
        <p:spPr>
          <a:xfrm>
            <a:off x="2602801" y="1270923"/>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8396017-2785-0A81-8190-5D36870170FD}"/>
                  </a:ext>
                </a:extLst>
              </p:cNvPr>
              <p:cNvSpPr txBox="1"/>
              <p:nvPr/>
            </p:nvSpPr>
            <p:spPr>
              <a:xfrm>
                <a:off x="2910701" y="902683"/>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90268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0FFCC80-7311-553B-113D-2B01AB99C628}"/>
                  </a:ext>
                </a:extLst>
              </p:cNvPr>
              <p:cNvSpPr txBox="1"/>
              <p:nvPr/>
            </p:nvSpPr>
            <p:spPr>
              <a:xfrm>
                <a:off x="1551725" y="89008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90088"/>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007722B-24B2-BDC5-F0FF-A0BBAAD5797D}"/>
                  </a:ext>
                </a:extLst>
              </p:cNvPr>
              <p:cNvSpPr txBox="1"/>
              <p:nvPr/>
            </p:nvSpPr>
            <p:spPr>
              <a:xfrm>
                <a:off x="1957366" y="212471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124718"/>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430005F-ABDD-DCCC-AE72-6B7DDADC1358}"/>
              </a:ext>
            </a:extLst>
          </p:cNvPr>
          <p:cNvSpPr>
            <a:spLocks noChangeAspect="1"/>
          </p:cNvSpPr>
          <p:nvPr/>
        </p:nvSpPr>
        <p:spPr>
          <a:xfrm>
            <a:off x="2984006" y="200330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621C98D-7C01-E6DF-F0E7-DCE48D3531AF}"/>
                  </a:ext>
                </a:extLst>
              </p:cNvPr>
              <p:cNvSpPr txBox="1"/>
              <p:nvPr/>
            </p:nvSpPr>
            <p:spPr>
              <a:xfrm>
                <a:off x="2918451" y="196495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964950"/>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11B9C46-7A04-390A-2951-35AAC9D0BAB2}"/>
              </a:ext>
            </a:extLst>
          </p:cNvPr>
          <p:cNvCxnSpPr>
            <a:cxnSpLocks/>
            <a:stCxn id="94" idx="2"/>
            <a:endCxn id="98" idx="0"/>
          </p:cNvCxnSpPr>
          <p:nvPr/>
        </p:nvCxnSpPr>
        <p:spPr>
          <a:xfrm>
            <a:off x="3164599" y="127201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3D14B75-0FAD-E097-E960-5ADAE059DE5D}"/>
                  </a:ext>
                </a:extLst>
              </p:cNvPr>
              <p:cNvSpPr txBox="1"/>
              <p:nvPr/>
            </p:nvSpPr>
            <p:spPr>
              <a:xfrm>
                <a:off x="3796741" y="793933"/>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93933"/>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222CF62C-B0EC-8707-6F72-554FC5C4336B}"/>
                  </a:ext>
                </a:extLst>
              </p:cNvPr>
              <p:cNvSpPr txBox="1"/>
              <p:nvPr/>
            </p:nvSpPr>
            <p:spPr>
              <a:xfrm>
                <a:off x="7415254" y="25062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250620"/>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B68370D-8D01-BCF2-2431-FFC0499F6EE0}"/>
              </a:ext>
            </a:extLst>
          </p:cNvPr>
          <p:cNvSpPr>
            <a:spLocks noChangeAspect="1"/>
          </p:cNvSpPr>
          <p:nvPr/>
        </p:nvSpPr>
        <p:spPr>
          <a:xfrm>
            <a:off x="9575979" y="14275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EBD0340-47EC-ADA8-7445-CD0631D5BC6E}"/>
              </a:ext>
            </a:extLst>
          </p:cNvPr>
          <p:cNvSpPr>
            <a:spLocks noChangeAspect="1"/>
          </p:cNvSpPr>
          <p:nvPr/>
        </p:nvSpPr>
        <p:spPr>
          <a:xfrm>
            <a:off x="9585689" y="20138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55622202-F609-2C1A-F516-517A82E058B1}"/>
              </a:ext>
            </a:extLst>
          </p:cNvPr>
          <p:cNvCxnSpPr>
            <a:cxnSpLocks/>
            <a:stCxn id="31" idx="6"/>
            <a:endCxn id="43" idx="3"/>
          </p:cNvCxnSpPr>
          <p:nvPr/>
        </p:nvCxnSpPr>
        <p:spPr>
          <a:xfrm flipV="1">
            <a:off x="9995830" y="1420709"/>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FB63E43-7EE7-BC79-B36E-14E4FDBF4933}"/>
              </a:ext>
            </a:extLst>
          </p:cNvPr>
          <p:cNvCxnSpPr>
            <a:cxnSpLocks/>
            <a:stCxn id="30" idx="6"/>
            <a:endCxn id="43" idx="1"/>
          </p:cNvCxnSpPr>
          <p:nvPr/>
        </p:nvCxnSpPr>
        <p:spPr>
          <a:xfrm>
            <a:off x="9986120" y="347826"/>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84997EB-3E76-6EBE-5EAF-E0DD7C089139}"/>
                  </a:ext>
                </a:extLst>
              </p:cNvPr>
              <p:cNvSpPr txBox="1"/>
              <p:nvPr/>
            </p:nvSpPr>
            <p:spPr>
              <a:xfrm>
                <a:off x="10078291" y="240629"/>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240629"/>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90CA432-9E79-083A-5C5A-BAC422D433AD}"/>
                  </a:ext>
                </a:extLst>
              </p:cNvPr>
              <p:cNvSpPr txBox="1"/>
              <p:nvPr/>
            </p:nvSpPr>
            <p:spPr>
              <a:xfrm>
                <a:off x="10136554" y="176868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768688"/>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32D9772-B285-9955-5E26-5F7D790EB219}"/>
                  </a:ext>
                </a:extLst>
              </p:cNvPr>
              <p:cNvSpPr txBox="1"/>
              <p:nvPr/>
            </p:nvSpPr>
            <p:spPr>
              <a:xfrm>
                <a:off x="8973206" y="5937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932D9772-B285-9955-5E26-5F7D790EB219}"/>
                  </a:ext>
                </a:extLst>
              </p:cNvPr>
              <p:cNvSpPr txBox="1">
                <a:spLocks noRot="1" noChangeAspect="1" noMove="1" noResize="1" noEditPoints="1" noAdjustHandles="1" noChangeArrowheads="1" noChangeShapeType="1" noTextEdit="1"/>
              </p:cNvSpPr>
              <p:nvPr/>
            </p:nvSpPr>
            <p:spPr>
              <a:xfrm>
                <a:off x="8973206" y="593705"/>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1FC24E9-40AC-0F50-6C79-CDC40C7AD116}"/>
                  </a:ext>
                </a:extLst>
              </p:cNvPr>
              <p:cNvSpPr txBox="1"/>
              <p:nvPr/>
            </p:nvSpPr>
            <p:spPr>
              <a:xfrm>
                <a:off x="8905458" y="15044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1FC24E9-40AC-0F50-6C79-CDC40C7AD116}"/>
                  </a:ext>
                </a:extLst>
              </p:cNvPr>
              <p:cNvSpPr txBox="1">
                <a:spLocks noRot="1" noChangeAspect="1" noMove="1" noResize="1" noEditPoints="1" noAdjustHandles="1" noChangeArrowheads="1" noChangeShapeType="1" noTextEdit="1"/>
              </p:cNvSpPr>
              <p:nvPr/>
            </p:nvSpPr>
            <p:spPr>
              <a:xfrm>
                <a:off x="8905458" y="1504491"/>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57F5F14C-A0F1-F44B-866A-4ADA2714D436}"/>
              </a:ext>
            </a:extLst>
          </p:cNvPr>
          <p:cNvSpPr>
            <a:spLocks noChangeAspect="1"/>
          </p:cNvSpPr>
          <p:nvPr/>
        </p:nvSpPr>
        <p:spPr>
          <a:xfrm>
            <a:off x="8524898" y="107063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AC63809-5682-FCB1-AEA9-F12490A8C1C6}"/>
              </a:ext>
            </a:extLst>
          </p:cNvPr>
          <p:cNvCxnSpPr>
            <a:cxnSpLocks/>
            <a:stCxn id="38" idx="0"/>
            <a:endCxn id="30" idx="2"/>
          </p:cNvCxnSpPr>
          <p:nvPr/>
        </p:nvCxnSpPr>
        <p:spPr>
          <a:xfrm flipV="1">
            <a:off x="8729969" y="347826"/>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4936B6-7E91-7C6C-5093-863F37199D8B}"/>
                  </a:ext>
                </a:extLst>
              </p:cNvPr>
              <p:cNvSpPr txBox="1"/>
              <p:nvPr/>
            </p:nvSpPr>
            <p:spPr>
              <a:xfrm>
                <a:off x="7804966" y="862666"/>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862666"/>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8E08CC77-C4F7-D201-3E09-C379186FF4E6}"/>
              </a:ext>
            </a:extLst>
          </p:cNvPr>
          <p:cNvCxnSpPr>
            <a:cxnSpLocks/>
            <a:endCxn id="49" idx="1"/>
          </p:cNvCxnSpPr>
          <p:nvPr/>
        </p:nvCxnSpPr>
        <p:spPr>
          <a:xfrm>
            <a:off x="7765437" y="1231998"/>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9A01100-F4D2-5671-1096-7AB9E355F27C}"/>
              </a:ext>
            </a:extLst>
          </p:cNvPr>
          <p:cNvCxnSpPr>
            <a:cxnSpLocks/>
            <a:stCxn id="38" idx="4"/>
            <a:endCxn id="31" idx="2"/>
          </p:cNvCxnSpPr>
          <p:nvPr/>
        </p:nvCxnSpPr>
        <p:spPr>
          <a:xfrm>
            <a:off x="8729969" y="1480773"/>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1F7B628-1CFE-0478-3E3C-0B5CFFAA6739}"/>
              </a:ext>
            </a:extLst>
          </p:cNvPr>
          <p:cNvSpPr>
            <a:spLocks noChangeAspect="1"/>
          </p:cNvSpPr>
          <p:nvPr/>
        </p:nvSpPr>
        <p:spPr>
          <a:xfrm>
            <a:off x="10742623" y="107063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2DD8ACB9-79A4-DCE0-3427-EEE808DF3491}"/>
              </a:ext>
            </a:extLst>
          </p:cNvPr>
          <p:cNvCxnSpPr>
            <a:cxnSpLocks/>
          </p:cNvCxnSpPr>
          <p:nvPr/>
        </p:nvCxnSpPr>
        <p:spPr>
          <a:xfrm flipV="1">
            <a:off x="11152764" y="1259420"/>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79C142-E8D5-86F9-2A03-EFF8BDEF2062}"/>
                  </a:ext>
                </a:extLst>
              </p:cNvPr>
              <p:cNvSpPr txBox="1"/>
              <p:nvPr/>
            </p:nvSpPr>
            <p:spPr>
              <a:xfrm>
                <a:off x="11375112" y="852437"/>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852437"/>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009A5F7-2C31-8836-8FCC-571EC964528F}"/>
                  </a:ext>
                </a:extLst>
              </p:cNvPr>
              <p:cNvSpPr txBox="1"/>
              <p:nvPr/>
            </p:nvSpPr>
            <p:spPr>
              <a:xfrm>
                <a:off x="10724745" y="105007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1050074"/>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5EBECB-0459-10CC-CD27-2B8F4CC6EFBF}"/>
                  </a:ext>
                </a:extLst>
              </p:cNvPr>
              <p:cNvSpPr txBox="1"/>
              <p:nvPr/>
            </p:nvSpPr>
            <p:spPr>
              <a:xfrm>
                <a:off x="9511232" y="110130"/>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110130"/>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51E4F124-BE5E-B4B6-4A04-EC6B298BAEF8}"/>
                  </a:ext>
                </a:extLst>
              </p:cNvPr>
              <p:cNvSpPr txBox="1"/>
              <p:nvPr/>
            </p:nvSpPr>
            <p:spPr>
              <a:xfrm>
                <a:off x="9565904" y="1992356"/>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92356"/>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B8D59FE-674A-78B2-262C-1CCCED3F43C0}"/>
                  </a:ext>
                </a:extLst>
              </p:cNvPr>
              <p:cNvSpPr txBox="1"/>
              <p:nvPr/>
            </p:nvSpPr>
            <p:spPr>
              <a:xfrm>
                <a:off x="8506271" y="1048621"/>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BB8D59FE-674A-78B2-262C-1CCCED3F43C0}"/>
                  </a:ext>
                </a:extLst>
              </p:cNvPr>
              <p:cNvSpPr txBox="1">
                <a:spLocks noRot="1" noChangeAspect="1" noMove="1" noResize="1" noEditPoints="1" noAdjustHandles="1" noChangeArrowheads="1" noChangeShapeType="1" noTextEdit="1"/>
              </p:cNvSpPr>
              <p:nvPr/>
            </p:nvSpPr>
            <p:spPr>
              <a:xfrm>
                <a:off x="8506271" y="1048621"/>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2F227AF4-42EA-C0A5-ACF8-B7112576FFE9}"/>
              </a:ext>
            </a:extLst>
          </p:cNvPr>
          <p:cNvCxnSpPr>
            <a:cxnSpLocks/>
          </p:cNvCxnSpPr>
          <p:nvPr/>
        </p:nvCxnSpPr>
        <p:spPr>
          <a:xfrm>
            <a:off x="7775840" y="672005"/>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55F38F38-39E6-25C5-8C42-4C168622CFE9}"/>
              </a:ext>
            </a:extLst>
          </p:cNvPr>
          <p:cNvSpPr/>
          <p:nvPr/>
        </p:nvSpPr>
        <p:spPr>
          <a:xfrm>
            <a:off x="8320022" y="21721"/>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FE996812-DCA4-E3BC-1A2D-D7D71329D232}"/>
              </a:ext>
            </a:extLst>
          </p:cNvPr>
          <p:cNvSpPr txBox="1"/>
          <p:nvPr/>
        </p:nvSpPr>
        <p:spPr>
          <a:xfrm>
            <a:off x="8334900" y="52251"/>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78964D99-5FD0-98EB-A7A0-2E566B506D06}"/>
              </a:ext>
            </a:extLst>
          </p:cNvPr>
          <p:cNvGraphicFramePr>
            <a:graphicFrameLocks noGrp="1"/>
          </p:cNvGraphicFramePr>
          <p:nvPr>
            <p:extLst>
              <p:ext uri="{D42A27DB-BD31-4B8C-83A1-F6EECF244321}">
                <p14:modId xmlns:p14="http://schemas.microsoft.com/office/powerpoint/2010/main" val="2557214299"/>
              </p:ext>
            </p:extLst>
          </p:nvPr>
        </p:nvGraphicFramePr>
        <p:xfrm>
          <a:off x="278688" y="2802843"/>
          <a:ext cx="11215655" cy="3200400"/>
        </p:xfrm>
        <a:graphic>
          <a:graphicData uri="http://schemas.openxmlformats.org/drawingml/2006/table">
            <a:tbl>
              <a:tblPr firstRow="1" bandRow="1">
                <a:tableStyleId>{C4B1156A-380E-4F78-BDF5-A606A8083BF9}</a:tableStyleId>
              </a:tblPr>
              <a:tblGrid>
                <a:gridCol w="2226216">
                  <a:extLst>
                    <a:ext uri="{9D8B030D-6E8A-4147-A177-3AD203B41FA5}">
                      <a16:colId xmlns:a16="http://schemas.microsoft.com/office/drawing/2014/main" val="2247704463"/>
                    </a:ext>
                  </a:extLst>
                </a:gridCol>
                <a:gridCol w="7335078">
                  <a:extLst>
                    <a:ext uri="{9D8B030D-6E8A-4147-A177-3AD203B41FA5}">
                      <a16:colId xmlns:a16="http://schemas.microsoft.com/office/drawing/2014/main" val="1120151498"/>
                    </a:ext>
                  </a:extLst>
                </a:gridCol>
                <a:gridCol w="1654361">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H + C6H11NO3 + C5H8NO4(m_c) + C21H26N7O17P3  -&gt;  H2O + C11H19N2O6 + C21H25N7O17P3(m_Df)</a:t>
                      </a:r>
                      <a:endParaRPr lang="en-US" sz="1200" b="0" dirty="0"/>
                    </a:p>
                  </a:txBody>
                  <a:tcPr/>
                </a:tc>
                <a:tc>
                  <a:txBody>
                    <a:bodyPr/>
                    <a:lstStyle/>
                    <a:p>
                      <a:r>
                        <a:rPr lang="en-US" sz="1200" b="0" dirty="0"/>
                        <a:t>YNR050C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C4H6NO4 + C5H8NO4(m_c)  -&gt;  C4H6NO4(m_Ds) + C5H8NO4</a:t>
                      </a:r>
                      <a:endParaRPr lang="en-US" sz="1200" dirty="0"/>
                    </a:p>
                  </a:txBody>
                  <a:tcPr/>
                </a:tc>
                <a:tc>
                  <a:txBody>
                    <a:bodyPr/>
                    <a:lstStyle/>
                    <a:p>
                      <a:r>
                        <a:rPr lang="en-US" sz="1200" dirty="0"/>
                        <a:t>YPR021C</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YLR027C+ C21H25N7O17P3(m_Df)  -&gt;  C5H4O5(m_d) + CO2 + C21H26N7O17P3</a:t>
                      </a:r>
                      <a:endParaRPr lang="en-US" sz="1200" dirty="0"/>
                    </a:p>
                  </a:txBody>
                  <a:tcPr/>
                </a:tc>
                <a:tc>
                  <a:txBody>
                    <a:bodyPr/>
                    <a:lstStyle/>
                    <a:p>
                      <a:r>
                        <a:rPr lang="en-US" sz="1200" dirty="0"/>
                        <a:t>YBR166C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C5H4O5(m_d) + C4H6NO4(m_Ds)  -&gt;  C5H8NO4(m_c) + C4H2O5</a:t>
                      </a:r>
                      <a:endParaRPr lang="en-US" sz="1200" dirty="0"/>
                    </a:p>
                  </a:txBody>
                  <a:tcPr/>
                </a:tc>
                <a:tc>
                  <a:txBody>
                    <a:bodyPr/>
                    <a:lstStyle/>
                    <a:p>
                      <a:r>
                        <a:rPr lang="en-US" sz="1200" dirty="0"/>
                        <a:t>YLR174W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C5H4O5(m_d) + C4H9NO2  -&gt;  C5H8NO4(m_c) + C4H5O3</a:t>
                      </a:r>
                      <a:endParaRPr lang="en-US" sz="1200" dirty="0"/>
                    </a:p>
                  </a:txBody>
                  <a:tcPr/>
                </a:tc>
                <a:tc>
                  <a:txBody>
                    <a:bodyPr/>
                    <a:lstStyle/>
                    <a:p>
                      <a:r>
                        <a:rPr lang="en-US" sz="1200" dirty="0"/>
                        <a:t>YGR019W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pt-BR" sz="1200" dirty="0"/>
                        <a:t>C5H4O5(m_d) + H4N(m_Cs) + H + C21H26N7O17P3  -&gt;  H2O + C5H8NO4(m_c) + C21H25N7O17P3(m_Df)</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pt-BR" sz="1200" dirty="0"/>
                        <a:t>H4N(m_Cs) + C10H12N5O13P3 + C5H8NO4(m_c)  -&gt;  C10H12N5O10P2 + H + C5H10N2O3 + HO4P(m_Nc)</a:t>
                      </a:r>
                      <a:endParaRPr lang="en-US" sz="1200" dirty="0"/>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C14H13N6O3 + C10H12N5O13P3 + C5H8NO4(m_c)  -&gt;  C10H12N5O10P2 + C19H19N7O6 + H + HO4P(m_Nc)</a:t>
                      </a:r>
                      <a:endParaRPr lang="en-US" sz="1200" dirty="0"/>
                    </a:p>
                  </a:txBody>
                  <a:tcPr/>
                </a:tc>
                <a:tc>
                  <a:txBody>
                    <a:bodyPr/>
                    <a:lstStyle/>
                    <a:p>
                      <a:r>
                        <a:rPr lang="en-US" sz="1200" dirty="0"/>
                        <a:t>YMR113W</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pt-BR" sz="1200" dirty="0"/>
                        <a:t>C10H12N5O13P3 + C3H7NO2S + C5H8NO4(m_c)  -&gt;  C10H12N5O10P2 + H + C8H13N2O5S + HO4P(m_Nc)</a:t>
                      </a:r>
                      <a:endParaRPr lang="en-US" sz="1200" dirty="0"/>
                    </a:p>
                  </a:txBody>
                  <a:tcPr/>
                </a:tc>
                <a:tc>
                  <a:txBody>
                    <a:bodyPr/>
                    <a:lstStyle/>
                    <a:p>
                      <a:r>
                        <a:rPr lang="en-US" sz="1200" dirty="0"/>
                        <a:t>YJL101C</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C11H15N5O3S + HO4P(m_Nc)  -&gt;  C5H5N5 + C6H11O7PS</a:t>
                      </a:r>
                      <a:endParaRPr lang="en-US" sz="1200" dirty="0"/>
                    </a:p>
                  </a:txBody>
                  <a:tcPr/>
                </a:tc>
                <a:tc>
                  <a:txBody>
                    <a:bodyPr/>
                    <a:lstStyle/>
                    <a:p>
                      <a:r>
                        <a:rPr lang="en-US" sz="1200" dirty="0"/>
                        <a:t>YLR017W</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E6600D5E-30AA-3804-8902-E725F09807D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DF5439E-55BF-3957-539C-E80AC9C6CF5E}"/>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2F8DCFF1-BD57-F6FC-3124-9739B4C039D6}"/>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1AAB181B-37B1-AABA-121B-50A9C046178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F247BD7E-32CC-C617-0C4A-909F3E5CF0CF}"/>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F0AC7A-753A-D19A-D3E9-31EA911AB41B}"/>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94D1F4E8-E168-216B-572E-1C2AA9DF6791}"/>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8CCDFCFB-871B-7E9D-0E6E-D427EBB4F96A}"/>
              </a:ext>
            </a:extLst>
          </p:cNvPr>
          <p:cNvSpPr txBox="1"/>
          <p:nvPr/>
        </p:nvSpPr>
        <p:spPr>
          <a:xfrm>
            <a:off x="-32279" y="2453147"/>
            <a:ext cx="862737" cy="369332"/>
          </a:xfrm>
          <a:prstGeom prst="rect">
            <a:avLst/>
          </a:prstGeom>
          <a:noFill/>
        </p:spPr>
        <p:txBody>
          <a:bodyPr wrap="none" rtlCol="0">
            <a:spAutoFit/>
          </a:bodyPr>
          <a:lstStyle/>
          <a:p>
            <a:r>
              <a:rPr lang="en-US" dirty="0"/>
              <a:t>Motif 1</a:t>
            </a:r>
          </a:p>
        </p:txBody>
      </p:sp>
    </p:spTree>
    <p:extLst>
      <p:ext uri="{BB962C8B-B14F-4D97-AF65-F5344CB8AC3E}">
        <p14:creationId xmlns:p14="http://schemas.microsoft.com/office/powerpoint/2010/main" val="26829717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AB873-4EB4-6BEA-CF88-C39EABAA37A9}"/>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1B636C2-77E5-22D3-1266-906797BFCDBA}"/>
              </a:ext>
            </a:extLst>
          </p:cNvPr>
          <p:cNvPicPr>
            <a:picLocks noChangeAspect="1"/>
          </p:cNvPicPr>
          <p:nvPr/>
        </p:nvPicPr>
        <p:blipFill>
          <a:blip r:embed="rId3"/>
          <a:stretch>
            <a:fillRect/>
          </a:stretch>
        </p:blipFill>
        <p:spPr>
          <a:xfrm>
            <a:off x="2489892" y="2079007"/>
            <a:ext cx="6397265" cy="4777704"/>
          </a:xfrm>
          <a:prstGeom prst="rect">
            <a:avLst/>
          </a:prstGeom>
        </p:spPr>
      </p:pic>
      <p:grpSp>
        <p:nvGrpSpPr>
          <p:cNvPr id="6" name="Group 5">
            <a:extLst>
              <a:ext uri="{FF2B5EF4-FFF2-40B4-BE49-F238E27FC236}">
                <a16:creationId xmlns:a16="http://schemas.microsoft.com/office/drawing/2014/main" id="{B864749D-E437-E399-E2C9-A0B6C34CAEEE}"/>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21DE4E9C-6FE6-45BC-9541-D56EFEE36B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1D64299-4C10-2108-727E-D73856E7E84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81D64299-4C10-2108-727E-D73856E7E84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846EA13-11D9-9A54-07CD-78196B29377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C846EA13-11D9-9A54-07CD-78196B29377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44ACF802-28A8-034F-639D-98961E039829}"/>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021D3C8-AE7C-107F-8D2E-FC14B4A7059D}"/>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F021D3C8-AE7C-107F-8D2E-FC14B4A7059D}"/>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062D37F-BF90-E17F-C287-056F70662DF1}"/>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062D37F-BF90-E17F-C287-056F70662DF1}"/>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BF1A0D9-B21E-103C-E404-6DC8B244606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7BEFAC1-B6C8-04DC-B304-0850775495FE}"/>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47BEFAC1-B6C8-04DC-B304-0850775495FE}"/>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28BAEFA-7E49-56EA-D047-69F130B827F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4E68FC-14A2-F009-5F2C-F3AFE7E3E76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2448B32-11E1-10F4-CE94-FE04822C180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EBDE0F9-035B-E294-0B84-C947C7ED6495}"/>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FA1F25E-C78F-ED08-7C99-29815254DA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8A7FEE76-9FC0-9D52-C6DD-F013C48E1EE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27DC2DE-F212-5F52-88D6-B9C5BC9D7F85}"/>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79FFAD6A-30A5-EB3D-45D0-F1A2D127D45B}"/>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4421EBB-7851-EDD8-C041-592E50AC72EA}"/>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24421EBB-7851-EDD8-C041-592E50AC72EA}"/>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3226CFA-F7E0-22E2-DC2D-02975FECDE67}"/>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38C8E52F-99C3-21CD-D2AA-5C0A17A88F0C}"/>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DDEAA90-6692-0FA0-F8A1-6762D64A191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4DB6183-C302-58CA-5345-5951643CCFA4}"/>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04DB6183-C302-58CA-5345-5951643CCFA4}"/>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08FEB3F-3E6B-CFD5-6064-83A6876A998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D6AD12B-74DC-4FFA-4F86-2CA0C23E757B}"/>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FD6AD12B-74DC-4FFA-4F86-2CA0C23E757B}"/>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3FACBFA-CEF3-5141-2ADA-A5B02323986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7AFC072D-DE82-5318-7950-9F894D85D44F}"/>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7AFC072D-DE82-5318-7950-9F894D85D44F}"/>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84558AF-6815-B90F-36DC-C7D95399FC9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11A7346-72E0-FEDB-64F1-B03A961F9419}"/>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50529DA7-1CFC-0A6B-A1B1-D237A6F31E9A}"/>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1E54E44B-C474-E796-58BC-5D8D6693E6C8}"/>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2938815-4F8A-3466-C01B-0ADD6E25459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F93E934-5799-6CBE-2C4A-14306C0FCD4A}"/>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EF93E934-5799-6CBE-2C4A-14306C0FCD4A}"/>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206C0D4F-2903-6CF0-69E1-CC39B4F6E72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206C0D4F-2903-6CF0-69E1-CC39B4F6E72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C1DE4BD-24FD-8627-6512-343ECD7FF52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0C1DE4BD-24FD-8627-6512-343ECD7FF52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89B2A67-6168-8FC1-DC25-D07A4D9C3732}"/>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1639BEC-1451-BC2F-2D10-998E93096EA7}"/>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C1639BEC-1451-BC2F-2D10-998E93096EA7}"/>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3CB9E598-CB34-6D25-E669-B5B6909F91D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635A7781-69A9-AFE5-2D58-ACD778551BEE}"/>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635A7781-69A9-AFE5-2D58-ACD778551BEE}"/>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AC800E0-DCD8-4F6D-8B4B-08864F2104E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AC800E0-DCD8-4F6D-8B4B-08864F2104E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D72D7D0-895C-59C1-235D-D52BD613E6EE}"/>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9A6D4F7-999A-50E5-FB74-54D0DF615A6B}"/>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8A37EC56-D45C-A3A7-2CD5-FB32E735ECAA}"/>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66F8A06-1AC3-4E36-DDEC-DDD7CCC9B75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F8AAE82-CEA6-D95F-FB64-BBD56E24FD9A}"/>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CF8AAE82-CEA6-D95F-FB64-BBD56E24FD9A}"/>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7659DB6-301D-78D7-4DC2-29357380F19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37659DB6-301D-78D7-4DC2-29357380F19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32A429B-B785-95A6-E0C8-AE6F6A9ECFE2}"/>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32A429B-B785-95A6-E0C8-AE6F6A9ECFE2}"/>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633F17A-FD57-3440-C217-626AEEA779D7}"/>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0633F17A-FD57-3440-C217-626AEEA779D7}"/>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E8785205-A9BE-540C-49D1-10085D7DD84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D38BD13F-346E-F4BD-D6E6-0385FA49FD8A}"/>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C626A42-AFBE-BD72-CC6F-5724BE948703}"/>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C626A42-AFBE-BD72-CC6F-5724BE948703}"/>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C7ADE0BD-9357-7B06-5BE4-3AB0BD6AE3F2}"/>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A6A598-4326-4754-AA64-0A1F982AB77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2E5D03D-CCC6-5E54-D355-C49BB10EA2E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92DCF663-5698-845E-AE9E-6466C36FFC30}"/>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0409BE3-0B9F-0AA1-2335-67775E3233B3}"/>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90409BE3-0B9F-0AA1-2335-67775E3233B3}"/>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103CDE5-276F-376C-5F9A-04C7E7E5EE94}"/>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5103CDE5-276F-376C-5F9A-04C7E7E5EE94}"/>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14FC2FF-2F14-ED60-7C8F-7CAC56E318AE}"/>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D14FC2FF-2F14-ED60-7C8F-7CAC56E318AE}"/>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FB8A0B52-D97F-7A8D-98B9-BC1A823D2966}"/>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FB8A0B52-D97F-7A8D-98B9-BC1A823D2966}"/>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BDA3EB23-2D30-B98C-2470-23043B7E2167}"/>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BDA3EB23-2D30-B98C-2470-23043B7E2167}"/>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4313638E-8CD5-D8B8-CD76-50B04894DEE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EBB0EDF-B9AA-F9FC-128E-16FC0A56A3C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8A400417-ACED-DA29-14DC-56EDC1A86B9D}"/>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C39D56A5-12A5-A22C-E69F-F7DD1FA061BF}"/>
              </a:ext>
            </a:extLst>
          </p:cNvPr>
          <p:cNvSpPr txBox="1"/>
          <p:nvPr/>
        </p:nvSpPr>
        <p:spPr>
          <a:xfrm>
            <a:off x="3144899" y="1921743"/>
            <a:ext cx="862737" cy="369332"/>
          </a:xfrm>
          <a:prstGeom prst="rect">
            <a:avLst/>
          </a:prstGeom>
          <a:noFill/>
        </p:spPr>
        <p:txBody>
          <a:bodyPr wrap="none" rtlCol="0">
            <a:spAutoFit/>
          </a:bodyPr>
          <a:lstStyle/>
          <a:p>
            <a:r>
              <a:rPr lang="en-US" dirty="0"/>
              <a:t>Motif 1</a:t>
            </a:r>
          </a:p>
        </p:txBody>
      </p:sp>
      <p:sp>
        <p:nvSpPr>
          <p:cNvPr id="7" name="Rectangle: Rounded Corners 6">
            <a:extLst>
              <a:ext uri="{FF2B5EF4-FFF2-40B4-BE49-F238E27FC236}">
                <a16:creationId xmlns:a16="http://schemas.microsoft.com/office/drawing/2014/main" id="{ABF171EF-1155-2D87-4A85-4256BE627AA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EEE3F3A3-C6E4-47C2-6296-530377303B22}"/>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ADE78E90-D1B3-3623-BB04-3ABE30F2DBB4}"/>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C5DD3330-16F5-9FAC-A9CD-860A5787E153}"/>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435173AD-264C-0737-031F-6E7144E0B27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E886822F-5D3E-DB54-ABA0-086FB212BF2F}"/>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C6024A21-4BB1-1384-4D2B-1613A19EC988}"/>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FA7990F-06AB-222D-6FB0-E0254A1ABD42}"/>
              </a:ext>
            </a:extLst>
          </p:cNvPr>
          <p:cNvSpPr/>
          <p:nvPr/>
        </p:nvSpPr>
        <p:spPr>
          <a:xfrm>
            <a:off x="7715000" y="3541731"/>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2AAB4EC4-5FA8-79C7-5010-7E9AC23791C9}"/>
              </a:ext>
            </a:extLst>
          </p:cNvPr>
          <p:cNvSpPr/>
          <p:nvPr/>
        </p:nvSpPr>
        <p:spPr>
          <a:xfrm>
            <a:off x="6559643" y="3553459"/>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951DB8E5-F127-C9F5-4B7B-E34A49FA1623}"/>
              </a:ext>
            </a:extLst>
          </p:cNvPr>
          <p:cNvSpPr/>
          <p:nvPr/>
        </p:nvSpPr>
        <p:spPr>
          <a:xfrm>
            <a:off x="4801641" y="34179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9139DFA-9D50-C427-E9B8-F03C04481EC0}"/>
                  </a:ext>
                </a:extLst>
              </p:cNvPr>
              <p:cNvSpPr txBox="1"/>
              <p:nvPr/>
            </p:nvSpPr>
            <p:spPr>
              <a:xfrm>
                <a:off x="4624372" y="2998793"/>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99139DFA-9D50-C427-E9B8-F03C04481EC0}"/>
                  </a:ext>
                </a:extLst>
              </p:cNvPr>
              <p:cNvSpPr txBox="1">
                <a:spLocks noRot="1" noChangeAspect="1" noMove="1" noResize="1" noEditPoints="1" noAdjustHandles="1" noChangeArrowheads="1" noChangeShapeType="1" noTextEdit="1"/>
              </p:cNvSpPr>
              <p:nvPr/>
            </p:nvSpPr>
            <p:spPr>
              <a:xfrm>
                <a:off x="4624372" y="2998793"/>
                <a:ext cx="352041" cy="369332"/>
              </a:xfrm>
              <a:prstGeom prst="rect">
                <a:avLst/>
              </a:prstGeom>
              <a:blipFill>
                <a:blip r:embed="rId29"/>
                <a:stretch>
                  <a:fillRect r="-368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A9CFECB0-BC05-BF0F-0983-B537495FF777}"/>
                  </a:ext>
                </a:extLst>
              </p:cNvPr>
              <p:cNvSpPr txBox="1"/>
              <p:nvPr/>
            </p:nvSpPr>
            <p:spPr>
              <a:xfrm>
                <a:off x="7514224" y="3170740"/>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A9CFECB0-BC05-BF0F-0983-B537495FF777}"/>
                  </a:ext>
                </a:extLst>
              </p:cNvPr>
              <p:cNvSpPr txBox="1">
                <a:spLocks noRot="1" noChangeAspect="1" noMove="1" noResize="1" noEditPoints="1" noAdjustHandles="1" noChangeArrowheads="1" noChangeShapeType="1" noTextEdit="1"/>
              </p:cNvSpPr>
              <p:nvPr/>
            </p:nvSpPr>
            <p:spPr>
              <a:xfrm>
                <a:off x="7514224" y="3170740"/>
                <a:ext cx="352041" cy="369332"/>
              </a:xfrm>
              <a:prstGeom prst="rect">
                <a:avLst/>
              </a:prstGeom>
              <a:blipFill>
                <a:blip r:embed="rId30"/>
                <a:stretch>
                  <a:fillRect r="-31579"/>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B3531F98-7827-D26B-27CB-B1C162E6C424}"/>
              </a:ext>
            </a:extLst>
          </p:cNvPr>
          <p:cNvCxnSpPr/>
          <p:nvPr/>
        </p:nvCxnSpPr>
        <p:spPr>
          <a:xfrm flipH="1" flipV="1">
            <a:off x="1986551" y="3578172"/>
            <a:ext cx="6900606" cy="13387"/>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0A2C39B1-8A2E-6F0E-9659-EE6A8D8841E1}"/>
              </a:ext>
            </a:extLst>
          </p:cNvPr>
          <p:cNvCxnSpPr/>
          <p:nvPr/>
        </p:nvCxnSpPr>
        <p:spPr>
          <a:xfrm flipH="1" flipV="1">
            <a:off x="2035836" y="4194761"/>
            <a:ext cx="6900606" cy="13387"/>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0472906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C2064-0B74-15C4-AED4-1DA3DFE852A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DCADCC6-7230-B236-9186-225AE70C846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E0FD4EA-081F-96C1-AC9B-2ABB752622D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D34121EC-CB66-494F-BBB8-99B2C29428A7}"/>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EB02140-321E-5C64-2A35-BD5CB0EAEDD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DE4B3A34-4B6F-4E19-CEBD-1136EFAC2D8E}"/>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3B6E555-28A0-7019-F9D8-8C07C4F685D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BFC9CC1-219C-9807-FD18-9EC6B362465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A6A3748-10ED-4C56-3162-A82B830FF351}"/>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2FE7A6CD-80E8-564B-72FE-FB70A9180FA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A4F82DF-B3AE-E2E1-DDB9-C46DCB6DDF0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43F6C2B-C8AC-88A4-C700-BD011642673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83A65A2-53B9-9ACB-0040-DAA3EDE6FCE4}"/>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AE9608CB-45CC-AF52-E4A7-3910ADE970FC}"/>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4DF250-D964-E0BB-57B6-9A6D9D5860C5}"/>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12CE22A-89B2-3434-9D50-62542BB5812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71C27D7-3167-EA59-5EE9-BF0C1FAAD9D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EFD46C72-BDC3-89B5-A688-8A8E74765E6D}"/>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47D9EF5-A54B-FF64-60D3-EC510D3678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73B3FB53-FCB9-4442-EB3B-91EC870467DA}"/>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AA6B5F4E-6735-FFB1-0328-A2B7F31CF8B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595AA050-5097-F1E2-FCDB-F7CA2381EFD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9B2321E1-0C60-AB0B-3753-4CB43915050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B040B6A-8F0A-43CE-4DD0-D0E53DAB1693}"/>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EB3D22F-C09F-9847-A0A6-99A11329A08B}"/>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A0541347-6880-25A9-810A-CD0FC4EA1025}"/>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E72BCCC-B70C-8885-5C89-03BE2148682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DFE819C-3F57-AF9A-A586-1ADCED19AF38}"/>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4250287-3F6D-7D0D-C1AA-9115A5041C2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09D2962-7212-686E-F7C2-9ED3B0753C8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B470729-3C40-4AAA-6394-26EABFBF96F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6233FF-59EB-0873-D8B3-B4EBC3139A9D}"/>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FDB4816B-1F83-0A37-543B-085F737BCF63}"/>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EA2B142-FE8A-5DC2-E3B0-AB622DAA17E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5A9EE67E-277F-E138-03C7-4A7F2A409BA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07DECCD-FE94-C90F-D451-AF3D31A46BB7}"/>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4D69688F-D178-6E15-8294-CCB3BFD77506}"/>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F4B4886-7926-701B-895D-B4BAB1A25D4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E35AD24-B504-3EA9-3300-29B5908B32E4}"/>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6D8C71D6-EBA6-B42E-8CDF-C481126503D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1B2B54B2-0909-3A2F-C68C-A9FEFD0A3E4C}"/>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59C45F0-C544-97A8-355B-E08E137D6BD2}"/>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D60DAC8-E0C4-CF36-4515-BE2579DE68B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C6139846-AF29-58CC-2604-5334A5CED0E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E7A68E1-2D97-C8BC-501A-9A846DB50778}"/>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5194064-4072-A90C-37C5-CA46F7B5F54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ED632984-2B60-460D-0442-E43ED109BC64}"/>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41907781-86CC-E2C1-5E2A-FC74E46D976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1F4A31EA-2812-289F-FA8A-F05948B2605F}"/>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63769BA-AB7E-24FA-0B14-00346B702320}"/>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32FB627-ED8F-023E-3AE2-548D97F403B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ACC9CB0-5764-FBCF-68F2-37BF0F94EDE0}"/>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6341B0EE-5E1B-2602-BB3D-DB320F399F9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49C5242D-B40B-E9CB-5146-46674EB1BA8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ABC8E88-E134-59DF-332F-EB02A12BBC1B}"/>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C61CDFD-9709-A6C6-848F-88E259F3E0D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E8BB0FE-A627-6ABF-D259-0BF06954272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350432-7243-3C96-5F1C-E94FE9B2C60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267A998-1F9B-4A75-9BB0-23FB45FC55FA}"/>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AB514C9B-2746-2EB0-0554-96D888782B10}"/>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D1298BF-8340-72BD-30B6-AF0223797DC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0A5F8EAB-AEFE-C5D1-8736-83FCCAC74FBD}"/>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7A21FE3-E35E-1E54-EEA9-B248E31C0B0A}"/>
              </a:ext>
            </a:extLst>
          </p:cNvPr>
          <p:cNvGraphicFramePr>
            <a:graphicFrameLocks noGrp="1"/>
          </p:cNvGraphicFramePr>
          <p:nvPr>
            <p:extLst>
              <p:ext uri="{D42A27DB-BD31-4B8C-83A1-F6EECF244321}">
                <p14:modId xmlns:p14="http://schemas.microsoft.com/office/powerpoint/2010/main" val="1492529038"/>
              </p:ext>
            </p:extLst>
          </p:nvPr>
        </p:nvGraphicFramePr>
        <p:xfrm>
          <a:off x="1298856" y="2810656"/>
          <a:ext cx="8210256" cy="3017520"/>
        </p:xfrm>
        <a:graphic>
          <a:graphicData uri="http://schemas.openxmlformats.org/drawingml/2006/table">
            <a:tbl>
              <a:tblPr firstRow="1" bandRow="1">
                <a:tableStyleId>{C4B1156A-380E-4F78-BDF5-A606A8083BF9}</a:tableStyleId>
              </a:tblPr>
              <a:tblGrid>
                <a:gridCol w="2178114">
                  <a:extLst>
                    <a:ext uri="{9D8B030D-6E8A-4147-A177-3AD203B41FA5}">
                      <a16:colId xmlns:a16="http://schemas.microsoft.com/office/drawing/2014/main" val="2247704463"/>
                    </a:ext>
                  </a:extLst>
                </a:gridCol>
                <a:gridCol w="1714479">
                  <a:extLst>
                    <a:ext uri="{9D8B030D-6E8A-4147-A177-3AD203B41FA5}">
                      <a16:colId xmlns:a16="http://schemas.microsoft.com/office/drawing/2014/main" val="1120151498"/>
                    </a:ext>
                  </a:extLst>
                </a:gridCol>
                <a:gridCol w="2993370">
                  <a:extLst>
                    <a:ext uri="{9D8B030D-6E8A-4147-A177-3AD203B41FA5}">
                      <a16:colId xmlns:a16="http://schemas.microsoft.com/office/drawing/2014/main" val="1328058479"/>
                    </a:ext>
                  </a:extLst>
                </a:gridCol>
                <a:gridCol w="1324293">
                  <a:extLst>
                    <a:ext uri="{9D8B030D-6E8A-4147-A177-3AD203B41FA5}">
                      <a16:colId xmlns:a16="http://schemas.microsoft.com/office/drawing/2014/main" val="2646532446"/>
                    </a:ext>
                  </a:extLst>
                </a:gridCol>
              </a:tblGrid>
              <a:tr h="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EC code</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 sz="1200" b="0" i="0" dirty="0">
                          <a:solidFill>
                            <a:srgbClr val="0A0A0A"/>
                          </a:solidFill>
                          <a:effectLst/>
                          <a:latin typeface="Lato" panose="020F0502020204030203" pitchFamily="34" charset="0"/>
                          <a:hlinkClick r:id="rId28"/>
                        </a:rPr>
                        <a:t>2AXQ</a:t>
                      </a:r>
                      <a:endParaRPr lang="en-US" sz="1200" b="0" dirty="0"/>
                    </a:p>
                  </a:txBody>
                  <a:tcPr/>
                </a:tc>
                <a:tc>
                  <a:txBody>
                    <a:bodyPr/>
                    <a:lstStyle/>
                    <a:p>
                      <a:r>
                        <a:rPr lang="en-US" sz="1200" b="0" dirty="0"/>
                        <a:t>1.5.1.10</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r>
                        <a:rPr lang="en-US" sz="1200" dirty="0"/>
                        <a:t>non</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r>
                        <a:rPr lang="en-US" sz="1200" dirty="0"/>
                        <a:t>1.1.1.42</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r>
                        <a:rPr lang="en-US" sz="1200" dirty="0"/>
                        <a:t>2.6.1.1</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r>
                        <a:rPr lang="en-US" sz="1200" dirty="0"/>
                        <a:t>2.6.1.19</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r>
                        <a:rPr lang="en-US" sz="1200" dirty="0"/>
                        <a:t>1.4.1.4</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r>
                        <a:rPr lang="en-US" sz="1200" dirty="0"/>
                        <a:t>6.3.1.2</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r>
                        <a:rPr lang="" sz="1200" b="0" i="0" dirty="0">
                          <a:solidFill>
                            <a:srgbClr val="0A0A0A"/>
                          </a:solidFill>
                          <a:effectLst/>
                          <a:latin typeface="Lato" panose="020F0502020204030203" pitchFamily="34" charset="0"/>
                          <a:hlinkClick r:id="rId35"/>
                        </a:rPr>
                        <a:t>3IG5 3IG8 3LVW</a:t>
                      </a:r>
                      <a:endParaRPr lang="en-US" sz="1200" dirty="0"/>
                    </a:p>
                  </a:txBody>
                  <a:tcPr/>
                </a:tc>
                <a:tc>
                  <a:txBody>
                    <a:bodyPr/>
                    <a:lstStyle/>
                    <a:p>
                      <a:r>
                        <a:rPr lang="en-US" sz="1200" dirty="0"/>
                        <a:t>6.3.2.2</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r>
                        <a:rPr lang="en-US" sz="1200" dirty="0">
                          <a:hlinkClick r:id="rId36"/>
                        </a:rPr>
                        <a:t>AF-P36001-F1-model_v6.pdb (AlphaFold)</a:t>
                      </a:r>
                      <a:endParaRPr lang="en-US" sz="1200" dirty="0"/>
                    </a:p>
                  </a:txBody>
                  <a:tcPr/>
                </a:tc>
                <a:tc>
                  <a:txBody>
                    <a:bodyPr/>
                    <a:lstStyle/>
                    <a:p>
                      <a:r>
                        <a:rPr lang="en-US" sz="1200" dirty="0"/>
                        <a:t>6.3.2.17</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7"/>
                        </a:rPr>
                        <a:t>9GR8</a:t>
                      </a:r>
                      <a:endParaRPr lang="en-US" sz="1200" dirty="0"/>
                    </a:p>
                  </a:txBody>
                  <a:tcPr/>
                </a:tc>
                <a:tc>
                  <a:txBody>
                    <a:bodyPr/>
                    <a:lstStyle/>
                    <a:p>
                      <a:r>
                        <a:rPr lang="en-US" sz="1200" dirty="0"/>
                        <a:t>2.7.4.21;2.7.4.24</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B8D56C00-853B-39E3-AD25-01D2E110A30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8BBCA071-0E50-010E-400E-7FDBA2A4E941}"/>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06543824-4C0E-C631-4432-A83D86079DA7}"/>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ABD082B4-D247-1627-4B96-CA5E2E23EC3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9FFE33A4-3A08-B9E0-8B7B-94FE248D3392}"/>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95898EE-B126-3A01-E85F-77ECA501C19D}"/>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54D37BB1-BE1F-5B0F-3BD6-1562B72AFE3E}"/>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068F3215-65F5-93DD-516B-B46584EB46E5}"/>
              </a:ext>
            </a:extLst>
          </p:cNvPr>
          <p:cNvSpPr txBox="1"/>
          <p:nvPr/>
        </p:nvSpPr>
        <p:spPr>
          <a:xfrm>
            <a:off x="6907" y="2375970"/>
            <a:ext cx="986167" cy="369332"/>
          </a:xfrm>
          <a:prstGeom prst="rect">
            <a:avLst/>
          </a:prstGeom>
          <a:noFill/>
        </p:spPr>
        <p:txBody>
          <a:bodyPr wrap="none" rtlCol="0">
            <a:spAutoFit/>
          </a:bodyPr>
          <a:lstStyle/>
          <a:p>
            <a:r>
              <a:rPr lang="en-US" dirty="0"/>
              <a:t>Motif 30</a:t>
            </a:r>
          </a:p>
        </p:txBody>
      </p:sp>
    </p:spTree>
    <p:extLst>
      <p:ext uri="{BB962C8B-B14F-4D97-AF65-F5344CB8AC3E}">
        <p14:creationId xmlns:p14="http://schemas.microsoft.com/office/powerpoint/2010/main" val="212106656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40BCA-A9F7-71E5-04CB-C96770F790D6}"/>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F12D9069-FA88-2526-4FD6-DDFB4D70689D}"/>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AA369A6-BD85-9E11-D586-190591B1912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AA369A6-BD85-9E11-D586-190591B1912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021FC89-AFE9-AAB4-9519-4D263FC8243A}"/>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E021FC89-AFE9-AAB4-9519-4D263FC8243A}"/>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8E6760E-F19F-DABA-0A61-71746E8586CD}"/>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9D415A87-6DA2-3F8E-1EA2-D0EF239D300D}"/>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D415A87-6DA2-3F8E-1EA2-D0EF239D300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16B073-78B1-97D1-3A12-8EDA6812233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16B073-78B1-97D1-3A12-8EDA6812233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6F5CE7B8-308C-81EF-D112-74D35A199F4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70B743BD-876F-4A86-1A3B-54163DA9364F}"/>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0B743BD-876F-4A86-1A3B-54163DA9364F}"/>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9D200192-B486-42F5-EFDA-2431B1B9B80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30B91754-C1BD-EA4B-9CF6-26D627B9F192}"/>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A21D244-E7D7-C7F2-278A-AB688A2ACC97}"/>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39E05B6-6003-C8F7-3DFF-64C1419443E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7AFB6C9-CF6A-5605-7973-B8FB78BF34B2}"/>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D8DF704F-B3BF-BF07-F0E2-B4814AEA4071}"/>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B73D3EC3-1CD6-CC8E-665C-42C9C10CA39C}"/>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B24E0EF-07E5-C351-E676-225B00E00A41}"/>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FDA4ED9D-A735-40E9-3AF3-455EEC116595}"/>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FDA4ED9D-A735-40E9-3AF3-455EEC116595}"/>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69954E8-6689-205A-4BDF-E1302E959F98}"/>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1DA75DBF-26B9-680A-8CC1-32D998992C5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C05CEEB-88A7-CAB5-E88A-12746F33A7A5}"/>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45D2A93-7A9D-FB34-E5FC-7A0EC32498A9}"/>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845D2A93-7A9D-FB34-E5FC-7A0EC32498A9}"/>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55948E9E-AB7E-176C-C82D-0DDB7A249303}"/>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93909995-9C71-9179-605F-A12C332456EE}"/>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93909995-9C71-9179-605F-A12C332456EE}"/>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8B0F26E9-D55F-6262-AD2D-5FF3D4937244}"/>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0DBF5540-7D47-AAC3-06E7-81E01DD14BF1}"/>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0DBF5540-7D47-AAC3-06E7-81E01DD14BF1}"/>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3E79A5AE-7165-D50B-D676-5CC6852C01D5}"/>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5AFA85D-1F76-162B-E30E-2C126D9FA43C}"/>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CE05839-7424-0FCF-D6C0-99888384F61D}"/>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FBEDE53-92ED-898E-B7AF-B00C2DA9C757}"/>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92BE5EDA-3AA7-BE8C-9206-B9A94B80F47B}"/>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FA788FC-3D68-88CC-036F-A938B7EEA7B5}"/>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FA788FC-3D68-88CC-036F-A938B7EEA7B5}"/>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1DBF29D-114F-E37C-9C6C-63A6FEA67AF7}"/>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1DBF29D-114F-E37C-9C6C-63A6FEA67AF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5E3281EE-D56A-BB9D-E988-88307077D946}"/>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3281EE-D56A-BB9D-E988-88307077D946}"/>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DDB9F0E-27F1-E695-B5D0-115B7AED977C}"/>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869B015-8C34-5B5D-0BC5-F3CCDD579AB6}"/>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869B015-8C34-5B5D-0BC5-F3CCDD579AB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0416A44-F4A9-2D19-5B65-D67C1D80E33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86E331EC-D004-5A8A-A4F8-FB9648932635}"/>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86E331EC-D004-5A8A-A4F8-FB964893263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3155CBD-28E6-14A1-D700-BF4AC976EEEF}"/>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83155CBD-28E6-14A1-D700-BF4AC976EEEF}"/>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C9D095C-B2A5-C512-C4C2-D981319AC091}"/>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633F664E-D92E-CFD0-B7B0-1AFCDD8E89CE}"/>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0268536E-939C-19E5-311F-A2EAE4815170}"/>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F8379BB-1BEC-6BC7-9043-DCFD694B5AFD}"/>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AFC0045-44E4-76A0-DCDA-AD0E99EC8A4C}"/>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AFC0045-44E4-76A0-DCDA-AD0E99EC8A4C}"/>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B7E2CFE-B290-EDF3-7CA3-B34CA00BE72D}"/>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8B7E2CFE-B290-EDF3-7CA3-B34CA00BE72D}"/>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AC2008C-6694-3401-3B06-1FB6B77A4C69}"/>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AC2008C-6694-3401-3B06-1FB6B77A4C69}"/>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90CDC10C-7C17-969E-ACE7-9205A2255F13}"/>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90CDC10C-7C17-969E-ACE7-9205A2255F13}"/>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8F1AB249-55B1-B6F6-6FFF-CE106B6F8920}"/>
              </a:ext>
            </a:extLst>
          </p:cNvPr>
          <p:cNvCxnSpPr>
            <a:cxnSpLocks/>
            <a:endCxn id="30" idx="2"/>
          </p:cNvCxnSpPr>
          <p:nvPr/>
        </p:nvCxnSpPr>
        <p:spPr>
          <a:xfrm flipV="1">
            <a:off x="8506271" y="349529"/>
            <a:ext cx="1069708" cy="89980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8A99A79-659E-8138-7664-DA1EE8C7664F}"/>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E8A99A79-659E-8138-7664-DA1EE8C7664F}"/>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F849B1E-F9B2-E791-C45C-4291DC24E5A2}"/>
              </a:ext>
            </a:extLst>
          </p:cNvPr>
          <p:cNvCxnSpPr>
            <a:cxnSpLocks/>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71A7B0C-A8FC-3EDB-41D6-AFFCE1CFDF0F}"/>
              </a:ext>
            </a:extLst>
          </p:cNvPr>
          <p:cNvCxnSpPr>
            <a:cxnSpLocks/>
            <a:endCxn id="31" idx="2"/>
          </p:cNvCxnSpPr>
          <p:nvPr/>
        </p:nvCxnSpPr>
        <p:spPr>
          <a:xfrm>
            <a:off x="8515981" y="1261123"/>
            <a:ext cx="1069708" cy="95950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0865F7C-F396-D128-EEED-7089CFC4CDF8}"/>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099E4581-01EF-7407-FFD9-DAF580E71CB6}"/>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37524BF-A890-E0F2-9C12-3A9673032767}"/>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37524BF-A890-E0F2-9C12-3A9673032767}"/>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A6FB1FE-9567-CE08-D02E-F585E6BB2C4A}"/>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EA6FB1FE-9567-CE08-D02E-F585E6BB2C4A}"/>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0FBB7F09-B4B5-7D7E-3F24-73497CDAFE1C}"/>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0FBB7F09-B4B5-7D7E-3F24-73497CDAFE1C}"/>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A8C61B0-3227-0787-8BE8-6A761500A5C0}"/>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8A8C61B0-3227-0787-8BE8-6A761500A5C0}"/>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0D9CB88-A858-2BE3-CE8A-A058C40A3B08}"/>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F9A6C65F-69EE-555B-E76A-236D89E83EE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A5A14A99-51E2-4160-4905-6BF53BD3ECB7}"/>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4BC39D34-7815-10EF-10FA-491115D0C346}"/>
              </a:ext>
            </a:extLst>
          </p:cNvPr>
          <p:cNvGraphicFramePr>
            <a:graphicFrameLocks noGrp="1"/>
          </p:cNvGraphicFramePr>
          <p:nvPr>
            <p:extLst>
              <p:ext uri="{D42A27DB-BD31-4B8C-83A1-F6EECF244321}">
                <p14:modId xmlns:p14="http://schemas.microsoft.com/office/powerpoint/2010/main" val="3756327613"/>
              </p:ext>
            </p:extLst>
          </p:nvPr>
        </p:nvGraphicFramePr>
        <p:xfrm>
          <a:off x="190000" y="2896410"/>
          <a:ext cx="11795729" cy="3200400"/>
        </p:xfrm>
        <a:graphic>
          <a:graphicData uri="http://schemas.openxmlformats.org/drawingml/2006/table">
            <a:tbl>
              <a:tblPr firstRow="1" bandRow="1">
                <a:tableStyleId>{C4B1156A-380E-4F78-BDF5-A606A8083BF9}</a:tableStyleId>
              </a:tblPr>
              <a:tblGrid>
                <a:gridCol w="2300785">
                  <a:extLst>
                    <a:ext uri="{9D8B030D-6E8A-4147-A177-3AD203B41FA5}">
                      <a16:colId xmlns:a16="http://schemas.microsoft.com/office/drawing/2014/main" val="2247704463"/>
                    </a:ext>
                  </a:extLst>
                </a:gridCol>
                <a:gridCol w="1687576">
                  <a:extLst>
                    <a:ext uri="{9D8B030D-6E8A-4147-A177-3AD203B41FA5}">
                      <a16:colId xmlns:a16="http://schemas.microsoft.com/office/drawing/2014/main" val="1120151498"/>
                    </a:ext>
                  </a:extLst>
                </a:gridCol>
                <a:gridCol w="7807368">
                  <a:extLst>
                    <a:ext uri="{9D8B030D-6E8A-4147-A177-3AD203B41FA5}">
                      <a16:colId xmlns:a16="http://schemas.microsoft.com/office/drawing/2014/main" val="1328058479"/>
                    </a:ext>
                  </a:extLst>
                </a:gridCol>
              </a:tblGrid>
              <a:tr h="0">
                <a:tc>
                  <a:txBody>
                    <a:bodyPr/>
                    <a:lstStyle/>
                    <a:p>
                      <a:r>
                        <a:rPr lang="en-US" sz="1200" dirty="0"/>
                        <a:t>Reaction</a:t>
                      </a:r>
                    </a:p>
                  </a:txBody>
                  <a:tcPr/>
                </a:tc>
                <a:tc>
                  <a:txBody>
                    <a:bodyPr/>
                    <a:lstStyle/>
                    <a:p>
                      <a:r>
                        <a:rPr lang="en-US" sz="1200" b="1" dirty="0"/>
                        <a:t>Genes</a:t>
                      </a:r>
                    </a:p>
                  </a:txBody>
                  <a:tcPr/>
                </a:tc>
                <a:tc>
                  <a:txBody>
                    <a:bodyPr/>
                    <a:lstStyle/>
                    <a:p>
                      <a:r>
                        <a:rPr lang="en-US" sz="1200" b="1" dirty="0"/>
                        <a:t>Reactions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pt-BR" sz="1200" b="0" dirty="0"/>
                        <a:t>H+ + L-allysine + L-glutamate(m_c) + NADPH  -&gt;  H2O + L-saccharopine + NADP(+)(m_Df)</a:t>
                      </a:r>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it-IT" sz="1200" dirty="0"/>
                        <a:t>L-</a:t>
                      </a:r>
                      <a:r>
                        <a:rPr lang="it-IT" sz="1200" dirty="0" err="1"/>
                        <a:t>aspartate</a:t>
                      </a:r>
                      <a:r>
                        <a:rPr lang="it-IT" sz="1200" dirty="0"/>
                        <a:t> + L-</a:t>
                      </a:r>
                      <a:r>
                        <a:rPr lang="it-IT" sz="1200" dirty="0" err="1"/>
                        <a:t>glutamate</a:t>
                      </a:r>
                      <a:r>
                        <a:rPr lang="it-IT" sz="1200" dirty="0"/>
                        <a:t>(</a:t>
                      </a:r>
                      <a:r>
                        <a:rPr lang="it-IT" sz="1200" dirty="0" err="1"/>
                        <a:t>m_c</a:t>
                      </a:r>
                      <a:r>
                        <a:rPr lang="it-IT" sz="1200" dirty="0"/>
                        <a:t>)  -&gt;  L-</a:t>
                      </a:r>
                      <a:r>
                        <a:rPr lang="it-IT" sz="1200" dirty="0" err="1"/>
                        <a:t>aspartate</a:t>
                      </a:r>
                      <a:r>
                        <a:rPr lang="it-IT" sz="1200" dirty="0"/>
                        <a:t>(</a:t>
                      </a:r>
                      <a:r>
                        <a:rPr lang="it-IT" sz="1200" dirty="0" err="1"/>
                        <a:t>m_Ds</a:t>
                      </a:r>
                      <a:r>
                        <a:rPr lang="it-IT" sz="1200" dirty="0"/>
                        <a:t>) + L-</a:t>
                      </a:r>
                      <a:r>
                        <a:rPr lang="it-IT" sz="1200" dirty="0" err="1"/>
                        <a:t>glutamate</a:t>
                      </a:r>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isocitrate + NADP(+)(</a:t>
                      </a:r>
                      <a:r>
                        <a:rPr lang="en-US" sz="1200" dirty="0" err="1"/>
                        <a:t>m_Df</a:t>
                      </a:r>
                      <a:r>
                        <a:rPr lang="en-US" sz="1200" dirty="0"/>
                        <a:t>)  -&gt;  2-oxoglutarate(</a:t>
                      </a:r>
                      <a:r>
                        <a:rPr lang="en-US" sz="1200" dirty="0" err="1"/>
                        <a:t>m_d</a:t>
                      </a:r>
                      <a:r>
                        <a:rPr lang="en-US" sz="1200" dirty="0"/>
                        <a:t>) + carbon dioxide + NADPH</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dirty="0"/>
                        <a:t>2-oxoglutarate(</a:t>
                      </a:r>
                      <a:r>
                        <a:rPr lang="it-IT" sz="1200" dirty="0" err="1"/>
                        <a:t>m_d</a:t>
                      </a:r>
                      <a:r>
                        <a:rPr lang="it-IT" sz="1200" dirty="0"/>
                        <a:t>) + L-</a:t>
                      </a:r>
                      <a:r>
                        <a:rPr lang="it-IT" sz="1200" dirty="0" err="1"/>
                        <a:t>aspartate</a:t>
                      </a:r>
                      <a:r>
                        <a:rPr lang="it-IT" sz="1200" dirty="0"/>
                        <a:t>(</a:t>
                      </a:r>
                      <a:r>
                        <a:rPr lang="it-IT" sz="1200" dirty="0" err="1"/>
                        <a:t>m_Ds</a:t>
                      </a:r>
                      <a:r>
                        <a:rPr lang="it-IT" sz="1200" dirty="0"/>
                        <a:t>)  -&gt;  L-</a:t>
                      </a:r>
                      <a:r>
                        <a:rPr lang="it-IT" sz="1200" dirty="0" err="1"/>
                        <a:t>glutamate</a:t>
                      </a:r>
                      <a:r>
                        <a:rPr lang="it-IT" sz="1200" dirty="0"/>
                        <a:t>(</a:t>
                      </a:r>
                      <a:r>
                        <a:rPr lang="it-IT" sz="1200" dirty="0" err="1"/>
                        <a:t>m_c</a:t>
                      </a:r>
                      <a:r>
                        <a:rPr lang="it-IT" sz="1200" dirty="0"/>
                        <a:t>) + </a:t>
                      </a:r>
                      <a:r>
                        <a:rPr lang="it-IT" sz="1200" dirty="0" err="1"/>
                        <a:t>oxaloacetate</a:t>
                      </a:r>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2-oxoglutarate(</a:t>
                      </a:r>
                      <a:r>
                        <a:rPr lang="en-US" sz="1200" dirty="0" err="1"/>
                        <a:t>m_d</a:t>
                      </a:r>
                      <a:r>
                        <a:rPr lang="en-US" sz="1200" dirty="0"/>
                        <a:t>) + gamma-aminobutyrate  -&gt;  L-glutamate(</a:t>
                      </a:r>
                      <a:r>
                        <a:rPr lang="en-US" sz="1200" dirty="0" err="1"/>
                        <a:t>m_c</a:t>
                      </a:r>
                      <a:r>
                        <a:rPr lang="en-US" sz="1200" dirty="0"/>
                        <a:t>) + succinic semialdehyde</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2-oxoglutarate(m_d) + ammonium(m_Cs) + H+ + NADPH  -&gt;  H2O + L-glutamate(m_c) + NADP(+)(m_Df)</a:t>
                      </a:r>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en-US" sz="1200" dirty="0"/>
                        <a:t>ammonium(</a:t>
                      </a:r>
                      <a:r>
                        <a:rPr lang="en-US" sz="1200" dirty="0" err="1"/>
                        <a:t>m_Cs</a:t>
                      </a:r>
                      <a:r>
                        <a:rPr lang="en-US" sz="1200" dirty="0"/>
                        <a:t>) + ATP + L-glutamate(</a:t>
                      </a:r>
                      <a:r>
                        <a:rPr lang="en-US" sz="1200" dirty="0" err="1"/>
                        <a:t>m_c</a:t>
                      </a:r>
                      <a:r>
                        <a:rPr lang="en-US" sz="1200" dirty="0"/>
                        <a:t>)  -&gt;  ADP + H+ + L-glutamine + phosphate(</a:t>
                      </a:r>
                      <a:r>
                        <a:rPr lang="en-US" sz="1200" dirty="0" err="1"/>
                        <a:t>m_Nc</a:t>
                      </a:r>
                      <a:r>
                        <a:rPr lang="en-US" sz="1200" dirty="0"/>
                        <a:t>)</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r>
                        <a:rPr lang="en-US" sz="1200" dirty="0"/>
                        <a:t>ATP + L-cysteine + L-glutamate(</a:t>
                      </a:r>
                      <a:r>
                        <a:rPr lang="en-US" sz="1200" dirty="0" err="1"/>
                        <a:t>m_c</a:t>
                      </a:r>
                      <a:r>
                        <a:rPr lang="en-US" sz="1200" dirty="0"/>
                        <a:t>)  -&gt;  ADP + H+ + L-gamma-glutamyl-L-cysteine + phosphate(</a:t>
                      </a:r>
                      <a:r>
                        <a:rPr lang="en-US" sz="1200" dirty="0" err="1"/>
                        <a:t>m_Nc</a:t>
                      </a:r>
                      <a:r>
                        <a:rPr lang="en-US" sz="1200" dirty="0"/>
                        <a:t>)</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r>
                        <a:rPr lang="en-US" sz="1200" dirty="0"/>
                        <a:t>ATP + L-glutamate(</a:t>
                      </a:r>
                      <a:r>
                        <a:rPr lang="en-US" sz="1200" dirty="0" err="1"/>
                        <a:t>m_c</a:t>
                      </a:r>
                      <a:r>
                        <a:rPr lang="en-US" sz="1200" dirty="0"/>
                        <a:t>) + THF  -&gt;  5,6,7,8-tetrahydrofolyl-L-glutamic acid + ADP + H+ + phosphate(</a:t>
                      </a:r>
                      <a:r>
                        <a:rPr lang="en-US" sz="1200" dirty="0" err="1"/>
                        <a:t>m_Nc</a:t>
                      </a:r>
                      <a:r>
                        <a:rPr lang="en-US" sz="1200" dirty="0"/>
                        <a:t>)</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en-US" sz="1200" dirty="0"/>
                        <a:t>5-diphospho-1D-myo-inositol </a:t>
                      </a:r>
                      <a:r>
                        <a:rPr lang="en-US" sz="1200" dirty="0" err="1"/>
                        <a:t>pentakisphosphate</a:t>
                      </a:r>
                      <a:r>
                        <a:rPr lang="en-US" sz="1200" dirty="0"/>
                        <a:t> + 2 H+ + phosphate(</a:t>
                      </a:r>
                      <a:r>
                        <a:rPr lang="en-US" sz="1200" dirty="0" err="1"/>
                        <a:t>m_Nc</a:t>
                      </a:r>
                      <a:r>
                        <a:rPr lang="en-US" sz="1200" dirty="0"/>
                        <a:t>)  -&gt;  5,6-bis(</a:t>
                      </a:r>
                      <a:r>
                        <a:rPr lang="en-US" sz="1200" dirty="0" err="1"/>
                        <a:t>diphospho</a:t>
                      </a:r>
                      <a:r>
                        <a:rPr lang="en-US" sz="1200" dirty="0"/>
                        <a:t>)-1D-myo-inositol </a:t>
                      </a:r>
                      <a:r>
                        <a:rPr lang="en-US" sz="1200" dirty="0" err="1"/>
                        <a:t>tetrakisphosphate</a:t>
                      </a:r>
                      <a:r>
                        <a:rPr lang="en-US" sz="1200" dirty="0"/>
                        <a:t> + H2O</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1DB042B8-1A8D-1111-AC18-4F9DD13E1AA2}"/>
              </a:ext>
            </a:extLst>
          </p:cNvPr>
          <p:cNvSpPr/>
          <p:nvPr/>
        </p:nvSpPr>
        <p:spPr>
          <a:xfrm>
            <a:off x="1462291" y="6353666"/>
            <a:ext cx="1554480" cy="50433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Algorithm </a:t>
            </a:r>
          </a:p>
        </p:txBody>
      </p:sp>
      <p:sp>
        <p:nvSpPr>
          <p:cNvPr id="15" name="Rectangle: Rounded Corners 14">
            <a:extLst>
              <a:ext uri="{FF2B5EF4-FFF2-40B4-BE49-F238E27FC236}">
                <a16:creationId xmlns:a16="http://schemas.microsoft.com/office/drawing/2014/main" id="{063C63BB-9CA2-1813-7A04-EEB952458821}"/>
              </a:ext>
            </a:extLst>
          </p:cNvPr>
          <p:cNvSpPr/>
          <p:nvPr/>
        </p:nvSpPr>
        <p:spPr>
          <a:xfrm>
            <a:off x="3764816" y="6353666"/>
            <a:ext cx="1554480" cy="504334"/>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Chemical Reactions </a:t>
            </a:r>
          </a:p>
        </p:txBody>
      </p:sp>
      <p:sp>
        <p:nvSpPr>
          <p:cNvPr id="16" name="Rectangle: Rounded Corners 15">
            <a:extLst>
              <a:ext uri="{FF2B5EF4-FFF2-40B4-BE49-F238E27FC236}">
                <a16:creationId xmlns:a16="http://schemas.microsoft.com/office/drawing/2014/main" id="{4ACA1923-EDEB-78EF-2B06-EEA99B94012C}"/>
              </a:ext>
            </a:extLst>
          </p:cNvPr>
          <p:cNvSpPr/>
          <p:nvPr/>
        </p:nvSpPr>
        <p:spPr>
          <a:xfrm>
            <a:off x="6067341" y="6353666"/>
            <a:ext cx="1554480" cy="504334"/>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Metabolic Network</a:t>
            </a:r>
          </a:p>
        </p:txBody>
      </p:sp>
      <p:sp>
        <p:nvSpPr>
          <p:cNvPr id="17" name="Rectangle: Rounded Corners 16">
            <a:extLst>
              <a:ext uri="{FF2B5EF4-FFF2-40B4-BE49-F238E27FC236}">
                <a16:creationId xmlns:a16="http://schemas.microsoft.com/office/drawing/2014/main" id="{65B5CCD2-8560-CCA6-C98B-63766712DEAD}"/>
              </a:ext>
            </a:extLst>
          </p:cNvPr>
          <p:cNvSpPr/>
          <p:nvPr/>
        </p:nvSpPr>
        <p:spPr>
          <a:xfrm>
            <a:off x="8369865" y="6353666"/>
            <a:ext cx="1554480" cy="50433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THz Actuation</a:t>
            </a:r>
          </a:p>
        </p:txBody>
      </p:sp>
      <p:cxnSp>
        <p:nvCxnSpPr>
          <p:cNvPr id="18" name="Straight Arrow Connector 17">
            <a:extLst>
              <a:ext uri="{FF2B5EF4-FFF2-40B4-BE49-F238E27FC236}">
                <a16:creationId xmlns:a16="http://schemas.microsoft.com/office/drawing/2014/main" id="{EB4992E0-5227-C1A4-BF84-724158CF445C}"/>
              </a:ext>
            </a:extLst>
          </p:cNvPr>
          <p:cNvCxnSpPr>
            <a:cxnSpLocks/>
            <a:stCxn id="11" idx="3"/>
            <a:endCxn id="15" idx="1"/>
          </p:cNvCxnSpPr>
          <p:nvPr/>
        </p:nvCxnSpPr>
        <p:spPr>
          <a:xfrm>
            <a:off x="3016771" y="6605833"/>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49169DC-292C-E714-0F64-99827209FFDF}"/>
              </a:ext>
            </a:extLst>
          </p:cNvPr>
          <p:cNvCxnSpPr>
            <a:cxnSpLocks/>
            <a:stCxn id="15" idx="3"/>
            <a:endCxn id="16" idx="1"/>
          </p:cNvCxnSpPr>
          <p:nvPr/>
        </p:nvCxnSpPr>
        <p:spPr>
          <a:xfrm>
            <a:off x="5319296" y="6605833"/>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1D2D3667-F13E-AD7F-0121-B130D3432245}"/>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A1122CA8-659D-3248-6F15-F8CCCCFC55F9}"/>
              </a:ext>
            </a:extLst>
          </p:cNvPr>
          <p:cNvSpPr txBox="1"/>
          <p:nvPr/>
        </p:nvSpPr>
        <p:spPr>
          <a:xfrm>
            <a:off x="111226" y="2527078"/>
            <a:ext cx="986167" cy="369332"/>
          </a:xfrm>
          <a:prstGeom prst="rect">
            <a:avLst/>
          </a:prstGeom>
          <a:noFill/>
        </p:spPr>
        <p:txBody>
          <a:bodyPr wrap="none" rtlCol="0">
            <a:spAutoFit/>
          </a:bodyPr>
          <a:lstStyle/>
          <a:p>
            <a:r>
              <a:rPr lang="en-US" dirty="0"/>
              <a:t>Motif 30</a:t>
            </a:r>
          </a:p>
        </p:txBody>
      </p:sp>
    </p:spTree>
    <p:extLst>
      <p:ext uri="{BB962C8B-B14F-4D97-AF65-F5344CB8AC3E}">
        <p14:creationId xmlns:p14="http://schemas.microsoft.com/office/powerpoint/2010/main" val="358246917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C286BC8-037E-662B-2BBA-4A1944AA2111}"/>
              </a:ext>
            </a:extLst>
          </p:cNvPr>
          <p:cNvPicPr>
            <a:picLocks noChangeAspect="1"/>
          </p:cNvPicPr>
          <p:nvPr/>
        </p:nvPicPr>
        <p:blipFill>
          <a:blip r:embed="rId2"/>
          <a:stretch>
            <a:fillRect/>
          </a:stretch>
        </p:blipFill>
        <p:spPr>
          <a:xfrm>
            <a:off x="511492" y="2919954"/>
            <a:ext cx="3096057" cy="704948"/>
          </a:xfrm>
          <a:prstGeom prst="rect">
            <a:avLst/>
          </a:prstGeom>
        </p:spPr>
      </p:pic>
      <p:sp>
        <p:nvSpPr>
          <p:cNvPr id="6" name="Oval 5">
            <a:extLst>
              <a:ext uri="{FF2B5EF4-FFF2-40B4-BE49-F238E27FC236}">
                <a16:creationId xmlns:a16="http://schemas.microsoft.com/office/drawing/2014/main" id="{E72D9170-9704-AA6E-44B5-F728E825270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01AF259-728E-D194-19CE-992146081121}"/>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 name="TextBox 6">
                <a:extLst>
                  <a:ext uri="{FF2B5EF4-FFF2-40B4-BE49-F238E27FC236}">
                    <a16:creationId xmlns:a16="http://schemas.microsoft.com/office/drawing/2014/main" id="{101AF259-728E-D194-19CE-992146081121}"/>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BFB164C-E404-6506-A3FF-BD0CED36B491}"/>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8" name="TextBox 7">
                <a:extLst>
                  <a:ext uri="{FF2B5EF4-FFF2-40B4-BE49-F238E27FC236}">
                    <a16:creationId xmlns:a16="http://schemas.microsoft.com/office/drawing/2014/main" id="{CBFB164C-E404-6506-A3FF-BD0CED36B491}"/>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9" name="Oval 8">
            <a:extLst>
              <a:ext uri="{FF2B5EF4-FFF2-40B4-BE49-F238E27FC236}">
                <a16:creationId xmlns:a16="http://schemas.microsoft.com/office/drawing/2014/main" id="{7C3B10D1-79D0-4E9B-5B7B-E0DE64C22565}"/>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5DC5C76-B9B9-BE1D-E5B7-95A89F562D1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10" name="TextBox 9">
                <a:extLst>
                  <a:ext uri="{FF2B5EF4-FFF2-40B4-BE49-F238E27FC236}">
                    <a16:creationId xmlns:a16="http://schemas.microsoft.com/office/drawing/2014/main" id="{75DC5C76-B9B9-BE1D-E5B7-95A89F562D1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D52066D-0B5F-3279-0D90-5BFD673BBBD7}"/>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11" name="TextBox 10">
                <a:extLst>
                  <a:ext uri="{FF2B5EF4-FFF2-40B4-BE49-F238E27FC236}">
                    <a16:creationId xmlns:a16="http://schemas.microsoft.com/office/drawing/2014/main" id="{AD52066D-0B5F-3279-0D90-5BFD673BBBD7}"/>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12" name="Oval 11">
            <a:extLst>
              <a:ext uri="{FF2B5EF4-FFF2-40B4-BE49-F238E27FC236}">
                <a16:creationId xmlns:a16="http://schemas.microsoft.com/office/drawing/2014/main" id="{C7AF3E4E-F585-3C82-90B1-FDB7581166CB}"/>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5325C83-B652-C784-9568-74E815C88F29}"/>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13" name="TextBox 12">
                <a:extLst>
                  <a:ext uri="{FF2B5EF4-FFF2-40B4-BE49-F238E27FC236}">
                    <a16:creationId xmlns:a16="http://schemas.microsoft.com/office/drawing/2014/main" id="{05325C83-B652-C784-9568-74E815C88F29}"/>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A2ADCFE8-05ED-A3B2-D5BB-672C02170E7D}"/>
              </a:ext>
            </a:extLst>
          </p:cNvPr>
          <p:cNvCxnSpPr>
            <a:cxnSpLocks/>
            <a:endCxn id="6"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26CB355D-81AB-4BDC-512E-80F2BD54A633}"/>
              </a:ext>
            </a:extLst>
          </p:cNvPr>
          <p:cNvCxnSpPr>
            <a:cxnSpLocks/>
            <a:endCxn id="12"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4B5D4050-5638-DDDB-2E4B-58F31DD81543}"/>
              </a:ext>
            </a:extLst>
          </p:cNvPr>
          <p:cNvCxnSpPr>
            <a:cxnSpLocks/>
            <a:stCxn id="11" idx="3"/>
            <a:endCxn id="9"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8F593EA-212C-8670-D5E3-9DD43816FA4D}"/>
              </a:ext>
            </a:extLst>
          </p:cNvPr>
          <p:cNvCxnSpPr>
            <a:cxnSpLocks/>
            <a:stCxn id="11" idx="2"/>
            <a:endCxn id="12"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F8021120-8303-A69A-6C09-0D5639F3C0CA}"/>
              </a:ext>
            </a:extLst>
          </p:cNvPr>
          <p:cNvCxnSpPr>
            <a:cxnSpLocks/>
            <a:stCxn id="6"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04396FA-D31F-0139-FE34-060686015262}"/>
              </a:ext>
            </a:extLst>
          </p:cNvPr>
          <p:cNvCxnSpPr>
            <a:cxnSpLocks/>
            <a:stCxn id="8" idx="2"/>
            <a:endCxn id="9"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0" name="Rectangle 19">
            <a:extLst>
              <a:ext uri="{FF2B5EF4-FFF2-40B4-BE49-F238E27FC236}">
                <a16:creationId xmlns:a16="http://schemas.microsoft.com/office/drawing/2014/main" id="{108F797E-9D63-F423-BBC7-66870EDF8190}"/>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1" name="TextBox 20">
            <a:extLst>
              <a:ext uri="{FF2B5EF4-FFF2-40B4-BE49-F238E27FC236}">
                <a16:creationId xmlns:a16="http://schemas.microsoft.com/office/drawing/2014/main" id="{B696B4C3-278A-24EC-2DB9-198B03A85AD3}"/>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B70C795-BC57-E4AE-6852-4A1D8A7F37A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22" name="TextBox 21">
                <a:extLst>
                  <a:ext uri="{FF2B5EF4-FFF2-40B4-BE49-F238E27FC236}">
                    <a16:creationId xmlns:a16="http://schemas.microsoft.com/office/drawing/2014/main" id="{1B70C795-BC57-E4AE-6852-4A1D8A7F37AE}"/>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23" name="Rectangle 22">
            <a:extLst>
              <a:ext uri="{FF2B5EF4-FFF2-40B4-BE49-F238E27FC236}">
                <a16:creationId xmlns:a16="http://schemas.microsoft.com/office/drawing/2014/main" id="{988A13E3-38BE-3DDD-EDB2-FE10356314D6}"/>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4" name="TextBox 23">
            <a:extLst>
              <a:ext uri="{FF2B5EF4-FFF2-40B4-BE49-F238E27FC236}">
                <a16:creationId xmlns:a16="http://schemas.microsoft.com/office/drawing/2014/main" id="{F759F53A-412A-5527-8EF7-4CE05DD41E7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25" name="Oval 24">
            <a:extLst>
              <a:ext uri="{FF2B5EF4-FFF2-40B4-BE49-F238E27FC236}">
                <a16:creationId xmlns:a16="http://schemas.microsoft.com/office/drawing/2014/main" id="{5D3848AE-E19D-0A44-705E-267056394B23}"/>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6BBE7B0-B7C3-1627-22CC-F4AC4E48EA8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26" name="TextBox 25">
                <a:extLst>
                  <a:ext uri="{FF2B5EF4-FFF2-40B4-BE49-F238E27FC236}">
                    <a16:creationId xmlns:a16="http://schemas.microsoft.com/office/drawing/2014/main" id="{36BBE7B0-B7C3-1627-22CC-F4AC4E48EA8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27" name="Oval 26">
            <a:extLst>
              <a:ext uri="{FF2B5EF4-FFF2-40B4-BE49-F238E27FC236}">
                <a16:creationId xmlns:a16="http://schemas.microsoft.com/office/drawing/2014/main" id="{B834E127-C543-219F-006F-8BB716E5465C}"/>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CF12C761-BEDA-31FE-17F2-A1C6A95CE9BB}"/>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28" name="TextBox 27">
                <a:extLst>
                  <a:ext uri="{FF2B5EF4-FFF2-40B4-BE49-F238E27FC236}">
                    <a16:creationId xmlns:a16="http://schemas.microsoft.com/office/drawing/2014/main" id="{CF12C761-BEDA-31FE-17F2-A1C6A95CE9BB}"/>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29" name="Oval 28">
            <a:extLst>
              <a:ext uri="{FF2B5EF4-FFF2-40B4-BE49-F238E27FC236}">
                <a16:creationId xmlns:a16="http://schemas.microsoft.com/office/drawing/2014/main" id="{38DA3237-57D6-D546-08AB-5B19EAA0743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BB2FF42-2EB4-65AE-5F71-BDA9D8BC0902}"/>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30" name="TextBox 29">
                <a:extLst>
                  <a:ext uri="{FF2B5EF4-FFF2-40B4-BE49-F238E27FC236}">
                    <a16:creationId xmlns:a16="http://schemas.microsoft.com/office/drawing/2014/main" id="{7BB2FF42-2EB4-65AE-5F71-BDA9D8BC0902}"/>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688FF6CD-5378-86FD-0E93-7E6609CE701F}"/>
              </a:ext>
            </a:extLst>
          </p:cNvPr>
          <p:cNvCxnSpPr>
            <a:cxnSpLocks/>
            <a:stCxn id="22" idx="3"/>
            <a:endCxn id="25"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92E9D7D0-9AE9-5BFC-F7EE-7D91470E75F2}"/>
              </a:ext>
            </a:extLst>
          </p:cNvPr>
          <p:cNvCxnSpPr>
            <a:cxnSpLocks/>
            <a:stCxn id="22" idx="3"/>
            <a:endCxn id="27"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134B44D-BBED-42EB-8C1C-6E30AECC4B1C}"/>
              </a:ext>
            </a:extLst>
          </p:cNvPr>
          <p:cNvCxnSpPr>
            <a:cxnSpLocks/>
            <a:stCxn id="25" idx="6"/>
            <a:endCxn id="29"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4A505384-A05B-E68B-6812-5B980022E911}"/>
              </a:ext>
            </a:extLst>
          </p:cNvPr>
          <p:cNvCxnSpPr>
            <a:cxnSpLocks/>
            <a:stCxn id="27" idx="6"/>
            <a:endCxn id="39"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AB9B108-EE76-7ECB-182B-DAFC30637C31}"/>
              </a:ext>
            </a:extLst>
          </p:cNvPr>
          <p:cNvCxnSpPr>
            <a:cxnSpLocks/>
            <a:stCxn id="29"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AB387A6-4466-0730-4164-923740089D5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AB387A6-4466-0730-4164-923740089D5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913029D-A70B-6230-4A6B-EEF049A7E32A}"/>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913029D-A70B-6230-4A6B-EEF049A7E32A}"/>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296EFD8-2D6D-E8C7-CA22-ABD723DD24F2}"/>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38" name="TextBox 37">
                <a:extLst>
                  <a:ext uri="{FF2B5EF4-FFF2-40B4-BE49-F238E27FC236}">
                    <a16:creationId xmlns:a16="http://schemas.microsoft.com/office/drawing/2014/main" id="{2296EFD8-2D6D-E8C7-CA22-ABD723DD24F2}"/>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39" name="Oval 38">
            <a:extLst>
              <a:ext uri="{FF2B5EF4-FFF2-40B4-BE49-F238E27FC236}">
                <a16:creationId xmlns:a16="http://schemas.microsoft.com/office/drawing/2014/main" id="{03FD2A37-61D3-F182-D91B-D27CC664AA93}"/>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70515A6-A18D-DC54-A219-B8231B58676D}"/>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40" name="TextBox 39">
                <a:extLst>
                  <a:ext uri="{FF2B5EF4-FFF2-40B4-BE49-F238E27FC236}">
                    <a16:creationId xmlns:a16="http://schemas.microsoft.com/office/drawing/2014/main" id="{D70515A6-A18D-DC54-A219-B8231B58676D}"/>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F86B6FD-C0E4-D305-05D3-CB2D3CB63128}"/>
              </a:ext>
            </a:extLst>
          </p:cNvPr>
          <p:cNvCxnSpPr>
            <a:cxnSpLocks/>
            <a:stCxn id="36" idx="2"/>
            <a:endCxn id="39"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ECEFC2D-2E57-8F52-2BCC-05848266C2F8}"/>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42" name="TextBox 41">
                <a:extLst>
                  <a:ext uri="{FF2B5EF4-FFF2-40B4-BE49-F238E27FC236}">
                    <a16:creationId xmlns:a16="http://schemas.microsoft.com/office/drawing/2014/main" id="{3ECEFC2D-2E57-8F52-2BCC-05848266C2F8}"/>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9A0F487E-96D6-F417-4604-9B1A9207D688}"/>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3" name="TextBox 42">
                <a:extLst>
                  <a:ext uri="{FF2B5EF4-FFF2-40B4-BE49-F238E27FC236}">
                    <a16:creationId xmlns:a16="http://schemas.microsoft.com/office/drawing/2014/main" id="{9A0F487E-96D6-F417-4604-9B1A9207D688}"/>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44" name="Oval 43">
            <a:extLst>
              <a:ext uri="{FF2B5EF4-FFF2-40B4-BE49-F238E27FC236}">
                <a16:creationId xmlns:a16="http://schemas.microsoft.com/office/drawing/2014/main" id="{CDA1559A-4B9D-31E6-01CB-9F47412AB6E3}"/>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5" name="Oval 44">
            <a:extLst>
              <a:ext uri="{FF2B5EF4-FFF2-40B4-BE49-F238E27FC236}">
                <a16:creationId xmlns:a16="http://schemas.microsoft.com/office/drawing/2014/main" id="{57E62943-519E-339D-282C-D11A196051D7}"/>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6" name="Straight Arrow Connector 45">
            <a:extLst>
              <a:ext uri="{FF2B5EF4-FFF2-40B4-BE49-F238E27FC236}">
                <a16:creationId xmlns:a16="http://schemas.microsoft.com/office/drawing/2014/main" id="{D8E13E9E-9F98-4192-9E82-33514AAB0482}"/>
              </a:ext>
            </a:extLst>
          </p:cNvPr>
          <p:cNvCxnSpPr>
            <a:cxnSpLocks/>
            <a:stCxn id="45" idx="6"/>
            <a:endCxn id="57"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B14AC89E-8808-BC76-071B-A53C83EBDF62}"/>
              </a:ext>
            </a:extLst>
          </p:cNvPr>
          <p:cNvCxnSpPr>
            <a:cxnSpLocks/>
            <a:stCxn id="44" idx="6"/>
            <a:endCxn id="57"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3ED1DE2-F21E-B089-0026-AF79FF6C2A2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48" name="TextBox 47">
                <a:extLst>
                  <a:ext uri="{FF2B5EF4-FFF2-40B4-BE49-F238E27FC236}">
                    <a16:creationId xmlns:a16="http://schemas.microsoft.com/office/drawing/2014/main" id="{93ED1DE2-F21E-B089-0026-AF79FF6C2A2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8D4BDD2-45F3-2E04-3863-49AD916454BD}"/>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49" name="TextBox 48">
                <a:extLst>
                  <a:ext uri="{FF2B5EF4-FFF2-40B4-BE49-F238E27FC236}">
                    <a16:creationId xmlns:a16="http://schemas.microsoft.com/office/drawing/2014/main" id="{D8D4BDD2-45F3-2E04-3863-49AD916454BD}"/>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EC59FF2-8BBC-A7EA-2F41-951658F5E453}"/>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50" name="TextBox 49">
                <a:extLst>
                  <a:ext uri="{FF2B5EF4-FFF2-40B4-BE49-F238E27FC236}">
                    <a16:creationId xmlns:a16="http://schemas.microsoft.com/office/drawing/2014/main" id="{5EC59FF2-8BBC-A7EA-2F41-951658F5E45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E39E3BB-9130-0946-F90F-56B4EF840257}"/>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51" name="TextBox 50">
                <a:extLst>
                  <a:ext uri="{FF2B5EF4-FFF2-40B4-BE49-F238E27FC236}">
                    <a16:creationId xmlns:a16="http://schemas.microsoft.com/office/drawing/2014/main" id="{8E39E3BB-9130-0946-F90F-56B4EF840257}"/>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52" name="Oval 51">
            <a:extLst>
              <a:ext uri="{FF2B5EF4-FFF2-40B4-BE49-F238E27FC236}">
                <a16:creationId xmlns:a16="http://schemas.microsoft.com/office/drawing/2014/main" id="{443F5A23-42A1-C5E1-5247-113E3256CF0C}"/>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53" name="Straight Arrow Connector 52">
            <a:extLst>
              <a:ext uri="{FF2B5EF4-FFF2-40B4-BE49-F238E27FC236}">
                <a16:creationId xmlns:a16="http://schemas.microsoft.com/office/drawing/2014/main" id="{DEFE39F2-3F36-4450-7B80-E4306FC7C196}"/>
              </a:ext>
            </a:extLst>
          </p:cNvPr>
          <p:cNvCxnSpPr>
            <a:cxnSpLocks/>
            <a:stCxn id="52" idx="0"/>
            <a:endCxn id="44"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493FA3E-CBEC-DD06-6659-235B69A42BBE}"/>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54" name="TextBox 53">
                <a:extLst>
                  <a:ext uri="{FF2B5EF4-FFF2-40B4-BE49-F238E27FC236}">
                    <a16:creationId xmlns:a16="http://schemas.microsoft.com/office/drawing/2014/main" id="{6493FA3E-CBEC-DD06-6659-235B69A42BBE}"/>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55" name="Straight Arrow Connector 54">
            <a:extLst>
              <a:ext uri="{FF2B5EF4-FFF2-40B4-BE49-F238E27FC236}">
                <a16:creationId xmlns:a16="http://schemas.microsoft.com/office/drawing/2014/main" id="{58588EFF-8514-CCA8-0821-80D314E3C2DA}"/>
              </a:ext>
            </a:extLst>
          </p:cNvPr>
          <p:cNvCxnSpPr>
            <a:cxnSpLocks/>
            <a:endCxn id="63"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B33142A8-5972-04FE-1A2C-6556B0E61A59}"/>
              </a:ext>
            </a:extLst>
          </p:cNvPr>
          <p:cNvCxnSpPr>
            <a:cxnSpLocks/>
            <a:stCxn id="52" idx="4"/>
            <a:endCxn id="45"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7" name="Oval 56">
            <a:extLst>
              <a:ext uri="{FF2B5EF4-FFF2-40B4-BE49-F238E27FC236}">
                <a16:creationId xmlns:a16="http://schemas.microsoft.com/office/drawing/2014/main" id="{67B01653-534C-AE35-761F-0213B6415FFB}"/>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58" name="Straight Arrow Connector 57">
            <a:extLst>
              <a:ext uri="{FF2B5EF4-FFF2-40B4-BE49-F238E27FC236}">
                <a16:creationId xmlns:a16="http://schemas.microsoft.com/office/drawing/2014/main" id="{77984CF3-C1EE-EDDB-697D-0206AE4D24C4}"/>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D8CAAE1E-3F15-18C8-F6E8-E440E3A1CFAC}"/>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59" name="TextBox 58">
                <a:extLst>
                  <a:ext uri="{FF2B5EF4-FFF2-40B4-BE49-F238E27FC236}">
                    <a16:creationId xmlns:a16="http://schemas.microsoft.com/office/drawing/2014/main" id="{D8CAAE1E-3F15-18C8-F6E8-E440E3A1CFAC}"/>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F11B938-71E1-7E55-52D0-98D0AE8FBFB0}"/>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60" name="TextBox 59">
                <a:extLst>
                  <a:ext uri="{FF2B5EF4-FFF2-40B4-BE49-F238E27FC236}">
                    <a16:creationId xmlns:a16="http://schemas.microsoft.com/office/drawing/2014/main" id="{2F11B938-71E1-7E55-52D0-98D0AE8FBFB0}"/>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9DBE226-5BA6-7A7B-67CB-5BB3CB2F85A1}"/>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61" name="TextBox 60">
                <a:extLst>
                  <a:ext uri="{FF2B5EF4-FFF2-40B4-BE49-F238E27FC236}">
                    <a16:creationId xmlns:a16="http://schemas.microsoft.com/office/drawing/2014/main" id="{09DBE226-5BA6-7A7B-67CB-5BB3CB2F85A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58CAEAE4-B240-E1DB-5B36-F82F4794ABD5}"/>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62" name="TextBox 61">
                <a:extLst>
                  <a:ext uri="{FF2B5EF4-FFF2-40B4-BE49-F238E27FC236}">
                    <a16:creationId xmlns:a16="http://schemas.microsoft.com/office/drawing/2014/main" id="{58CAEAE4-B240-E1DB-5B36-F82F4794ABD5}"/>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E439F07-5127-4858-9DE0-2801D07DEE5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63" name="TextBox 62">
                <a:extLst>
                  <a:ext uri="{FF2B5EF4-FFF2-40B4-BE49-F238E27FC236}">
                    <a16:creationId xmlns:a16="http://schemas.microsoft.com/office/drawing/2014/main" id="{0E439F07-5127-4858-9DE0-2801D07DEE5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id="{4FA848CE-469A-BE71-216E-65D7975BD39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65" name="Rectangle 64">
            <a:extLst>
              <a:ext uri="{FF2B5EF4-FFF2-40B4-BE49-F238E27FC236}">
                <a16:creationId xmlns:a16="http://schemas.microsoft.com/office/drawing/2014/main" id="{FD1199A2-FE79-1FE7-6E25-FA1378B9988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66" name="TextBox 65">
            <a:extLst>
              <a:ext uri="{FF2B5EF4-FFF2-40B4-BE49-F238E27FC236}">
                <a16:creationId xmlns:a16="http://schemas.microsoft.com/office/drawing/2014/main" id="{D5A6CA82-42D3-FBB0-26FA-E9E2953D3F11}"/>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pic>
        <p:nvPicPr>
          <p:cNvPr id="68" name="Picture 67">
            <a:extLst>
              <a:ext uri="{FF2B5EF4-FFF2-40B4-BE49-F238E27FC236}">
                <a16:creationId xmlns:a16="http://schemas.microsoft.com/office/drawing/2014/main" id="{025B64E8-F33C-2887-2AAC-7F704E25A41F}"/>
              </a:ext>
            </a:extLst>
          </p:cNvPr>
          <p:cNvPicPr>
            <a:picLocks noChangeAspect="1"/>
          </p:cNvPicPr>
          <p:nvPr/>
        </p:nvPicPr>
        <p:blipFill>
          <a:blip r:embed="rId28"/>
          <a:stretch>
            <a:fillRect/>
          </a:stretch>
        </p:blipFill>
        <p:spPr>
          <a:xfrm>
            <a:off x="511492" y="3842320"/>
            <a:ext cx="1867161" cy="390580"/>
          </a:xfrm>
          <a:prstGeom prst="rect">
            <a:avLst/>
          </a:prstGeom>
        </p:spPr>
      </p:pic>
      <p:pic>
        <p:nvPicPr>
          <p:cNvPr id="75" name="Picture 74">
            <a:extLst>
              <a:ext uri="{FF2B5EF4-FFF2-40B4-BE49-F238E27FC236}">
                <a16:creationId xmlns:a16="http://schemas.microsoft.com/office/drawing/2014/main" id="{C4F8474A-46C6-E36E-AAC9-140D86DD9CB5}"/>
              </a:ext>
            </a:extLst>
          </p:cNvPr>
          <p:cNvPicPr>
            <a:picLocks noChangeAspect="1"/>
          </p:cNvPicPr>
          <p:nvPr/>
        </p:nvPicPr>
        <p:blipFill>
          <a:blip r:embed="rId29"/>
          <a:stretch>
            <a:fillRect/>
          </a:stretch>
        </p:blipFill>
        <p:spPr>
          <a:xfrm>
            <a:off x="5337052" y="2853834"/>
            <a:ext cx="3467584" cy="2724530"/>
          </a:xfrm>
          <a:prstGeom prst="rect">
            <a:avLst/>
          </a:prstGeom>
        </p:spPr>
      </p:pic>
    </p:spTree>
    <p:extLst>
      <p:ext uri="{BB962C8B-B14F-4D97-AF65-F5344CB8AC3E}">
        <p14:creationId xmlns:p14="http://schemas.microsoft.com/office/powerpoint/2010/main" val="248230530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ADD1AB-68EC-3EBF-A890-7DC3074901A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3931075-4435-B76E-4E8B-1606CA97EE08}"/>
              </a:ext>
            </a:extLst>
          </p:cNvPr>
          <p:cNvPicPr>
            <a:picLocks noChangeAspect="1"/>
          </p:cNvPicPr>
          <p:nvPr/>
        </p:nvPicPr>
        <p:blipFill>
          <a:blip r:embed="rId3"/>
          <a:stretch>
            <a:fillRect/>
          </a:stretch>
        </p:blipFill>
        <p:spPr>
          <a:xfrm>
            <a:off x="3059127" y="2089438"/>
            <a:ext cx="6375892" cy="4761742"/>
          </a:xfrm>
          <a:prstGeom prst="rect">
            <a:avLst/>
          </a:prstGeom>
        </p:spPr>
      </p:pic>
      <p:grpSp>
        <p:nvGrpSpPr>
          <p:cNvPr id="6" name="Group 5">
            <a:extLst>
              <a:ext uri="{FF2B5EF4-FFF2-40B4-BE49-F238E27FC236}">
                <a16:creationId xmlns:a16="http://schemas.microsoft.com/office/drawing/2014/main" id="{225856B9-F8D5-8018-0F8B-BE1636F89E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9E871FFB-E691-6E97-FB92-70EA294EFD8F}"/>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28FD22F-5073-16B6-7D07-E93D55DFBB22}"/>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28FD22F-5073-16B6-7D07-E93D55DFBB2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191CF74-DAED-ED1D-A1D1-564433505060}"/>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8191CF74-DAED-ED1D-A1D1-564433505060}"/>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5C9A496-7921-606F-1CF4-985755D692C0}"/>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64875DF-EB12-10D7-CC0F-9ED22AFC7136}"/>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64875DF-EB12-10D7-CC0F-9ED22AFC7136}"/>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4302B4A-3EC2-293D-853F-69EF634FD0C7}"/>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4302B4A-3EC2-293D-853F-69EF634FD0C7}"/>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FBCE5A4-8702-3489-1022-76D9FD316DC7}"/>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03C318F-0C34-1936-C28A-1DF9025471AF}"/>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03C318F-0C34-1936-C28A-1DF9025471AF}"/>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B221534-CBB9-D1AB-EBC7-6BFE2CFCF255}"/>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FA70CDD-AF11-4354-C218-5ED1313E5012}"/>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516EA4A-F809-D15A-4E9C-78D566B8A246}"/>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D565628-1453-3A80-4341-9CBC422CD12A}"/>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69872745-A001-9F9A-7DDD-89BFD91B017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23BC552-3C31-D2D9-9648-CA7CBB4C283E}"/>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E86D61DF-96E2-54DD-FB6C-0431F4C8F43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C5C448D2-63F2-04DB-6905-2E18DB8C3632}"/>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C37C814-9C21-C0F3-6D1F-328C4ACCCA84}"/>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9C37C814-9C21-C0F3-6D1F-328C4ACCCA84}"/>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2595BFF-BB1C-6769-D3F1-D1798DC5AD08}"/>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7FC5C2C4-7638-4367-A13C-86B0C7CB59D6}"/>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AE5BB0C7-9178-7B16-39C4-3993E8F2A077}"/>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114C551-7000-83AF-F899-1CB40EA37F2B}"/>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9114C551-7000-83AF-F899-1CB40EA37F2B}"/>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D72BB2C-BE45-97A5-B58A-844ECF17614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AAA15DC-5217-266C-E696-6CE4CF1C2B69}"/>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5AAA15DC-5217-266C-E696-6CE4CF1C2B69}"/>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0DBB9-3C5B-C5AF-831E-2EB9F533702C}"/>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43D5DF9-ED1B-D46C-6398-CF42B6F7BDB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943D5DF9-ED1B-D46C-6398-CF42B6F7BDB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92573FFC-96E6-236A-630C-6E7951809F84}"/>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5251764-1FDE-717D-4EBC-DC4B649C767F}"/>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6265E9A-799E-00F2-219F-58EE333A8A58}"/>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F479EA2C-B7C7-0BE3-0163-AC8BF6694E50}"/>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5D72516-9648-30A9-F5C7-1642BE92A920}"/>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F2F7D08-8974-236F-3EBB-17EEE5C6D199}"/>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5F2F7D08-8974-236F-3EBB-17EEE5C6D199}"/>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B41B64B8-3394-79A1-F25F-3C465A84B35B}"/>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B41B64B8-3394-79A1-F25F-3C465A84B35B}"/>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64CF2DAF-B4F2-9363-7480-0CF5AE476874}"/>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4CF2DAF-B4F2-9363-7480-0CF5AE476874}"/>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9C53B5A1-2550-0614-0502-B76920E57DF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AE371183-99DF-CA2B-E537-A14657AF513F}"/>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AE371183-99DF-CA2B-E537-A14657AF513F}"/>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5AF980E-69F2-6E5A-0BCE-DAEE0A4165FE}"/>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A18FE85C-5E23-040C-DCC0-5CEF9B611679}"/>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A18FE85C-5E23-040C-DCC0-5CEF9B611679}"/>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0EB7FDD-C7DD-C847-C72F-BB17A68FE08C}"/>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40EB7FDD-C7DD-C847-C72F-BB17A68FE08C}"/>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FE88AD76-40D5-DFA3-2E26-7D5BB84C264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06087EA0-6B05-1869-1EC5-743C3D704F8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38CFFADF-ADAF-6C8D-9A8C-545E5409A618}"/>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E491907-316B-6756-F63F-784B84E3A19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9AA8908-0283-1075-B3CA-03C6D49F68A8}"/>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E9AA8908-0283-1075-B3CA-03C6D49F68A8}"/>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22FEFDF0-B801-9ECE-3BFE-D34591D2D193}"/>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22FEFDF0-B801-9ECE-3BFE-D34591D2D193}"/>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D8BC479-9AB5-ABFB-7592-9623B653E196}"/>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D8BC479-9AB5-ABFB-7592-9623B653E196}"/>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1A08E05-EBCA-14B3-9C4F-0D065981640B}"/>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21A08E05-EBCA-14B3-9C4F-0D065981640B}"/>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5FFF845-9B65-D646-16C9-EC878370803A}"/>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95285A71-98ED-3E97-70BB-FC61B5A06897}"/>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0F00B93-063D-7E2D-53E4-AED7FB9300FC}"/>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0F00B93-063D-7E2D-53E4-AED7FB9300FC}"/>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F48F6477-1942-D5B4-17DC-EB388E0BE5E0}"/>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2D094F-9A5D-C2BA-1AE8-E84D41850807}"/>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FD760B44-C102-B3BB-AA5B-FD9251F313B7}"/>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AF254D24-6C3E-4FF9-6269-1705505203C8}"/>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8D895DFD-5FD4-B428-957C-A12D2FC713B8}"/>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8D895DFD-5FD4-B428-957C-A12D2FC713B8}"/>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7FAABFF5-446D-0662-1965-E0455058E22C}"/>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7FAABFF5-446D-0662-1965-E0455058E22C}"/>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FBF6754-372B-7363-62F5-6614413DE55B}"/>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FFBF6754-372B-7363-62F5-6614413DE55B}"/>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93BD7CC-1F1D-6CF7-F4AB-96992B1693D0}"/>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993BD7CC-1F1D-6CF7-F4AB-96992B1693D0}"/>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DC20493-5371-1632-FE84-35E092D4701F}"/>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ADC20493-5371-1632-FE84-35E092D4701F}"/>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84F9E9B2-F893-93E2-52F4-9E0C569A66A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A3A017C-8023-3A7B-D31B-285B62DAA272}"/>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92FEA182-0F12-8FA3-55E9-5D982F2CDE79}"/>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D828C27A-E7D1-D778-D988-3526739A0683}"/>
              </a:ext>
            </a:extLst>
          </p:cNvPr>
          <p:cNvSpPr txBox="1"/>
          <p:nvPr/>
        </p:nvSpPr>
        <p:spPr>
          <a:xfrm>
            <a:off x="3144899" y="1921743"/>
            <a:ext cx="986167" cy="369332"/>
          </a:xfrm>
          <a:prstGeom prst="rect">
            <a:avLst/>
          </a:prstGeom>
          <a:noFill/>
        </p:spPr>
        <p:txBody>
          <a:bodyPr wrap="none" rtlCol="0">
            <a:spAutoFit/>
          </a:bodyPr>
          <a:lstStyle/>
          <a:p>
            <a:r>
              <a:rPr lang="en-US" dirty="0"/>
              <a:t>Motif 30</a:t>
            </a:r>
          </a:p>
        </p:txBody>
      </p:sp>
      <p:sp>
        <p:nvSpPr>
          <p:cNvPr id="7" name="Rectangle: Rounded Corners 6">
            <a:extLst>
              <a:ext uri="{FF2B5EF4-FFF2-40B4-BE49-F238E27FC236}">
                <a16:creationId xmlns:a16="http://schemas.microsoft.com/office/drawing/2014/main" id="{101BE562-263A-E5DD-D0C3-DF77F532B3FD}"/>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49C373B-08E7-BDE1-4850-483C796BF105}"/>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067FBA4A-FEE1-01B2-7A4C-261848FDAF6B}"/>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58E1E87E-D01E-457F-AE26-6FB97C917677}"/>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324F07E7-0FAB-28D7-711D-279035F524A3}"/>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AA2B7266-7CCD-E517-0E85-CDE18731FC28}"/>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E804114A-0706-B223-D9CC-685ABF2F5BC3}"/>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8D8135C-0767-8256-BC20-04B0CF2F6FB9}"/>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C216C669-2706-C2DD-57D0-F623EC059ADF}"/>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EB4E631A-CCC2-AF35-A4E6-A10806C5D982}"/>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E1250E81-9DF2-9CAA-EDF2-F2016CE142C7}"/>
                  </a:ext>
                </a:extLst>
              </p:cNvPr>
              <p:cNvSpPr txBox="1"/>
              <p:nvPr/>
            </p:nvSpPr>
            <p:spPr>
              <a:xfrm>
                <a:off x="7449383" y="3425309"/>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E1250E81-9DF2-9CAA-EDF2-F2016CE142C7}"/>
                  </a:ext>
                </a:extLst>
              </p:cNvPr>
              <p:cNvSpPr txBox="1">
                <a:spLocks noRot="1" noChangeAspect="1" noMove="1" noResize="1" noEditPoints="1" noAdjustHandles="1" noChangeArrowheads="1" noChangeShapeType="1" noTextEdit="1"/>
              </p:cNvSpPr>
              <p:nvPr/>
            </p:nvSpPr>
            <p:spPr>
              <a:xfrm>
                <a:off x="7449383" y="3425309"/>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EAAA924-E685-B240-BF0D-ACC1C15BA75D}"/>
                  </a:ext>
                </a:extLst>
              </p:cNvPr>
              <p:cNvSpPr txBox="1"/>
              <p:nvPr/>
            </p:nvSpPr>
            <p:spPr>
              <a:xfrm>
                <a:off x="5165317" y="3248025"/>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EEAAA924-E685-B240-BF0D-ACC1C15BA75D}"/>
                  </a:ext>
                </a:extLst>
              </p:cNvPr>
              <p:cNvSpPr txBox="1">
                <a:spLocks noRot="1" noChangeAspect="1" noMove="1" noResize="1" noEditPoints="1" noAdjustHandles="1" noChangeArrowheads="1" noChangeShapeType="1" noTextEdit="1"/>
              </p:cNvSpPr>
              <p:nvPr/>
            </p:nvSpPr>
            <p:spPr>
              <a:xfrm>
                <a:off x="5165317" y="3248025"/>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75891BD-A5A8-DD2D-AFAE-57BCAC4FFDDF}"/>
                  </a:ext>
                </a:extLst>
              </p:cNvPr>
              <p:cNvSpPr txBox="1"/>
              <p:nvPr/>
            </p:nvSpPr>
            <p:spPr>
              <a:xfrm>
                <a:off x="6106782" y="3481662"/>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5" name="TextBox 4">
                <a:extLst>
                  <a:ext uri="{FF2B5EF4-FFF2-40B4-BE49-F238E27FC236}">
                    <a16:creationId xmlns:a16="http://schemas.microsoft.com/office/drawing/2014/main" id="{A75891BD-A5A8-DD2D-AFAE-57BCAC4FFDDF}"/>
                  </a:ext>
                </a:extLst>
              </p:cNvPr>
              <p:cNvSpPr txBox="1">
                <a:spLocks noRot="1" noChangeAspect="1" noMove="1" noResize="1" noEditPoints="1" noAdjustHandles="1" noChangeArrowheads="1" noChangeShapeType="1" noTextEdit="1"/>
              </p:cNvSpPr>
              <p:nvPr/>
            </p:nvSpPr>
            <p:spPr>
              <a:xfrm>
                <a:off x="6106782" y="3481662"/>
                <a:ext cx="352041" cy="369332"/>
              </a:xfrm>
              <a:prstGeom prst="rect">
                <a:avLst/>
              </a:prstGeom>
              <a:blipFill>
                <a:blip r:embed="rId31"/>
                <a:stretch>
                  <a:fillRect r="-27586"/>
                </a:stretch>
              </a:blipFill>
            </p:spPr>
            <p:txBody>
              <a:bodyPr/>
              <a:lstStyle/>
              <a:p>
                <a:r>
                  <a:rPr lang="en-US">
                    <a:noFill/>
                  </a:rPr>
                  <a:t> </a:t>
                </a:r>
              </a:p>
            </p:txBody>
          </p:sp>
        </mc:Fallback>
      </mc:AlternateContent>
    </p:spTree>
    <p:extLst>
      <p:ext uri="{BB962C8B-B14F-4D97-AF65-F5344CB8AC3E}">
        <p14:creationId xmlns:p14="http://schemas.microsoft.com/office/powerpoint/2010/main" val="395772379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B81A-E417-E82F-5E9C-D9AB7188245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1B0C77D3-A7B0-56FA-94D0-33B564616A6C}"/>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FCD52AD8-FD87-4935-D6A6-F449B93CF476}"/>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AE0FD4EA-081F-96C1-AC9B-2ABB752622DF}"/>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8DA79AC-63A4-3F7F-BEF9-35141C3C6485}"/>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D34121EC-CB66-494F-BBB8-99B2C29428A7}"/>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5A629066-EF16-19DF-093E-105B3783158C}"/>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1E8C039-F32D-FDFB-8728-DED7F0F28E3B}"/>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DE4B3A34-4B6F-4E19-CEBD-1136EFAC2D8E}"/>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EB88D55-CFC5-868E-72F6-84FE46192B01}"/>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3B6E555-28A0-7019-F9D8-8C07C4F685D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9BDE77C-52CC-B5E2-44E5-06637FFCFF4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7AACBE4-E299-A76E-4AA3-A747B9AC2D6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BA6A3748-10ED-4C56-3162-A82B830FF351}"/>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1EA1422C-0E7D-BBF7-6534-B592E766AA8D}"/>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2341B47A-E7AA-94E7-3229-D18411D0FD0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E236557-9985-DC48-DE08-4E9430377CD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D65F64E7-C134-EAB7-A1E3-8C1C70211E90}"/>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24EE721F-74C0-DD8F-16F6-EC045D3254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7D6B103-BE11-5A48-BA34-A11593D02301}"/>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216F6CF-AC86-5FA0-80DB-0CEB7381E82E}"/>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1A009EAD-5CC4-CE92-E886-5207BF8C58A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F3839572-2C01-9887-DA98-8E3338A77DA7}"/>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EFD46C72-BDC3-89B5-A688-8A8E74765E6D}"/>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BA1F33B-5B03-F97B-04FF-A4413AC4D660}"/>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8BF864A-4096-4827-6459-C97596B81A8E}"/>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2A597E-4C14-6D4D-DA22-E2593BA84C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F36D1FA-AA3B-CE06-56D9-3DC160C8C9BE}"/>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595AA050-5097-F1E2-FCDB-F7CA2381EFDE}"/>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C589BD-AD35-1DA2-064B-BF85576F51C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24EE502-40BF-E493-1E4D-9FC49E0FD616}"/>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B040B6A-8F0A-43CE-4DD0-D0E53DAB1693}"/>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C56269D-DFA5-A378-CDB7-6C6E4EA4FA71}"/>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BBC506E2-7BFA-5274-37BE-5C04AAA7BCF1}"/>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A0541347-6880-25A9-810A-CD0FC4EA1025}"/>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A2A9840-F4F5-A4EA-9A7F-00C1665903EB}"/>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D1530F61-1596-616E-8C26-226C9193B61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9A8A7C1C-8180-1721-BBE0-05B7C662837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A2D1B56-8128-3D7B-20FC-E52BF0248E84}"/>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0FF5430-3559-DEA8-900C-15322861F570}"/>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4BEB8CA-1751-A3F6-C22F-9C2EB8AB3FA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26233FF-59EB-0873-D8B3-B4EBC3139A9D}"/>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E6CE2DE0-A947-C5C9-242B-CC91613FCEAA}"/>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FDB4816B-1F83-0A37-543B-085F737BCF63}"/>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72B1159B-4F66-978F-D1C7-5CF14100E22C}"/>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EA2B142-FE8A-5DC2-E3B0-AB622DAA17E9}"/>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372419DF-6846-DF7C-F178-AD715DF6FB68}"/>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57C85D5-356B-68AD-7507-A8182D249109}"/>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A07DECCD-FE94-C90F-D451-AF3D31A46BB7}"/>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5329DBB-3255-1756-5F78-FA3D95D0BD38}"/>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3F4D19C-AF3A-12DB-3E36-A967A49653EF}"/>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EF4B4886-7926-701B-895D-B4BAB1A25D4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E23F0986-60D4-960C-5195-AA9A545C294D}"/>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E35AD24-B504-3EA9-3300-29B5908B32E4}"/>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94E8FE-316C-6D27-4BE7-B6B96EB63957}"/>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B27784C-E498-0FDA-914F-B87A6C5D3BAE}"/>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C68E0590-F95E-04D8-76D7-03CAFA552ED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29A5E2D0-527D-4C22-1675-2C7416381E5D}"/>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5BFADE33-0DD5-2E91-A7D5-7CA3D558086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C6139846-AF29-58CC-2604-5334A5CED0E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1777CF0-D5F0-CF33-5DE9-C3D98116CA32}"/>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7E7A68E1-2D97-C8BC-501A-9A846DB50778}"/>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7239228-6BF8-475C-89C9-5C4BEDFA3CA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C5194064-4072-A90C-37C5-CA46F7B5F543}"/>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49B873C-20E2-DF93-2F4B-ED9777D5E637}"/>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ED632984-2B60-460D-0442-E43ED109BC64}"/>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3D05E7D4-575B-D13C-AABA-EF10A928BF05}"/>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C182B1AA-B56D-3E89-0F1E-EC28D104F7C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1A88502-8FEC-6556-1FCF-7C60427FEE0C}"/>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163769BA-AB7E-24FA-0B14-00346B702320}"/>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F7C907E-F6A7-F1F4-A997-B31F7DF56B44}"/>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D3B71179-B0F9-C8F5-23E1-9F8EF941807E}"/>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A4265180-AAB0-8D74-895D-85482649D57C}"/>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7992537D-D571-AB79-EEDA-8149A3426B41}"/>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04479DC-5679-28D9-3FCE-8EFFCF27DB29}"/>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9ABC8E88-E134-59DF-332F-EB02A12BBC1B}"/>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CB04268-FA90-250A-7930-2A7ACE65B95B}"/>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AC61CDFD-9709-A6C6-848F-88E259F3E0D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C587059-2A26-E7D2-2548-A09EC4973C62}"/>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E8BB0FE-A627-6ABF-D259-0BF069542721}"/>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3E40055-514B-77B3-29FB-1A881E54CF77}"/>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350432-7243-3C96-5F1C-E94FE9B2C60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F4B7E48-4F14-FA42-6974-72E18C5DC955}"/>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267A998-1F9B-4A75-9BB0-23FB45FC55FA}"/>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EFBBF47-0130-5A6B-30F0-49E0A629FCAA}"/>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D6B7E78-5FE0-2DBD-FA52-E23507080E78}"/>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5EB7A60-909B-616E-5C4C-520E4B5C7E0F}"/>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CB13A06E-2D3E-DE31-FEDC-E58196900C64}"/>
              </a:ext>
            </a:extLst>
          </p:cNvPr>
          <p:cNvGraphicFramePr>
            <a:graphicFrameLocks noGrp="1"/>
          </p:cNvGraphicFramePr>
          <p:nvPr>
            <p:extLst>
              <p:ext uri="{D42A27DB-BD31-4B8C-83A1-F6EECF244321}">
                <p14:modId xmlns:p14="http://schemas.microsoft.com/office/powerpoint/2010/main" val="2600913477"/>
              </p:ext>
            </p:extLst>
          </p:nvPr>
        </p:nvGraphicFramePr>
        <p:xfrm>
          <a:off x="1123374" y="2820513"/>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28"/>
                        </a:rPr>
                        <a:t>2AXQ</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1YAA</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AF-P17649-F1-model_v6.pdb (AlphaFold</a:t>
                      </a:r>
                      <a:r>
                        <a:rPr lang="en-US" sz="1200" dirty="0"/>
                        <a:t>)</a:t>
                      </a:r>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AF-P39708-F1-model_v6.pdb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4"/>
                        </a:rPr>
                        <a:t>3FKY</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5"/>
                        </a:rPr>
                        <a:t>3IG5 3IG8 3LVW</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6"/>
                        </a:rPr>
                        <a:t>AF-P36001-F1-model_v6.pdb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YNR013C</a:t>
                      </a:r>
                    </a:p>
                  </a:txBody>
                  <a:tcPr/>
                </a:tc>
                <a:tc>
                  <a:txBody>
                    <a:bodyPr/>
                    <a:lstStyle/>
                    <a:p>
                      <a:r>
                        <a:rPr lang="en-US" sz="1200" dirty="0">
                          <a:hlinkClick r:id="rId37"/>
                        </a:rPr>
                        <a:t>AF-P27514-F1-model_v6.pdb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7EA90648-1205-6B63-D211-F36393068901}"/>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AB1D596F-1AB1-F12A-7F5F-D0DFB4DEDB2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EB2531E2-0286-019E-DF1C-2AEA298CB8DF}"/>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E4167006-C90C-8F14-4DB2-B64C89817FA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850FBC4D-16A6-87E9-60BA-53D7B2339CFD}"/>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A1458D53-ADD5-2A27-D3AA-70942A197861}"/>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F7DF4E02-3DFC-9217-F9BA-B2A28EE35149}"/>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C5026231-8CDB-5C1A-18B6-2B811518C275}"/>
              </a:ext>
            </a:extLst>
          </p:cNvPr>
          <p:cNvSpPr txBox="1"/>
          <p:nvPr/>
        </p:nvSpPr>
        <p:spPr>
          <a:xfrm>
            <a:off x="22471" y="2619368"/>
            <a:ext cx="986167" cy="369332"/>
          </a:xfrm>
          <a:prstGeom prst="rect">
            <a:avLst/>
          </a:prstGeom>
          <a:noFill/>
        </p:spPr>
        <p:txBody>
          <a:bodyPr wrap="none" rtlCol="0">
            <a:spAutoFit/>
          </a:bodyPr>
          <a:lstStyle/>
          <a:p>
            <a:r>
              <a:rPr lang="en-US" dirty="0"/>
              <a:t>Motif 37</a:t>
            </a:r>
          </a:p>
        </p:txBody>
      </p:sp>
    </p:spTree>
    <p:extLst>
      <p:ext uri="{BB962C8B-B14F-4D97-AF65-F5344CB8AC3E}">
        <p14:creationId xmlns:p14="http://schemas.microsoft.com/office/powerpoint/2010/main" val="29315360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6C753-A552-3739-A706-9C92A73FA494}"/>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BBAD29F3-D46F-F54C-411A-1B8BB8D3E7FD}"/>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2CB5D7DD-8D01-1FA8-D339-B9D04A129ADF}"/>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6141D38-07AE-57A9-DCA9-D120D84B7267}"/>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28FD22F-5073-16B6-7D07-E93D55DFBB22}"/>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247787B-7252-D9EA-C0D3-D16AA8C73A94}"/>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8191CF74-DAED-ED1D-A1D1-564433505060}"/>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068F3A77-2372-4D9C-64E3-987AE7386341}"/>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A523B16-1F08-26FB-E0A9-A3DE5EBF8172}"/>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64875DF-EB12-10D7-CC0F-9ED22AFC7136}"/>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304B354-DDDF-1E3B-FE34-5BF5FAD6182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94302B4A-3EC2-293D-853F-69EF634FD0C7}"/>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B3ED70F-A33E-63A5-4D3E-DD7AF8CCFB75}"/>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DD4989DD-FA2B-B0FE-6C1E-459645F3ADF1}"/>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03C318F-0C34-1936-C28A-1DF9025471AF}"/>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90E6EE9-6F23-4178-C38B-131EC6A555F5}"/>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B05F20D-E236-9D5A-913F-1362DF627BDC}"/>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5CB96095-C270-40A4-711C-CD08F67E140C}"/>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B2197D4-ED75-A8F9-5543-CC3457A8B3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C96BC47-B809-8E33-6C13-1D45C0F33B26}"/>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702A278F-43C8-BDE6-418A-59257EB9F27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565DD210-A1B3-08FF-8BBF-09D5C817A3F2}"/>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015FBA70-F8B1-4D77-8064-4325040401E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FF77E2E5-1E4A-1A20-AE6E-E2420AB10DF0}"/>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9C37C814-9C21-C0F3-6D1F-328C4ACCCA84}"/>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C02D3467-F8A7-92D9-7E23-86E86235E66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E80842EF-855B-4558-49AC-1516433BFD01}"/>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B21A6227-9585-A777-69F4-6E2084EB9202}"/>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299658ED-CB72-1764-3510-194E08FF48D6}"/>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9114C551-7000-83AF-F899-1CB40EA37F2B}"/>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FDCC5A84-0186-5EB4-4256-988A1E29D51B}"/>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7821CB79-FD08-84AC-AA0A-1998ADAF07B8}"/>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5AAA15DC-5217-266C-E696-6CE4CF1C2B69}"/>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173B8D90-F057-D6C8-4336-33ECA2CDD6D5}"/>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B8516E88-9B5D-5C40-94C0-E4CA216011E1}"/>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943D5DF9-ED1B-D46C-6398-CF42B6F7BDB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C306926B-4217-1D49-E196-D8246735E5FA}"/>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66E83254-6950-FE76-5C09-3915AEA6745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B02C3DE-B7E2-2FB7-0A87-8AEB1C1C6262}"/>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542536A-D764-A202-071B-FFAEA566E6D3}"/>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712ABEF-0B84-1219-1BCF-595C9A3EDD3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2A01B46-209E-8B35-7318-349D40ED7657}"/>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5F2F7D08-8974-236F-3EBB-17EEE5C6D199}"/>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6DB5520-E0FF-E35B-2066-7D83C7C987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B41B64B8-3394-79A1-F25F-3C465A84B35B}"/>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D0FA22CF-870A-BF6A-DE17-DFD11C48B58B}"/>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4CF2DAF-B4F2-9363-7480-0CF5AE476874}"/>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BDF347D-E890-DC55-8D6C-E8D69EAC849F}"/>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7E8CD7B-6F4A-DCE7-1187-E451343B0D4A}"/>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AE371183-99DF-CA2B-E537-A14657AF513F}"/>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79B341A-83F9-FA66-3246-DAE022F9EA43}"/>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EFEDBA0A-F84A-08ED-9148-39B2CDBBA8BA}"/>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A18FE85C-5E23-040C-DCC0-5CEF9B611679}"/>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4BEA95A-32BB-BF70-E0BB-F03E5D9ED468}"/>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40EB7FDD-C7DD-C847-C72F-BB17A68FE08C}"/>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5653857-F030-BA8E-2353-91A799900528}"/>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F2195A0C-A736-0725-4E3E-676BA0C3D94F}"/>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AA49FFDB-CAA6-792B-9F45-CF823F2C2341}"/>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070A140-80FB-C4AA-FC01-2D667C59582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E3710A36-94C6-D54E-884D-ADCD7507AC08}"/>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E9AA8908-0283-1075-B3CA-03C6D49F68A8}"/>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3C6C82E-95AD-FD6E-AC84-7DF2CB95180A}"/>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22FEFDF0-B801-9ECE-3BFE-D34591D2D193}"/>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9A02CC37-3AD0-41BB-5C92-FBA6BF47D104}"/>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8D8BC479-9AB5-ABFB-7592-9623B653E196}"/>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1215678-149D-9D95-8DD9-A135BD07B16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21A08E05-EBCA-14B3-9C4F-0D065981640B}"/>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9E75704-1D79-E983-9499-F6C53B46E3B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FB2B305-67A7-D080-51EE-FF9C09B313EE}"/>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41CC8F4-EF68-E8D5-5001-11DFE5D026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D0F00B93-063D-7E2D-53E4-AED7FB9300FC}"/>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232C7987-0D7E-B5CA-C117-23C56005954A}"/>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F482FA3D-BBAF-82DC-C719-591FDAE6E387}"/>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C65DE95-FC67-AC7C-F996-DF860AD024C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54EE1BFD-B9F5-FF3B-29C1-BFDF38C7352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5B53F97-EE65-3D67-5FA0-BCE6508F196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8D895DFD-5FD4-B428-957C-A12D2FC713B8}"/>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2767EA7-D22C-1F98-F367-79EED835B095}"/>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7FAABFF5-446D-0662-1965-E0455058E22C}"/>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5B77B387-2280-C611-D675-22173026096C}"/>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FFBF6754-372B-7363-62F5-6614413DE55B}"/>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762AA94-BFF6-B53E-EEF2-5C0087D6CC54}"/>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993BD7CC-1F1D-6CF7-F4AB-96992B1693D0}"/>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95CDB83-3B7A-E87F-9924-92062210B74B}"/>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ADC20493-5371-1632-FE84-35E092D4701F}"/>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E5D2AD1F-2F34-E7CB-0320-D3EE21347DC9}"/>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708601D6-B9DC-93AB-9A78-AE7D3DFAD310}"/>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80AC030-1DE8-B9FF-47D0-7C3407ADFA42}"/>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FBCE8D82-29F3-CEFB-3FEF-728281CE4425}"/>
              </a:ext>
            </a:extLst>
          </p:cNvPr>
          <p:cNvSpPr txBox="1"/>
          <p:nvPr/>
        </p:nvSpPr>
        <p:spPr>
          <a:xfrm>
            <a:off x="3144899" y="1921743"/>
            <a:ext cx="986167" cy="369332"/>
          </a:xfrm>
          <a:prstGeom prst="rect">
            <a:avLst/>
          </a:prstGeom>
          <a:noFill/>
        </p:spPr>
        <p:txBody>
          <a:bodyPr wrap="none" rtlCol="0">
            <a:spAutoFit/>
          </a:bodyPr>
          <a:lstStyle/>
          <a:p>
            <a:r>
              <a:rPr lang="en-US" dirty="0"/>
              <a:t>Motif 37</a:t>
            </a:r>
          </a:p>
        </p:txBody>
      </p:sp>
      <p:sp>
        <p:nvSpPr>
          <p:cNvPr id="7" name="Rectangle: Rounded Corners 6">
            <a:extLst>
              <a:ext uri="{FF2B5EF4-FFF2-40B4-BE49-F238E27FC236}">
                <a16:creationId xmlns:a16="http://schemas.microsoft.com/office/drawing/2014/main" id="{C41D6FB0-3F04-FC8B-3250-195BD36A0684}"/>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38AE8184-1727-3F2E-3482-FB49C767F536}"/>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4799ECF-24C3-90EE-9230-22B1D25A5EFA}"/>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5A0D316A-BFA7-BDBE-654C-97FF91C4AACF}"/>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C3F6464D-26D9-7AD9-EFD8-FB2D3CC29EF1}"/>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615B6936-BF48-5A9A-C92E-812AA4001E0F}"/>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351A2A4C-5E7A-DFF4-0FE9-DD7BF2AAA11C}"/>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A493279D-7BFD-085F-94FD-9F14B1751A2E}"/>
              </a:ext>
            </a:extLst>
          </p:cNvPr>
          <p:cNvSpPr/>
          <p:nvPr/>
        </p:nvSpPr>
        <p:spPr>
          <a:xfrm>
            <a:off x="7695950" y="3817597"/>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0AEFDE08-5F46-E94B-E0E9-115D23113182}"/>
              </a:ext>
            </a:extLst>
          </p:cNvPr>
          <p:cNvSpPr/>
          <p:nvPr/>
        </p:nvSpPr>
        <p:spPr>
          <a:xfrm>
            <a:off x="5954929" y="3875107"/>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Rounded Corners 24">
            <a:extLst>
              <a:ext uri="{FF2B5EF4-FFF2-40B4-BE49-F238E27FC236}">
                <a16:creationId xmlns:a16="http://schemas.microsoft.com/office/drawing/2014/main" id="{AB24ECEF-0841-1284-57BC-62565CA3FF26}"/>
              </a:ext>
            </a:extLst>
          </p:cNvPr>
          <p:cNvSpPr/>
          <p:nvPr/>
        </p:nvSpPr>
        <p:spPr>
          <a:xfrm>
            <a:off x="5363679" y="3609975"/>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4DE1ABDA-5A8B-CA71-0BE8-65C8A0D12CCE}"/>
                  </a:ext>
                </a:extLst>
              </p:cNvPr>
              <p:cNvSpPr txBox="1"/>
              <p:nvPr/>
            </p:nvSpPr>
            <p:spPr>
              <a:xfrm>
                <a:off x="7449383" y="3425309"/>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E1250E81-9DF2-9CAA-EDF2-F2016CE142C7}"/>
                  </a:ext>
                </a:extLst>
              </p:cNvPr>
              <p:cNvSpPr txBox="1">
                <a:spLocks noRot="1" noChangeAspect="1" noMove="1" noResize="1" noEditPoints="1" noAdjustHandles="1" noChangeArrowheads="1" noChangeShapeType="1" noTextEdit="1"/>
              </p:cNvSpPr>
              <p:nvPr/>
            </p:nvSpPr>
            <p:spPr>
              <a:xfrm>
                <a:off x="7449383" y="3425309"/>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39192E7-4FE4-F95D-79CE-F42F8514F057}"/>
                  </a:ext>
                </a:extLst>
              </p:cNvPr>
              <p:cNvSpPr txBox="1"/>
              <p:nvPr/>
            </p:nvSpPr>
            <p:spPr>
              <a:xfrm>
                <a:off x="5165317" y="3248025"/>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EEAAA924-E685-B240-BF0D-ACC1C15BA75D}"/>
                  </a:ext>
                </a:extLst>
              </p:cNvPr>
              <p:cNvSpPr txBox="1">
                <a:spLocks noRot="1" noChangeAspect="1" noMove="1" noResize="1" noEditPoints="1" noAdjustHandles="1" noChangeArrowheads="1" noChangeShapeType="1" noTextEdit="1"/>
              </p:cNvSpPr>
              <p:nvPr/>
            </p:nvSpPr>
            <p:spPr>
              <a:xfrm>
                <a:off x="5165317" y="3248025"/>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22BBCB8-618E-CF0E-6B6E-FE34D00782E0}"/>
                  </a:ext>
                </a:extLst>
              </p:cNvPr>
              <p:cNvSpPr txBox="1"/>
              <p:nvPr/>
            </p:nvSpPr>
            <p:spPr>
              <a:xfrm>
                <a:off x="6106782" y="3481662"/>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5" name="TextBox 4">
                <a:extLst>
                  <a:ext uri="{FF2B5EF4-FFF2-40B4-BE49-F238E27FC236}">
                    <a16:creationId xmlns:a16="http://schemas.microsoft.com/office/drawing/2014/main" id="{E22BBCB8-618E-CF0E-6B6E-FE34D00782E0}"/>
                  </a:ext>
                </a:extLst>
              </p:cNvPr>
              <p:cNvSpPr txBox="1">
                <a:spLocks noRot="1" noChangeAspect="1" noMove="1" noResize="1" noEditPoints="1" noAdjustHandles="1" noChangeArrowheads="1" noChangeShapeType="1" noTextEdit="1"/>
              </p:cNvSpPr>
              <p:nvPr/>
            </p:nvSpPr>
            <p:spPr>
              <a:xfrm>
                <a:off x="6106782" y="3481662"/>
                <a:ext cx="352041" cy="369332"/>
              </a:xfrm>
              <a:prstGeom prst="rect">
                <a:avLst/>
              </a:prstGeom>
              <a:blipFill>
                <a:blip r:embed="rId31"/>
                <a:stretch>
                  <a:fillRect r="-27586"/>
                </a:stretch>
              </a:blipFill>
            </p:spPr>
            <p:txBody>
              <a:bodyPr/>
              <a:lstStyle/>
              <a:p>
                <a:r>
                  <a:rPr lang="en-US">
                    <a:noFill/>
                  </a:rPr>
                  <a:t> </a:t>
                </a:r>
              </a:p>
            </p:txBody>
          </p:sp>
        </mc:Fallback>
      </mc:AlternateContent>
    </p:spTree>
    <p:extLst>
      <p:ext uri="{BB962C8B-B14F-4D97-AF65-F5344CB8AC3E}">
        <p14:creationId xmlns:p14="http://schemas.microsoft.com/office/powerpoint/2010/main" val="22604285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B6A44FD-3F96-2AE9-5603-415F1AA1A408}"/>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E05E938-19BC-A8DA-2A94-BDAEA443E65A}"/>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651A1DA-588B-49C6-33EA-7C271DF3405B}"/>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2651A1DA-588B-49C6-33EA-7C271DF3405B}"/>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83A27FB-80F4-4424-CA6C-0789BDB18062}"/>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83A27FB-80F4-4424-CA6C-0789BDB18062}"/>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83D11F7B-C631-EFFB-8D5E-AA5E556E5FC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5A00B3EA-E209-FD6B-E5BB-393C808674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5A00B3EA-E209-FD6B-E5BB-393C808674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8BBD7688-93D3-9FC7-0747-5C696468EC46}"/>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BBD7688-93D3-9FC7-0747-5C696468EC46}"/>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903DACC5-4637-9B9F-C63C-132369EDA2D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C094EDA-AD31-A72F-B4FD-A92113471869}"/>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C094EDA-AD31-A72F-B4FD-A92113471869}"/>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750C0F86-3503-9915-F707-4C009B27DE98}"/>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1589E87-E2D8-4FA4-6058-8BAD37358D0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F7ED18C7-3441-4D25-4AEC-538B59B48F2C}"/>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BFDEB70-3056-6E4B-D30F-2FD8D3A79E5B}"/>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9AEF1100-897A-20E3-65BE-AF522DB3B4C4}"/>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9512FD-F999-6546-F98E-030BD405C659}"/>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D1AD2E6-101B-9310-7B1D-EDAB745325A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57A96B45-8F84-754A-AA0E-841FA4B67F3E}"/>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5B687944-27BF-8C93-DAB1-76099607F2B7}"/>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5B687944-27BF-8C93-DAB1-76099607F2B7}"/>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0EB6DCFD-28DF-2DED-2A78-461D477CAD5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86CA712-4404-2C4A-60D8-4C79F956F1ED}"/>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89E0EEC-13AF-3517-E9D0-670DD4A5007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6A13FDC-CC18-09B3-018D-E0C973A64668}"/>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36A13FDC-CC18-09B3-018D-E0C973A64668}"/>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EE687643-AEE4-0F7C-6D06-3E3F9F1902A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5B52696-F9BB-67C9-6879-76D4C7803414}"/>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5B52696-F9BB-67C9-6879-76D4C7803414}"/>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DB00FA7-5459-A94B-A0AE-F780E229BD4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35314BCD-87BA-F7C5-D620-9BCEC059C726}"/>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35314BCD-87BA-F7C5-D620-9BCEC059C726}"/>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BB718C12-E555-ABF7-4687-85AD8F34AC92}"/>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5AC4D78-2D6A-1A6C-C5E1-86A8178E6503}"/>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0968CE85-5B12-A4EE-82DB-4E659D6392A6}"/>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D3B33B7F-A4CE-9170-F9B2-94F2D9FB7DBD}"/>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558D976-8A1B-F2C0-B790-F622C63C30D7}"/>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CBEA7748-58A2-0A7C-07C3-257ABB4341B4}"/>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BEA7748-58A2-0A7C-07C3-257ABB4341B4}"/>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3712196-0542-90A0-AD3B-8AEC301B605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43712196-0542-90A0-AD3B-8AEC301B605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2A7D811-BEE8-AF02-355B-BB377CEA06DB}"/>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2A7D811-BEE8-AF02-355B-BB377CEA06DB}"/>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98A7ECF-E151-495F-1C72-50A2931B0CC5}"/>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3BE2D1B-EC0F-ED78-64EF-6EBEF79CA17A}"/>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3BE2D1B-EC0F-ED78-64EF-6EBEF79CA17A}"/>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5536CAD-78D2-FBC1-67EE-820F1857C544}"/>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9F461F3C-F5C2-5935-86E4-0A5E11FDC13F}"/>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9F461F3C-F5C2-5935-86E4-0A5E11FDC13F}"/>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53665F8-D954-EA5E-4652-34595A5B0B3A}"/>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553665F8-D954-EA5E-4652-34595A5B0B3A}"/>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039E400-237A-BF32-194A-7E7423383CE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9973629-E0D4-1021-1EE0-B3D21EC75AA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38E5A670-7A66-A8F1-2210-404E3AEA881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2AA0809-8CA8-6BBC-2C81-C022318053F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D5D82B9-8235-71DD-2CD7-3CFB41D9ED4E}"/>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4D5D82B9-8235-71DD-2CD7-3CFB41D9ED4E}"/>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0A66980-5F15-515B-BAF2-7F3E8ABA373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F0A66980-5F15-515B-BAF2-7F3E8ABA373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6FE46C90-1E02-52D9-21C3-C32301ADB4E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6FE46C90-1E02-52D9-21C3-C32301ADB4E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15F6689A-EB0E-0049-8C9B-D0289904379D}"/>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15F6689A-EB0E-0049-8C9B-D0289904379D}"/>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3F54691-54C1-55DA-0072-D010BD1B81B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B223592-D50D-E30A-710A-A5B138581AF0}"/>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866AA3D-7C61-7C8B-3621-A617FBF76B6E}"/>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66AA3D-7C61-7C8B-3621-A617FBF76B6E}"/>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DB75D15-90CB-02CA-CBCF-5C89B188237C}"/>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A822D7A-C1EC-1AFF-A2F5-7A4C11039D3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DBBB2760-8873-B010-8A1C-3A0D0F9BCB6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284217B-E44C-7903-419F-838155ADE337}"/>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90049F7-DFCB-1784-6F36-34BE99855192}"/>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90049F7-DFCB-1784-6F36-34BE99855192}"/>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C56E690-760F-907A-54C3-2DE5011CC3E4}"/>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9C56E690-760F-907A-54C3-2DE5011CC3E4}"/>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F3802A3-79CE-2716-0F01-114729E6EDFD}"/>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2F3802A3-79CE-2716-0F01-114729E6EDFD}"/>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26CF2CA-0D04-921E-4483-36FEFC054460}"/>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026CF2CA-0D04-921E-4483-36FEFC054460}"/>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F5B4F2E5-C85C-8F72-CE1C-399C881D8AF1}"/>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F5B4F2E5-C85C-8F72-CE1C-399C881D8AF1}"/>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F69BD6D-97C4-361F-3F28-DD6705820BB3}"/>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8815C00-3138-1E48-546E-DE302A1B9EF1}"/>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D7BB620-3D47-77C0-62CC-8265582D421E}"/>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B12087C9-4169-19DE-13AC-D66DECED17D4}"/>
              </a:ext>
            </a:extLst>
          </p:cNvPr>
          <p:cNvGraphicFramePr>
            <a:graphicFrameLocks noGrp="1"/>
          </p:cNvGraphicFramePr>
          <p:nvPr/>
        </p:nvGraphicFramePr>
        <p:xfrm>
          <a:off x="822533" y="3008092"/>
          <a:ext cx="9787289" cy="3017520"/>
        </p:xfrm>
        <a:graphic>
          <a:graphicData uri="http://schemas.openxmlformats.org/drawingml/2006/table">
            <a:tbl>
              <a:tblPr firstRow="1" bandRow="1">
                <a:tableStyleId>{C4B1156A-380E-4F78-BDF5-A606A8083BF9}</a:tableStyleId>
              </a:tblPr>
              <a:tblGrid>
                <a:gridCol w="3296165">
                  <a:extLst>
                    <a:ext uri="{9D8B030D-6E8A-4147-A177-3AD203B41FA5}">
                      <a16:colId xmlns:a16="http://schemas.microsoft.com/office/drawing/2014/main" val="2247704463"/>
                    </a:ext>
                  </a:extLst>
                </a:gridCol>
                <a:gridCol w="2517504">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b="1" dirty="0"/>
                        <a:t>YGR192C</a:t>
                      </a:r>
                      <a:r>
                        <a:rPr lang="en-US" sz="1200" dirty="0"/>
                        <a:t> or YJL052W or YJR009C</a:t>
                      </a: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YLR410W</a:t>
                      </a:r>
                    </a:p>
                  </a:txBody>
                  <a:tcPr/>
                </a:tc>
                <a:tc>
                  <a:txBody>
                    <a:bodyPr/>
                    <a:lstStyle/>
                    <a:p>
                      <a:r>
                        <a:rPr lang="" sz="1200" b="0" i="0" dirty="0">
                          <a:solidFill>
                            <a:srgbClr val="0A0A0A"/>
                          </a:solidFill>
                          <a:effectLst/>
                          <a:latin typeface="Lato" panose="020F0502020204030203" pitchFamily="34" charset="0"/>
                          <a:hlinkClick r:id="rId35"/>
                        </a:rPr>
                        <a:t>9GR8</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YDR017C</a:t>
                      </a:r>
                    </a:p>
                  </a:txBody>
                  <a:tcPr/>
                </a:tc>
                <a:tc>
                  <a:txBody>
                    <a:bodyPr/>
                    <a:lstStyle/>
                    <a:p>
                      <a:r>
                        <a:rPr lang="en-US" sz="1200" dirty="0">
                          <a:hlinkClick r:id="rId36"/>
                        </a:rPr>
                        <a:t>AF-Q12494-F1-model_v6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YOR163W</a:t>
                      </a:r>
                    </a:p>
                  </a:txBody>
                  <a:tcPr/>
                </a:tc>
                <a:tc>
                  <a:txBody>
                    <a:bodyPr/>
                    <a:lstStyle/>
                    <a:p>
                      <a:r>
                        <a:rPr lang="" sz="1200" b="0" i="0" dirty="0">
                          <a:solidFill>
                            <a:srgbClr val="0A0A0A"/>
                          </a:solidFill>
                          <a:effectLst/>
                          <a:latin typeface="Lato" panose="020F0502020204030203" pitchFamily="34" charset="0"/>
                          <a:hlinkClick r:id="rId37"/>
                        </a:rPr>
                        <a:t>7AUI</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3873B425-EA69-975C-5A59-4EB8F1FA65B2}"/>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192FF8D3-02F6-5F3A-B8EC-338637CE0D96}"/>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7AB15F44-B6EB-B8F2-8748-CDEE4600913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59A96FC2-5507-2CB0-D019-C9000036E1C1}"/>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2A13997A-8581-7BB6-2F76-2AAF0D481F3D}"/>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DD4364FB-65EE-1A5F-71D2-67C7F092D33E}"/>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F85750-51A9-6F51-01FD-BE1CA00B52E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607972EB-CB78-804F-7630-6A4B9758FCDA}"/>
              </a:ext>
            </a:extLst>
          </p:cNvPr>
          <p:cNvSpPr txBox="1"/>
          <p:nvPr/>
        </p:nvSpPr>
        <p:spPr>
          <a:xfrm>
            <a:off x="22471" y="2619368"/>
            <a:ext cx="986167" cy="369332"/>
          </a:xfrm>
          <a:prstGeom prst="rect">
            <a:avLst/>
          </a:prstGeom>
          <a:noFill/>
        </p:spPr>
        <p:txBody>
          <a:bodyPr wrap="none" rtlCol="0">
            <a:spAutoFit/>
          </a:bodyPr>
          <a:lstStyle/>
          <a:p>
            <a:r>
              <a:rPr lang="en-US" dirty="0"/>
              <a:t>Motif 47</a:t>
            </a:r>
          </a:p>
        </p:txBody>
      </p:sp>
    </p:spTree>
    <p:extLst>
      <p:ext uri="{BB962C8B-B14F-4D97-AF65-F5344CB8AC3E}">
        <p14:creationId xmlns:p14="http://schemas.microsoft.com/office/powerpoint/2010/main" val="149021898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C6AAE-E930-24B8-6FF1-D5AF1F6F78CE}"/>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AC4F8B14-C7BA-10C9-FAAF-83E0234A5785}"/>
              </a:ext>
            </a:extLst>
          </p:cNvPr>
          <p:cNvPicPr>
            <a:picLocks noChangeAspect="1"/>
          </p:cNvPicPr>
          <p:nvPr/>
        </p:nvPicPr>
        <p:blipFill>
          <a:blip r:embed="rId3"/>
          <a:stretch>
            <a:fillRect/>
          </a:stretch>
        </p:blipFill>
        <p:spPr>
          <a:xfrm>
            <a:off x="1602984" y="2048382"/>
            <a:ext cx="6388940" cy="4771487"/>
          </a:xfrm>
          <a:prstGeom prst="rect">
            <a:avLst/>
          </a:prstGeom>
        </p:spPr>
      </p:pic>
      <p:grpSp>
        <p:nvGrpSpPr>
          <p:cNvPr id="6" name="Group 5">
            <a:extLst>
              <a:ext uri="{FF2B5EF4-FFF2-40B4-BE49-F238E27FC236}">
                <a16:creationId xmlns:a16="http://schemas.microsoft.com/office/drawing/2014/main" id="{2D170305-B557-3907-D1A0-BF63D076AE85}"/>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1BBB711-0D7C-09DA-B051-53D49A855A37}"/>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D07565C-25AC-BEE3-9257-E3D5D8CAB145}"/>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6D07565C-25AC-BEE3-9257-E3D5D8CAB145}"/>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2E95488-0701-8DFE-E224-5DCB0FAADBBC}"/>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E2E95488-0701-8DFE-E224-5DCB0FAADBBC}"/>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E4BA71B-806F-8D93-EEC6-08C6E86C545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CACA1927-E651-D3A0-DA78-3FAA610FC270}"/>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CACA1927-E651-D3A0-DA78-3FAA610FC270}"/>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6EBFD46-359A-313B-11DD-5F1CED5B6E36}"/>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F6EBFD46-359A-313B-11DD-5F1CED5B6E36}"/>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177D833-4DDD-151A-0F10-96CA9DA99A39}"/>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B5A08864-2FB6-ACEB-325B-BDEED743C2E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B5A08864-2FB6-ACEB-325B-BDEED743C2E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29B0C27-6710-3B24-4A56-AB1170887A1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521142C-0036-7323-7C7C-29E38319A7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57105BF-E67E-C8AB-5539-23513C51DFF5}"/>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9AAC1C69-E58B-E383-2E93-049DA25EBC1E}"/>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C159DD7F-748F-A80A-ADF6-443C18CEAC05}"/>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3DBDBE7-1812-834E-7EE9-7FD87F889E72}"/>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37009DC-E081-81AD-EFF5-716DC404FB91}"/>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E117B4AA-D8F8-F6ED-3541-D693CDF39D2D}"/>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E7F5D5C-5FD0-9D76-821A-7D69B3ED841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8E7F5D5C-5FD0-9D76-821A-7D69B3ED841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BD3CE64-D6B4-E3C5-8C49-5953D72572D1}"/>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45232A8A-B8C6-69BC-20E0-FE778D63F699}"/>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E2B31D8F-5C5C-4EA7-7CCC-8CEFE37EC5F9}"/>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32EEEF7C-6BCB-B899-75B1-9D7DF2DA4877}"/>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32EEEF7C-6BCB-B899-75B1-9D7DF2DA4877}"/>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D01430B7-91CF-7C8B-1569-B62D4580B7E6}"/>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FFDAFCB5-8F0D-4CE0-98AE-DDF2AB7A4CCD}"/>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FFDAFCB5-8F0D-4CE0-98AE-DDF2AB7A4CCD}"/>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5A8D74F3-6002-2CCE-42EC-90CDBFAA0132}"/>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15F3DD86-E7D0-8DFB-3D76-3DA1CA4A98E3}"/>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15F3DD86-E7D0-8DFB-3D76-3DA1CA4A98E3}"/>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753EF1A2-3B52-D6AB-9E9C-B5548890B0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61646FB-41C4-0621-D018-986C38B8A00D}"/>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41BAD838-6A8C-601F-560F-9F4A74636839}"/>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A786609-945B-71B6-DB28-4ECC20DC3C99}"/>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5B7C24DB-BBA7-A101-1F99-BCE4570E442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5CAEBAA-952C-B9F6-A428-79EE7A95304D}"/>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D5CAEBAA-952C-B9F6-A428-79EE7A95304D}"/>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3CD022C-39BF-16D6-F472-CC71D5EE8B68}"/>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13CD022C-39BF-16D6-F472-CC71D5EE8B68}"/>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3CFEF357-5CFF-7484-D929-99722252DD53}"/>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3CFEF357-5CFF-7484-D929-99722252DD53}"/>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464044F-5D33-40E7-7E50-540A9D74C616}"/>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28C7CDF-4E22-D3DB-42B6-175140AF7C0C}"/>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328C7CDF-4E22-D3DB-42B6-175140AF7C0C}"/>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5ABFE9E-69FF-03BE-FFBC-1972BBEE91AB}"/>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97BFD04-647E-28D7-CB62-74063FC56AC8}"/>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797BFD04-647E-28D7-CB62-74063FC56AC8}"/>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54B1430D-1548-C586-9117-013111E2604D}"/>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54B1430D-1548-C586-9117-013111E2604D}"/>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A7E7C6A-62D9-7144-D5EA-A6810290BF1A}"/>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19D6A8CC-2771-EDB7-2601-34D21CA56F36}"/>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0C2B6104-EA54-CB68-0D27-F7BCFF33801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A97D09E-BEEF-DB2A-B996-9971A85A8380}"/>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6A657EA-680E-F35F-947D-2836C07FCE06}"/>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46A657EA-680E-F35F-947D-2836C07FCE06}"/>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9291AA7-B2FD-2E5D-289F-545C96C61618}"/>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39291AA7-B2FD-2E5D-289F-545C96C61618}"/>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487893-3821-E1B7-78D1-EF185E267A90}"/>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F6487893-3821-E1B7-78D1-EF185E267A90}"/>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57148150-3D1C-8AB1-0ABE-9F8C1252C980}"/>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57148150-3D1C-8AB1-0ABE-9F8C1252C980}"/>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DB379349-7CB8-8BAF-0376-BA7FB5C2173D}"/>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9A84D26-F451-5CA5-EA09-208B71FC6585}"/>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5E53F5F-D819-860D-AF86-0D9D0001FDF1}"/>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E5E53F5F-D819-860D-AF86-0D9D0001FDF1}"/>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E34AF2C-9B4C-09A5-B49C-4236F1D08F04}"/>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ADC3D89-A0E0-6AA1-B34C-84FC01F733BA}"/>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B70A5652-3100-F107-11FF-A5C69DE1D37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2207DAE3-1D70-CF60-33EA-27BBB6F28E1D}"/>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CC85C7A-16B0-D341-34C8-3CEBF74685CC}"/>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CCC85C7A-16B0-D341-34C8-3CEBF74685CC}"/>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337D2861-0F3B-30AF-3B57-D9C14D3D0EF0}"/>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337D2861-0F3B-30AF-3B57-D9C14D3D0EF0}"/>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DE87511B-CEEB-4D1B-35A1-63903127A625}"/>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DE87511B-CEEB-4D1B-35A1-63903127A625}"/>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4942E22-4EB4-B738-4AE4-266E2E867A87}"/>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44942E22-4EB4-B738-4AE4-266E2E867A87}"/>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27179B8-06C4-925A-F6DB-501CDE2DC47A}"/>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627179B8-06C4-925A-F6DB-501CDE2DC47A}"/>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CBDB59F-4A84-2826-0BE4-7A8183A48C1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2A1BA992-520C-1993-58BE-27637862FAF4}"/>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CB4101EA-1D6C-ABBB-0E69-15991F7B19D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ADF2F9D9-2B3F-8A40-FF33-0A77EB18C6CC}"/>
              </a:ext>
            </a:extLst>
          </p:cNvPr>
          <p:cNvSpPr txBox="1"/>
          <p:nvPr/>
        </p:nvSpPr>
        <p:spPr>
          <a:xfrm>
            <a:off x="2160047" y="1956969"/>
            <a:ext cx="986167" cy="369332"/>
          </a:xfrm>
          <a:prstGeom prst="rect">
            <a:avLst/>
          </a:prstGeom>
          <a:noFill/>
        </p:spPr>
        <p:txBody>
          <a:bodyPr wrap="none" rtlCol="0">
            <a:spAutoFit/>
          </a:bodyPr>
          <a:lstStyle/>
          <a:p>
            <a:r>
              <a:rPr lang="en-US" dirty="0"/>
              <a:t>Motif 47</a:t>
            </a:r>
          </a:p>
        </p:txBody>
      </p:sp>
      <p:sp>
        <p:nvSpPr>
          <p:cNvPr id="7" name="Rectangle: Rounded Corners 6">
            <a:extLst>
              <a:ext uri="{FF2B5EF4-FFF2-40B4-BE49-F238E27FC236}">
                <a16:creationId xmlns:a16="http://schemas.microsoft.com/office/drawing/2014/main" id="{7F261501-B5A9-6784-088C-19393B420885}"/>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7FFB87D5-99A2-2651-3E19-AEC6BC9A0EEA}"/>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53FC677-2833-9D0B-5000-58EBBFAEB959}"/>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15F89C92-E035-8D63-443A-923BCE3B3C1D}"/>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2533CE14-BB44-7DA6-96DE-CD7A9DA7AA08}"/>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5105A3C9-ACD2-966D-7B29-AD55BE33C875}"/>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235C499B-EEC3-CEEF-9F6D-6C51B8F8713E}"/>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16DF979C-1A0A-58EB-0537-4888AFA2801B}"/>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334B9BEB-01F8-9043-AF0B-DC2A2703F88D}"/>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010E9BC-400A-5024-24B9-A77FB1722A99}"/>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15F34B09-C1EC-B1C5-635C-5C3A0DD08260}"/>
                  </a:ext>
                </a:extLst>
              </p:cNvPr>
              <p:cNvSpPr txBox="1"/>
              <p:nvPr/>
            </p:nvSpPr>
            <p:spPr>
              <a:xfrm>
                <a:off x="5284350" y="3540368"/>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27" name="TextBox 26">
                <a:extLst>
                  <a:ext uri="{FF2B5EF4-FFF2-40B4-BE49-F238E27FC236}">
                    <a16:creationId xmlns:a16="http://schemas.microsoft.com/office/drawing/2014/main" id="{15F34B09-C1EC-B1C5-635C-5C3A0DD08260}"/>
                  </a:ext>
                </a:extLst>
              </p:cNvPr>
              <p:cNvSpPr txBox="1">
                <a:spLocks noRot="1" noChangeAspect="1" noMove="1" noResize="1" noEditPoints="1" noAdjustHandles="1" noChangeArrowheads="1" noChangeShapeType="1" noTextEdit="1"/>
              </p:cNvSpPr>
              <p:nvPr/>
            </p:nvSpPr>
            <p:spPr>
              <a:xfrm>
                <a:off x="5284350" y="3540368"/>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C19AC92-62E4-A735-2ECB-8ED7508F2715}"/>
                  </a:ext>
                </a:extLst>
              </p:cNvPr>
              <p:cNvSpPr txBox="1"/>
              <p:nvPr/>
            </p:nvSpPr>
            <p:spPr>
              <a:xfrm>
                <a:off x="3178458" y="3341912"/>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29" name="TextBox 28">
                <a:extLst>
                  <a:ext uri="{FF2B5EF4-FFF2-40B4-BE49-F238E27FC236}">
                    <a16:creationId xmlns:a16="http://schemas.microsoft.com/office/drawing/2014/main" id="{6C19AC92-62E4-A735-2ECB-8ED7508F2715}"/>
                  </a:ext>
                </a:extLst>
              </p:cNvPr>
              <p:cNvSpPr txBox="1">
                <a:spLocks noRot="1" noChangeAspect="1" noMove="1" noResize="1" noEditPoints="1" noAdjustHandles="1" noChangeArrowheads="1" noChangeShapeType="1" noTextEdit="1"/>
              </p:cNvSpPr>
              <p:nvPr/>
            </p:nvSpPr>
            <p:spPr>
              <a:xfrm>
                <a:off x="3178458" y="3341912"/>
                <a:ext cx="352041" cy="369332"/>
              </a:xfrm>
              <a:prstGeom prst="rect">
                <a:avLst/>
              </a:prstGeom>
              <a:blipFill>
                <a:blip r:embed="rId30"/>
                <a:stretch>
                  <a:fillRect r="-310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2CED1D5-4146-3C48-7634-B9785FDDFD1B}"/>
                  </a:ext>
                </a:extLst>
              </p:cNvPr>
              <p:cNvSpPr txBox="1"/>
              <p:nvPr/>
            </p:nvSpPr>
            <p:spPr>
              <a:xfrm>
                <a:off x="4135196" y="3210458"/>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5" name="TextBox 4">
                <a:extLst>
                  <a:ext uri="{FF2B5EF4-FFF2-40B4-BE49-F238E27FC236}">
                    <a16:creationId xmlns:a16="http://schemas.microsoft.com/office/drawing/2014/main" id="{D2CED1D5-4146-3C48-7634-B9785FDDFD1B}"/>
                  </a:ext>
                </a:extLst>
              </p:cNvPr>
              <p:cNvSpPr txBox="1">
                <a:spLocks noRot="1" noChangeAspect="1" noMove="1" noResize="1" noEditPoints="1" noAdjustHandles="1" noChangeArrowheads="1" noChangeShapeType="1" noTextEdit="1"/>
              </p:cNvSpPr>
              <p:nvPr/>
            </p:nvSpPr>
            <p:spPr>
              <a:xfrm>
                <a:off x="4135196" y="3210458"/>
                <a:ext cx="352041" cy="369332"/>
              </a:xfrm>
              <a:prstGeom prst="rect">
                <a:avLst/>
              </a:prstGeom>
              <a:blipFill>
                <a:blip r:embed="rId31"/>
                <a:stretch>
                  <a:fillRect r="-32759"/>
                </a:stretch>
              </a:blipFill>
            </p:spPr>
            <p:txBody>
              <a:bodyPr/>
              <a:lstStyle/>
              <a:p>
                <a:r>
                  <a:rPr lang="en-US">
                    <a:noFill/>
                  </a:rPr>
                  <a:t> </a:t>
                </a:r>
              </a:p>
            </p:txBody>
          </p:sp>
        </mc:Fallback>
      </mc:AlternateContent>
    </p:spTree>
    <p:extLst>
      <p:ext uri="{BB962C8B-B14F-4D97-AF65-F5344CB8AC3E}">
        <p14:creationId xmlns:p14="http://schemas.microsoft.com/office/powerpoint/2010/main" val="41043829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F296B-4053-DF04-130E-28BD61F9B9BB}"/>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CBF10092-D63E-A7E1-08E0-59259722B9F5}"/>
              </a:ext>
            </a:extLst>
          </p:cNvPr>
          <p:cNvSpPr>
            <a:spLocks noChangeAspect="1"/>
          </p:cNvSpPr>
          <p:nvPr/>
        </p:nvSpPr>
        <p:spPr>
          <a:xfrm>
            <a:off x="4944144" y="47102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BF36507-793E-F654-D318-94E80E2AE42C}"/>
                  </a:ext>
                </a:extLst>
              </p:cNvPr>
              <p:cNvSpPr txBox="1"/>
              <p:nvPr/>
            </p:nvSpPr>
            <p:spPr>
              <a:xfrm>
                <a:off x="4889948" y="442299"/>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912AF6C-A014-8D13-915E-FE6E5D1521DB}"/>
                  </a:ext>
                </a:extLst>
              </p:cNvPr>
              <p:cNvSpPr txBox="1">
                <a:spLocks noRot="1" noChangeAspect="1" noMove="1" noResize="1" noEditPoints="1" noAdjustHandles="1" noChangeArrowheads="1" noChangeShapeType="1" noTextEdit="1"/>
              </p:cNvSpPr>
              <p:nvPr/>
            </p:nvSpPr>
            <p:spPr>
              <a:xfrm>
                <a:off x="4889948" y="442299"/>
                <a:ext cx="518558" cy="394019"/>
              </a:xfrm>
              <a:prstGeom prst="rect">
                <a:avLst/>
              </a:prstGeom>
              <a:blipFill>
                <a:blip r:embed="rId3"/>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F0B1DDF-7E8E-E7BA-86B1-49508E776AD7}"/>
                  </a:ext>
                </a:extLst>
              </p:cNvPr>
              <p:cNvSpPr txBox="1"/>
              <p:nvPr/>
            </p:nvSpPr>
            <p:spPr>
              <a:xfrm>
                <a:off x="6042814" y="29628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8074B41B-3ED7-1FFD-2567-E69B90F8FB4E}"/>
                  </a:ext>
                </a:extLst>
              </p:cNvPr>
              <p:cNvSpPr txBox="1">
                <a:spLocks noRot="1" noChangeAspect="1" noMove="1" noResize="1" noEditPoints="1" noAdjustHandles="1" noChangeArrowheads="1" noChangeShapeType="1" noTextEdit="1"/>
              </p:cNvSpPr>
              <p:nvPr/>
            </p:nvSpPr>
            <p:spPr>
              <a:xfrm>
                <a:off x="6042814" y="296282"/>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50B7D07-7D53-03C7-549E-3A2485421FD5}"/>
              </a:ext>
            </a:extLst>
          </p:cNvPr>
          <p:cNvSpPr>
            <a:spLocks noChangeAspect="1"/>
          </p:cNvSpPr>
          <p:nvPr/>
        </p:nvSpPr>
        <p:spPr>
          <a:xfrm>
            <a:off x="6106961" y="116434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05DF845F-67B6-A6DF-9B99-5C56F598D9AF}"/>
                  </a:ext>
                </a:extLst>
              </p:cNvPr>
              <p:cNvSpPr txBox="1"/>
              <p:nvPr/>
            </p:nvSpPr>
            <p:spPr>
              <a:xfrm>
                <a:off x="6048484" y="1139872"/>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0FF1BBBB-BFFB-87DE-CBDB-90F50DCA1A4E}"/>
                  </a:ext>
                </a:extLst>
              </p:cNvPr>
              <p:cNvSpPr txBox="1">
                <a:spLocks noRot="1" noChangeAspect="1" noMove="1" noResize="1" noEditPoints="1" noAdjustHandles="1" noChangeArrowheads="1" noChangeShapeType="1" noTextEdit="1"/>
              </p:cNvSpPr>
              <p:nvPr/>
            </p:nvSpPr>
            <p:spPr>
              <a:xfrm>
                <a:off x="6048484" y="1139872"/>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E78EAEA-D84E-01BD-03B2-27EE17574B4D}"/>
                  </a:ext>
                </a:extLst>
              </p:cNvPr>
              <p:cNvSpPr txBox="1"/>
              <p:nvPr/>
            </p:nvSpPr>
            <p:spPr>
              <a:xfrm>
                <a:off x="4902707" y="117508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826A2422-841F-67F5-B6B6-7B71A610FC40}"/>
                  </a:ext>
                </a:extLst>
              </p:cNvPr>
              <p:cNvSpPr txBox="1">
                <a:spLocks noRot="1" noChangeAspect="1" noMove="1" noResize="1" noEditPoints="1" noAdjustHandles="1" noChangeArrowheads="1" noChangeShapeType="1" noTextEdit="1"/>
              </p:cNvSpPr>
              <p:nvPr/>
            </p:nvSpPr>
            <p:spPr>
              <a:xfrm>
                <a:off x="4902707" y="1175084"/>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426975D2-3255-57E9-F6D6-63A78CFF0369}"/>
              </a:ext>
            </a:extLst>
          </p:cNvPr>
          <p:cNvSpPr>
            <a:spLocks noChangeAspect="1"/>
          </p:cNvSpPr>
          <p:nvPr/>
        </p:nvSpPr>
        <p:spPr>
          <a:xfrm>
            <a:off x="4972754" y="19808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66AC005F-AF18-2DB1-D374-A6CC95F805CA}"/>
                  </a:ext>
                </a:extLst>
              </p:cNvPr>
              <p:cNvSpPr txBox="1"/>
              <p:nvPr/>
            </p:nvSpPr>
            <p:spPr>
              <a:xfrm>
                <a:off x="4917219" y="194557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EC97A76-859E-35F9-EF4C-16A336397C41}"/>
                  </a:ext>
                </a:extLst>
              </p:cNvPr>
              <p:cNvSpPr txBox="1">
                <a:spLocks noRot="1" noChangeAspect="1" noMove="1" noResize="1" noEditPoints="1" noAdjustHandles="1" noChangeArrowheads="1" noChangeShapeType="1" noTextEdit="1"/>
              </p:cNvSpPr>
              <p:nvPr/>
            </p:nvSpPr>
            <p:spPr>
              <a:xfrm>
                <a:off x="4917219" y="1945576"/>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76A49C0-A947-60FB-61BF-6CA6A40213B4}"/>
              </a:ext>
            </a:extLst>
          </p:cNvPr>
          <p:cNvCxnSpPr>
            <a:cxnSpLocks/>
            <a:endCxn id="69" idx="3"/>
          </p:cNvCxnSpPr>
          <p:nvPr/>
        </p:nvCxnSpPr>
        <p:spPr>
          <a:xfrm flipV="1">
            <a:off x="4121730" y="796580"/>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82A8479-D3C8-D80F-6234-2FCA98B1A967}"/>
              </a:ext>
            </a:extLst>
          </p:cNvPr>
          <p:cNvCxnSpPr>
            <a:cxnSpLocks/>
            <a:endCxn id="75" idx="1"/>
          </p:cNvCxnSpPr>
          <p:nvPr/>
        </p:nvCxnSpPr>
        <p:spPr>
          <a:xfrm>
            <a:off x="4125152" y="1290327"/>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C5B7E867-0185-E8DE-E8A3-19EDEA7466B2}"/>
              </a:ext>
            </a:extLst>
          </p:cNvPr>
          <p:cNvCxnSpPr>
            <a:cxnSpLocks/>
            <a:stCxn id="74" idx="3"/>
            <a:endCxn id="72" idx="2"/>
          </p:cNvCxnSpPr>
          <p:nvPr/>
        </p:nvCxnSpPr>
        <p:spPr>
          <a:xfrm flipV="1">
            <a:off x="5410503" y="1355052"/>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0F4A1AC-F13A-F3B6-9CA9-EF3D107EC20F}"/>
              </a:ext>
            </a:extLst>
          </p:cNvPr>
          <p:cNvCxnSpPr>
            <a:cxnSpLocks/>
            <a:stCxn id="74" idx="2"/>
            <a:endCxn id="75" idx="0"/>
          </p:cNvCxnSpPr>
          <p:nvPr/>
        </p:nvCxnSpPr>
        <p:spPr>
          <a:xfrm>
            <a:off x="5156605" y="1544416"/>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EC4518F-EA46-BDC0-457B-FC1E53DCB4EB}"/>
              </a:ext>
            </a:extLst>
          </p:cNvPr>
          <p:cNvCxnSpPr>
            <a:cxnSpLocks/>
            <a:stCxn id="69" idx="6"/>
          </p:cNvCxnSpPr>
          <p:nvPr/>
        </p:nvCxnSpPr>
        <p:spPr>
          <a:xfrm>
            <a:off x="5325558" y="661730"/>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C90657E-417C-F3FC-DE0A-14A00A6870A7}"/>
              </a:ext>
            </a:extLst>
          </p:cNvPr>
          <p:cNvCxnSpPr>
            <a:cxnSpLocks/>
            <a:stCxn id="71" idx="2"/>
            <a:endCxn id="72" idx="0"/>
          </p:cNvCxnSpPr>
          <p:nvPr/>
        </p:nvCxnSpPr>
        <p:spPr>
          <a:xfrm>
            <a:off x="6296712" y="665614"/>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6B9B8061-8C53-8E71-A6DE-EBE31B41C130}"/>
              </a:ext>
            </a:extLst>
          </p:cNvPr>
          <p:cNvSpPr/>
          <p:nvPr/>
        </p:nvSpPr>
        <p:spPr>
          <a:xfrm>
            <a:off x="4449950" y="84551"/>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50ACD926-FB03-3457-E388-CA589D49263D}"/>
              </a:ext>
            </a:extLst>
          </p:cNvPr>
          <p:cNvSpPr txBox="1"/>
          <p:nvPr/>
        </p:nvSpPr>
        <p:spPr>
          <a:xfrm>
            <a:off x="4449950" y="68530"/>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765C4412-6813-6240-5206-89EEC5357A1F}"/>
                  </a:ext>
                </a:extLst>
              </p:cNvPr>
              <p:cNvSpPr txBox="1"/>
              <p:nvPr/>
            </p:nvSpPr>
            <p:spPr>
              <a:xfrm>
                <a:off x="0" y="1421671"/>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6D05F682-D5C5-80F3-026F-A0166A1E2F71}"/>
                  </a:ext>
                </a:extLst>
              </p:cNvPr>
              <p:cNvSpPr txBox="1">
                <a:spLocks noRot="1" noChangeAspect="1" noMove="1" noResize="1" noEditPoints="1" noAdjustHandles="1" noChangeArrowheads="1" noChangeShapeType="1" noTextEdit="1"/>
              </p:cNvSpPr>
              <p:nvPr/>
            </p:nvSpPr>
            <p:spPr>
              <a:xfrm>
                <a:off x="0" y="1421671"/>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1651D5D-541B-3420-A3FA-115D803B7DE1}"/>
              </a:ext>
            </a:extLst>
          </p:cNvPr>
          <p:cNvSpPr/>
          <p:nvPr/>
        </p:nvSpPr>
        <p:spPr>
          <a:xfrm>
            <a:off x="813764" y="287964"/>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957FEABB-7F23-DB23-F90E-54F05E87B86A}"/>
              </a:ext>
            </a:extLst>
          </p:cNvPr>
          <p:cNvSpPr txBox="1"/>
          <p:nvPr/>
        </p:nvSpPr>
        <p:spPr>
          <a:xfrm>
            <a:off x="787440" y="287963"/>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D2655F4-B0C2-2692-3316-F025FB1FEBD0}"/>
              </a:ext>
            </a:extLst>
          </p:cNvPr>
          <p:cNvSpPr>
            <a:spLocks noChangeAspect="1"/>
          </p:cNvSpPr>
          <p:nvPr/>
        </p:nvSpPr>
        <p:spPr>
          <a:xfrm>
            <a:off x="1051699" y="107635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772157E1-D5A8-580D-2476-02D5493546EB}"/>
                  </a:ext>
                </a:extLst>
              </p:cNvPr>
              <p:cNvSpPr txBox="1"/>
              <p:nvPr/>
            </p:nvSpPr>
            <p:spPr>
              <a:xfrm>
                <a:off x="996672" y="105220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1FA540D2-9DFB-3B13-1A1F-18E74C17C88D}"/>
                  </a:ext>
                </a:extLst>
              </p:cNvPr>
              <p:cNvSpPr txBox="1">
                <a:spLocks noRot="1" noChangeAspect="1" noMove="1" noResize="1" noEditPoints="1" noAdjustHandles="1" noChangeArrowheads="1" noChangeShapeType="1" noTextEdit="1"/>
              </p:cNvSpPr>
              <p:nvPr/>
            </p:nvSpPr>
            <p:spPr>
              <a:xfrm>
                <a:off x="996672" y="1052202"/>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A596468F-0CD3-A256-21A1-E41E97C4DCAD}"/>
              </a:ext>
            </a:extLst>
          </p:cNvPr>
          <p:cNvSpPr>
            <a:spLocks noChangeAspect="1"/>
          </p:cNvSpPr>
          <p:nvPr/>
        </p:nvSpPr>
        <p:spPr>
          <a:xfrm>
            <a:off x="1155180" y="196971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8EE80CB-9B1D-91EC-A919-F26745E2BDD1}"/>
                  </a:ext>
                </a:extLst>
              </p:cNvPr>
              <p:cNvSpPr txBox="1"/>
              <p:nvPr/>
            </p:nvSpPr>
            <p:spPr>
              <a:xfrm>
                <a:off x="1097393" y="196169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A1030A4-ADC9-3F29-B78C-E63769BC7FA5}"/>
                  </a:ext>
                </a:extLst>
              </p:cNvPr>
              <p:cNvSpPr txBox="1">
                <a:spLocks noRot="1" noChangeAspect="1" noMove="1" noResize="1" noEditPoints="1" noAdjustHandles="1" noChangeArrowheads="1" noChangeShapeType="1" noTextEdit="1"/>
              </p:cNvSpPr>
              <p:nvPr/>
            </p:nvSpPr>
            <p:spPr>
              <a:xfrm>
                <a:off x="1097393" y="1961690"/>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DD52BE60-7DC4-1721-F87B-859B63BEBCE3}"/>
              </a:ext>
            </a:extLst>
          </p:cNvPr>
          <p:cNvSpPr>
            <a:spLocks noChangeAspect="1"/>
          </p:cNvSpPr>
          <p:nvPr/>
        </p:nvSpPr>
        <p:spPr>
          <a:xfrm>
            <a:off x="2221387" y="1080215"/>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F6412A1E-7D71-B5AB-2039-6871A7BE6E3E}"/>
                  </a:ext>
                </a:extLst>
              </p:cNvPr>
              <p:cNvSpPr txBox="1"/>
              <p:nvPr/>
            </p:nvSpPr>
            <p:spPr>
              <a:xfrm>
                <a:off x="2166526" y="1051639"/>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9BB32D3A-4D31-C52F-0B37-50089890CFF4}"/>
                  </a:ext>
                </a:extLst>
              </p:cNvPr>
              <p:cNvSpPr txBox="1">
                <a:spLocks noRot="1" noChangeAspect="1" noMove="1" noResize="1" noEditPoints="1" noAdjustHandles="1" noChangeArrowheads="1" noChangeShapeType="1" noTextEdit="1"/>
              </p:cNvSpPr>
              <p:nvPr/>
            </p:nvSpPr>
            <p:spPr>
              <a:xfrm>
                <a:off x="2166526" y="1051639"/>
                <a:ext cx="518558" cy="394019"/>
              </a:xfrm>
              <a:prstGeom prst="rect">
                <a:avLst/>
              </a:prstGeom>
              <a:blipFill>
                <a:blip r:embed="rId11"/>
                <a:stretch>
                  <a:fillRect b="-9375"/>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5B6B2994-53A6-EE3A-1EB9-F9FD5A6FCA05}"/>
              </a:ext>
            </a:extLst>
          </p:cNvPr>
          <p:cNvCxnSpPr>
            <a:cxnSpLocks/>
            <a:stCxn id="67" idx="3"/>
            <a:endCxn id="81" idx="2"/>
          </p:cNvCxnSpPr>
          <p:nvPr/>
        </p:nvCxnSpPr>
        <p:spPr>
          <a:xfrm flipV="1">
            <a:off x="593368" y="1267066"/>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7FC03FAD-208C-ED7B-D115-C00A309201A8}"/>
              </a:ext>
            </a:extLst>
          </p:cNvPr>
          <p:cNvCxnSpPr>
            <a:cxnSpLocks/>
            <a:stCxn id="67" idx="3"/>
            <a:endCxn id="83" idx="2"/>
          </p:cNvCxnSpPr>
          <p:nvPr/>
        </p:nvCxnSpPr>
        <p:spPr>
          <a:xfrm>
            <a:off x="593368" y="1606337"/>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6C29A05-B23D-BD4A-AB32-3520D5FC8AC3}"/>
              </a:ext>
            </a:extLst>
          </p:cNvPr>
          <p:cNvCxnSpPr>
            <a:cxnSpLocks/>
            <a:stCxn id="81" idx="6"/>
            <a:endCxn id="86" idx="2"/>
          </p:cNvCxnSpPr>
          <p:nvPr/>
        </p:nvCxnSpPr>
        <p:spPr>
          <a:xfrm>
            <a:off x="1433113" y="1267066"/>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E24CA8D5-CE94-0071-A6AE-EA7ECA03A151}"/>
              </a:ext>
            </a:extLst>
          </p:cNvPr>
          <p:cNvCxnSpPr>
            <a:cxnSpLocks/>
            <a:stCxn id="83" idx="6"/>
            <a:endCxn id="98" idx="2"/>
          </p:cNvCxnSpPr>
          <p:nvPr/>
        </p:nvCxnSpPr>
        <p:spPr>
          <a:xfrm>
            <a:off x="1536594" y="2160422"/>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8381C9-D4BF-E2D8-F3A2-24F9EDC485E8}"/>
              </a:ext>
            </a:extLst>
          </p:cNvPr>
          <p:cNvCxnSpPr>
            <a:cxnSpLocks/>
            <a:stCxn id="86" idx="6"/>
          </p:cNvCxnSpPr>
          <p:nvPr/>
        </p:nvCxnSpPr>
        <p:spPr>
          <a:xfrm>
            <a:off x="2602801" y="1270923"/>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66ABEAE-0108-07A9-5D19-CA36A2AB07CD}"/>
                  </a:ext>
                </a:extLst>
              </p:cNvPr>
              <p:cNvSpPr txBox="1"/>
              <p:nvPr/>
            </p:nvSpPr>
            <p:spPr>
              <a:xfrm>
                <a:off x="2910701" y="902683"/>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88396017-2785-0A81-8190-5D36870170FD}"/>
                  </a:ext>
                </a:extLst>
              </p:cNvPr>
              <p:cNvSpPr txBox="1">
                <a:spLocks noRot="1" noChangeAspect="1" noMove="1" noResize="1" noEditPoints="1" noAdjustHandles="1" noChangeArrowheads="1" noChangeShapeType="1" noTextEdit="1"/>
              </p:cNvSpPr>
              <p:nvPr/>
            </p:nvSpPr>
            <p:spPr>
              <a:xfrm>
                <a:off x="2910701" y="902683"/>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8E66148B-423E-0078-474C-C41CABB95158}"/>
                  </a:ext>
                </a:extLst>
              </p:cNvPr>
              <p:cNvSpPr txBox="1"/>
              <p:nvPr/>
            </p:nvSpPr>
            <p:spPr>
              <a:xfrm>
                <a:off x="1551725" y="89008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0FFCC80-7311-553B-113D-2B01AB99C628}"/>
                  </a:ext>
                </a:extLst>
              </p:cNvPr>
              <p:cNvSpPr txBox="1">
                <a:spLocks noRot="1" noChangeAspect="1" noMove="1" noResize="1" noEditPoints="1" noAdjustHandles="1" noChangeArrowheads="1" noChangeShapeType="1" noTextEdit="1"/>
              </p:cNvSpPr>
              <p:nvPr/>
            </p:nvSpPr>
            <p:spPr>
              <a:xfrm>
                <a:off x="1551725" y="890088"/>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25B93F4-D393-1ECB-4215-E4D73CBE3FC5}"/>
                  </a:ext>
                </a:extLst>
              </p:cNvPr>
              <p:cNvSpPr txBox="1"/>
              <p:nvPr/>
            </p:nvSpPr>
            <p:spPr>
              <a:xfrm>
                <a:off x="1957366" y="212471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007722B-24B2-BDC5-F0FF-A0BBAAD5797D}"/>
                  </a:ext>
                </a:extLst>
              </p:cNvPr>
              <p:cNvSpPr txBox="1">
                <a:spLocks noRot="1" noChangeAspect="1" noMove="1" noResize="1" noEditPoints="1" noAdjustHandles="1" noChangeArrowheads="1" noChangeShapeType="1" noTextEdit="1"/>
              </p:cNvSpPr>
              <p:nvPr/>
            </p:nvSpPr>
            <p:spPr>
              <a:xfrm>
                <a:off x="1957366" y="2124718"/>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168BB4E2-9D5C-3079-E177-792F817619E7}"/>
              </a:ext>
            </a:extLst>
          </p:cNvPr>
          <p:cNvSpPr>
            <a:spLocks noChangeAspect="1"/>
          </p:cNvSpPr>
          <p:nvPr/>
        </p:nvSpPr>
        <p:spPr>
          <a:xfrm>
            <a:off x="2984006" y="200330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9742DD50-E6BE-A9AF-F2F8-61DE84BEA321}"/>
                  </a:ext>
                </a:extLst>
              </p:cNvPr>
              <p:cNvSpPr txBox="1"/>
              <p:nvPr/>
            </p:nvSpPr>
            <p:spPr>
              <a:xfrm>
                <a:off x="2918451" y="196495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8621C98D-7C01-E6DF-F0E7-DCE48D3531AF}"/>
                  </a:ext>
                </a:extLst>
              </p:cNvPr>
              <p:cNvSpPr txBox="1">
                <a:spLocks noRot="1" noChangeAspect="1" noMove="1" noResize="1" noEditPoints="1" noAdjustHandles="1" noChangeArrowheads="1" noChangeShapeType="1" noTextEdit="1"/>
              </p:cNvSpPr>
              <p:nvPr/>
            </p:nvSpPr>
            <p:spPr>
              <a:xfrm>
                <a:off x="2918451" y="1964950"/>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AB826279-FF51-33A8-4D7E-A4FE47E38A54}"/>
              </a:ext>
            </a:extLst>
          </p:cNvPr>
          <p:cNvCxnSpPr>
            <a:cxnSpLocks/>
            <a:stCxn id="94" idx="2"/>
            <a:endCxn id="98" idx="0"/>
          </p:cNvCxnSpPr>
          <p:nvPr/>
        </p:nvCxnSpPr>
        <p:spPr>
          <a:xfrm>
            <a:off x="3164599" y="1272015"/>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72DBA97-C8C8-E72A-10E5-781905E6068E}"/>
                  </a:ext>
                </a:extLst>
              </p:cNvPr>
              <p:cNvSpPr txBox="1"/>
              <p:nvPr/>
            </p:nvSpPr>
            <p:spPr>
              <a:xfrm>
                <a:off x="3796741" y="793933"/>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A3D14B75-0FAD-E097-E960-5ADAE059DE5D}"/>
                  </a:ext>
                </a:extLst>
              </p:cNvPr>
              <p:cNvSpPr txBox="1">
                <a:spLocks noRot="1" noChangeAspect="1" noMove="1" noResize="1" noEditPoints="1" noAdjustHandles="1" noChangeArrowheads="1" noChangeShapeType="1" noTextEdit="1"/>
              </p:cNvSpPr>
              <p:nvPr/>
            </p:nvSpPr>
            <p:spPr>
              <a:xfrm>
                <a:off x="3796741" y="793933"/>
                <a:ext cx="578427" cy="400110"/>
              </a:xfrm>
              <a:prstGeom prst="rect">
                <a:avLst/>
              </a:prstGeom>
              <a:blipFill>
                <a:blip r:embed="rId16"/>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94F5987A-8333-BF07-A219-AA3F42CAEF23}"/>
                  </a:ext>
                </a:extLst>
              </p:cNvPr>
              <p:cNvSpPr txBox="1"/>
              <p:nvPr/>
            </p:nvSpPr>
            <p:spPr>
              <a:xfrm>
                <a:off x="7415254" y="25062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222CF62C-B0EC-8707-6F72-554FC5C4336B}"/>
                  </a:ext>
                </a:extLst>
              </p:cNvPr>
              <p:cNvSpPr txBox="1">
                <a:spLocks noRot="1" noChangeAspect="1" noMove="1" noResize="1" noEditPoints="1" noAdjustHandles="1" noChangeArrowheads="1" noChangeShapeType="1" noTextEdit="1"/>
              </p:cNvSpPr>
              <p:nvPr/>
            </p:nvSpPr>
            <p:spPr>
              <a:xfrm>
                <a:off x="7415254" y="250620"/>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21005C52-ECAD-235F-85D2-FEA0757034FD}"/>
              </a:ext>
            </a:extLst>
          </p:cNvPr>
          <p:cNvSpPr>
            <a:spLocks noChangeAspect="1"/>
          </p:cNvSpPr>
          <p:nvPr/>
        </p:nvSpPr>
        <p:spPr>
          <a:xfrm>
            <a:off x="9575979" y="14275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062E5CBA-8CF3-0D86-4884-689D27904D53}"/>
              </a:ext>
            </a:extLst>
          </p:cNvPr>
          <p:cNvSpPr>
            <a:spLocks noChangeAspect="1"/>
          </p:cNvSpPr>
          <p:nvPr/>
        </p:nvSpPr>
        <p:spPr>
          <a:xfrm>
            <a:off x="9585689" y="20138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8FE270CD-7B53-B367-1BC9-37704E3738FD}"/>
              </a:ext>
            </a:extLst>
          </p:cNvPr>
          <p:cNvCxnSpPr>
            <a:cxnSpLocks/>
            <a:stCxn id="31" idx="6"/>
            <a:endCxn id="43" idx="3"/>
          </p:cNvCxnSpPr>
          <p:nvPr/>
        </p:nvCxnSpPr>
        <p:spPr>
          <a:xfrm flipV="1">
            <a:off x="9995830" y="1420709"/>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F009E33-8DE1-F634-8915-769E4C4EBA5B}"/>
              </a:ext>
            </a:extLst>
          </p:cNvPr>
          <p:cNvCxnSpPr>
            <a:cxnSpLocks/>
            <a:stCxn id="30" idx="6"/>
            <a:endCxn id="43" idx="1"/>
          </p:cNvCxnSpPr>
          <p:nvPr/>
        </p:nvCxnSpPr>
        <p:spPr>
          <a:xfrm>
            <a:off x="9986120" y="347826"/>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BECC9FC-23FB-4A24-AE47-9893B57359FD}"/>
                  </a:ext>
                </a:extLst>
              </p:cNvPr>
              <p:cNvSpPr txBox="1"/>
              <p:nvPr/>
            </p:nvSpPr>
            <p:spPr>
              <a:xfrm>
                <a:off x="10078291" y="240629"/>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84997EB-3E76-6EBE-5EAF-E0DD7C089139}"/>
                  </a:ext>
                </a:extLst>
              </p:cNvPr>
              <p:cNvSpPr txBox="1">
                <a:spLocks noRot="1" noChangeAspect="1" noMove="1" noResize="1" noEditPoints="1" noAdjustHandles="1" noChangeArrowheads="1" noChangeShapeType="1" noTextEdit="1"/>
              </p:cNvSpPr>
              <p:nvPr/>
            </p:nvSpPr>
            <p:spPr>
              <a:xfrm>
                <a:off x="10078291" y="240629"/>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37D0F418-9BB6-DF9F-DD1E-D130179BDCE3}"/>
                  </a:ext>
                </a:extLst>
              </p:cNvPr>
              <p:cNvSpPr txBox="1"/>
              <p:nvPr/>
            </p:nvSpPr>
            <p:spPr>
              <a:xfrm>
                <a:off x="10136554" y="176868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190CA432-9E79-083A-5C5A-BAC422D433AD}"/>
                  </a:ext>
                </a:extLst>
              </p:cNvPr>
              <p:cNvSpPr txBox="1">
                <a:spLocks noRot="1" noChangeAspect="1" noMove="1" noResize="1" noEditPoints="1" noAdjustHandles="1" noChangeArrowheads="1" noChangeShapeType="1" noTextEdit="1"/>
              </p:cNvSpPr>
              <p:nvPr/>
            </p:nvSpPr>
            <p:spPr>
              <a:xfrm>
                <a:off x="10136554" y="1768688"/>
                <a:ext cx="855270" cy="369332"/>
              </a:xfrm>
              <a:prstGeom prst="rect">
                <a:avLst/>
              </a:prstGeom>
              <a:blipFill>
                <a:blip r:embed="rId19"/>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A1254C49-2520-928F-CDC7-A092AB6E8050}"/>
              </a:ext>
            </a:extLst>
          </p:cNvPr>
          <p:cNvCxnSpPr>
            <a:cxnSpLocks/>
            <a:endCxn id="30" idx="2"/>
          </p:cNvCxnSpPr>
          <p:nvPr/>
        </p:nvCxnSpPr>
        <p:spPr>
          <a:xfrm flipV="1">
            <a:off x="8504116" y="347826"/>
            <a:ext cx="1071863" cy="88417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406339E3-359A-037C-6C89-3774C092BE54}"/>
                  </a:ext>
                </a:extLst>
              </p:cNvPr>
              <p:cNvSpPr txBox="1"/>
              <p:nvPr/>
            </p:nvSpPr>
            <p:spPr>
              <a:xfrm>
                <a:off x="7804966" y="862666"/>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784936B6-7E91-7C6C-5093-863F37199D8B}"/>
                  </a:ext>
                </a:extLst>
              </p:cNvPr>
              <p:cNvSpPr txBox="1">
                <a:spLocks noRot="1" noChangeAspect="1" noMove="1" noResize="1" noEditPoints="1" noAdjustHandles="1" noChangeArrowheads="1" noChangeShapeType="1" noTextEdit="1"/>
              </p:cNvSpPr>
              <p:nvPr/>
            </p:nvSpPr>
            <p:spPr>
              <a:xfrm>
                <a:off x="7804966" y="862666"/>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D16B179-42AF-5020-0F6A-561E3F8A1BEE}"/>
              </a:ext>
            </a:extLst>
          </p:cNvPr>
          <p:cNvCxnSpPr>
            <a:cxnSpLocks/>
          </p:cNvCxnSpPr>
          <p:nvPr/>
        </p:nvCxnSpPr>
        <p:spPr>
          <a:xfrm>
            <a:off x="7765437" y="1231998"/>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E7DBB092-635D-0296-4051-738551222286}"/>
              </a:ext>
            </a:extLst>
          </p:cNvPr>
          <p:cNvCxnSpPr>
            <a:cxnSpLocks/>
            <a:endCxn id="31" idx="2"/>
          </p:cNvCxnSpPr>
          <p:nvPr/>
        </p:nvCxnSpPr>
        <p:spPr>
          <a:xfrm>
            <a:off x="8515103" y="1246961"/>
            <a:ext cx="1070586" cy="97196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5AA9909-7174-945A-5CE8-FBDA0F4181A1}"/>
              </a:ext>
            </a:extLst>
          </p:cNvPr>
          <p:cNvSpPr>
            <a:spLocks noChangeAspect="1"/>
          </p:cNvSpPr>
          <p:nvPr/>
        </p:nvSpPr>
        <p:spPr>
          <a:xfrm>
            <a:off x="10742623" y="107063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F8AD52B-CA93-9078-51D0-5D77776EFE7A}"/>
              </a:ext>
            </a:extLst>
          </p:cNvPr>
          <p:cNvCxnSpPr>
            <a:cxnSpLocks/>
          </p:cNvCxnSpPr>
          <p:nvPr/>
        </p:nvCxnSpPr>
        <p:spPr>
          <a:xfrm flipV="1">
            <a:off x="11152764" y="1259420"/>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AB32F99-D9E4-4BDD-4398-8098DD1B7600}"/>
                  </a:ext>
                </a:extLst>
              </p:cNvPr>
              <p:cNvSpPr txBox="1"/>
              <p:nvPr/>
            </p:nvSpPr>
            <p:spPr>
              <a:xfrm>
                <a:off x="11375112" y="852437"/>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779C142-E8D5-86F9-2A03-EFF8BDEF2062}"/>
                  </a:ext>
                </a:extLst>
              </p:cNvPr>
              <p:cNvSpPr txBox="1">
                <a:spLocks noRot="1" noChangeAspect="1" noMove="1" noResize="1" noEditPoints="1" noAdjustHandles="1" noChangeArrowheads="1" noChangeShapeType="1" noTextEdit="1"/>
              </p:cNvSpPr>
              <p:nvPr/>
            </p:nvSpPr>
            <p:spPr>
              <a:xfrm>
                <a:off x="11375112" y="852437"/>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0BFEB9C-23E2-EB6A-7166-645B117CC66C}"/>
                  </a:ext>
                </a:extLst>
              </p:cNvPr>
              <p:cNvSpPr txBox="1"/>
              <p:nvPr/>
            </p:nvSpPr>
            <p:spPr>
              <a:xfrm>
                <a:off x="10724745" y="105007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009A5F7-2C31-8836-8FCC-571EC964528F}"/>
                  </a:ext>
                </a:extLst>
              </p:cNvPr>
              <p:cNvSpPr txBox="1">
                <a:spLocks noRot="1" noChangeAspect="1" noMove="1" noResize="1" noEditPoints="1" noAdjustHandles="1" noChangeArrowheads="1" noChangeShapeType="1" noTextEdit="1"/>
              </p:cNvSpPr>
              <p:nvPr/>
            </p:nvSpPr>
            <p:spPr>
              <a:xfrm>
                <a:off x="10724745" y="1050074"/>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60F0986-E98B-5533-4491-2AA067037BBC}"/>
                  </a:ext>
                </a:extLst>
              </p:cNvPr>
              <p:cNvSpPr txBox="1"/>
              <p:nvPr/>
            </p:nvSpPr>
            <p:spPr>
              <a:xfrm>
                <a:off x="9511232" y="110130"/>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D15EBECB-0459-10CC-CD27-2B8F4CC6EFBF}"/>
                  </a:ext>
                </a:extLst>
              </p:cNvPr>
              <p:cNvSpPr txBox="1">
                <a:spLocks noRot="1" noChangeAspect="1" noMove="1" noResize="1" noEditPoints="1" noAdjustHandles="1" noChangeArrowheads="1" noChangeShapeType="1" noTextEdit="1"/>
              </p:cNvSpPr>
              <p:nvPr/>
            </p:nvSpPr>
            <p:spPr>
              <a:xfrm>
                <a:off x="9511232" y="110130"/>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8F45BD43-1F54-5430-AF77-431E34D81371}"/>
                  </a:ext>
                </a:extLst>
              </p:cNvPr>
              <p:cNvSpPr txBox="1"/>
              <p:nvPr/>
            </p:nvSpPr>
            <p:spPr>
              <a:xfrm>
                <a:off x="9565904" y="1992356"/>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51E4F124-BE5E-B4B6-4A04-EC6B298BAEF8}"/>
                  </a:ext>
                </a:extLst>
              </p:cNvPr>
              <p:cNvSpPr txBox="1">
                <a:spLocks noRot="1" noChangeAspect="1" noMove="1" noResize="1" noEditPoints="1" noAdjustHandles="1" noChangeArrowheads="1" noChangeShapeType="1" noTextEdit="1"/>
              </p:cNvSpPr>
              <p:nvPr/>
            </p:nvSpPr>
            <p:spPr>
              <a:xfrm>
                <a:off x="9565904" y="1992356"/>
                <a:ext cx="421017" cy="369332"/>
              </a:xfrm>
              <a:prstGeom prst="rect">
                <a:avLst/>
              </a:prstGeom>
              <a:blipFill>
                <a:blip r:embed="rId26"/>
                <a:stretch>
                  <a:fillRect r="-13043"/>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5558028-6272-D0F6-7A6D-1E89D03408FB}"/>
              </a:ext>
            </a:extLst>
          </p:cNvPr>
          <p:cNvCxnSpPr>
            <a:cxnSpLocks/>
          </p:cNvCxnSpPr>
          <p:nvPr/>
        </p:nvCxnSpPr>
        <p:spPr>
          <a:xfrm>
            <a:off x="7775840" y="672005"/>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687A3837-1025-FCE3-5A68-16B4E785C421}"/>
              </a:ext>
            </a:extLst>
          </p:cNvPr>
          <p:cNvSpPr/>
          <p:nvPr/>
        </p:nvSpPr>
        <p:spPr>
          <a:xfrm>
            <a:off x="8320022" y="21721"/>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1421944D-F9F4-FB3B-3F3F-F6D8DB57D315}"/>
              </a:ext>
            </a:extLst>
          </p:cNvPr>
          <p:cNvSpPr txBox="1"/>
          <p:nvPr/>
        </p:nvSpPr>
        <p:spPr>
          <a:xfrm>
            <a:off x="8334900" y="52251"/>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32F929E5-82F4-68AC-C535-A5D764B280D7}"/>
              </a:ext>
            </a:extLst>
          </p:cNvPr>
          <p:cNvGraphicFramePr>
            <a:graphicFrameLocks noGrp="1"/>
          </p:cNvGraphicFramePr>
          <p:nvPr>
            <p:extLst>
              <p:ext uri="{D42A27DB-BD31-4B8C-83A1-F6EECF244321}">
                <p14:modId xmlns:p14="http://schemas.microsoft.com/office/powerpoint/2010/main" val="2514519703"/>
              </p:ext>
            </p:extLst>
          </p:nvPr>
        </p:nvGraphicFramePr>
        <p:xfrm>
          <a:off x="421481" y="2709747"/>
          <a:ext cx="11701389" cy="3566160"/>
        </p:xfrm>
        <a:graphic>
          <a:graphicData uri="http://schemas.openxmlformats.org/drawingml/2006/table">
            <a:tbl>
              <a:tblPr firstRow="1" bandRow="1">
                <a:tableStyleId>{C4B1156A-380E-4F78-BDF5-A606A8083BF9}</a:tableStyleId>
              </a:tblPr>
              <a:tblGrid>
                <a:gridCol w="2322630">
                  <a:extLst>
                    <a:ext uri="{9D8B030D-6E8A-4147-A177-3AD203B41FA5}">
                      <a16:colId xmlns:a16="http://schemas.microsoft.com/office/drawing/2014/main" val="2247704463"/>
                    </a:ext>
                  </a:extLst>
                </a:gridCol>
                <a:gridCol w="7644227">
                  <a:extLst>
                    <a:ext uri="{9D8B030D-6E8A-4147-A177-3AD203B41FA5}">
                      <a16:colId xmlns:a16="http://schemas.microsoft.com/office/drawing/2014/main" val="1120151498"/>
                    </a:ext>
                  </a:extLst>
                </a:gridCol>
                <a:gridCol w="1734532">
                  <a:extLst>
                    <a:ext uri="{9D8B030D-6E8A-4147-A177-3AD203B41FA5}">
                      <a16:colId xmlns:a16="http://schemas.microsoft.com/office/drawing/2014/main" val="2587608585"/>
                    </a:ext>
                  </a:extLst>
                </a:gridCol>
              </a:tblGrid>
              <a:tr h="274320">
                <a:tc>
                  <a:txBody>
                    <a:bodyPr/>
                    <a:lstStyle/>
                    <a:p>
                      <a:r>
                        <a:rPr lang="en-US" sz="1200" dirty="0"/>
                        <a:t>Element</a:t>
                      </a:r>
                    </a:p>
                  </a:txBody>
                  <a:tcPr/>
                </a:tc>
                <a:tc>
                  <a:txBody>
                    <a:bodyPr/>
                    <a:lstStyle/>
                    <a:p>
                      <a:r>
                        <a:rPr lang="en-US" sz="1200" b="1" dirty="0"/>
                        <a:t>Reaction</a:t>
                      </a:r>
                    </a:p>
                  </a:txBody>
                  <a:tcPr/>
                </a:tc>
                <a:tc>
                  <a:txBody>
                    <a:bodyPr/>
                    <a:lstStyle/>
                    <a:p>
                      <a:r>
                        <a:rPr lang="en-US" sz="1200" b="1" dirty="0"/>
                        <a:t>Genes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pt-BR" sz="1200" b="0" dirty="0"/>
                        <a:t>10-formyl-THF(m_in) + 5-phospho-ribosyl-glycineamide  -&gt;  5'-phosphoribosyl-N-formylglycineamide(m_Df) + H+ + THF(m_Ds)</a:t>
                      </a:r>
                      <a:endParaRPr lang="en-US" sz="1200" b="0" dirty="0"/>
                    </a:p>
                  </a:txBody>
                  <a:tcPr/>
                </a:tc>
                <a:tc>
                  <a:txBody>
                    <a:bodyPr/>
                    <a:lstStyle/>
                    <a:p>
                      <a:r>
                        <a:rPr lang="en-US" sz="1200" b="0" dirty="0"/>
                        <a:t>YDR408C</a:t>
                      </a:r>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pt-BR" sz="1200" dirty="0"/>
                        <a:t>10-formyl-THF(m_in) + L-tyrosine  -&gt;  H+ + N-formyl-L-tyrosine + THF(m_Ds)</a:t>
                      </a:r>
                      <a:endParaRPr lang="en-US" sz="1200" dirty="0"/>
                    </a:p>
                  </a:txBody>
                  <a:tcPr/>
                </a:tc>
                <a:tc>
                  <a:txBody>
                    <a:bodyPr/>
                    <a:lstStyle/>
                    <a:p>
                      <a:r>
                        <a:rPr lang="en-US" sz="1200" dirty="0"/>
                        <a:t>YDR403W</a:t>
                      </a:r>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pt-BR" sz="1200" dirty="0"/>
                        <a:t>5'-phosphoribosyl-N-formylglycineamide(m_Df) + ATP + H2O + L-glutamine  -&gt;  5'-phosphoribosyl-N-formylglycineamidine + ADP + H+ + L-glutamate(m_d) + phosphate</a:t>
                      </a:r>
                      <a:endParaRPr lang="en-US" sz="1200" dirty="0"/>
                    </a:p>
                  </a:txBody>
                  <a:tcPr/>
                </a:tc>
                <a:tc>
                  <a:txBody>
                    <a:bodyPr/>
                    <a:lstStyle/>
                    <a:p>
                      <a:r>
                        <a:rPr lang="en-US" sz="1200" dirty="0"/>
                        <a:t>YGR061C</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pt-BR" sz="1200" dirty="0"/>
                        <a:t>ATP + L-glutamate(m_d) + THF(m_Ds)  -&gt;  5,6,7,8-tetrahydrofolyl-L-glutamic acid + ADP + H+ + phosphate</a:t>
                      </a:r>
                      <a:endParaRPr lang="en-US" sz="1200" dirty="0"/>
                    </a:p>
                  </a:txBody>
                  <a:tcPr/>
                </a:tc>
                <a:tc>
                  <a:txBody>
                    <a:bodyPr/>
                    <a:lstStyle/>
                    <a:p>
                      <a:r>
                        <a:rPr lang="en-US" sz="1200" dirty="0"/>
                        <a:t>YKL132C or YOR241W</a:t>
                      </a:r>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pt-BR" sz="1200" dirty="0"/>
                        <a:t>2-oxoadipic acid + L-glutamate(m_d)  -&gt;  2-oxoglutarate(m_c) + L-2-aminoadipate</a:t>
                      </a:r>
                      <a:endParaRPr lang="en-US" sz="1200" dirty="0"/>
                    </a:p>
                  </a:txBody>
                  <a:tcPr/>
                </a:tc>
                <a:tc>
                  <a:txBody>
                    <a:bodyPr/>
                    <a:lstStyle/>
                    <a:p>
                      <a:r>
                        <a:rPr lang="en-US" sz="1200" dirty="0"/>
                        <a:t>YER152C or YGL202W or YJL060W</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2-oxoglutarate(m_c) + ammonium(m_Cs) + H+ + NADPH  -&gt;  H2O + L-glutamate(m_d) + NADP(+)</a:t>
                      </a:r>
                      <a:endParaRPr lang="en-US" sz="1200" dirty="0"/>
                    </a:p>
                  </a:txBody>
                  <a:tcPr/>
                </a:tc>
                <a:tc>
                  <a:txBody>
                    <a:bodyPr/>
                    <a:lstStyle/>
                    <a:p>
                      <a:r>
                        <a:rPr lang="en-US" sz="1200" dirty="0"/>
                        <a:t>YAL062W or YOR375C</a:t>
                      </a:r>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dirty="0">
                          <a:solidFill>
                            <a:schemeClr val="tx1"/>
                          </a:solidFill>
                        </a:rPr>
                        <a:t>ammonium(m_Cs) + ATP + L-glutamate(m_d)  -&gt;  ADP + H+ + L-glutamine + phosphate</a:t>
                      </a:r>
                      <a:endParaRPr lang="en-US" sz="1200" b="0" dirty="0">
                        <a:solidFill>
                          <a:schemeClr val="tx1"/>
                        </a:solidFill>
                      </a:endParaRPr>
                    </a:p>
                  </a:txBody>
                  <a:tcPr/>
                </a:tc>
                <a:tc>
                  <a:txBody>
                    <a:bodyPr/>
                    <a:lstStyle/>
                    <a:p>
                      <a:r>
                        <a:rPr lang="en-US" sz="1200" dirty="0"/>
                        <a:t>YPR035W</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pt-BR" sz="1200" dirty="0"/>
                        <a:t>2-oxoadipic acid + 2-oxoglutarate(m_c)  -&gt;  2-oxoadipic acid + 2-oxoglutarate(m_Nc)</a:t>
                      </a:r>
                      <a:endParaRPr lang="en-US" sz="1200" dirty="0"/>
                    </a:p>
                  </a:txBody>
                  <a:tcPr/>
                </a:tc>
                <a:tc>
                  <a:txBody>
                    <a:bodyPr/>
                    <a:lstStyle/>
                    <a:p>
                      <a:r>
                        <a:rPr lang="en-US" sz="1200" dirty="0"/>
                        <a:t>YOR222W or YPL134C</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it-IT" sz="1200" dirty="0"/>
                        <a:t>2-oxoglutarate(</a:t>
                      </a:r>
                      <a:r>
                        <a:rPr lang="it-IT" sz="1200" dirty="0" err="1"/>
                        <a:t>m_c</a:t>
                      </a:r>
                      <a:r>
                        <a:rPr lang="it-IT" sz="1200" dirty="0"/>
                        <a:t>) + </a:t>
                      </a:r>
                      <a:r>
                        <a:rPr lang="it-IT" sz="1200" dirty="0" err="1"/>
                        <a:t>citrate</a:t>
                      </a:r>
                      <a:r>
                        <a:rPr lang="it-IT" sz="1200" dirty="0"/>
                        <a:t>  -&gt;  2-oxoglutarate(</a:t>
                      </a:r>
                      <a:r>
                        <a:rPr lang="it-IT" sz="1200" dirty="0" err="1"/>
                        <a:t>m_Nc</a:t>
                      </a:r>
                      <a:r>
                        <a:rPr lang="it-IT" sz="1200" dirty="0"/>
                        <a:t>) + </a:t>
                      </a:r>
                      <a:r>
                        <a:rPr lang="it-IT" sz="1200" dirty="0" err="1"/>
                        <a:t>citrate</a:t>
                      </a:r>
                      <a:endParaRPr lang="en-US" sz="1200" dirty="0"/>
                    </a:p>
                  </a:txBody>
                  <a:tcPr/>
                </a:tc>
                <a:tc>
                  <a:txBody>
                    <a:bodyPr/>
                    <a:lstStyle/>
                    <a:p>
                      <a:r>
                        <a:rPr lang="en-US" sz="1200" dirty="0"/>
                        <a:t>YMR241W</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pt-BR" sz="1200" dirty="0"/>
                        <a:t> </a:t>
                      </a:r>
                      <a:r>
                        <a:rPr lang="fi-FI" sz="1200" dirty="0"/>
                        <a:t>2-oxoglutarate(m_Nc) + L-alanine  -&gt;  L-glutamate + pyruvate</a:t>
                      </a:r>
                      <a:endParaRPr lang="en-US" sz="1200" dirty="0"/>
                    </a:p>
                  </a:txBody>
                  <a:tcPr/>
                </a:tc>
                <a:tc>
                  <a:txBody>
                    <a:bodyPr/>
                    <a:lstStyle/>
                    <a:p>
                      <a:r>
                        <a:rPr lang="en-US" sz="1200" dirty="0"/>
                        <a:t>YLR089C</a:t>
                      </a:r>
                    </a:p>
                  </a:txBody>
                  <a:tcPr/>
                </a:tc>
                <a:extLst>
                  <a:ext uri="{0D108BD9-81ED-4DB2-BD59-A6C34878D82A}">
                    <a16:rowId xmlns:a16="http://schemas.microsoft.com/office/drawing/2014/main" val="1610077111"/>
                  </a:ext>
                </a:extLst>
              </a:tr>
            </a:tbl>
          </a:graphicData>
        </a:graphic>
      </p:graphicFrame>
      <p:grpSp>
        <p:nvGrpSpPr>
          <p:cNvPr id="5" name="Group 4">
            <a:extLst>
              <a:ext uri="{FF2B5EF4-FFF2-40B4-BE49-F238E27FC236}">
                <a16:creationId xmlns:a16="http://schemas.microsoft.com/office/drawing/2014/main" id="{BBE64D03-D5A1-E123-182E-42A1CF4CA187}"/>
              </a:ext>
            </a:extLst>
          </p:cNvPr>
          <p:cNvGrpSpPr/>
          <p:nvPr/>
        </p:nvGrpSpPr>
        <p:grpSpPr>
          <a:xfrm>
            <a:off x="1462291" y="6386978"/>
            <a:ext cx="7568587" cy="471022"/>
            <a:chOff x="1462291" y="6126480"/>
            <a:chExt cx="8462054" cy="731520"/>
          </a:xfrm>
        </p:grpSpPr>
        <p:sp>
          <p:nvSpPr>
            <p:cNvPr id="11" name="Rectangle: Rounded Corners 10">
              <a:extLst>
                <a:ext uri="{FF2B5EF4-FFF2-40B4-BE49-F238E27FC236}">
                  <a16:creationId xmlns:a16="http://schemas.microsoft.com/office/drawing/2014/main" id="{C9E53768-A140-9762-AB89-A420AC4F4523}"/>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FB0A6DBB-5FB9-857B-50AE-38E3019276CD}"/>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D65D0EC3-6C55-D812-0F18-C65F5CC7A8FC}"/>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ABEBF668-A3C0-1250-4561-6BFC520DF1C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CE17D7EB-8EBA-90A2-8F7B-3695E93F963B}"/>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5D9C7C24-2B47-F0DB-D5B4-009A3F9FF78A}"/>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AA39C1D7-1359-AD5C-F038-3425D57C9ED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4" name="TextBox 3">
            <a:extLst>
              <a:ext uri="{FF2B5EF4-FFF2-40B4-BE49-F238E27FC236}">
                <a16:creationId xmlns:a16="http://schemas.microsoft.com/office/drawing/2014/main" id="{E2A8C252-E086-100C-5907-D766AC7AE928}"/>
              </a:ext>
            </a:extLst>
          </p:cNvPr>
          <p:cNvSpPr txBox="1"/>
          <p:nvPr/>
        </p:nvSpPr>
        <p:spPr>
          <a:xfrm>
            <a:off x="-80875" y="2325452"/>
            <a:ext cx="1021433" cy="369332"/>
          </a:xfrm>
          <a:prstGeom prst="rect">
            <a:avLst/>
          </a:prstGeom>
          <a:noFill/>
        </p:spPr>
        <p:txBody>
          <a:bodyPr wrap="none" rtlCol="0">
            <a:spAutoFit/>
          </a:bodyPr>
          <a:lstStyle/>
          <a:p>
            <a:r>
              <a:rPr lang="en-US" b="1" dirty="0">
                <a:solidFill>
                  <a:srgbClr val="C00000"/>
                </a:solidFill>
              </a:rPr>
              <a:t>Motif 48</a:t>
            </a:r>
          </a:p>
        </p:txBody>
      </p:sp>
      <p:cxnSp>
        <p:nvCxnSpPr>
          <p:cNvPr id="3" name="Straight Arrow Connector 2">
            <a:extLst>
              <a:ext uri="{FF2B5EF4-FFF2-40B4-BE49-F238E27FC236}">
                <a16:creationId xmlns:a16="http://schemas.microsoft.com/office/drawing/2014/main" id="{1673E97E-410E-4035-8D6E-23EAC5B168C0}"/>
              </a:ext>
            </a:extLst>
          </p:cNvPr>
          <p:cNvCxnSpPr>
            <a:cxnSpLocks/>
          </p:cNvCxnSpPr>
          <p:nvPr/>
        </p:nvCxnSpPr>
        <p:spPr>
          <a:xfrm>
            <a:off x="1459877" y="1390902"/>
            <a:ext cx="1428434" cy="5822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311714D-5EAE-494D-3C5D-01FEAB83CB05}"/>
                  </a:ext>
                </a:extLst>
              </p:cNvPr>
              <p:cNvSpPr txBox="1"/>
              <p:nvPr/>
            </p:nvSpPr>
            <p:spPr>
              <a:xfrm>
                <a:off x="1815342" y="160889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8" name="TextBox 7">
                <a:extLst>
                  <a:ext uri="{FF2B5EF4-FFF2-40B4-BE49-F238E27FC236}">
                    <a16:creationId xmlns:a16="http://schemas.microsoft.com/office/drawing/2014/main" id="{4311714D-5EAE-494D-3C5D-01FEAB83CB05}"/>
                  </a:ext>
                </a:extLst>
              </p:cNvPr>
              <p:cNvSpPr txBox="1">
                <a:spLocks noRot="1" noChangeAspect="1" noMove="1" noResize="1" noEditPoints="1" noAdjustHandles="1" noChangeArrowheads="1" noChangeShapeType="1" noTextEdit="1"/>
              </p:cNvSpPr>
              <p:nvPr/>
            </p:nvSpPr>
            <p:spPr>
              <a:xfrm>
                <a:off x="1815342" y="1608898"/>
                <a:ext cx="507796" cy="369332"/>
              </a:xfrm>
              <a:prstGeom prst="rect">
                <a:avLst/>
              </a:prstGeom>
              <a:blipFill>
                <a:blip r:embed="rId27"/>
                <a:stretch>
                  <a:fillRect r="-7229"/>
                </a:stretch>
              </a:blipFill>
            </p:spPr>
            <p:txBody>
              <a:bodyPr/>
              <a:lstStyle/>
              <a:p>
                <a:r>
                  <a:rPr lang="en-US">
                    <a:noFill/>
                  </a:rPr>
                  <a:t> </a:t>
                </a:r>
              </a:p>
            </p:txBody>
          </p:sp>
        </mc:Fallback>
      </mc:AlternateContent>
    </p:spTree>
    <p:extLst>
      <p:ext uri="{BB962C8B-B14F-4D97-AF65-F5344CB8AC3E}">
        <p14:creationId xmlns:p14="http://schemas.microsoft.com/office/powerpoint/2010/main" val="172866229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14B15E-8FB2-487C-70D0-D8134A6E76CD}"/>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C9556259-5CAA-486C-DDDE-C59F8F04CE9B}"/>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4018D9B-B6A5-1B79-806D-2C78FFE0A3A4}"/>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04018D9B-B6A5-1B79-806D-2C78FFE0A3A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057C2D8-131F-BB89-E320-FC13AA409373}"/>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E057C2D8-131F-BB89-E320-FC13AA409373}"/>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99841425-A03D-B634-0D3C-55FFEB32B5D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2237F081-3ADB-C162-3F22-8C6E91104055}"/>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2237F081-3ADB-C162-3F22-8C6E91104055}"/>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DCFE432-3056-A18C-93DB-0CE13441F515}"/>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DDCFE432-3056-A18C-93DB-0CE13441F515}"/>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CE8A0893-0140-05BA-5C48-BA0ABB55A68F}"/>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D402E72-17B9-B380-1F42-C5F828CF8E88}"/>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CD402E72-17B9-B380-1F42-C5F828CF8E88}"/>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01F29C2-F05D-7844-5992-5A2C29154721}"/>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338F716-08D8-F050-1738-95ECD4C7EED9}"/>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D009BFBE-169E-44EF-1A9D-B9C7CD9437F1}"/>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5B6F6279-7226-1299-41B8-B9FD7DDCB69E}"/>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759CBCEE-00E3-9B92-502F-63DE37D72881}"/>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3A48BF14-0458-7AD8-8CE2-6114BF69F4A4}"/>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9426345-D30C-4191-5E62-E36123FA13E6}"/>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7FB8C101-3BAA-D1AF-9174-097484D419DF}"/>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4B0F092-9C18-A775-5569-4A873BA0DF81}"/>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14B0F092-9C18-A775-5569-4A873BA0DF81}"/>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8DBA623C-E697-95E3-78FC-A3CC7558CEDB}"/>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192F334C-1622-45A1-692C-6730AB797ADB}"/>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91D29F41-577D-2093-F773-C95A8D74A74F}"/>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4FED3CA-0553-747B-9633-21D6D7C197E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4FED3CA-0553-747B-9633-21D6D7C197E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3BA114CC-3E23-D256-471D-C06B9F14A01C}"/>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8C3C7D88-2853-E58A-9F27-2F6D87E8E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8C3C7D88-2853-E58A-9F27-2F6D87E8E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AE4A6B5D-3A8D-EA30-E49B-225885049A5A}"/>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8DBC075-9C06-C425-A1DC-8B4B5B176DAD}"/>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58DBC075-9C06-C425-A1DC-8B4B5B176DAD}"/>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7BC58-3E2E-75E2-07F6-750E8DA34F7C}"/>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8F82EDF4-7214-5B6D-E266-F91524184FF9}"/>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7DE3134-1FF1-78D2-4805-D23BAFF226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CAC403B-846F-A177-899B-04348636904E}"/>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771FA6D4-7CF2-9F17-2BC6-B791E2B5DBDD}"/>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F2D7987-BA2D-3C58-6A64-24D7B6CC3968}"/>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F2D7987-BA2D-3C58-6A64-24D7B6CC3968}"/>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5E30B819-F259-88EC-6AC2-139B4246AB91}"/>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5E30B819-F259-88EC-6AC2-139B4246AB91}"/>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EF3A8F1-8677-C379-9213-8841A449A506}"/>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0EF3A8F1-8677-C379-9213-8841A449A506}"/>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273EFA54-5302-C456-2E4B-02668BB7BEDE}"/>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0063377-996C-6E7C-5D02-973E92737C60}"/>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0063377-996C-6E7C-5D02-973E92737C60}"/>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B1E7B7F-3879-E9AD-E0C0-8DDCC21EF677}"/>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0E218D2-645D-915B-00D0-AB00333B909E}"/>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B0E218D2-645D-915B-00D0-AB00333B909E}"/>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670147-FD72-6C55-897E-0BE5CBBCF04F}"/>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670147-FD72-6C55-897E-0BE5CBBCF04F}"/>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ACE9EF1A-3C0D-91C2-4BCA-6B2F61147F3D}"/>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FCFE26E-0410-3A4E-0A23-D00257A65DF9}"/>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72B10242-6C9F-6FF7-1897-9D03B527C0D7}"/>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6E7938-867C-6171-0CB9-591ED423379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4A9039A-014C-DF0E-09DD-2E74E455B83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04A9039A-014C-DF0E-09DD-2E74E455B839}"/>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DC659E3-2971-14E2-BA7B-A78DE8A778AB}"/>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ADC659E3-2971-14E2-BA7B-A78DE8A778AB}"/>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2133CF0-E626-1257-F97C-978553D65600}"/>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2133CF0-E626-1257-F97C-978553D65600}"/>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E44B191-E199-D861-FE32-EABEF2E39F48}"/>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E44B191-E199-D861-FE32-EABEF2E39F48}"/>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A19BB60-ECDF-68DF-C2D1-97B0FA992D9F}"/>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E8FE41D7-E440-6968-7C93-F6E83BDDD182}"/>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A8255EA8-A020-346E-005C-D0B1E5E32342}"/>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A8255EA8-A020-346E-005C-D0B1E5E32342}"/>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AC7803F4-4D7F-8E47-809D-1805457E7871}"/>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66EDC1B-7F5B-1059-B318-5B179EA1C38C}"/>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53047A-7CD2-0A0B-1593-4A2314BA8B5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E33C4B3-AD4C-E3E0-E456-51B7DB430F09}"/>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CA166A7-C25B-0FBC-B2AC-CC8CE2658EB7}"/>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CA166A7-C25B-0FBC-B2AC-CC8CE2658EB7}"/>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3734C4E-852F-40F9-8909-2C0119B2F867}"/>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3734C4E-852F-40F9-8909-2C0119B2F867}"/>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21A5545-1C9C-6C6F-178F-6E0E278E290E}"/>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21A5545-1C9C-6C6F-178F-6E0E278E290E}"/>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499661-02FD-130E-5404-68CFE18A6FB3}"/>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499661-02FD-130E-5404-68CFE18A6FB3}"/>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795C186-7819-E1A2-B2CF-05848BC601CE}"/>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4795C186-7819-E1A2-B2CF-05848BC601CE}"/>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31BDED59-D370-D63B-FAEF-BF8CA05F8E6F}"/>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8950F508-455E-CC5A-3717-99F10AAE61F3}"/>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D0E140E0-AB6C-4952-1E61-8FF809B8EC98}"/>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18929263-41E7-38F5-51D9-D86CC4D947E4}"/>
              </a:ext>
            </a:extLst>
          </p:cNvPr>
          <p:cNvGraphicFramePr>
            <a:graphicFrameLocks noGrp="1"/>
          </p:cNvGraphicFramePr>
          <p:nvPr>
            <p:extLst>
              <p:ext uri="{D42A27DB-BD31-4B8C-83A1-F6EECF244321}">
                <p14:modId xmlns:p14="http://schemas.microsoft.com/office/powerpoint/2010/main" val="2938853279"/>
              </p:ext>
            </p:extLst>
          </p:nvPr>
        </p:nvGraphicFramePr>
        <p:xfrm>
          <a:off x="822533" y="3008092"/>
          <a:ext cx="9787289" cy="3017520"/>
        </p:xfrm>
        <a:graphic>
          <a:graphicData uri="http://schemas.openxmlformats.org/drawingml/2006/table">
            <a:tbl>
              <a:tblPr firstRow="1" bandRow="1">
                <a:tableStyleId>{C4B1156A-380E-4F78-BDF5-A606A8083BF9}</a:tableStyleId>
              </a:tblPr>
              <a:tblGrid>
                <a:gridCol w="3063667">
                  <a:extLst>
                    <a:ext uri="{9D8B030D-6E8A-4147-A177-3AD203B41FA5}">
                      <a16:colId xmlns:a16="http://schemas.microsoft.com/office/drawing/2014/main" val="2247704463"/>
                    </a:ext>
                  </a:extLst>
                </a:gridCol>
                <a:gridCol w="2750002">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YDL215C</a:t>
                      </a:r>
                    </a:p>
                  </a:txBody>
                  <a:tcPr/>
                </a:tc>
                <a:tc>
                  <a:txBody>
                    <a:bodyPr/>
                    <a:lstStyle/>
                    <a:p>
                      <a:r>
                        <a:rPr lang="en-US" sz="1200" b="0" dirty="0">
                          <a:hlinkClick r:id="rId28"/>
                        </a:rPr>
                        <a:t>AF-P33327-F1-model_v6.pdb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en-US" sz="1200" dirty="0">
                          <a:hlinkClick r:id="rId29"/>
                        </a:rPr>
                        <a:t>AF-Q12482-F1-model_v6.pdb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YPR035W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3FKY</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YGR124W</a:t>
                      </a:r>
                      <a:r>
                        <a:rPr lang="en-US" sz="1200" dirty="0"/>
                        <a:t> or YPR145W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AF-P49090-F1-model_v6.pdb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YGR061C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2"/>
                        </a:rPr>
                        <a:t>AF-P38972-F1-model_v6.pdb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YFL060C</a:t>
                      </a:r>
                      <a:r>
                        <a:rPr lang="en-US" sz="1200" dirty="0"/>
                        <a:t> or YNL334C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3"/>
                        </a:rPr>
                        <a:t>AF-P43544-F1-model_v6.pdb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 sz="1200" b="1" kern="1200" dirty="0">
                          <a:solidFill>
                            <a:schemeClr val="dk1"/>
                          </a:solidFill>
                          <a:latin typeface="+mn-lt"/>
                          <a:ea typeface="+mn-ea"/>
                          <a:cs typeface="+mn-cs"/>
                        </a:rPr>
                        <a:t>YGR192C</a:t>
                      </a:r>
                      <a:r>
                        <a:rPr lang="" sz="1200" kern="1200" dirty="0">
                          <a:solidFill>
                            <a:schemeClr val="dk1"/>
                          </a:solidFill>
                          <a:latin typeface="+mn-lt"/>
                          <a:ea typeface="+mn-ea"/>
                          <a:cs typeface="+mn-cs"/>
                        </a:rPr>
                        <a:t> or YJL052W or YJR009C</a:t>
                      </a:r>
                      <a:endParaRPr lang="en-US" sz="1200" kern="1200" dirty="0">
                        <a:solidFill>
                          <a:schemeClr val="dk1"/>
                        </a:solidFill>
                        <a:latin typeface="+mn-lt"/>
                        <a:ea typeface="+mn-ea"/>
                        <a:cs typeface="+mn-cs"/>
                      </a:endParaRPr>
                    </a:p>
                  </a:txBody>
                  <a:tcPr/>
                </a:tc>
                <a:tc>
                  <a:txBody>
                    <a:bodyPr/>
                    <a:lstStyle/>
                    <a:p>
                      <a:r>
                        <a:rPr lang="" sz="1200" b="0" i="0" dirty="0">
                          <a:solidFill>
                            <a:srgbClr val="0A0A0A"/>
                          </a:solidFill>
                          <a:effectLst/>
                          <a:latin typeface="Lato" panose="020F0502020204030203" pitchFamily="34" charset="0"/>
                          <a:hlinkClick r:id="rId34"/>
                        </a:rPr>
                        <a:t>3PYM</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 sz="1200" b="0" i="0" dirty="0">
                          <a:solidFill>
                            <a:schemeClr val="tx1"/>
                          </a:solidFill>
                          <a:effectLst/>
                          <a:latin typeface="Menlo"/>
                        </a:rPr>
                        <a:t>YLR017W</a:t>
                      </a:r>
                      <a:endParaRPr lang="en-US" sz="1200" dirty="0">
                        <a:solidFill>
                          <a:schemeClr val="tx1"/>
                        </a:solidFill>
                      </a:endParaRPr>
                    </a:p>
                  </a:txBody>
                  <a:tcPr/>
                </a:tc>
                <a:tc>
                  <a:txBody>
                    <a:bodyPr/>
                    <a:lstStyle/>
                    <a:p>
                      <a:r>
                        <a:rPr lang="en-US" sz="1200" dirty="0">
                          <a:hlinkClick r:id="rId35"/>
                        </a:rPr>
                        <a:t>AF-Q07938-F1-model_v6.pdb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YLR209C</a:t>
                      </a:r>
                    </a:p>
                  </a:txBody>
                  <a:tcPr/>
                </a:tc>
                <a:tc>
                  <a:txBody>
                    <a:bodyPr/>
                    <a:lstStyle/>
                    <a:p>
                      <a:r>
                        <a:rPr lang="en-US" sz="1200" dirty="0">
                          <a:hlinkClick r:id="rId36"/>
                        </a:rPr>
                        <a:t>AF-Q05788-F1-model_v6.pdb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b="1" dirty="0"/>
                        <a:t>YDR441C</a:t>
                      </a:r>
                      <a:r>
                        <a:rPr lang="en-US" sz="1200" dirty="0"/>
                        <a:t> or YML022W</a:t>
                      </a:r>
                    </a:p>
                  </a:txBody>
                  <a:tcPr/>
                </a:tc>
                <a:tc>
                  <a:txBody>
                    <a:bodyPr/>
                    <a:lstStyle/>
                    <a:p>
                      <a:r>
                        <a:rPr lang="en-US" sz="1200" dirty="0">
                          <a:hlinkClick r:id="rId37"/>
                        </a:rPr>
                        <a:t>AF-P36973-F1-model_v6.pdb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DCC306F7-E768-584B-2809-D5D958A90036}"/>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5" name="Rectangle: Rounded Corners 14">
            <a:extLst>
              <a:ext uri="{FF2B5EF4-FFF2-40B4-BE49-F238E27FC236}">
                <a16:creationId xmlns:a16="http://schemas.microsoft.com/office/drawing/2014/main" id="{32A02A20-7705-CD24-5E9B-58E881DBA539}"/>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6" name="Rectangle: Rounded Corners 15">
            <a:extLst>
              <a:ext uri="{FF2B5EF4-FFF2-40B4-BE49-F238E27FC236}">
                <a16:creationId xmlns:a16="http://schemas.microsoft.com/office/drawing/2014/main" id="{5A62A5E6-7C21-EA47-E69F-918AD0E55303}"/>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7" name="Rectangle: Rounded Corners 16">
            <a:extLst>
              <a:ext uri="{FF2B5EF4-FFF2-40B4-BE49-F238E27FC236}">
                <a16:creationId xmlns:a16="http://schemas.microsoft.com/office/drawing/2014/main" id="{066BC810-15DE-2683-50E0-F58048713DB6}"/>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8" name="Straight Arrow Connector 17">
            <a:extLst>
              <a:ext uri="{FF2B5EF4-FFF2-40B4-BE49-F238E27FC236}">
                <a16:creationId xmlns:a16="http://schemas.microsoft.com/office/drawing/2014/main" id="{07A2F946-91A7-A4E0-E975-E38D46B5810A}"/>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10072A3-6EBE-B910-F02F-E35C9D344CE5}"/>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BC5F3A62-F3A9-F6F1-8E5E-C4FBFFCA0023}"/>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15BFA4F-A071-C888-50A3-12454E6638B1}"/>
              </a:ext>
            </a:extLst>
          </p:cNvPr>
          <p:cNvSpPr txBox="1"/>
          <p:nvPr/>
        </p:nvSpPr>
        <p:spPr>
          <a:xfrm>
            <a:off x="22471" y="2619368"/>
            <a:ext cx="986167" cy="369332"/>
          </a:xfrm>
          <a:prstGeom prst="rect">
            <a:avLst/>
          </a:prstGeom>
          <a:noFill/>
        </p:spPr>
        <p:txBody>
          <a:bodyPr wrap="none" rtlCol="0">
            <a:spAutoFit/>
          </a:bodyPr>
          <a:lstStyle/>
          <a:p>
            <a:r>
              <a:rPr lang="en-US" dirty="0"/>
              <a:t>Motif 50</a:t>
            </a:r>
          </a:p>
        </p:txBody>
      </p:sp>
    </p:spTree>
    <p:extLst>
      <p:ext uri="{BB962C8B-B14F-4D97-AF65-F5344CB8AC3E}">
        <p14:creationId xmlns:p14="http://schemas.microsoft.com/office/powerpoint/2010/main" val="2109712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875EDDB-A7CA-22BA-75DB-D38B8C5A25D1}"/>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8243FE26-CCE0-42AD-2302-9A9FDF5B61EC}"/>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EF94690D-B93D-A83A-A563-04302CA84709}"/>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C352750-FBB5-8C85-C49E-59E0500A913C}"/>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AC352750-FBB5-8C85-C49E-59E0500A913C}"/>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3"/>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4BFA4249-25D8-A8E0-A19D-B4C5E1D5BBC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4BFA4249-25D8-A8E0-A19D-B4C5E1D5BBC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4"/>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D6DC48C2-E531-3ADF-D179-F0D50F86E56A}"/>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B041CAF-A816-BAF4-8F2B-1EF1F2638DB7}"/>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FB041CAF-A816-BAF4-8F2B-1EF1F2638DB7}"/>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5"/>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D9B20ECB-0893-E88F-718C-23089B120868}"/>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D9B20ECB-0893-E88F-718C-23089B120868}"/>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6"/>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BB1CB6A3-CA18-AEC6-19AF-F66A7117BE30}"/>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9EE032CF-5B46-F053-776F-540457328E44}"/>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9EE032CF-5B46-F053-776F-540457328E44}"/>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7"/>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590D1242-9286-2773-F34B-3633D66A5B2A}"/>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73803C9-B91A-6957-A91E-7AFF643CFC2F}"/>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8ACA308E-FF70-04EE-EFE4-88D7DE9283C2}"/>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01D60881-DC29-B534-FC45-52488BEAE9AF}"/>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E0472F6F-AF05-73F9-3A88-A70881009A89}"/>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C94F6114-0C07-A5B3-AAA2-9D079115A70C}"/>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F08BAEBA-73E8-47F6-862A-D52691DEBB14}"/>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62920FC2-DAEE-9AA7-3E04-723416D8968C}"/>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9E670DA-9B0E-7BF8-9096-FC0DC2CA92AD}"/>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69E670DA-9B0E-7BF8-9096-FC0DC2CA92AD}"/>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8"/>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F3EA353-9B2F-C8DA-CD80-D144EBF227D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B6F3A957-56C0-A68B-2F53-FBAC3F2B9380}"/>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725E955B-AFCF-05D5-9C7F-4848E25670A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1D6B309C-03E1-2CE7-2B0B-5A3676D96D8D}"/>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1D6B309C-03E1-2CE7-2B0B-5A3676D96D8D}"/>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9"/>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4709A2A7-C00E-0DC9-B4B4-8C2560E1CD01}"/>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31F8FA4F-C7E1-44F9-049F-3A56804BC635}"/>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31F8FA4F-C7E1-44F9-049F-3A56804BC635}"/>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0"/>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7752287E-1ED5-3D6F-4511-1F9FED94C7EE}"/>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FB0B380F-61AA-179B-F796-E230F23D1BE4}"/>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FB0B380F-61AA-179B-F796-E230F23D1BE4}"/>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1"/>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C0CBF3E-5FC4-4904-59E2-5B6EB7DDAA6C}"/>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39D0FC5D-12C6-B0C7-9C8D-2BF36E6AEE06}"/>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13F22A8-BFE6-8EC3-C92F-41AFAA297CAF}"/>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BF817D99-CCA4-9E2A-0B93-1938BB86602C}"/>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F1293471-2072-8909-ADC5-CF8D4F334ED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557C018-DFFC-1C7C-6561-87CDAEA120C8}"/>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2557C018-DFFC-1C7C-6561-87CDAEA120C8}"/>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2"/>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2C21ACA-406B-C953-31AB-CF1B4AED9DB6}"/>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12C21ACA-406B-C953-31AB-CF1B4AED9DB6}"/>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3"/>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08E6436D-158E-19A5-09C1-B55DA8D51ACE}"/>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08E6436D-158E-19A5-09C1-B55DA8D51ACE}"/>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4"/>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AC7209D-82F5-4EAF-3D8D-BF6040D44734}"/>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DC2256F4-5F65-3A46-01D2-E5822656A28D}"/>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DC2256F4-5F65-3A46-01D2-E5822656A28D}"/>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5"/>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62540A30-C97F-C673-47EA-77FAFC5C3AA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BBD9F0F3-7FA1-C458-3B15-E541C081C7ED}"/>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BBD9F0F3-7FA1-C458-3B15-E541C081C7ED}"/>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6"/>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B291935-7191-9441-0D7E-F9AE0E41AB70}"/>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B291935-7191-9441-0D7E-F9AE0E41AB70}"/>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7"/>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8E11602-B656-EACC-CB10-CA7A3ECF04D9}"/>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B2AF0F54-0B88-ACF1-5F93-A5CD96966BF4}"/>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F5281F1D-E99A-168F-AAF4-C0E6A90B41E6}"/>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743E01D1-A824-EBAF-1A0D-D6D869F91FEE}"/>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7017F5D-E635-EC68-5B38-CB2816592891}"/>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07017F5D-E635-EC68-5B38-CB2816592891}"/>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8"/>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BD5ADF2-6ED7-DEEA-6C84-6C0FCCA73A29}"/>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EBD5ADF2-6ED7-DEEA-6C84-6C0FCCA73A29}"/>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CC568C5-0885-625F-DFB1-563FF68D29A7}"/>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BCC568C5-0885-625F-DFB1-563FF68D29A7}"/>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66B6B2A-95DA-EDFD-E8BE-D8AF26894238}"/>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466B6B2A-95DA-EDFD-E8BE-D8AF26894238}"/>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1"/>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ADAC6C37-7895-CA05-8055-016B9FCF2739}"/>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BFA7B4BB-5C07-05BA-494F-FD722A51D76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B26F9A-3E89-58BA-2714-B872829D0EC7}"/>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C7B26F9A-3E89-58BA-2714-B872829D0EC7}"/>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2"/>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31770802-A549-1B03-CE7F-7AFB770EBD5E}"/>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B1CBCA7D-4185-E65E-80C4-5F12AC7DE503}"/>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822C949-C64F-45E3-E5D6-1ED7E93B3A01}"/>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1B40B276-647A-E013-D78F-E037EF77B60B}"/>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AD7F492-8748-470F-4E16-45D321DA71D0}"/>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0AD7F492-8748-470F-4E16-45D321DA71D0}"/>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3"/>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A4E210CE-3DD6-66EB-201D-E628A6AE849F}"/>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A4E210CE-3DD6-66EB-201D-E628A6AE849F}"/>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4"/>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A4A8E44A-7E5A-550D-5F49-2D283B6B8813}"/>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A4A8E44A-7E5A-550D-5F49-2D283B6B8813}"/>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5"/>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C9D979C3-FABA-3E0B-A95D-E2D05CD56BE3}"/>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C9D979C3-FABA-3E0B-A95D-E2D05CD56BE3}"/>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6"/>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EE9A3300-DC16-0A2E-B38B-51999F2DC145}"/>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EE9A3300-DC16-0A2E-B38B-51999F2DC145}"/>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7"/>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F2DBBA50-2131-0EA5-0462-4EC1F75E5A86}"/>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BB29994-8EB6-DEA9-1A3E-FC7363F9DEA5}"/>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1ED64CA3-BC32-708F-46D5-1857FBCA4E83}"/>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BF3EA168-C718-7E06-D8E8-855632CA971E}"/>
              </a:ext>
            </a:extLst>
          </p:cNvPr>
          <p:cNvSpPr txBox="1"/>
          <p:nvPr/>
        </p:nvSpPr>
        <p:spPr>
          <a:xfrm>
            <a:off x="2160047" y="1956969"/>
            <a:ext cx="986167" cy="369332"/>
          </a:xfrm>
          <a:prstGeom prst="rect">
            <a:avLst/>
          </a:prstGeom>
          <a:noFill/>
        </p:spPr>
        <p:txBody>
          <a:bodyPr wrap="none" rtlCol="0">
            <a:spAutoFit/>
          </a:bodyPr>
          <a:lstStyle/>
          <a:p>
            <a:r>
              <a:rPr lang="en-US" dirty="0"/>
              <a:t>Motif 50</a:t>
            </a:r>
          </a:p>
        </p:txBody>
      </p:sp>
      <p:sp>
        <p:nvSpPr>
          <p:cNvPr id="7" name="Rectangle: Rounded Corners 6">
            <a:extLst>
              <a:ext uri="{FF2B5EF4-FFF2-40B4-BE49-F238E27FC236}">
                <a16:creationId xmlns:a16="http://schemas.microsoft.com/office/drawing/2014/main" id="{DDD1974A-0BEC-6951-7FFE-9F66B9079D02}"/>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2F3D0449-BD61-9D67-E3AE-5AF621834EAC}"/>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28C677D4-564A-8E84-2536-799A24091C33}"/>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F0A4D7D1-CC37-2864-6A82-6C3AD6AD4E09}"/>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76CAF50E-9CA2-16A2-2E03-EC22D49C2295}"/>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83BD2B48-FBC2-73DD-B436-53B38BFC66FE}"/>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CC665AE-F4CD-3798-44FE-0ACFEF7D986D}"/>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50BC0995-1DA4-0A2B-BBC5-934702929B5F}"/>
              </a:ext>
            </a:extLst>
          </p:cNvPr>
          <p:cNvSpPr/>
          <p:nvPr/>
        </p:nvSpPr>
        <p:spPr>
          <a:xfrm>
            <a:off x="3961257" y="3609975"/>
            <a:ext cx="439293" cy="790576"/>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EBEC749D-2656-C862-A348-AB5D0D399FE5}"/>
              </a:ext>
            </a:extLst>
          </p:cNvPr>
          <p:cNvSpPr/>
          <p:nvPr/>
        </p:nvSpPr>
        <p:spPr>
          <a:xfrm>
            <a:off x="5111954" y="3856056"/>
            <a:ext cx="439293" cy="1704975"/>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1475DADB-A6A6-A782-E613-F4380BDDDEAA}"/>
              </a:ext>
            </a:extLst>
          </p:cNvPr>
          <p:cNvSpPr/>
          <p:nvPr/>
        </p:nvSpPr>
        <p:spPr>
          <a:xfrm>
            <a:off x="3400041" y="367665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8239284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584B1-AF49-5B0C-2238-5014BB62FA94}"/>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BCAE79A1-17EE-5C89-CF0A-801759524AB8}"/>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CA8154-ECDB-F028-51A0-DA21A91F6AD0}"/>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3BCA8154-ECDB-F028-51A0-DA21A91F6AD0}"/>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94DF1778-2053-BEB8-2F2C-901F25E87CB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94DF1778-2053-BEB8-2F2C-901F25E87CBF}"/>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72EB9B1-FF40-7456-CB95-7A2D219D806B}"/>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114343AD-112E-55E4-B02E-041272BBFEF8}"/>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114343AD-112E-55E4-B02E-041272BBFEF8}"/>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A9C97EC-50DF-8069-A04B-FB43618C37BB}"/>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2A9C97EC-50DF-8069-A04B-FB43618C37B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E4020C92-5D17-524E-3325-6C8C9F676E81}"/>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61BCA779-CA40-57B2-9615-0C2DA3F5A42D}"/>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61BCA779-CA40-57B2-9615-0C2DA3F5A42D}"/>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FFA70ECF-352E-78E3-C3DD-9269C1F9B9E7}"/>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57A1509-C8AF-4E6F-A7FF-25C209970AA7}"/>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611113E-5E93-459A-EB5A-54E62535C624}"/>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E4142B4F-FE52-A308-4486-D3276EAA3F41}"/>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CA92858-61A1-2C70-9F33-DD40D10E6A0E}"/>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1CAADB6D-6B4E-D027-6791-D120EAEB153E}"/>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1D84DC14-9B26-A852-A290-AD1C5BAC921D}"/>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B0295EE4-4E77-D969-8A7E-3E7811B99A48}"/>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87B8BAB-62FD-89F0-EF13-49B1977AD33F}"/>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87B8BAB-62FD-89F0-EF13-49B1977AD33F}"/>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1D44395E-62C7-6938-37DA-FDBD968B3B2A}"/>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F00658DC-A32F-BFB4-3903-3B88AF35C66F}"/>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1A4D3E22-7F67-D841-7D62-1CCF3576BEDC}"/>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BB4E708-5418-225A-DC6C-BF7BE6128EB3}"/>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BB4E708-5418-225A-DC6C-BF7BE6128EB3}"/>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27CE6AFD-E8D9-AEF0-5206-3274C56573A9}"/>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032FF819-BB5F-1250-6C8F-4A8292EA314A}"/>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032FF819-BB5F-1250-6C8F-4A8292EA314A}"/>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170CD2D-3220-C79A-EE72-91EAF2DEEFCD}"/>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DE0E2E2B-D78C-7D10-E13C-F82CA5173610}"/>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DE0E2E2B-D78C-7D10-E13C-F82CA5173610}"/>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0DDBBC34-862C-2784-FDA8-54A92F676521}"/>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018EE4FA-4278-0E6B-0531-01CAE189415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B6B6036F-C317-8810-5E62-D01C258B476B}"/>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448EC8E5-5002-6F29-9779-41B79576A146}"/>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66A2092F-DC5A-C94B-B657-59C0C3C50558}"/>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29BADA9-3C05-CEA5-4C6F-4382AC2A1ED9}"/>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029BADA9-3C05-CEA5-4C6F-4382AC2A1ED9}"/>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0250312-0F2F-3F2E-CB7E-E62EE02282D4}"/>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0250312-0F2F-3F2E-CB7E-E62EE02282D4}"/>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49BB67-6C50-CF49-F172-B886AF82EFD3}"/>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49BB67-6C50-CF49-F172-B886AF82EFD3}"/>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8BF7B5F8-1E29-A9C1-C94C-661FC3E0214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20363B91-55A9-E3F3-A599-EA12A64E0D6E}"/>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20363B91-55A9-E3F3-A599-EA12A64E0D6E}"/>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D6ADB2A4-CBAF-65DA-8FFC-0836002EC83E}"/>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5F1C6BE-5E09-12A6-DBB4-E588BFC17532}"/>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5F1C6BE-5E09-12A6-DBB4-E588BFC17532}"/>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45BB04CA-3A80-28AC-C5BD-43B6BF262C95}"/>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45BB04CA-3A80-28AC-C5BD-43B6BF262C95}"/>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82376349-383F-8051-5D1B-A3817A161A7C}"/>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D88519B6-B0E7-338C-0F73-C3B043359360}"/>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9266ED78-38AE-FD7A-7FC7-632B940C6244}"/>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31D5F60-52DC-49B6-B790-D89671F8B176}"/>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29E62CED-0CFD-ACFB-A969-C5D7D8460AF0}"/>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29E62CED-0CFD-ACFB-A969-C5D7D8460AF0}"/>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268038E-7CDC-B4BC-71DD-E5C02613E2AC}"/>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E268038E-7CDC-B4BC-71DD-E5C02613E2AC}"/>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A3849A4C-7FD0-4451-F330-3C847F488375}"/>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A3849A4C-7FD0-4451-F330-3C847F488375}"/>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BB7720DB-BF3C-FA3F-9A22-61CCEE7DC642}"/>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BB7720DB-BF3C-FA3F-9A22-61CCEE7DC642}"/>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6862BB1A-06A6-E276-DC25-42BF9EB8F3E2}"/>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B7B3027E-E405-4211-DCA4-9D5E91EECD91}"/>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F7B3A8A-DAF4-BC4E-01A8-D2C13341FA46}"/>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F7B3A8A-DAF4-BC4E-01A8-D2C13341FA46}"/>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40D2B66F-D7F8-B78C-99EE-75793358DDA3}"/>
              </a:ext>
            </a:extLst>
          </p:cNvPr>
          <p:cNvCxnSpPr>
            <a:cxnSpLocks/>
            <a:endCxn id="49" idx="1"/>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98BD6DFF-F932-11D7-6565-0ABB0FC154FB}"/>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4C4E8B82-C2A1-9296-1CC5-879CAC84234F}"/>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5AB6A9A6-A528-A990-61DC-E6967BAEF16E}"/>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382CAC1A-6DF5-790A-EA83-379D6587CB06}"/>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382CAC1A-6DF5-790A-EA83-379D6587CB06}"/>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D4B68E5-F6B9-9ADE-0A02-E70292BC8698}"/>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D4B68E5-F6B9-9ADE-0A02-E70292BC8698}"/>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34D4B9F-D73B-E916-CE18-B7B0438E2607}"/>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434D4B9F-D73B-E916-CE18-B7B0438E2607}"/>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2ABCEF-6BE1-C507-1A85-D18B0D54B0D6}"/>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D22ABCEF-6BE1-C507-1A85-D18B0D54B0D6}"/>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F96AFD4-36BD-D715-F7C6-CB68F5302D2B}"/>
                  </a:ext>
                </a:extLst>
              </p:cNvPr>
              <p:cNvSpPr txBox="1"/>
              <p:nvPr/>
            </p:nvSpPr>
            <p:spPr>
              <a:xfrm>
                <a:off x="8506271" y="1050324"/>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0F96AFD4-36BD-D715-F7C6-CB68F5302D2B}"/>
                  </a:ext>
                </a:extLst>
              </p:cNvPr>
              <p:cNvSpPr txBox="1">
                <a:spLocks noRot="1" noChangeAspect="1" noMove="1" noResize="1" noEditPoints="1" noAdjustHandles="1" noChangeArrowheads="1" noChangeShapeType="1" noTextEdit="1"/>
              </p:cNvSpPr>
              <p:nvPr/>
            </p:nvSpPr>
            <p:spPr>
              <a:xfrm>
                <a:off x="8506271" y="1050324"/>
                <a:ext cx="448081" cy="369332"/>
              </a:xfrm>
              <a:prstGeom prst="rect">
                <a:avLst/>
              </a:prstGeom>
              <a:blipFill>
                <a:blip r:embed="rId27"/>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6ECA0600-18FF-63E4-7289-372975C9B38E}"/>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34E13DCC-C571-90B8-8F0E-916EFAE961A6}"/>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23C59F86-DC22-7241-B143-8E7364A86F15}"/>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2432E62F-8747-48A0-0612-7AFF1029FA90}"/>
              </a:ext>
            </a:extLst>
          </p:cNvPr>
          <p:cNvGraphicFramePr>
            <a:graphicFrameLocks noGrp="1"/>
          </p:cNvGraphicFramePr>
          <p:nvPr>
            <p:extLst>
              <p:ext uri="{D42A27DB-BD31-4B8C-83A1-F6EECF244321}">
                <p14:modId xmlns:p14="http://schemas.microsoft.com/office/powerpoint/2010/main" val="3832264899"/>
              </p:ext>
            </p:extLst>
          </p:nvPr>
        </p:nvGraphicFramePr>
        <p:xfrm>
          <a:off x="1101403" y="2775986"/>
          <a:ext cx="9787289" cy="3017520"/>
        </p:xfrm>
        <a:graphic>
          <a:graphicData uri="http://schemas.openxmlformats.org/drawingml/2006/table">
            <a:tbl>
              <a:tblPr firstRow="1" bandRow="1">
                <a:tableStyleId>{C4B1156A-380E-4F78-BDF5-A606A8083BF9}</a:tableStyleId>
              </a:tblPr>
              <a:tblGrid>
                <a:gridCol w="2622298">
                  <a:extLst>
                    <a:ext uri="{9D8B030D-6E8A-4147-A177-3AD203B41FA5}">
                      <a16:colId xmlns:a16="http://schemas.microsoft.com/office/drawing/2014/main" val="2247704463"/>
                    </a:ext>
                  </a:extLst>
                </a:gridCol>
                <a:gridCol w="3191371">
                  <a:extLst>
                    <a:ext uri="{9D8B030D-6E8A-4147-A177-3AD203B41FA5}">
                      <a16:colId xmlns:a16="http://schemas.microsoft.com/office/drawing/2014/main" val="1120151498"/>
                    </a:ext>
                  </a:extLst>
                </a:gridCol>
                <a:gridCol w="2922588">
                  <a:extLst>
                    <a:ext uri="{9D8B030D-6E8A-4147-A177-3AD203B41FA5}">
                      <a16:colId xmlns:a16="http://schemas.microsoft.com/office/drawing/2014/main" val="1328058479"/>
                    </a:ext>
                  </a:extLst>
                </a:gridCol>
                <a:gridCol w="1051032">
                  <a:extLst>
                    <a:ext uri="{9D8B030D-6E8A-4147-A177-3AD203B41FA5}">
                      <a16:colId xmlns:a16="http://schemas.microsoft.com/office/drawing/2014/main" val="2587608585"/>
                    </a:ext>
                  </a:extLst>
                </a:gridCol>
              </a:tblGrid>
              <a:tr h="274320">
                <a:tc>
                  <a:txBody>
                    <a:bodyPr/>
                    <a:lstStyle/>
                    <a:p>
                      <a:r>
                        <a:rPr lang="en-US" sz="1200" dirty="0"/>
                        <a:t>Reaction</a:t>
                      </a:r>
                    </a:p>
                  </a:txBody>
                  <a:tcPr/>
                </a:tc>
                <a:tc>
                  <a:txBody>
                    <a:bodyPr/>
                    <a:lstStyle/>
                    <a:p>
                      <a:r>
                        <a:rPr lang="en-US" sz="1200" b="1" dirty="0"/>
                        <a:t>Genes</a:t>
                      </a:r>
                    </a:p>
                  </a:txBody>
                  <a:tcPr/>
                </a:tc>
                <a:tc>
                  <a:txBody>
                    <a:bodyPr/>
                    <a:lstStyle/>
                    <a:p>
                      <a:r>
                        <a:rPr lang="en-US" sz="1200" b="1" dirty="0"/>
                        <a:t>PDB ID</a:t>
                      </a:r>
                    </a:p>
                  </a:txBody>
                  <a:tcPr/>
                </a:tc>
                <a:tc>
                  <a:txBody>
                    <a:bodyPr/>
                    <a:lstStyle/>
                    <a:p>
                      <a:r>
                        <a:rPr lang="en-US" sz="1200" b="1" dirty="0"/>
                        <a:t>Frequency</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YPL061W</a:t>
                      </a:r>
                    </a:p>
                  </a:txBody>
                  <a:tcPr/>
                </a:tc>
                <a:tc>
                  <a:txBody>
                    <a:bodyPr/>
                    <a:lstStyle/>
                    <a:p>
                      <a:r>
                        <a:rPr lang="en-US" sz="1200" b="0" dirty="0">
                          <a:hlinkClick r:id="rId28"/>
                        </a:rPr>
                        <a:t>AF-P54115-F1-model_v6.pdb (AlphaFold)</a:t>
                      </a:r>
                      <a:endParaRPr lang="en-US" sz="1200" b="0" dirty="0"/>
                    </a:p>
                  </a:txBody>
                  <a:tcPr/>
                </a:tc>
                <a:tc>
                  <a:txBody>
                    <a:bodyPr/>
                    <a:lstStyle/>
                    <a:p>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b="1" dirty="0">
                          <a:solidFill>
                            <a:schemeClr val="tx1"/>
                          </a:solidFill>
                        </a:rPr>
                        <a:t>YBR145W</a:t>
                      </a:r>
                      <a:r>
                        <a:rPr lang="en-US" sz="1200" dirty="0">
                          <a:solidFill>
                            <a:schemeClr val="tx1"/>
                          </a:solidFill>
                        </a:rPr>
                        <a:t> or YOL086C</a:t>
                      </a:r>
                    </a:p>
                  </a:txBody>
                  <a:tcPr/>
                </a:tc>
                <a:tc>
                  <a:txBody>
                    <a:bodyPr/>
                    <a:lstStyle/>
                    <a:p>
                      <a:r>
                        <a:rPr lang="en-US" sz="1200" dirty="0">
                          <a:hlinkClick r:id="rId29"/>
                        </a:rPr>
                        <a:t>AF-P38113-F1-model_v6.pdb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b="1" dirty="0"/>
                        <a:t>YAL054C</a:t>
                      </a:r>
                      <a:r>
                        <a:rPr lang="en-US" sz="1200" dirty="0"/>
                        <a:t> or YLR153C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0"/>
                        </a:rPr>
                        <a:t>1RY2</a:t>
                      </a:r>
                      <a:endParaRPr lang="en-US" sz="1200" dirty="0"/>
                    </a:p>
                  </a:txBody>
                  <a:tcPr/>
                </a:tc>
                <a:tc>
                  <a:txBody>
                    <a:bodyPr/>
                    <a:lstStyle/>
                    <a:p>
                      <a:endParaRPr lang="en-US" sz="1200" dirty="0"/>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b="1" dirty="0"/>
                        <a:t>YGR177C</a:t>
                      </a:r>
                      <a:r>
                        <a:rPr lang="en-US" sz="1200" dirty="0"/>
                        <a:t> or YOR377W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hlinkClick r:id="rId31"/>
                        </a:rPr>
                        <a:t>AF-P53296-F1-model_v6.pdb</a:t>
                      </a:r>
                      <a:endParaRPr lang="en-US" sz="1200" dirty="0"/>
                    </a:p>
                  </a:txBody>
                  <a:tcPr/>
                </a:tc>
                <a:tc>
                  <a:txBody>
                    <a:bodyPr/>
                    <a:lstStyle/>
                    <a:p>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b="1" dirty="0"/>
                        <a:t>YKL182W</a:t>
                      </a:r>
                      <a:r>
                        <a:rPr lang="en-US" sz="1200" dirty="0"/>
                        <a:t> and YPL231W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2"/>
                        </a:rPr>
                        <a:t>2PFF</a:t>
                      </a:r>
                      <a:endParaRPr lang="en-US" sz="1200" dirty="0"/>
                    </a:p>
                  </a:txBody>
                  <a:tcPr/>
                </a:tc>
                <a:tc>
                  <a:txBody>
                    <a:bodyPr/>
                    <a:lstStyle/>
                    <a:p>
                      <a:endParaRPr lang="en-US" sz="1200" dirty="0"/>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YHR013C</a:t>
                      </a:r>
                      <a:r>
                        <a:rPr lang="en-US" sz="1200" dirty="0"/>
                        <a:t> and YDL040C and YOR253W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sz="1200" b="0" i="0" dirty="0">
                          <a:solidFill>
                            <a:srgbClr val="0A0A0A"/>
                          </a:solidFill>
                          <a:effectLst/>
                          <a:latin typeface="Lato" panose="020F0502020204030203" pitchFamily="34" charset="0"/>
                          <a:hlinkClick r:id="rId33"/>
                        </a:rPr>
                        <a:t>4HNW</a:t>
                      </a:r>
                      <a:endParaRPr lang="en-US" sz="1200" dirty="0"/>
                    </a:p>
                  </a:txBody>
                  <a:tcPr/>
                </a:tc>
                <a:tc>
                  <a:txBody>
                    <a:bodyPr/>
                    <a:lstStyle/>
                    <a:p>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YMR226C</a:t>
                      </a:r>
                    </a:p>
                  </a:txBody>
                  <a:tcPr/>
                </a:tc>
                <a:tc>
                  <a:txBody>
                    <a:bodyPr/>
                    <a:lstStyle/>
                    <a:p>
                      <a:r>
                        <a:rPr lang="" sz="1200" b="0" i="0" dirty="0">
                          <a:solidFill>
                            <a:srgbClr val="0A0A0A"/>
                          </a:solidFill>
                          <a:effectLst/>
                          <a:latin typeface="Lato" panose="020F0502020204030203" pitchFamily="34" charset="0"/>
                          <a:hlinkClick r:id="rId34"/>
                        </a:rPr>
                        <a:t>3RKU</a:t>
                      </a:r>
                      <a:endParaRPr lang="en-US" sz="1200" dirty="0"/>
                    </a:p>
                  </a:txBody>
                  <a:tcPr/>
                </a:tc>
                <a:tc>
                  <a:txBody>
                    <a:bodyPr/>
                    <a:lstStyle/>
                    <a:p>
                      <a:endParaRPr lang="en-US" sz="1200" dirty="0"/>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YGL001C</a:t>
                      </a:r>
                    </a:p>
                  </a:txBody>
                  <a:tcPr/>
                </a:tc>
                <a:tc>
                  <a:txBody>
                    <a:bodyPr/>
                    <a:lstStyle/>
                    <a:p>
                      <a:r>
                        <a:rPr lang="en-US" sz="1200" dirty="0">
                          <a:hlinkClick r:id="rId35"/>
                        </a:rPr>
                        <a:t>AF-P53199-F1-model_v6.pdb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dirty="0"/>
                        <a:t>YLR174W</a:t>
                      </a:r>
                    </a:p>
                  </a:txBody>
                  <a:tcPr/>
                </a:tc>
                <a:tc>
                  <a:txBody>
                    <a:bodyPr/>
                    <a:lstStyle/>
                    <a:p>
                      <a:r>
                        <a:rPr lang="en-US" sz="1200" dirty="0">
                          <a:hlinkClick r:id="rId36"/>
                        </a:rPr>
                        <a:t>AF-P41939-F1-model_v6.pdb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YNR057C</a:t>
                      </a:r>
                    </a:p>
                  </a:txBody>
                  <a:tcPr/>
                </a:tc>
                <a:tc>
                  <a:txBody>
                    <a:bodyPr/>
                    <a:lstStyle/>
                    <a:p>
                      <a:r>
                        <a:rPr lang="en-US" sz="1200" dirty="0">
                          <a:hlinkClick r:id="rId37"/>
                        </a:rPr>
                        <a:t>AF-P53630-F1-model_v6.pdb (AlphaFold)</a:t>
                      </a:r>
                      <a:endParaRPr lang="en-US" sz="1200" dirty="0"/>
                    </a:p>
                  </a:txBody>
                  <a:tcPr/>
                </a:tc>
                <a:tc>
                  <a:txBody>
                    <a:bodyPr/>
                    <a:lstStyle/>
                    <a:p>
                      <a:endParaRPr lang="en-US" sz="1200" dirty="0"/>
                    </a:p>
                  </a:txBody>
                  <a:tcPr/>
                </a:tc>
                <a:extLst>
                  <a:ext uri="{0D108BD9-81ED-4DB2-BD59-A6C34878D82A}">
                    <a16:rowId xmlns:a16="http://schemas.microsoft.com/office/drawing/2014/main" val="1610077111"/>
                  </a:ext>
                </a:extLst>
              </a:tr>
            </a:tbl>
          </a:graphicData>
        </a:graphic>
      </p:graphicFrame>
      <p:grpSp>
        <p:nvGrpSpPr>
          <p:cNvPr id="4" name="Group 3">
            <a:extLst>
              <a:ext uri="{FF2B5EF4-FFF2-40B4-BE49-F238E27FC236}">
                <a16:creationId xmlns:a16="http://schemas.microsoft.com/office/drawing/2014/main" id="{C37F9922-2BB7-25A9-D8D5-65F9E0080D76}"/>
              </a:ext>
            </a:extLst>
          </p:cNvPr>
          <p:cNvGrpSpPr>
            <a:grpSpLocks noChangeAspect="1"/>
          </p:cNvGrpSpPr>
          <p:nvPr/>
        </p:nvGrpSpPr>
        <p:grpSpPr>
          <a:xfrm>
            <a:off x="2986884" y="6230258"/>
            <a:ext cx="6240154" cy="539443"/>
            <a:chOff x="1462291" y="6126480"/>
            <a:chExt cx="8462054" cy="731520"/>
          </a:xfrm>
        </p:grpSpPr>
        <p:sp>
          <p:nvSpPr>
            <p:cNvPr id="11" name="Rectangle: Rounded Corners 10">
              <a:extLst>
                <a:ext uri="{FF2B5EF4-FFF2-40B4-BE49-F238E27FC236}">
                  <a16:creationId xmlns:a16="http://schemas.microsoft.com/office/drawing/2014/main" id="{29475D49-0E0A-5544-CF93-249B516F4CC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Algorithm </a:t>
              </a:r>
            </a:p>
          </p:txBody>
        </p:sp>
        <p:sp>
          <p:nvSpPr>
            <p:cNvPr id="15" name="Rectangle: Rounded Corners 14">
              <a:extLst>
                <a:ext uri="{FF2B5EF4-FFF2-40B4-BE49-F238E27FC236}">
                  <a16:creationId xmlns:a16="http://schemas.microsoft.com/office/drawing/2014/main" id="{1C5B9727-AD16-8568-6EE1-D1409B4B8F9C}"/>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Chemical Reactions </a:t>
              </a:r>
            </a:p>
          </p:txBody>
        </p:sp>
        <p:sp>
          <p:nvSpPr>
            <p:cNvPr id="16" name="Rectangle: Rounded Corners 15">
              <a:extLst>
                <a:ext uri="{FF2B5EF4-FFF2-40B4-BE49-F238E27FC236}">
                  <a16:creationId xmlns:a16="http://schemas.microsoft.com/office/drawing/2014/main" id="{3D5230D1-AF24-C962-04B1-03DB0ACAAE60}"/>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Metabolic Network</a:t>
              </a:r>
            </a:p>
          </p:txBody>
        </p:sp>
        <p:sp>
          <p:nvSpPr>
            <p:cNvPr id="17" name="Rectangle: Rounded Corners 16">
              <a:extLst>
                <a:ext uri="{FF2B5EF4-FFF2-40B4-BE49-F238E27FC236}">
                  <a16:creationId xmlns:a16="http://schemas.microsoft.com/office/drawing/2014/main" id="{BBB39927-C861-2E96-C0B8-1E532D98B85C}"/>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tx1"/>
                  </a:solidFill>
                </a:rPr>
                <a:t>THz Actuation</a:t>
              </a:r>
            </a:p>
          </p:txBody>
        </p:sp>
        <p:cxnSp>
          <p:nvCxnSpPr>
            <p:cNvPr id="18" name="Straight Arrow Connector 17">
              <a:extLst>
                <a:ext uri="{FF2B5EF4-FFF2-40B4-BE49-F238E27FC236}">
                  <a16:creationId xmlns:a16="http://schemas.microsoft.com/office/drawing/2014/main" id="{04199FC3-2AC9-2B5F-CC5B-4EE95B7F7EE8}"/>
                </a:ext>
              </a:extLst>
            </p:cNvPr>
            <p:cNvCxnSpPr>
              <a:cxnSpLocks/>
              <a:stCxn id="11" idx="3"/>
              <a:endCxn id="1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07F9B1B7-7007-5132-D98F-61E736934610}"/>
                </a:ext>
              </a:extLst>
            </p:cNvPr>
            <p:cNvCxnSpPr>
              <a:cxnSpLocks/>
              <a:stCxn id="15" idx="3"/>
              <a:endCxn id="1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6987DA7-A4B6-F5B9-7D06-2F39BEADCA0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grpSp>
      <p:sp>
        <p:nvSpPr>
          <p:cNvPr id="3" name="TextBox 2">
            <a:extLst>
              <a:ext uri="{FF2B5EF4-FFF2-40B4-BE49-F238E27FC236}">
                <a16:creationId xmlns:a16="http://schemas.microsoft.com/office/drawing/2014/main" id="{CD981637-E844-0F73-C8FC-7F44F9A5FA3C}"/>
              </a:ext>
            </a:extLst>
          </p:cNvPr>
          <p:cNvSpPr txBox="1"/>
          <p:nvPr/>
        </p:nvSpPr>
        <p:spPr>
          <a:xfrm>
            <a:off x="22471" y="261936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337318324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ACE19-0A48-E11A-514A-1EB3B1ECE60C}"/>
            </a:ext>
          </a:extLst>
        </p:cNvPr>
        <p:cNvGrpSpPr/>
        <p:nvPr/>
      </p:nvGrpSpPr>
      <p:grpSpPr>
        <a:xfrm>
          <a:off x="0" y="0"/>
          <a:ext cx="0" cy="0"/>
          <a:chOff x="0" y="0"/>
          <a:chExt cx="0" cy="0"/>
        </a:xfrm>
      </p:grpSpPr>
      <p:sp>
        <p:nvSpPr>
          <p:cNvPr id="69" name="Oval 68">
            <a:extLst>
              <a:ext uri="{FF2B5EF4-FFF2-40B4-BE49-F238E27FC236}">
                <a16:creationId xmlns:a16="http://schemas.microsoft.com/office/drawing/2014/main" id="{E1DBE0D8-0982-D8E9-368D-15260E17EF34}"/>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0108C080-45B0-0792-2C70-61773F226A6F}"/>
                  </a:ext>
                </a:extLst>
              </p:cNvPr>
              <p:cNvSpPr txBox="1"/>
              <p:nvPr/>
            </p:nvSpPr>
            <p:spPr>
              <a:xfrm>
                <a:off x="4889948" y="36688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BAA369A6-BD85-9E11-D586-190591B19124}"/>
                  </a:ext>
                </a:extLst>
              </p:cNvPr>
              <p:cNvSpPr txBox="1">
                <a:spLocks noRot="1" noChangeAspect="1" noMove="1" noResize="1" noEditPoints="1" noAdjustHandles="1" noChangeArrowheads="1" noChangeShapeType="1" noTextEdit="1"/>
              </p:cNvSpPr>
              <p:nvPr/>
            </p:nvSpPr>
            <p:spPr>
              <a:xfrm>
                <a:off x="4889948" y="366883"/>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12E48F63-49C4-8D3E-1252-8C99D062EC6F}"/>
                  </a:ext>
                </a:extLst>
              </p:cNvPr>
              <p:cNvSpPr txBox="1"/>
              <p:nvPr/>
            </p:nvSpPr>
            <p:spPr>
              <a:xfrm>
                <a:off x="6042814" y="22086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E021FC89-AFE9-AAB4-9519-4D263FC8243A}"/>
                  </a:ext>
                </a:extLst>
              </p:cNvPr>
              <p:cNvSpPr txBox="1">
                <a:spLocks noRot="1" noChangeAspect="1" noMove="1" noResize="1" noEditPoints="1" noAdjustHandles="1" noChangeArrowheads="1" noChangeShapeType="1" noTextEdit="1"/>
              </p:cNvSpPr>
              <p:nvPr/>
            </p:nvSpPr>
            <p:spPr>
              <a:xfrm>
                <a:off x="6042814" y="220866"/>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AE06C6A-6461-72D5-75B1-58492A6693E3}"/>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E32D3481-4D2F-0E57-26B6-BFF74EE1F9AF}"/>
                  </a:ext>
                </a:extLst>
              </p:cNvPr>
              <p:cNvSpPr txBox="1"/>
              <p:nvPr/>
            </p:nvSpPr>
            <p:spPr>
              <a:xfrm>
                <a:off x="6048484" y="106445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9D415A87-6DA2-3F8E-1EA2-D0EF239D300D}"/>
                  </a:ext>
                </a:extLst>
              </p:cNvPr>
              <p:cNvSpPr txBox="1">
                <a:spLocks noRot="1" noChangeAspect="1" noMove="1" noResize="1" noEditPoints="1" noAdjustHandles="1" noChangeArrowheads="1" noChangeShapeType="1" noTextEdit="1"/>
              </p:cNvSpPr>
              <p:nvPr/>
            </p:nvSpPr>
            <p:spPr>
              <a:xfrm>
                <a:off x="6048484" y="1064456"/>
                <a:ext cx="518558" cy="395493"/>
              </a:xfrm>
              <a:prstGeom prst="rect">
                <a:avLst/>
              </a:prstGeom>
              <a:blipFill>
                <a:blip r:embed="rId5"/>
                <a:stretch>
                  <a:fillRect b="-93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72B24BD4-6664-D587-9664-F6D59340B9B0}"/>
                  </a:ext>
                </a:extLst>
              </p:cNvPr>
              <p:cNvSpPr txBox="1"/>
              <p:nvPr/>
            </p:nvSpPr>
            <p:spPr>
              <a:xfrm>
                <a:off x="4902707" y="109966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16B073-78B1-97D1-3A12-8EDA6812233B}"/>
                  </a:ext>
                </a:extLst>
              </p:cNvPr>
              <p:cNvSpPr txBox="1">
                <a:spLocks noRot="1" noChangeAspect="1" noMove="1" noResize="1" noEditPoints="1" noAdjustHandles="1" noChangeArrowheads="1" noChangeShapeType="1" noTextEdit="1"/>
              </p:cNvSpPr>
              <p:nvPr/>
            </p:nvSpPr>
            <p:spPr>
              <a:xfrm>
                <a:off x="4902707" y="1099668"/>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66A4307A-91EC-2C96-03E7-F7231C67D36B}"/>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0F8E13-4A18-78F1-31F5-94407AF86173}"/>
                  </a:ext>
                </a:extLst>
              </p:cNvPr>
              <p:cNvSpPr txBox="1"/>
              <p:nvPr/>
            </p:nvSpPr>
            <p:spPr>
              <a:xfrm>
                <a:off x="4917219" y="187016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70B743BD-876F-4A86-1A3B-54163DA9364F}"/>
                  </a:ext>
                </a:extLst>
              </p:cNvPr>
              <p:cNvSpPr txBox="1">
                <a:spLocks noRot="1" noChangeAspect="1" noMove="1" noResize="1" noEditPoints="1" noAdjustHandles="1" noChangeArrowheads="1" noChangeShapeType="1" noTextEdit="1"/>
              </p:cNvSpPr>
              <p:nvPr/>
            </p:nvSpPr>
            <p:spPr>
              <a:xfrm>
                <a:off x="4917219" y="1870160"/>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5133B98-5781-621C-65FB-686F2BD729DF}"/>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396164D-ED3E-7339-2848-416989E9254A}"/>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783B2D1-3369-CBA0-C252-8F88A45231E1}"/>
              </a:ext>
            </a:extLst>
          </p:cNvPr>
          <p:cNvCxnSpPr>
            <a:cxnSpLocks/>
            <a:stCxn id="74" idx="3"/>
            <a:endCxn id="72" idx="2"/>
          </p:cNvCxnSpPr>
          <p:nvPr/>
        </p:nvCxnSpPr>
        <p:spPr>
          <a:xfrm flipV="1">
            <a:off x="5410503" y="127963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A893EE2C-C186-B0E8-6440-845149E064A5}"/>
              </a:ext>
            </a:extLst>
          </p:cNvPr>
          <p:cNvCxnSpPr>
            <a:cxnSpLocks/>
            <a:stCxn id="74" idx="2"/>
            <a:endCxn id="75" idx="0"/>
          </p:cNvCxnSpPr>
          <p:nvPr/>
        </p:nvCxnSpPr>
        <p:spPr>
          <a:xfrm>
            <a:off x="5156605" y="146900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12EDE651-D4CE-473C-99F7-38CF7749BB67}"/>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06F10D0-6809-CFC9-BC5A-E685F4228CBB}"/>
              </a:ext>
            </a:extLst>
          </p:cNvPr>
          <p:cNvCxnSpPr>
            <a:cxnSpLocks/>
            <a:stCxn id="71" idx="2"/>
            <a:endCxn id="72" idx="0"/>
          </p:cNvCxnSpPr>
          <p:nvPr/>
        </p:nvCxnSpPr>
        <p:spPr>
          <a:xfrm>
            <a:off x="6296712" y="59019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9A42C42-3C39-74B0-CDF3-D2DC526D3B37}"/>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2506A05C-E91E-CB2A-123F-53BF2B061866}"/>
              </a:ext>
            </a:extLst>
          </p:cNvPr>
          <p:cNvSpPr txBox="1"/>
          <p:nvPr/>
        </p:nvSpPr>
        <p:spPr>
          <a:xfrm>
            <a:off x="4449950" y="-688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72200D0F-A5E9-B61C-9C42-59060C169CEE}"/>
                  </a:ext>
                </a:extLst>
              </p:cNvPr>
              <p:cNvSpPr txBox="1"/>
              <p:nvPr/>
            </p:nvSpPr>
            <p:spPr>
              <a:xfrm>
                <a:off x="0" y="134625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FDA4ED9D-A735-40E9-3AF3-455EEC116595}"/>
                  </a:ext>
                </a:extLst>
              </p:cNvPr>
              <p:cNvSpPr txBox="1">
                <a:spLocks noRot="1" noChangeAspect="1" noMove="1" noResize="1" noEditPoints="1" noAdjustHandles="1" noChangeArrowheads="1" noChangeShapeType="1" noTextEdit="1"/>
              </p:cNvSpPr>
              <p:nvPr/>
            </p:nvSpPr>
            <p:spPr>
              <a:xfrm>
                <a:off x="0" y="1346255"/>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9970F1D5-35B8-2AF9-D767-54F33711BCCE}"/>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CC8E2215-0540-CE59-2E9C-E4200609D965}"/>
              </a:ext>
            </a:extLst>
          </p:cNvPr>
          <p:cNvSpPr txBox="1"/>
          <p:nvPr/>
        </p:nvSpPr>
        <p:spPr>
          <a:xfrm>
            <a:off x="787440" y="21254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7EF67A1A-4D9B-2FA7-23FA-3F257BBC8B9B}"/>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E0D63F3-164F-AE4C-60B8-A1926E600C36}"/>
                  </a:ext>
                </a:extLst>
              </p:cNvPr>
              <p:cNvSpPr txBox="1"/>
              <p:nvPr/>
            </p:nvSpPr>
            <p:spPr>
              <a:xfrm>
                <a:off x="996672" y="97678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845D2A93-7A9D-FB34-E5FC-7A0EC32498A9}"/>
                  </a:ext>
                </a:extLst>
              </p:cNvPr>
              <p:cNvSpPr txBox="1">
                <a:spLocks noRot="1" noChangeAspect="1" noMove="1" noResize="1" noEditPoints="1" noAdjustHandles="1" noChangeArrowheads="1" noChangeShapeType="1" noTextEdit="1"/>
              </p:cNvSpPr>
              <p:nvPr/>
            </p:nvSpPr>
            <p:spPr>
              <a:xfrm>
                <a:off x="996672" y="976786"/>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559C5A22-4FFB-49E3-749D-EBD696B2F503}"/>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9B28D3B-1638-90FB-CDB2-56432434E3A9}"/>
                  </a:ext>
                </a:extLst>
              </p:cNvPr>
              <p:cNvSpPr txBox="1"/>
              <p:nvPr/>
            </p:nvSpPr>
            <p:spPr>
              <a:xfrm>
                <a:off x="1097393" y="188627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93909995-9C71-9179-605F-A12C332456EE}"/>
                  </a:ext>
                </a:extLst>
              </p:cNvPr>
              <p:cNvSpPr txBox="1">
                <a:spLocks noRot="1" noChangeAspect="1" noMove="1" noResize="1" noEditPoints="1" noAdjustHandles="1" noChangeArrowheads="1" noChangeShapeType="1" noTextEdit="1"/>
              </p:cNvSpPr>
              <p:nvPr/>
            </p:nvSpPr>
            <p:spPr>
              <a:xfrm>
                <a:off x="1097393" y="1886274"/>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44B2F3D7-0623-3B3C-AC0E-30570FF44597}"/>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B965E1B8-5002-6B1A-A202-A42F9E22D81B}"/>
                  </a:ext>
                </a:extLst>
              </p:cNvPr>
              <p:cNvSpPr txBox="1"/>
              <p:nvPr/>
            </p:nvSpPr>
            <p:spPr>
              <a:xfrm>
                <a:off x="2166526" y="97622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0DBF5540-7D47-AAC3-06E7-81E01DD14BF1}"/>
                  </a:ext>
                </a:extLst>
              </p:cNvPr>
              <p:cNvSpPr txBox="1">
                <a:spLocks noRot="1" noChangeAspect="1" noMove="1" noResize="1" noEditPoints="1" noAdjustHandles="1" noChangeArrowheads="1" noChangeShapeType="1" noTextEdit="1"/>
              </p:cNvSpPr>
              <p:nvPr/>
            </p:nvSpPr>
            <p:spPr>
              <a:xfrm>
                <a:off x="2166526" y="976223"/>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1D8C337-C526-C50C-9438-CFCB2F270B84}"/>
              </a:ext>
            </a:extLst>
          </p:cNvPr>
          <p:cNvCxnSpPr>
            <a:cxnSpLocks/>
            <a:stCxn id="67" idx="3"/>
            <a:endCxn id="81" idx="2"/>
          </p:cNvCxnSpPr>
          <p:nvPr/>
        </p:nvCxnSpPr>
        <p:spPr>
          <a:xfrm flipV="1">
            <a:off x="593368" y="119165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C0F857A-790C-6F22-42C8-043E1E98A19A}"/>
              </a:ext>
            </a:extLst>
          </p:cNvPr>
          <p:cNvCxnSpPr>
            <a:cxnSpLocks/>
            <a:stCxn id="67" idx="3"/>
            <a:endCxn id="83" idx="2"/>
          </p:cNvCxnSpPr>
          <p:nvPr/>
        </p:nvCxnSpPr>
        <p:spPr>
          <a:xfrm>
            <a:off x="593368" y="153092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8775995-C157-B8C5-D539-32F26987CCE4}"/>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E10D989-A7AF-A14C-83A1-1E9F813CB848}"/>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A35E96C5-581C-EC04-4CF2-226130E9CAEB}"/>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0396E01-DCC5-E3CA-AD3C-68B1051C5C65}"/>
                  </a:ext>
                </a:extLst>
              </p:cNvPr>
              <p:cNvSpPr txBox="1"/>
              <p:nvPr/>
            </p:nvSpPr>
            <p:spPr>
              <a:xfrm>
                <a:off x="2910701" y="82726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CFA788FC-3D68-88CC-036F-A938B7EEA7B5}"/>
                  </a:ext>
                </a:extLst>
              </p:cNvPr>
              <p:cNvSpPr txBox="1">
                <a:spLocks noRot="1" noChangeAspect="1" noMove="1" noResize="1" noEditPoints="1" noAdjustHandles="1" noChangeArrowheads="1" noChangeShapeType="1" noTextEdit="1"/>
              </p:cNvSpPr>
              <p:nvPr/>
            </p:nvSpPr>
            <p:spPr>
              <a:xfrm>
                <a:off x="2910701" y="827267"/>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A3E398D6-3E7F-088E-934F-A37522226E8F}"/>
                  </a:ext>
                </a:extLst>
              </p:cNvPr>
              <p:cNvSpPr txBox="1"/>
              <p:nvPr/>
            </p:nvSpPr>
            <p:spPr>
              <a:xfrm>
                <a:off x="1551725" y="81467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1DBF29D-114F-E37C-9C6C-63A6FEA67AF7}"/>
                  </a:ext>
                </a:extLst>
              </p:cNvPr>
              <p:cNvSpPr txBox="1">
                <a:spLocks noRot="1" noChangeAspect="1" noMove="1" noResize="1" noEditPoints="1" noAdjustHandles="1" noChangeArrowheads="1" noChangeShapeType="1" noTextEdit="1"/>
              </p:cNvSpPr>
              <p:nvPr/>
            </p:nvSpPr>
            <p:spPr>
              <a:xfrm>
                <a:off x="1551725" y="814672"/>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B7412DD-AADC-92A8-5C61-A06F1C98B1F9}"/>
                  </a:ext>
                </a:extLst>
              </p:cNvPr>
              <p:cNvSpPr txBox="1"/>
              <p:nvPr/>
            </p:nvSpPr>
            <p:spPr>
              <a:xfrm>
                <a:off x="1957366" y="204930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5E3281EE-D56A-BB9D-E988-88307077D946}"/>
                  </a:ext>
                </a:extLst>
              </p:cNvPr>
              <p:cNvSpPr txBox="1">
                <a:spLocks noRot="1" noChangeAspect="1" noMove="1" noResize="1" noEditPoints="1" noAdjustHandles="1" noChangeArrowheads="1" noChangeShapeType="1" noTextEdit="1"/>
              </p:cNvSpPr>
              <p:nvPr/>
            </p:nvSpPr>
            <p:spPr>
              <a:xfrm>
                <a:off x="1957366" y="2049302"/>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C87B459-6B87-8B49-C750-84482429DD49}"/>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F0CE196E-EB8A-4510-F575-A483D8489DFB}"/>
                  </a:ext>
                </a:extLst>
              </p:cNvPr>
              <p:cNvSpPr txBox="1"/>
              <p:nvPr/>
            </p:nvSpPr>
            <p:spPr>
              <a:xfrm>
                <a:off x="2918451" y="188953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C869B015-8C34-5B5D-0BC5-F3CCDD579AB6}"/>
                  </a:ext>
                </a:extLst>
              </p:cNvPr>
              <p:cNvSpPr txBox="1">
                <a:spLocks noRot="1" noChangeAspect="1" noMove="1" noResize="1" noEditPoints="1" noAdjustHandles="1" noChangeArrowheads="1" noChangeShapeType="1" noTextEdit="1"/>
              </p:cNvSpPr>
              <p:nvPr/>
            </p:nvSpPr>
            <p:spPr>
              <a:xfrm>
                <a:off x="2918451" y="1889534"/>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A431DF6E-A53B-47E5-4F1E-6929E616C02A}"/>
              </a:ext>
            </a:extLst>
          </p:cNvPr>
          <p:cNvCxnSpPr>
            <a:cxnSpLocks/>
            <a:stCxn id="94" idx="2"/>
            <a:endCxn id="98" idx="0"/>
          </p:cNvCxnSpPr>
          <p:nvPr/>
        </p:nvCxnSpPr>
        <p:spPr>
          <a:xfrm>
            <a:off x="3164599" y="119659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83E5C19-9F4F-D6E6-9BC9-3C21441ABE66}"/>
                  </a:ext>
                </a:extLst>
              </p:cNvPr>
              <p:cNvSpPr txBox="1"/>
              <p:nvPr/>
            </p:nvSpPr>
            <p:spPr>
              <a:xfrm>
                <a:off x="3796741" y="71851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86E331EC-D004-5A8A-A4F8-FB9648932635}"/>
                  </a:ext>
                </a:extLst>
              </p:cNvPr>
              <p:cNvSpPr txBox="1">
                <a:spLocks noRot="1" noChangeAspect="1" noMove="1" noResize="1" noEditPoints="1" noAdjustHandles="1" noChangeArrowheads="1" noChangeShapeType="1" noTextEdit="1"/>
              </p:cNvSpPr>
              <p:nvPr/>
            </p:nvSpPr>
            <p:spPr>
              <a:xfrm>
                <a:off x="3796741" y="718517"/>
                <a:ext cx="578427" cy="400110"/>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A64BFA7-6034-B944-9099-DCF24EBBDBF3}"/>
                  </a:ext>
                </a:extLst>
              </p:cNvPr>
              <p:cNvSpPr txBox="1"/>
              <p:nvPr/>
            </p:nvSpPr>
            <p:spPr>
              <a:xfrm>
                <a:off x="7415254" y="17520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83155CBD-28E6-14A1-D700-BF4AC976EEEF}"/>
                  </a:ext>
                </a:extLst>
              </p:cNvPr>
              <p:cNvSpPr txBox="1">
                <a:spLocks noRot="1" noChangeAspect="1" noMove="1" noResize="1" noEditPoints="1" noAdjustHandles="1" noChangeArrowheads="1" noChangeShapeType="1" noTextEdit="1"/>
              </p:cNvSpPr>
              <p:nvPr/>
            </p:nvSpPr>
            <p:spPr>
              <a:xfrm>
                <a:off x="7415254" y="175204"/>
                <a:ext cx="507796" cy="369332"/>
              </a:xfrm>
              <a:prstGeom prst="rect">
                <a:avLst/>
              </a:prstGeom>
              <a:blipFill>
                <a:blip r:embed="rId17"/>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08B48BA8-124C-09C5-6E3B-A38E02880AE0}"/>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3D6EFD8E-29F7-4A54-F50A-D9572DD4ADFF}"/>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FBC11E57-2554-E4B8-0285-7EEA0CF9C84B}"/>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2F18C851-346E-C314-9143-60D954DCC051}"/>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FCAE955-8067-544B-5A91-42DE69EBA529}"/>
                  </a:ext>
                </a:extLst>
              </p:cNvPr>
              <p:cNvSpPr txBox="1"/>
              <p:nvPr/>
            </p:nvSpPr>
            <p:spPr>
              <a:xfrm>
                <a:off x="10078291" y="24233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AFC0045-44E4-76A0-DCDA-AD0E99EC8A4C}"/>
                  </a:ext>
                </a:extLst>
              </p:cNvPr>
              <p:cNvSpPr txBox="1">
                <a:spLocks noRot="1" noChangeAspect="1" noMove="1" noResize="1" noEditPoints="1" noAdjustHandles="1" noChangeArrowheads="1" noChangeShapeType="1" noTextEdit="1"/>
              </p:cNvSpPr>
              <p:nvPr/>
            </p:nvSpPr>
            <p:spPr>
              <a:xfrm>
                <a:off x="10078291" y="242332"/>
                <a:ext cx="85527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92E0ECC-7AA5-FCFD-4BC6-9B5B3214E96D}"/>
                  </a:ext>
                </a:extLst>
              </p:cNvPr>
              <p:cNvSpPr txBox="1"/>
              <p:nvPr/>
            </p:nvSpPr>
            <p:spPr>
              <a:xfrm>
                <a:off x="10136554" y="177039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8B7E2CFE-B290-EDF3-7CA3-B34CA00BE72D}"/>
                  </a:ext>
                </a:extLst>
              </p:cNvPr>
              <p:cNvSpPr txBox="1">
                <a:spLocks noRot="1" noChangeAspect="1" noMove="1" noResize="1" noEditPoints="1" noAdjustHandles="1" noChangeArrowheads="1" noChangeShapeType="1" noTextEdit="1"/>
              </p:cNvSpPr>
              <p:nvPr/>
            </p:nvSpPr>
            <p:spPr>
              <a:xfrm>
                <a:off x="10136554" y="1770391"/>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0740597D-8225-AEC6-2691-5878548AE8CC}"/>
                  </a:ext>
                </a:extLst>
              </p:cNvPr>
              <p:cNvSpPr txBox="1"/>
              <p:nvPr/>
            </p:nvSpPr>
            <p:spPr>
              <a:xfrm>
                <a:off x="8973206" y="595408"/>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AC2008C-6694-3401-3B06-1FB6B77A4C69}"/>
                  </a:ext>
                </a:extLst>
              </p:cNvPr>
              <p:cNvSpPr txBox="1">
                <a:spLocks noRot="1" noChangeAspect="1" noMove="1" noResize="1" noEditPoints="1" noAdjustHandles="1" noChangeArrowheads="1" noChangeShapeType="1" noTextEdit="1"/>
              </p:cNvSpPr>
              <p:nvPr/>
            </p:nvSpPr>
            <p:spPr>
              <a:xfrm>
                <a:off x="8973206" y="595408"/>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EEE456DA-9F83-4BB5-FBCB-BB1BC3EE3AAA}"/>
                  </a:ext>
                </a:extLst>
              </p:cNvPr>
              <p:cNvSpPr txBox="1"/>
              <p:nvPr/>
            </p:nvSpPr>
            <p:spPr>
              <a:xfrm>
                <a:off x="8905458" y="150619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90CDC10C-7C17-969E-ACE7-9205A2255F13}"/>
                  </a:ext>
                </a:extLst>
              </p:cNvPr>
              <p:cNvSpPr txBox="1">
                <a:spLocks noRot="1" noChangeAspect="1" noMove="1" noResize="1" noEditPoints="1" noAdjustHandles="1" noChangeArrowheads="1" noChangeShapeType="1" noTextEdit="1"/>
              </p:cNvSpPr>
              <p:nvPr/>
            </p:nvSpPr>
            <p:spPr>
              <a:xfrm>
                <a:off x="8905458" y="1506194"/>
                <a:ext cx="855270" cy="369332"/>
              </a:xfrm>
              <a:prstGeom prst="rect">
                <a:avLst/>
              </a:prstGeom>
              <a:blipFill>
                <a:blip r:embed="rId21"/>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38D3A289-7FC1-AD6E-01EA-EFD29C7E4616}"/>
              </a:ext>
            </a:extLst>
          </p:cNvPr>
          <p:cNvCxnSpPr>
            <a:cxnSpLocks/>
            <a:endCxn id="30" idx="2"/>
          </p:cNvCxnSpPr>
          <p:nvPr/>
        </p:nvCxnSpPr>
        <p:spPr>
          <a:xfrm flipV="1">
            <a:off x="8506271" y="349529"/>
            <a:ext cx="1069708" cy="89980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3644318-46A5-CB21-1DF3-1D77495ECA4A}"/>
                  </a:ext>
                </a:extLst>
              </p:cNvPr>
              <p:cNvSpPr txBox="1"/>
              <p:nvPr/>
            </p:nvSpPr>
            <p:spPr>
              <a:xfrm>
                <a:off x="7804966" y="78725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E8A99A79-659E-8138-7664-DA1EE8C7664F}"/>
                  </a:ext>
                </a:extLst>
              </p:cNvPr>
              <p:cNvSpPr txBox="1">
                <a:spLocks noRot="1" noChangeAspect="1" noMove="1" noResize="1" noEditPoints="1" noAdjustHandles="1" noChangeArrowheads="1" noChangeShapeType="1" noTextEdit="1"/>
              </p:cNvSpPr>
              <p:nvPr/>
            </p:nvSpPr>
            <p:spPr>
              <a:xfrm>
                <a:off x="7804966" y="787250"/>
                <a:ext cx="546041" cy="369332"/>
              </a:xfrm>
              <a:prstGeom prst="rect">
                <a:avLst/>
              </a:prstGeom>
              <a:blipFill>
                <a:blip r:embed="rId22"/>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B790EBB-B576-45F8-B0DE-F9FEE6682ED0}"/>
              </a:ext>
            </a:extLst>
          </p:cNvPr>
          <p:cNvCxnSpPr>
            <a:cxnSpLocks/>
          </p:cNvCxnSpPr>
          <p:nvPr/>
        </p:nvCxnSpPr>
        <p:spPr>
          <a:xfrm>
            <a:off x="7765437" y="1233701"/>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CFF085A-A1C8-8C92-6C47-88597524978B}"/>
              </a:ext>
            </a:extLst>
          </p:cNvPr>
          <p:cNvCxnSpPr>
            <a:cxnSpLocks/>
            <a:endCxn id="31" idx="2"/>
          </p:cNvCxnSpPr>
          <p:nvPr/>
        </p:nvCxnSpPr>
        <p:spPr>
          <a:xfrm>
            <a:off x="8515981" y="1261123"/>
            <a:ext cx="1069708" cy="95950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ED02D84A-517C-3893-9B71-C70513AD2F56}"/>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AEE765DE-C8DE-F003-5089-1829359E14C3}"/>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9E9A7200-78EB-7E4A-3862-35702639C360}"/>
                  </a:ext>
                </a:extLst>
              </p:cNvPr>
              <p:cNvSpPr txBox="1"/>
              <p:nvPr/>
            </p:nvSpPr>
            <p:spPr>
              <a:xfrm>
                <a:off x="11375112" y="854140"/>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C37524BF-A890-E0F2-9C12-3A9673032767}"/>
                  </a:ext>
                </a:extLst>
              </p:cNvPr>
              <p:cNvSpPr txBox="1">
                <a:spLocks noRot="1" noChangeAspect="1" noMove="1" noResize="1" noEditPoints="1" noAdjustHandles="1" noChangeArrowheads="1" noChangeShapeType="1" noTextEdit="1"/>
              </p:cNvSpPr>
              <p:nvPr/>
            </p:nvSpPr>
            <p:spPr>
              <a:xfrm>
                <a:off x="11375112" y="854140"/>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00436784-42E5-C31C-1330-B9FA61B9A2AC}"/>
                  </a:ext>
                </a:extLst>
              </p:cNvPr>
              <p:cNvSpPr txBox="1"/>
              <p:nvPr/>
            </p:nvSpPr>
            <p:spPr>
              <a:xfrm>
                <a:off x="10724745" y="105177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EA6FB1FE-9567-CE08-D02E-F585E6BB2C4A}"/>
                  </a:ext>
                </a:extLst>
              </p:cNvPr>
              <p:cNvSpPr txBox="1">
                <a:spLocks noRot="1" noChangeAspect="1" noMove="1" noResize="1" noEditPoints="1" noAdjustHandles="1" noChangeArrowheads="1" noChangeShapeType="1" noTextEdit="1"/>
              </p:cNvSpPr>
              <p:nvPr/>
            </p:nvSpPr>
            <p:spPr>
              <a:xfrm>
                <a:off x="10724745" y="1051777"/>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B05343F-78A2-49F4-3FC0-A0A0ADD36063}"/>
                  </a:ext>
                </a:extLst>
              </p:cNvPr>
              <p:cNvSpPr txBox="1"/>
              <p:nvPr/>
            </p:nvSpPr>
            <p:spPr>
              <a:xfrm>
                <a:off x="9511232" y="111833"/>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0FBB7F09-B4B5-7D7E-3F24-73497CDAFE1C}"/>
                  </a:ext>
                </a:extLst>
              </p:cNvPr>
              <p:cNvSpPr txBox="1">
                <a:spLocks noRot="1" noChangeAspect="1" noMove="1" noResize="1" noEditPoints="1" noAdjustHandles="1" noChangeArrowheads="1" noChangeShapeType="1" noTextEdit="1"/>
              </p:cNvSpPr>
              <p:nvPr/>
            </p:nvSpPr>
            <p:spPr>
              <a:xfrm>
                <a:off x="9511232" y="111833"/>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357EE98-54BB-6E06-16C0-A5792406393B}"/>
                  </a:ext>
                </a:extLst>
              </p:cNvPr>
              <p:cNvSpPr txBox="1"/>
              <p:nvPr/>
            </p:nvSpPr>
            <p:spPr>
              <a:xfrm>
                <a:off x="9565904" y="1994059"/>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8A8C61B0-3227-0787-8BE8-6A761500A5C0}"/>
                  </a:ext>
                </a:extLst>
              </p:cNvPr>
              <p:cNvSpPr txBox="1">
                <a:spLocks noRot="1" noChangeAspect="1" noMove="1" noResize="1" noEditPoints="1" noAdjustHandles="1" noChangeArrowheads="1" noChangeShapeType="1" noTextEdit="1"/>
              </p:cNvSpPr>
              <p:nvPr/>
            </p:nvSpPr>
            <p:spPr>
              <a:xfrm>
                <a:off x="9565904" y="1994059"/>
                <a:ext cx="421017" cy="369332"/>
              </a:xfrm>
              <a:prstGeom prst="rect">
                <a:avLst/>
              </a:prstGeom>
              <a:blipFill>
                <a:blip r:embed="rId26"/>
                <a:stretch>
                  <a:fillRect r="-13043"/>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BDDDBA9A-61A1-C292-B1AB-9BFA1543FBB5}"/>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B34FEFD3-91A6-2AB3-F733-DB8FCBC8D35E}"/>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0AB9896-83CA-317B-B6A1-5564FF980D09}"/>
              </a:ext>
            </a:extLst>
          </p:cNvPr>
          <p:cNvSpPr txBox="1"/>
          <p:nvPr/>
        </p:nvSpPr>
        <p:spPr>
          <a:xfrm>
            <a:off x="8334900" y="53954"/>
            <a:ext cx="473206" cy="338554"/>
          </a:xfrm>
          <a:prstGeom prst="rect">
            <a:avLst/>
          </a:prstGeom>
          <a:noFill/>
        </p:spPr>
        <p:txBody>
          <a:bodyPr wrap="none" rtlCol="0">
            <a:spAutoFit/>
          </a:bodyPr>
          <a:lstStyle/>
          <a:p>
            <a:r>
              <a:rPr lang="en-US" sz="1600" dirty="0"/>
              <a:t>NN</a:t>
            </a:r>
          </a:p>
        </p:txBody>
      </p:sp>
      <p:graphicFrame>
        <p:nvGraphicFramePr>
          <p:cNvPr id="2" name="Table 1">
            <a:extLst>
              <a:ext uri="{FF2B5EF4-FFF2-40B4-BE49-F238E27FC236}">
                <a16:creationId xmlns:a16="http://schemas.microsoft.com/office/drawing/2014/main" id="{400453DE-AD93-41D4-56D8-B1A80F88C20A}"/>
              </a:ext>
            </a:extLst>
          </p:cNvPr>
          <p:cNvGraphicFramePr>
            <a:graphicFrameLocks noGrp="1"/>
          </p:cNvGraphicFramePr>
          <p:nvPr>
            <p:extLst>
              <p:ext uri="{D42A27DB-BD31-4B8C-83A1-F6EECF244321}">
                <p14:modId xmlns:p14="http://schemas.microsoft.com/office/powerpoint/2010/main" val="2407948395"/>
              </p:ext>
            </p:extLst>
          </p:nvPr>
        </p:nvGraphicFramePr>
        <p:xfrm>
          <a:off x="190000" y="2896410"/>
          <a:ext cx="11795729" cy="3200400"/>
        </p:xfrm>
        <a:graphic>
          <a:graphicData uri="http://schemas.openxmlformats.org/drawingml/2006/table">
            <a:tbl>
              <a:tblPr firstRow="1" bandRow="1">
                <a:tableStyleId>{C4B1156A-380E-4F78-BDF5-A606A8083BF9}</a:tableStyleId>
              </a:tblPr>
              <a:tblGrid>
                <a:gridCol w="2300785">
                  <a:extLst>
                    <a:ext uri="{9D8B030D-6E8A-4147-A177-3AD203B41FA5}">
                      <a16:colId xmlns:a16="http://schemas.microsoft.com/office/drawing/2014/main" val="2247704463"/>
                    </a:ext>
                  </a:extLst>
                </a:gridCol>
                <a:gridCol w="1687576">
                  <a:extLst>
                    <a:ext uri="{9D8B030D-6E8A-4147-A177-3AD203B41FA5}">
                      <a16:colId xmlns:a16="http://schemas.microsoft.com/office/drawing/2014/main" val="1120151498"/>
                    </a:ext>
                  </a:extLst>
                </a:gridCol>
                <a:gridCol w="7807368">
                  <a:extLst>
                    <a:ext uri="{9D8B030D-6E8A-4147-A177-3AD203B41FA5}">
                      <a16:colId xmlns:a16="http://schemas.microsoft.com/office/drawing/2014/main" val="1328058479"/>
                    </a:ext>
                  </a:extLst>
                </a:gridCol>
              </a:tblGrid>
              <a:tr h="0">
                <a:tc>
                  <a:txBody>
                    <a:bodyPr/>
                    <a:lstStyle/>
                    <a:p>
                      <a:r>
                        <a:rPr lang="en-US" sz="1200" dirty="0"/>
                        <a:t>Reaction</a:t>
                      </a:r>
                    </a:p>
                  </a:txBody>
                  <a:tcPr/>
                </a:tc>
                <a:tc>
                  <a:txBody>
                    <a:bodyPr/>
                    <a:lstStyle/>
                    <a:p>
                      <a:r>
                        <a:rPr lang="en-US" sz="1200" b="1" dirty="0"/>
                        <a:t>Genes</a:t>
                      </a:r>
                    </a:p>
                  </a:txBody>
                  <a:tcPr/>
                </a:tc>
                <a:tc>
                  <a:txBody>
                    <a:bodyPr/>
                    <a:lstStyle/>
                    <a:p>
                      <a:r>
                        <a:rPr lang="en-US" sz="1200" b="1" dirty="0"/>
                        <a:t>Reactions</a:t>
                      </a:r>
                    </a:p>
                  </a:txBody>
                  <a:tcPr/>
                </a:tc>
                <a:extLst>
                  <a:ext uri="{0D108BD9-81ED-4DB2-BD59-A6C34878D82A}">
                    <a16:rowId xmlns:a16="http://schemas.microsoft.com/office/drawing/2014/main" val="830326239"/>
                  </a:ext>
                </a:extLst>
              </a:tr>
              <a:tr h="274320">
                <a:tc>
                  <a:txBody>
                    <a:bodyPr/>
                    <a:lstStyle/>
                    <a:p>
                      <a:r>
                        <a:rPr lang="pt-BR" sz="1200" b="0" dirty="0"/>
                        <a:t> r_Df (differentiator: fast)</a:t>
                      </a:r>
                      <a:r>
                        <a:rPr lang="pt-BR" sz="1200" dirty="0"/>
                        <a:t> </a:t>
                      </a:r>
                      <a:endParaRPr lang="en-US" sz="1200" dirty="0"/>
                    </a:p>
                  </a:txBody>
                  <a:tcPr/>
                </a:tc>
                <a:tc>
                  <a:txBody>
                    <a:bodyPr/>
                    <a:lstStyle/>
                    <a:p>
                      <a:r>
                        <a:rPr lang="en-US" sz="1200" b="0" dirty="0"/>
                        <a:t>YNR050C</a:t>
                      </a:r>
                    </a:p>
                  </a:txBody>
                  <a:tcPr/>
                </a:tc>
                <a:tc>
                  <a:txBody>
                    <a:bodyPr/>
                    <a:lstStyle/>
                    <a:p>
                      <a:r>
                        <a:rPr lang="pt-BR" sz="1200" b="0" dirty="0"/>
                        <a:t> Names: H+ + L-allysine + L-glutamate(</a:t>
                      </a:r>
                      <a:r>
                        <a:rPr lang="pt-BR" sz="1200" b="1" dirty="0">
                          <a:solidFill>
                            <a:srgbClr val="C00000"/>
                          </a:solidFill>
                        </a:rPr>
                        <a:t>m_c</a:t>
                      </a:r>
                      <a:r>
                        <a:rPr lang="pt-BR" sz="1200" b="0" dirty="0"/>
                        <a:t>) + NADPH  -&gt;  H2O + L-saccharopine + NADP(+)(</a:t>
                      </a:r>
                      <a:r>
                        <a:rPr lang="pt-BR" sz="1200" b="1" dirty="0"/>
                        <a:t>m_Df</a:t>
                      </a:r>
                      <a:r>
                        <a:rPr lang="pt-BR" sz="1200" b="0" dirty="0"/>
                        <a:t>)</a:t>
                      </a:r>
                      <a:endParaRPr lang="en-US" sz="1200" b="0" dirty="0"/>
                    </a:p>
                  </a:txBody>
                  <a:tcPr/>
                </a:tc>
                <a:extLst>
                  <a:ext uri="{0D108BD9-81ED-4DB2-BD59-A6C34878D82A}">
                    <a16:rowId xmlns:a16="http://schemas.microsoft.com/office/drawing/2014/main" val="4006369147"/>
                  </a:ext>
                </a:extLst>
              </a:tr>
              <a:tr h="274320">
                <a:tc>
                  <a:txBody>
                    <a:bodyPr/>
                    <a:lstStyle/>
                    <a:p>
                      <a:r>
                        <a:rPr lang="en-US" sz="1200" dirty="0" err="1"/>
                        <a:t>r_Ds</a:t>
                      </a:r>
                      <a:r>
                        <a:rPr lang="en-US" sz="1200" dirty="0"/>
                        <a:t> (differentiator: slow)</a:t>
                      </a:r>
                    </a:p>
                  </a:txBody>
                  <a:tcPr/>
                </a:tc>
                <a:tc>
                  <a:txBody>
                    <a:bodyPr/>
                    <a:lstStyle/>
                    <a:p>
                      <a:r>
                        <a:rPr lang="en-US" sz="1200" dirty="0">
                          <a:solidFill>
                            <a:schemeClr val="tx1"/>
                          </a:solidFill>
                        </a:rPr>
                        <a:t>YPR021C</a:t>
                      </a:r>
                    </a:p>
                  </a:txBody>
                  <a:tcPr/>
                </a:tc>
                <a:tc>
                  <a:txBody>
                    <a:bodyPr/>
                    <a:lstStyle/>
                    <a:p>
                      <a:r>
                        <a:rPr lang="it-IT" sz="1200" dirty="0"/>
                        <a:t>L-</a:t>
                      </a:r>
                      <a:r>
                        <a:rPr lang="it-IT" sz="1200" dirty="0" err="1"/>
                        <a:t>aspartate</a:t>
                      </a:r>
                      <a:r>
                        <a:rPr lang="it-IT" sz="1200" dirty="0"/>
                        <a:t> + L-</a:t>
                      </a:r>
                      <a:r>
                        <a:rPr lang="it-IT" sz="1200" dirty="0" err="1"/>
                        <a:t>glutamate</a:t>
                      </a:r>
                      <a:r>
                        <a:rPr lang="it-IT" sz="1200" dirty="0"/>
                        <a:t>(</a:t>
                      </a:r>
                      <a:r>
                        <a:rPr lang="it-IT" sz="1200" dirty="0" err="1"/>
                        <a:t>m_c</a:t>
                      </a:r>
                      <a:r>
                        <a:rPr lang="it-IT" sz="1200" dirty="0"/>
                        <a:t>)  -&gt;  L-</a:t>
                      </a:r>
                      <a:r>
                        <a:rPr lang="it-IT" sz="1200" dirty="0" err="1"/>
                        <a:t>aspartate</a:t>
                      </a:r>
                      <a:r>
                        <a:rPr lang="it-IT" sz="1200" dirty="0"/>
                        <a:t>(</a:t>
                      </a:r>
                      <a:r>
                        <a:rPr lang="it-IT" sz="1200" dirty="0" err="1"/>
                        <a:t>m_Ds</a:t>
                      </a:r>
                      <a:r>
                        <a:rPr lang="it-IT" sz="1200" dirty="0"/>
                        <a:t>) + L-</a:t>
                      </a:r>
                      <a:r>
                        <a:rPr lang="it-IT" sz="1200" dirty="0" err="1"/>
                        <a:t>glutamate</a:t>
                      </a:r>
                      <a:endParaRPr lang="en-US" sz="1200" dirty="0"/>
                    </a:p>
                  </a:txBody>
                  <a:tcPr/>
                </a:tc>
                <a:extLst>
                  <a:ext uri="{0D108BD9-81ED-4DB2-BD59-A6C34878D82A}">
                    <a16:rowId xmlns:a16="http://schemas.microsoft.com/office/drawing/2014/main" val="1526051723"/>
                  </a:ext>
                </a:extLst>
              </a:tr>
              <a:tr h="274320">
                <a:tc>
                  <a:txBody>
                    <a:bodyPr/>
                    <a:lstStyle/>
                    <a:p>
                      <a:r>
                        <a:rPr lang="en-US" sz="1200" dirty="0" err="1"/>
                        <a:t>r_Dp</a:t>
                      </a:r>
                      <a:r>
                        <a:rPr lang="en-US" sz="1200" dirty="0"/>
                        <a:t> (differentiator: producer)</a:t>
                      </a:r>
                    </a:p>
                  </a:txBody>
                  <a:tcPr/>
                </a:tc>
                <a:tc>
                  <a:txBody>
                    <a:bodyPr/>
                    <a:lstStyle/>
                    <a:p>
                      <a:r>
                        <a:rPr lang="en-US" sz="1200" dirty="0"/>
                        <a:t>YLR174W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isocitrate + NADP(+)(</a:t>
                      </a:r>
                      <a:r>
                        <a:rPr lang="en-US" sz="1200" dirty="0" err="1"/>
                        <a:t>m_Df</a:t>
                      </a:r>
                      <a:r>
                        <a:rPr lang="en-US" sz="1200" dirty="0"/>
                        <a:t>)  -&gt;  2-oxoglutarate(</a:t>
                      </a:r>
                      <a:r>
                        <a:rPr lang="en-US" sz="1200" dirty="0" err="1"/>
                        <a:t>m_d</a:t>
                      </a:r>
                      <a:r>
                        <a:rPr lang="en-US" sz="1200" dirty="0"/>
                        <a:t>) + carbon dioxide + NADPH</a:t>
                      </a:r>
                    </a:p>
                  </a:txBody>
                  <a:tcPr/>
                </a:tc>
                <a:extLst>
                  <a:ext uri="{0D108BD9-81ED-4DB2-BD59-A6C34878D82A}">
                    <a16:rowId xmlns:a16="http://schemas.microsoft.com/office/drawing/2014/main" val="652912411"/>
                  </a:ext>
                </a:extLst>
              </a:tr>
              <a:tr h="274320">
                <a:tc>
                  <a:txBody>
                    <a:bodyPr/>
                    <a:lstStyle/>
                    <a:p>
                      <a:r>
                        <a:rPr lang="en-US" sz="1200" dirty="0" err="1"/>
                        <a:t>r_Di</a:t>
                      </a:r>
                      <a:r>
                        <a:rPr lang="en-US" sz="1200" dirty="0"/>
                        <a:t> (differentiator: integrator)</a:t>
                      </a:r>
                    </a:p>
                  </a:txBody>
                  <a:tcPr/>
                </a:tc>
                <a:tc>
                  <a:txBody>
                    <a:bodyPr/>
                    <a:lstStyle/>
                    <a:p>
                      <a:r>
                        <a:rPr lang="en-US" sz="1200" dirty="0"/>
                        <a:t>YLR027C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it-IT" sz="1200" dirty="0"/>
                        <a:t>2-oxoglutarate(</a:t>
                      </a:r>
                      <a:r>
                        <a:rPr lang="it-IT" sz="1200" dirty="0" err="1"/>
                        <a:t>m_d</a:t>
                      </a:r>
                      <a:r>
                        <a:rPr lang="it-IT" sz="1200" dirty="0"/>
                        <a:t>) + L-</a:t>
                      </a:r>
                      <a:r>
                        <a:rPr lang="it-IT" sz="1200" dirty="0" err="1"/>
                        <a:t>aspartate</a:t>
                      </a:r>
                      <a:r>
                        <a:rPr lang="it-IT" sz="1200" dirty="0"/>
                        <a:t>(</a:t>
                      </a:r>
                      <a:r>
                        <a:rPr lang="it-IT" sz="1200" dirty="0" err="1"/>
                        <a:t>m_Ds</a:t>
                      </a:r>
                      <a:r>
                        <a:rPr lang="it-IT" sz="1200" dirty="0"/>
                        <a:t>)  -&gt;  L-</a:t>
                      </a:r>
                      <a:r>
                        <a:rPr lang="it-IT" sz="1200" dirty="0" err="1"/>
                        <a:t>glutamate</a:t>
                      </a:r>
                      <a:r>
                        <a:rPr lang="it-IT" sz="1200" dirty="0"/>
                        <a:t>(</a:t>
                      </a:r>
                      <a:r>
                        <a:rPr lang="it-IT" sz="1200" dirty="0" err="1"/>
                        <a:t>m_c</a:t>
                      </a:r>
                      <a:r>
                        <a:rPr lang="it-IT" sz="1200" dirty="0"/>
                        <a:t>) + </a:t>
                      </a:r>
                      <a:r>
                        <a:rPr lang="it-IT" sz="1200" dirty="0" err="1"/>
                        <a:t>oxaloacetate</a:t>
                      </a:r>
                      <a:endParaRPr lang="en-US" sz="1200" dirty="0"/>
                    </a:p>
                  </a:txBody>
                  <a:tcPr/>
                </a:tc>
                <a:extLst>
                  <a:ext uri="{0D108BD9-81ED-4DB2-BD59-A6C34878D82A}">
                    <a16:rowId xmlns:a16="http://schemas.microsoft.com/office/drawing/2014/main" val="2113626482"/>
                  </a:ext>
                </a:extLst>
              </a:tr>
              <a:tr h="274320">
                <a:tc>
                  <a:txBody>
                    <a:bodyPr/>
                    <a:lstStyle/>
                    <a:p>
                      <a:r>
                        <a:rPr lang="en-US" sz="1200" dirty="0" err="1"/>
                        <a:t>r_Cp</a:t>
                      </a:r>
                      <a:r>
                        <a:rPr lang="en-US" sz="1200" dirty="0"/>
                        <a:t> (counter: producer)</a:t>
                      </a:r>
                    </a:p>
                  </a:txBody>
                  <a:tcPr/>
                </a:tc>
                <a:tc>
                  <a:txBody>
                    <a:bodyPr/>
                    <a:lstStyle/>
                    <a:p>
                      <a:r>
                        <a:rPr lang="en-US" sz="1200" dirty="0"/>
                        <a:t>YGR019W</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2-oxoglutarate(</a:t>
                      </a:r>
                      <a:r>
                        <a:rPr lang="en-US" sz="1200" dirty="0" err="1"/>
                        <a:t>m_d</a:t>
                      </a:r>
                      <a:r>
                        <a:rPr lang="en-US" sz="1200" dirty="0"/>
                        <a:t>) + gamma-aminobutyrate  -&gt;  L-glutamate(</a:t>
                      </a:r>
                      <a:r>
                        <a:rPr lang="en-US" sz="1200" dirty="0" err="1"/>
                        <a:t>m_c</a:t>
                      </a:r>
                      <a:r>
                        <a:rPr lang="en-US" sz="1200" dirty="0"/>
                        <a:t>) + succinic semialdehyde</a:t>
                      </a:r>
                    </a:p>
                  </a:txBody>
                  <a:tcPr/>
                </a:tc>
                <a:extLst>
                  <a:ext uri="{0D108BD9-81ED-4DB2-BD59-A6C34878D82A}">
                    <a16:rowId xmlns:a16="http://schemas.microsoft.com/office/drawing/2014/main" val="2606163442"/>
                  </a:ext>
                </a:extLst>
              </a:tr>
              <a:tr h="274320">
                <a:tc>
                  <a:txBody>
                    <a:bodyPr/>
                    <a:lstStyle/>
                    <a:p>
                      <a:r>
                        <a:rPr lang="en-US" sz="1200" dirty="0" err="1"/>
                        <a:t>r_Cg</a:t>
                      </a:r>
                      <a:r>
                        <a:rPr lang="en-US" sz="1200" dirty="0"/>
                        <a:t> (counter: gate)</a:t>
                      </a:r>
                    </a:p>
                  </a:txBody>
                  <a:tcPr/>
                </a:tc>
                <a:tc>
                  <a:txBody>
                    <a:bodyPr/>
                    <a:lstStyle/>
                    <a:p>
                      <a:r>
                        <a:rPr lang="en-US" sz="1200" b="1" dirty="0"/>
                        <a:t>YAL062W</a:t>
                      </a:r>
                      <a:r>
                        <a:rPr lang="en-US" sz="1200" dirty="0"/>
                        <a:t> or YOR375C</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2-oxoglutarate(m_d) + ammonium(m_Cs) + H+ + NADPH  -&gt;  H2O + L-glutamate(m_c) + NADP(+)(m_Df)</a:t>
                      </a:r>
                      <a:endParaRPr lang="en-US" sz="1200" dirty="0"/>
                    </a:p>
                  </a:txBody>
                  <a:tcPr/>
                </a:tc>
                <a:extLst>
                  <a:ext uri="{0D108BD9-81ED-4DB2-BD59-A6C34878D82A}">
                    <a16:rowId xmlns:a16="http://schemas.microsoft.com/office/drawing/2014/main" val="2438667136"/>
                  </a:ext>
                </a:extLst>
              </a:tr>
              <a:tr h="274320">
                <a:tc>
                  <a:txBody>
                    <a:bodyPr/>
                    <a:lstStyle/>
                    <a:p>
                      <a:r>
                        <a:rPr lang="en-US" sz="1200" dirty="0" err="1"/>
                        <a:t>r_Cr</a:t>
                      </a:r>
                      <a:r>
                        <a:rPr lang="en-US" sz="1200" dirty="0"/>
                        <a:t> (counter: reset)</a:t>
                      </a:r>
                    </a:p>
                  </a:txBody>
                  <a:tcPr/>
                </a:tc>
                <a:tc>
                  <a:txBody>
                    <a:bodyPr/>
                    <a:lstStyle/>
                    <a:p>
                      <a:r>
                        <a:rPr lang="en-US" sz="1200" dirty="0"/>
                        <a:t>YPR035W</a:t>
                      </a:r>
                    </a:p>
                  </a:txBody>
                  <a:tcPr/>
                </a:tc>
                <a:tc>
                  <a:txBody>
                    <a:bodyPr/>
                    <a:lstStyle/>
                    <a:p>
                      <a:r>
                        <a:rPr lang="en-US" sz="1200" dirty="0"/>
                        <a:t>ammonium(</a:t>
                      </a:r>
                      <a:r>
                        <a:rPr lang="en-US" sz="1200" dirty="0" err="1"/>
                        <a:t>m_Cs</a:t>
                      </a:r>
                      <a:r>
                        <a:rPr lang="en-US" sz="1200" dirty="0"/>
                        <a:t>) + ATP + L-glutamate(</a:t>
                      </a:r>
                      <a:r>
                        <a:rPr lang="en-US" sz="1200" dirty="0" err="1"/>
                        <a:t>m_c</a:t>
                      </a:r>
                      <a:r>
                        <a:rPr lang="en-US" sz="1200" dirty="0"/>
                        <a:t>)  -&gt;  ADP + H+ + L-glutamine + phosphate(</a:t>
                      </a:r>
                      <a:r>
                        <a:rPr lang="en-US" sz="1200" dirty="0" err="1"/>
                        <a:t>m_Nc</a:t>
                      </a:r>
                      <a:r>
                        <a:rPr lang="en-US" sz="1200" dirty="0"/>
                        <a:t>)</a:t>
                      </a:r>
                    </a:p>
                  </a:txBody>
                  <a:tcPr/>
                </a:tc>
                <a:extLst>
                  <a:ext uri="{0D108BD9-81ED-4DB2-BD59-A6C34878D82A}">
                    <a16:rowId xmlns:a16="http://schemas.microsoft.com/office/drawing/2014/main" val="2254960406"/>
                  </a:ext>
                </a:extLst>
              </a:tr>
              <a:tr h="274320">
                <a:tc>
                  <a:txBody>
                    <a:bodyPr/>
                    <a:lstStyle/>
                    <a:p>
                      <a:r>
                        <a:rPr lang="pt-BR" sz="1200" dirty="0"/>
                        <a:t>r_Na (NN: neuron a)</a:t>
                      </a:r>
                      <a:endParaRPr lang="en-US" sz="1200" dirty="0"/>
                    </a:p>
                  </a:txBody>
                  <a:tcPr/>
                </a:tc>
                <a:tc>
                  <a:txBody>
                    <a:bodyPr/>
                    <a:lstStyle/>
                    <a:p>
                      <a:r>
                        <a:rPr lang="en-US" sz="1200" dirty="0"/>
                        <a:t>YJL101C</a:t>
                      </a:r>
                    </a:p>
                  </a:txBody>
                  <a:tcPr/>
                </a:tc>
                <a:tc>
                  <a:txBody>
                    <a:bodyPr/>
                    <a:lstStyle/>
                    <a:p>
                      <a:r>
                        <a:rPr lang="en-US" sz="1200" dirty="0"/>
                        <a:t>ATP + L-cysteine + L-glutamate(</a:t>
                      </a:r>
                      <a:r>
                        <a:rPr lang="en-US" sz="1200" dirty="0" err="1"/>
                        <a:t>m_c</a:t>
                      </a:r>
                      <a:r>
                        <a:rPr lang="en-US" sz="1200" dirty="0"/>
                        <a:t>)  -&gt;  ADP + H+ + L-gamma-glutamyl-L-cysteine + phosphate(</a:t>
                      </a:r>
                      <a:r>
                        <a:rPr lang="en-US" sz="1200" dirty="0" err="1"/>
                        <a:t>m_Nc</a:t>
                      </a:r>
                      <a:r>
                        <a:rPr lang="en-US" sz="1200" dirty="0"/>
                        <a:t>)</a:t>
                      </a:r>
                    </a:p>
                  </a:txBody>
                  <a:tcPr/>
                </a:tc>
                <a:extLst>
                  <a:ext uri="{0D108BD9-81ED-4DB2-BD59-A6C34878D82A}">
                    <a16:rowId xmlns:a16="http://schemas.microsoft.com/office/drawing/2014/main" val="1999658234"/>
                  </a:ext>
                </a:extLst>
              </a:tr>
              <a:tr h="274320">
                <a:tc>
                  <a:txBody>
                    <a:bodyPr/>
                    <a:lstStyle/>
                    <a:p>
                      <a:r>
                        <a:rPr lang="de-DE" sz="1200" dirty="0" err="1"/>
                        <a:t>r_Nb</a:t>
                      </a:r>
                      <a:r>
                        <a:rPr lang="de-DE" sz="1200" dirty="0"/>
                        <a:t> (NN: </a:t>
                      </a:r>
                      <a:r>
                        <a:rPr lang="de-DE" sz="1200" dirty="0" err="1"/>
                        <a:t>neuron</a:t>
                      </a:r>
                      <a:r>
                        <a:rPr lang="de-DE" sz="1200" dirty="0"/>
                        <a:t> b)</a:t>
                      </a:r>
                      <a:endParaRPr lang="en-US" sz="1200" dirty="0"/>
                    </a:p>
                  </a:txBody>
                  <a:tcPr/>
                </a:tc>
                <a:tc>
                  <a:txBody>
                    <a:bodyPr/>
                    <a:lstStyle/>
                    <a:p>
                      <a:r>
                        <a:rPr lang="en-US" sz="1200" b="1" dirty="0"/>
                        <a:t>YKL132C</a:t>
                      </a:r>
                      <a:r>
                        <a:rPr lang="en-US" sz="1200" dirty="0"/>
                        <a:t> or YOR241W</a:t>
                      </a:r>
                    </a:p>
                  </a:txBody>
                  <a:tcPr/>
                </a:tc>
                <a:tc>
                  <a:txBody>
                    <a:bodyPr/>
                    <a:lstStyle/>
                    <a:p>
                      <a:r>
                        <a:rPr lang="en-US" sz="1200" dirty="0"/>
                        <a:t>ATP + L-glutamate(</a:t>
                      </a:r>
                      <a:r>
                        <a:rPr lang="en-US" sz="1200" dirty="0" err="1"/>
                        <a:t>m_c</a:t>
                      </a:r>
                      <a:r>
                        <a:rPr lang="en-US" sz="1200" dirty="0"/>
                        <a:t>) + THF  -&gt;  5,6,7,8-tetrahydrofolyl-L-glutamic acid + ADP + H+ + phosphate(</a:t>
                      </a:r>
                      <a:r>
                        <a:rPr lang="en-US" sz="1200" dirty="0" err="1"/>
                        <a:t>m_Nc</a:t>
                      </a:r>
                      <a:r>
                        <a:rPr lang="en-US" sz="1200" dirty="0"/>
                        <a:t>)</a:t>
                      </a:r>
                    </a:p>
                  </a:txBody>
                  <a:tcPr/>
                </a:tc>
                <a:extLst>
                  <a:ext uri="{0D108BD9-81ED-4DB2-BD59-A6C34878D82A}">
                    <a16:rowId xmlns:a16="http://schemas.microsoft.com/office/drawing/2014/main" val="3421116653"/>
                  </a:ext>
                </a:extLst>
              </a:tr>
              <a:tr h="274320">
                <a:tc>
                  <a:txBody>
                    <a:bodyPr/>
                    <a:lstStyle/>
                    <a:p>
                      <a:r>
                        <a:rPr lang="pt-BR" sz="1200" dirty="0"/>
                        <a:t> r_No (NN: merge/output) </a:t>
                      </a:r>
                      <a:endParaRPr lang="en-US" sz="1200" dirty="0"/>
                    </a:p>
                  </a:txBody>
                  <a:tcPr/>
                </a:tc>
                <a:tc>
                  <a:txBody>
                    <a:bodyPr/>
                    <a:lstStyle/>
                    <a:p>
                      <a:r>
                        <a:rPr lang="en-US" sz="1200" dirty="0"/>
                        <a:t>YLR410W</a:t>
                      </a:r>
                    </a:p>
                  </a:txBody>
                  <a:tcPr/>
                </a:tc>
                <a:tc>
                  <a:txBody>
                    <a:bodyPr/>
                    <a:lstStyle/>
                    <a:p>
                      <a:r>
                        <a:rPr lang="en-US" sz="1200" dirty="0"/>
                        <a:t>5-diphospho-1D-myo-inositol </a:t>
                      </a:r>
                      <a:r>
                        <a:rPr lang="en-US" sz="1200" dirty="0" err="1"/>
                        <a:t>pentakisphosphate</a:t>
                      </a:r>
                      <a:r>
                        <a:rPr lang="en-US" sz="1200" dirty="0"/>
                        <a:t> + 2 H+ + phosphate(</a:t>
                      </a:r>
                      <a:r>
                        <a:rPr lang="en-US" sz="1200" dirty="0" err="1"/>
                        <a:t>m_Nc</a:t>
                      </a:r>
                      <a:r>
                        <a:rPr lang="en-US" sz="1200" dirty="0"/>
                        <a:t>)  -&gt;  5,6-bis(</a:t>
                      </a:r>
                      <a:r>
                        <a:rPr lang="en-US" sz="1200" dirty="0" err="1"/>
                        <a:t>diphospho</a:t>
                      </a:r>
                      <a:r>
                        <a:rPr lang="en-US" sz="1200" dirty="0"/>
                        <a:t>)-1D-myo-inositol </a:t>
                      </a:r>
                      <a:r>
                        <a:rPr lang="en-US" sz="1200" dirty="0" err="1"/>
                        <a:t>tetrakisphosphate</a:t>
                      </a:r>
                      <a:r>
                        <a:rPr lang="en-US" sz="1200" dirty="0"/>
                        <a:t> + H2O</a:t>
                      </a:r>
                    </a:p>
                  </a:txBody>
                  <a:tcPr/>
                </a:tc>
                <a:extLst>
                  <a:ext uri="{0D108BD9-81ED-4DB2-BD59-A6C34878D82A}">
                    <a16:rowId xmlns:a16="http://schemas.microsoft.com/office/drawing/2014/main" val="1610077111"/>
                  </a:ext>
                </a:extLst>
              </a:tr>
            </a:tbl>
          </a:graphicData>
        </a:graphic>
      </p:graphicFrame>
      <p:sp>
        <p:nvSpPr>
          <p:cNvPr id="11" name="Rectangle: Rounded Corners 10">
            <a:extLst>
              <a:ext uri="{FF2B5EF4-FFF2-40B4-BE49-F238E27FC236}">
                <a16:creationId xmlns:a16="http://schemas.microsoft.com/office/drawing/2014/main" id="{8CEF26B0-0E94-0451-8416-567F9876A3DF}"/>
              </a:ext>
            </a:extLst>
          </p:cNvPr>
          <p:cNvSpPr/>
          <p:nvPr/>
        </p:nvSpPr>
        <p:spPr>
          <a:xfrm>
            <a:off x="1462291" y="6353666"/>
            <a:ext cx="1554480" cy="50433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Algorithm </a:t>
            </a:r>
          </a:p>
        </p:txBody>
      </p:sp>
      <p:sp>
        <p:nvSpPr>
          <p:cNvPr id="15" name="Rectangle: Rounded Corners 14">
            <a:extLst>
              <a:ext uri="{FF2B5EF4-FFF2-40B4-BE49-F238E27FC236}">
                <a16:creationId xmlns:a16="http://schemas.microsoft.com/office/drawing/2014/main" id="{F65FBE32-B71A-FAF9-9CA9-18F4A4FC985B}"/>
              </a:ext>
            </a:extLst>
          </p:cNvPr>
          <p:cNvSpPr/>
          <p:nvPr/>
        </p:nvSpPr>
        <p:spPr>
          <a:xfrm>
            <a:off x="3764816" y="6353666"/>
            <a:ext cx="1554480" cy="504334"/>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Chemical Reactions </a:t>
            </a:r>
          </a:p>
        </p:txBody>
      </p:sp>
      <p:sp>
        <p:nvSpPr>
          <p:cNvPr id="16" name="Rectangle: Rounded Corners 15">
            <a:extLst>
              <a:ext uri="{FF2B5EF4-FFF2-40B4-BE49-F238E27FC236}">
                <a16:creationId xmlns:a16="http://schemas.microsoft.com/office/drawing/2014/main" id="{69C34989-D088-19E9-DB46-98735851ED40}"/>
              </a:ext>
            </a:extLst>
          </p:cNvPr>
          <p:cNvSpPr/>
          <p:nvPr/>
        </p:nvSpPr>
        <p:spPr>
          <a:xfrm>
            <a:off x="6067341" y="6353666"/>
            <a:ext cx="1554480" cy="504334"/>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Metabolic Network</a:t>
            </a:r>
          </a:p>
        </p:txBody>
      </p:sp>
      <p:sp>
        <p:nvSpPr>
          <p:cNvPr id="17" name="Rectangle: Rounded Corners 16">
            <a:extLst>
              <a:ext uri="{FF2B5EF4-FFF2-40B4-BE49-F238E27FC236}">
                <a16:creationId xmlns:a16="http://schemas.microsoft.com/office/drawing/2014/main" id="{FF81F836-967B-F628-959E-0FCD43335068}"/>
              </a:ext>
            </a:extLst>
          </p:cNvPr>
          <p:cNvSpPr/>
          <p:nvPr/>
        </p:nvSpPr>
        <p:spPr>
          <a:xfrm>
            <a:off x="8369865" y="6353666"/>
            <a:ext cx="1554480" cy="50433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solidFill>
                  <a:schemeClr val="tx1"/>
                </a:solidFill>
              </a:rPr>
              <a:t>THz Actuation</a:t>
            </a:r>
          </a:p>
        </p:txBody>
      </p:sp>
      <p:cxnSp>
        <p:nvCxnSpPr>
          <p:cNvPr id="18" name="Straight Arrow Connector 17">
            <a:extLst>
              <a:ext uri="{FF2B5EF4-FFF2-40B4-BE49-F238E27FC236}">
                <a16:creationId xmlns:a16="http://schemas.microsoft.com/office/drawing/2014/main" id="{6A997AE7-5D95-1EB2-1F8D-924FA0807DA5}"/>
              </a:ext>
            </a:extLst>
          </p:cNvPr>
          <p:cNvCxnSpPr>
            <a:cxnSpLocks/>
            <a:stCxn id="11" idx="3"/>
            <a:endCxn id="15" idx="1"/>
          </p:cNvCxnSpPr>
          <p:nvPr/>
        </p:nvCxnSpPr>
        <p:spPr>
          <a:xfrm>
            <a:off x="3016771" y="6605833"/>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3175229-ACB8-3F93-8436-A2721500D7F0}"/>
              </a:ext>
            </a:extLst>
          </p:cNvPr>
          <p:cNvCxnSpPr>
            <a:cxnSpLocks/>
            <a:stCxn id="15" idx="3"/>
            <a:endCxn id="16" idx="1"/>
          </p:cNvCxnSpPr>
          <p:nvPr/>
        </p:nvCxnSpPr>
        <p:spPr>
          <a:xfrm>
            <a:off x="5319296" y="6605833"/>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3E9A9102-7754-85E1-EC4F-7DD9502AB702}"/>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705324CC-43CE-2BA6-1F2A-D854F365EE43}"/>
              </a:ext>
            </a:extLst>
          </p:cNvPr>
          <p:cNvSpPr txBox="1"/>
          <p:nvPr/>
        </p:nvSpPr>
        <p:spPr>
          <a:xfrm>
            <a:off x="111226" y="2527078"/>
            <a:ext cx="986167" cy="369332"/>
          </a:xfrm>
          <a:prstGeom prst="rect">
            <a:avLst/>
          </a:prstGeom>
          <a:noFill/>
        </p:spPr>
        <p:txBody>
          <a:bodyPr wrap="none" rtlCol="0">
            <a:spAutoFit/>
          </a:bodyPr>
          <a:lstStyle/>
          <a:p>
            <a:r>
              <a:rPr lang="en-US" dirty="0"/>
              <a:t>Motif 52</a:t>
            </a:r>
          </a:p>
        </p:txBody>
      </p:sp>
    </p:spTree>
    <p:extLst>
      <p:ext uri="{BB962C8B-B14F-4D97-AF65-F5344CB8AC3E}">
        <p14:creationId xmlns:p14="http://schemas.microsoft.com/office/powerpoint/2010/main" val="273845590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0C136-B491-8A62-FF84-95ABEE4C86B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731F887-3BE1-569E-4E44-57048F2F3E99}"/>
              </a:ext>
            </a:extLst>
          </p:cNvPr>
          <p:cNvPicPr>
            <a:picLocks noChangeAspect="1"/>
          </p:cNvPicPr>
          <p:nvPr/>
        </p:nvPicPr>
        <p:blipFill>
          <a:blip r:embed="rId3"/>
          <a:stretch>
            <a:fillRect/>
          </a:stretch>
        </p:blipFill>
        <p:spPr>
          <a:xfrm>
            <a:off x="1219891" y="2008452"/>
            <a:ext cx="6519715" cy="4869154"/>
          </a:xfrm>
          <a:prstGeom prst="rect">
            <a:avLst/>
          </a:prstGeom>
        </p:spPr>
      </p:pic>
      <p:grpSp>
        <p:nvGrpSpPr>
          <p:cNvPr id="6" name="Group 5">
            <a:extLst>
              <a:ext uri="{FF2B5EF4-FFF2-40B4-BE49-F238E27FC236}">
                <a16:creationId xmlns:a16="http://schemas.microsoft.com/office/drawing/2014/main" id="{8457C6F5-0DED-7895-58B2-5B7AE45C1222}"/>
              </a:ext>
            </a:extLst>
          </p:cNvPr>
          <p:cNvGrpSpPr>
            <a:grpSpLocks noChangeAspect="1"/>
          </p:cNvGrpSpPr>
          <p:nvPr/>
        </p:nvGrpSpPr>
        <p:grpSpPr>
          <a:xfrm>
            <a:off x="7" y="-6881"/>
            <a:ext cx="8829908" cy="1899563"/>
            <a:chOff x="0" y="-6886"/>
            <a:chExt cx="11934822" cy="2567522"/>
          </a:xfrm>
        </p:grpSpPr>
        <p:sp>
          <p:nvSpPr>
            <p:cNvPr id="69" name="Oval 68">
              <a:extLst>
                <a:ext uri="{FF2B5EF4-FFF2-40B4-BE49-F238E27FC236}">
                  <a16:creationId xmlns:a16="http://schemas.microsoft.com/office/drawing/2014/main" id="{46409D80-7C5E-9261-C2E3-5680C7793D64}"/>
                </a:ext>
              </a:extLst>
            </p:cNvPr>
            <p:cNvSpPr>
              <a:spLocks noChangeAspect="1"/>
            </p:cNvSpPr>
            <p:nvPr/>
          </p:nvSpPr>
          <p:spPr>
            <a:xfrm>
              <a:off x="4944144" y="39560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09D0579-D54F-23BA-43BE-B1162BC41F96}"/>
                    </a:ext>
                  </a:extLst>
                </p:cNvPr>
                <p:cNvSpPr txBox="1"/>
                <p:nvPr/>
              </p:nvSpPr>
              <p:spPr>
                <a:xfrm>
                  <a:off x="4889948" y="36688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Cp</m:t>
                            </m:r>
                          </m:sub>
                        </m:sSub>
                      </m:oMath>
                    </m:oMathPara>
                  </a14:m>
                  <a:endParaRPr lang="en-US" sz="1400" dirty="0">
                    <a:solidFill>
                      <a:schemeClr val="bg1"/>
                    </a:solidFill>
                  </a:endParaRPr>
                </a:p>
              </p:txBody>
            </p:sp>
          </mc:Choice>
          <mc:Fallback xmlns="">
            <p:sp>
              <p:nvSpPr>
                <p:cNvPr id="70" name="TextBox 69">
                  <a:extLst>
                    <a:ext uri="{FF2B5EF4-FFF2-40B4-BE49-F238E27FC236}">
                      <a16:creationId xmlns:a16="http://schemas.microsoft.com/office/drawing/2014/main" id="{D09D0579-D54F-23BA-43BE-B1162BC41F96}"/>
                    </a:ext>
                  </a:extLst>
                </p:cNvPr>
                <p:cNvSpPr txBox="1">
                  <a:spLocks noRot="1" noChangeAspect="1" noMove="1" noResize="1" noEditPoints="1" noAdjustHandles="1" noChangeArrowheads="1" noChangeShapeType="1" noTextEdit="1"/>
                </p:cNvSpPr>
                <p:nvPr/>
              </p:nvSpPr>
              <p:spPr>
                <a:xfrm>
                  <a:off x="4889948" y="366883"/>
                  <a:ext cx="518558" cy="326949"/>
                </a:xfrm>
                <a:prstGeom prst="rect">
                  <a:avLst/>
                </a:prstGeom>
                <a:blipFill>
                  <a:blip r:embed="rId4"/>
                  <a:stretch>
                    <a:fillRect b="-3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4C5CB73E-2F62-680C-5E2A-E087BA732FA3}"/>
                    </a:ext>
                  </a:extLst>
                </p:cNvPr>
                <p:cNvSpPr txBox="1"/>
                <p:nvPr/>
              </p:nvSpPr>
              <p:spPr>
                <a:xfrm>
                  <a:off x="6042814" y="220866"/>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71" name="TextBox 70">
                  <a:extLst>
                    <a:ext uri="{FF2B5EF4-FFF2-40B4-BE49-F238E27FC236}">
                      <a16:creationId xmlns:a16="http://schemas.microsoft.com/office/drawing/2014/main" id="{4C5CB73E-2F62-680C-5E2A-E087BA732FA3}"/>
                    </a:ext>
                  </a:extLst>
                </p:cNvPr>
                <p:cNvSpPr txBox="1">
                  <a:spLocks noRot="1" noChangeAspect="1" noMove="1" noResize="1" noEditPoints="1" noAdjustHandles="1" noChangeArrowheads="1" noChangeShapeType="1" noTextEdit="1"/>
                </p:cNvSpPr>
                <p:nvPr/>
              </p:nvSpPr>
              <p:spPr>
                <a:xfrm>
                  <a:off x="6042814" y="220866"/>
                  <a:ext cx="507796" cy="307777"/>
                </a:xfrm>
                <a:prstGeom prst="rect">
                  <a:avLst/>
                </a:prstGeom>
                <a:blipFill>
                  <a:blip r:embed="rId5"/>
                  <a:stretch>
                    <a:fillRect b="-24324"/>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EC1BA4A-B79D-DC81-9715-2B5491A06DFE}"/>
                </a:ext>
              </a:extLst>
            </p:cNvPr>
            <p:cNvSpPr>
              <a:spLocks noChangeAspect="1"/>
            </p:cNvSpPr>
            <p:nvPr/>
          </p:nvSpPr>
          <p:spPr>
            <a:xfrm>
              <a:off x="6106961" y="108892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40BE519D-67DE-A90F-A773-6A083EC5279E}"/>
                    </a:ext>
                  </a:extLst>
                </p:cNvPr>
                <p:cNvSpPr txBox="1"/>
                <p:nvPr/>
              </p:nvSpPr>
              <p:spPr>
                <a:xfrm>
                  <a:off x="6048484" y="1064456"/>
                  <a:ext cx="518558" cy="328103"/>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Cg</m:t>
                            </m:r>
                          </m:sub>
                        </m:sSub>
                      </m:oMath>
                    </m:oMathPara>
                  </a14:m>
                  <a:endParaRPr lang="en-US" sz="1400" dirty="0">
                    <a:solidFill>
                      <a:schemeClr val="bg1"/>
                    </a:solidFill>
                  </a:endParaRPr>
                </a:p>
              </p:txBody>
            </p:sp>
          </mc:Choice>
          <mc:Fallback xmlns="">
            <p:sp>
              <p:nvSpPr>
                <p:cNvPr id="73" name="TextBox 72">
                  <a:extLst>
                    <a:ext uri="{FF2B5EF4-FFF2-40B4-BE49-F238E27FC236}">
                      <a16:creationId xmlns:a16="http://schemas.microsoft.com/office/drawing/2014/main" id="{40BE519D-67DE-A90F-A773-6A083EC5279E}"/>
                    </a:ext>
                  </a:extLst>
                </p:cNvPr>
                <p:cNvSpPr txBox="1">
                  <a:spLocks noRot="1" noChangeAspect="1" noMove="1" noResize="1" noEditPoints="1" noAdjustHandles="1" noChangeArrowheads="1" noChangeShapeType="1" noTextEdit="1"/>
                </p:cNvSpPr>
                <p:nvPr/>
              </p:nvSpPr>
              <p:spPr>
                <a:xfrm>
                  <a:off x="6048484" y="1064456"/>
                  <a:ext cx="518558" cy="328103"/>
                </a:xfrm>
                <a:prstGeom prst="rect">
                  <a:avLst/>
                </a:prstGeom>
                <a:blipFill>
                  <a:blip r:embed="rId6"/>
                  <a:stretch>
                    <a:fillRect b="-4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E6759A4-5B34-3F20-3DF5-AA103EA953BA}"/>
                    </a:ext>
                  </a:extLst>
                </p:cNvPr>
                <p:cNvSpPr txBox="1"/>
                <p:nvPr/>
              </p:nvSpPr>
              <p:spPr>
                <a:xfrm>
                  <a:off x="4902707" y="1099668"/>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Cs</m:t>
                            </m:r>
                          </m:sub>
                        </m:sSub>
                      </m:oMath>
                    </m:oMathPara>
                  </a14:m>
                  <a:endParaRPr lang="en-US" sz="1400" dirty="0">
                    <a:solidFill>
                      <a:schemeClr val="tx1"/>
                    </a:solidFill>
                  </a:endParaRPr>
                </a:p>
              </p:txBody>
            </p:sp>
          </mc:Choice>
          <mc:Fallback xmlns="">
            <p:sp>
              <p:nvSpPr>
                <p:cNvPr id="74" name="TextBox 73">
                  <a:extLst>
                    <a:ext uri="{FF2B5EF4-FFF2-40B4-BE49-F238E27FC236}">
                      <a16:creationId xmlns:a16="http://schemas.microsoft.com/office/drawing/2014/main" id="{3E6759A4-5B34-3F20-3DF5-AA103EA953BA}"/>
                    </a:ext>
                  </a:extLst>
                </p:cNvPr>
                <p:cNvSpPr txBox="1">
                  <a:spLocks noRot="1" noChangeAspect="1" noMove="1" noResize="1" noEditPoints="1" noAdjustHandles="1" noChangeArrowheads="1" noChangeShapeType="1" noTextEdit="1"/>
                </p:cNvSpPr>
                <p:nvPr/>
              </p:nvSpPr>
              <p:spPr>
                <a:xfrm>
                  <a:off x="4902707" y="1099668"/>
                  <a:ext cx="507796" cy="307777"/>
                </a:xfrm>
                <a:prstGeom prst="rect">
                  <a:avLst/>
                </a:prstGeom>
                <a:blipFill>
                  <a:blip r:embed="rId7"/>
                  <a:stretch>
                    <a:fillRect r="-12903" b="-26316"/>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703C15F1-895A-7CD8-978F-4F04333A2A1C}"/>
                </a:ext>
              </a:extLst>
            </p:cNvPr>
            <p:cNvSpPr>
              <a:spLocks noChangeAspect="1"/>
            </p:cNvSpPr>
            <p:nvPr/>
          </p:nvSpPr>
          <p:spPr>
            <a:xfrm>
              <a:off x="4972754" y="190548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7FE7A1E-81E9-F557-8481-1F826FC72B19}"/>
                    </a:ext>
                  </a:extLst>
                </p:cNvPr>
                <p:cNvSpPr txBox="1"/>
                <p:nvPr/>
              </p:nvSpPr>
              <p:spPr>
                <a:xfrm>
                  <a:off x="4917219" y="1870160"/>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Cr</m:t>
                            </m:r>
                          </m:sub>
                        </m:sSub>
                      </m:oMath>
                    </m:oMathPara>
                  </a14:m>
                  <a:endParaRPr lang="en-US" sz="1400" dirty="0">
                    <a:solidFill>
                      <a:schemeClr val="bg1"/>
                    </a:solidFill>
                  </a:endParaRPr>
                </a:p>
              </p:txBody>
            </p:sp>
          </mc:Choice>
          <mc:Fallback xmlns="">
            <p:sp>
              <p:nvSpPr>
                <p:cNvPr id="76" name="TextBox 75">
                  <a:extLst>
                    <a:ext uri="{FF2B5EF4-FFF2-40B4-BE49-F238E27FC236}">
                      <a16:creationId xmlns:a16="http://schemas.microsoft.com/office/drawing/2014/main" id="{37FE7A1E-81E9-F557-8481-1F826FC72B19}"/>
                    </a:ext>
                  </a:extLst>
                </p:cNvPr>
                <p:cNvSpPr txBox="1">
                  <a:spLocks noRot="1" noChangeAspect="1" noMove="1" noResize="1" noEditPoints="1" noAdjustHandles="1" noChangeArrowheads="1" noChangeShapeType="1" noTextEdit="1"/>
                </p:cNvSpPr>
                <p:nvPr/>
              </p:nvSpPr>
              <p:spPr>
                <a:xfrm>
                  <a:off x="4917219" y="1870160"/>
                  <a:ext cx="518558" cy="307777"/>
                </a:xfrm>
                <a:prstGeom prst="rect">
                  <a:avLst/>
                </a:prstGeom>
                <a:blipFill>
                  <a:blip r:embed="rId8"/>
                  <a:stretch>
                    <a:fillRect b="-29730"/>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657835FD-4B77-1341-FE50-1722CC83DA53}"/>
                </a:ext>
              </a:extLst>
            </p:cNvPr>
            <p:cNvCxnSpPr>
              <a:cxnSpLocks/>
              <a:endCxn id="69" idx="3"/>
            </p:cNvCxnSpPr>
            <p:nvPr/>
          </p:nvCxnSpPr>
          <p:spPr>
            <a:xfrm flipV="1">
              <a:off x="4121730" y="72116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DD898C7B-B0EE-F449-3E92-D880761E3FD5}"/>
                </a:ext>
              </a:extLst>
            </p:cNvPr>
            <p:cNvCxnSpPr>
              <a:cxnSpLocks/>
              <a:endCxn id="75" idx="1"/>
            </p:cNvCxnSpPr>
            <p:nvPr/>
          </p:nvCxnSpPr>
          <p:spPr>
            <a:xfrm>
              <a:off x="4125152" y="121491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9808A095-7F76-A234-643C-A38213C95409}"/>
                </a:ext>
              </a:extLst>
            </p:cNvPr>
            <p:cNvCxnSpPr>
              <a:cxnSpLocks/>
              <a:stCxn id="74" idx="3"/>
              <a:endCxn id="72" idx="2"/>
            </p:cNvCxnSpPr>
            <p:nvPr/>
          </p:nvCxnSpPr>
          <p:spPr>
            <a:xfrm>
              <a:off x="5410503" y="1253557"/>
              <a:ext cx="696458" cy="2607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F520CB91-341F-F265-13DE-A2F189B6CD39}"/>
                </a:ext>
              </a:extLst>
            </p:cNvPr>
            <p:cNvCxnSpPr>
              <a:cxnSpLocks/>
              <a:stCxn id="74" idx="2"/>
              <a:endCxn id="75" idx="0"/>
            </p:cNvCxnSpPr>
            <p:nvPr/>
          </p:nvCxnSpPr>
          <p:spPr>
            <a:xfrm>
              <a:off x="5156605" y="1407445"/>
              <a:ext cx="6856" cy="49803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1822DB8-AF5E-F9EE-B1E3-B84802187437}"/>
                </a:ext>
              </a:extLst>
            </p:cNvPr>
            <p:cNvCxnSpPr>
              <a:cxnSpLocks/>
              <a:stCxn id="69" idx="6"/>
            </p:cNvCxnSpPr>
            <p:nvPr/>
          </p:nvCxnSpPr>
          <p:spPr>
            <a:xfrm>
              <a:off x="5325558" y="58631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01D55B9C-151C-52B3-827A-3C214C8A1667}"/>
                </a:ext>
              </a:extLst>
            </p:cNvPr>
            <p:cNvCxnSpPr>
              <a:cxnSpLocks/>
              <a:stCxn id="71" idx="2"/>
              <a:endCxn id="72" idx="0"/>
            </p:cNvCxnSpPr>
            <p:nvPr/>
          </p:nvCxnSpPr>
          <p:spPr>
            <a:xfrm>
              <a:off x="6296712" y="528643"/>
              <a:ext cx="956" cy="5602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2C859F01-1569-6453-5A49-280BF591A8D8}"/>
                </a:ext>
              </a:extLst>
            </p:cNvPr>
            <p:cNvSpPr/>
            <p:nvPr/>
          </p:nvSpPr>
          <p:spPr>
            <a:xfrm>
              <a:off x="4449950" y="913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3" name="TextBox 102">
              <a:extLst>
                <a:ext uri="{FF2B5EF4-FFF2-40B4-BE49-F238E27FC236}">
                  <a16:creationId xmlns:a16="http://schemas.microsoft.com/office/drawing/2014/main" id="{F5B7BC4E-1ACE-1FA8-102F-FF53E490909F}"/>
                </a:ext>
              </a:extLst>
            </p:cNvPr>
            <p:cNvSpPr txBox="1"/>
            <p:nvPr/>
          </p:nvSpPr>
          <p:spPr>
            <a:xfrm>
              <a:off x="4449950" y="-6886"/>
              <a:ext cx="1377237" cy="276999"/>
            </a:xfrm>
            <a:prstGeom prst="rect">
              <a:avLst/>
            </a:prstGeom>
            <a:noFill/>
          </p:spPr>
          <p:txBody>
            <a:bodyPr wrap="none" rtlCol="0">
              <a:spAutoFit/>
            </a:bodyPr>
            <a:lstStyle/>
            <a:p>
              <a:r>
                <a:rPr lang="en-US" sz="12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6D86A133-ED0C-4709-726D-A6837D74F57E}"/>
                    </a:ext>
                  </a:extLst>
                </p:cNvPr>
                <p:cNvSpPr txBox="1"/>
                <p:nvPr/>
              </p:nvSpPr>
              <p:spPr>
                <a:xfrm>
                  <a:off x="0" y="1346255"/>
                  <a:ext cx="503086" cy="307777"/>
                </a:xfrm>
                <a:prstGeom prst="rect">
                  <a:avLst/>
                </a:prstGeom>
                <a:noFill/>
              </p:spPr>
              <p:txBody>
                <a:bodyPr wrap="none" rtlCol="0">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in</m:t>
                            </m:r>
                          </m:sub>
                        </m:sSub>
                      </m:oMath>
                    </m:oMathPara>
                  </a14:m>
                  <a:endParaRPr lang="en-US" sz="1400" dirty="0"/>
                </a:p>
              </p:txBody>
            </p:sp>
          </mc:Choice>
          <mc:Fallback xmlns="">
            <p:sp>
              <p:nvSpPr>
                <p:cNvPr id="67" name="TextBox 66">
                  <a:extLst>
                    <a:ext uri="{FF2B5EF4-FFF2-40B4-BE49-F238E27FC236}">
                      <a16:creationId xmlns:a16="http://schemas.microsoft.com/office/drawing/2014/main" id="{6D86A133-ED0C-4709-726D-A6837D74F57E}"/>
                    </a:ext>
                  </a:extLst>
                </p:cNvPr>
                <p:cNvSpPr txBox="1">
                  <a:spLocks noRot="1" noChangeAspect="1" noMove="1" noResize="1" noEditPoints="1" noAdjustHandles="1" noChangeArrowheads="1" noChangeShapeType="1" noTextEdit="1"/>
                </p:cNvSpPr>
                <p:nvPr/>
              </p:nvSpPr>
              <p:spPr>
                <a:xfrm>
                  <a:off x="0" y="1346255"/>
                  <a:ext cx="503086" cy="307777"/>
                </a:xfrm>
                <a:prstGeom prst="rect">
                  <a:avLst/>
                </a:prstGeom>
                <a:blipFill>
                  <a:blip r:embed="rId9"/>
                  <a:stretch>
                    <a:fillRect r="-9836" b="-29730"/>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285523A7-55A5-787C-01B1-123222BCAE93}"/>
                </a:ext>
              </a:extLst>
            </p:cNvPr>
            <p:cNvSpPr/>
            <p:nvPr/>
          </p:nvSpPr>
          <p:spPr>
            <a:xfrm>
              <a:off x="813764" y="21254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79" name="TextBox 78">
              <a:extLst>
                <a:ext uri="{FF2B5EF4-FFF2-40B4-BE49-F238E27FC236}">
                  <a16:creationId xmlns:a16="http://schemas.microsoft.com/office/drawing/2014/main" id="{F5C29690-D987-981E-0296-1F043D6DA30A}"/>
                </a:ext>
              </a:extLst>
            </p:cNvPr>
            <p:cNvSpPr txBox="1"/>
            <p:nvPr/>
          </p:nvSpPr>
          <p:spPr>
            <a:xfrm>
              <a:off x="787440" y="212547"/>
              <a:ext cx="1068178" cy="461665"/>
            </a:xfrm>
            <a:prstGeom prst="rect">
              <a:avLst/>
            </a:prstGeom>
            <a:noFill/>
          </p:spPr>
          <p:txBody>
            <a:bodyPr wrap="none" rtlCol="0">
              <a:spAutoFit/>
            </a:bodyPr>
            <a:lstStyle/>
            <a:p>
              <a:r>
                <a:rPr lang="en-US" sz="1200" dirty="0"/>
                <a:t>Chemical</a:t>
              </a:r>
              <a:br>
                <a:rPr lang="en-US" sz="1200" dirty="0"/>
              </a:br>
              <a:r>
                <a:rPr lang="en-US" sz="1200" dirty="0"/>
                <a:t>Differentiator</a:t>
              </a:r>
            </a:p>
          </p:txBody>
        </p:sp>
        <p:sp>
          <p:nvSpPr>
            <p:cNvPr id="81" name="Oval 80">
              <a:extLst>
                <a:ext uri="{FF2B5EF4-FFF2-40B4-BE49-F238E27FC236}">
                  <a16:creationId xmlns:a16="http://schemas.microsoft.com/office/drawing/2014/main" id="{416607A2-8881-D37B-9697-20F6A5EC46E8}"/>
                </a:ext>
              </a:extLst>
            </p:cNvPr>
            <p:cNvSpPr>
              <a:spLocks noChangeAspect="1"/>
            </p:cNvSpPr>
            <p:nvPr/>
          </p:nvSpPr>
          <p:spPr>
            <a:xfrm>
              <a:off x="1051699" y="100094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860E8697-501B-6003-5529-AB59D5A9D1FA}"/>
                    </a:ext>
                  </a:extLst>
                </p:cNvPr>
                <p:cNvSpPr txBox="1"/>
                <p:nvPr/>
              </p:nvSpPr>
              <p:spPr>
                <a:xfrm>
                  <a:off x="996672" y="976786"/>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Df</m:t>
                            </m:r>
                          </m:sub>
                        </m:sSub>
                      </m:oMath>
                    </m:oMathPara>
                  </a14:m>
                  <a:endParaRPr lang="en-US" sz="1400" dirty="0">
                    <a:solidFill>
                      <a:schemeClr val="bg1"/>
                    </a:solidFill>
                  </a:endParaRPr>
                </a:p>
              </p:txBody>
            </p:sp>
          </mc:Choice>
          <mc:Fallback xmlns="">
            <p:sp>
              <p:nvSpPr>
                <p:cNvPr id="82" name="TextBox 81">
                  <a:extLst>
                    <a:ext uri="{FF2B5EF4-FFF2-40B4-BE49-F238E27FC236}">
                      <a16:creationId xmlns:a16="http://schemas.microsoft.com/office/drawing/2014/main" id="{860E8697-501B-6003-5529-AB59D5A9D1FA}"/>
                    </a:ext>
                  </a:extLst>
                </p:cNvPr>
                <p:cNvSpPr txBox="1">
                  <a:spLocks noRot="1" noChangeAspect="1" noMove="1" noResize="1" noEditPoints="1" noAdjustHandles="1" noChangeArrowheads="1" noChangeShapeType="1" noTextEdit="1"/>
                </p:cNvSpPr>
                <p:nvPr/>
              </p:nvSpPr>
              <p:spPr>
                <a:xfrm>
                  <a:off x="996672" y="976786"/>
                  <a:ext cx="518558" cy="307777"/>
                </a:xfrm>
                <a:prstGeom prst="rect">
                  <a:avLst/>
                </a:prstGeom>
                <a:blipFill>
                  <a:blip r:embed="rId10"/>
                  <a:stretch>
                    <a:fillRect b="-28947"/>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68D0792D-793F-7DBA-C0B0-FCB9BCA85C34}"/>
                </a:ext>
              </a:extLst>
            </p:cNvPr>
            <p:cNvSpPr>
              <a:spLocks noChangeAspect="1"/>
            </p:cNvSpPr>
            <p:nvPr/>
          </p:nvSpPr>
          <p:spPr>
            <a:xfrm>
              <a:off x="1155180" y="18942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611AC3D-7EA1-2CA5-A0C1-85AAC25E2E17}"/>
                    </a:ext>
                  </a:extLst>
                </p:cNvPr>
                <p:cNvSpPr txBox="1"/>
                <p:nvPr/>
              </p:nvSpPr>
              <p:spPr>
                <a:xfrm>
                  <a:off x="1097393" y="188627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Ds</m:t>
                            </m:r>
                          </m:sub>
                        </m:sSub>
                      </m:oMath>
                    </m:oMathPara>
                  </a14:m>
                  <a:endParaRPr lang="en-US" sz="1400" dirty="0">
                    <a:solidFill>
                      <a:schemeClr val="bg1"/>
                    </a:solidFill>
                  </a:endParaRPr>
                </a:p>
              </p:txBody>
            </p:sp>
          </mc:Choice>
          <mc:Fallback xmlns="">
            <p:sp>
              <p:nvSpPr>
                <p:cNvPr id="85" name="TextBox 84">
                  <a:extLst>
                    <a:ext uri="{FF2B5EF4-FFF2-40B4-BE49-F238E27FC236}">
                      <a16:creationId xmlns:a16="http://schemas.microsoft.com/office/drawing/2014/main" id="{A611AC3D-7EA1-2CA5-A0C1-85AAC25E2E17}"/>
                    </a:ext>
                  </a:extLst>
                </p:cNvPr>
                <p:cNvSpPr txBox="1">
                  <a:spLocks noRot="1" noChangeAspect="1" noMove="1" noResize="1" noEditPoints="1" noAdjustHandles="1" noChangeArrowheads="1" noChangeShapeType="1" noTextEdit="1"/>
                </p:cNvSpPr>
                <p:nvPr/>
              </p:nvSpPr>
              <p:spPr>
                <a:xfrm>
                  <a:off x="1097393" y="1886274"/>
                  <a:ext cx="518558" cy="307777"/>
                </a:xfrm>
                <a:prstGeom prst="rect">
                  <a:avLst/>
                </a:prstGeom>
                <a:blipFill>
                  <a:blip r:embed="rId11"/>
                  <a:stretch>
                    <a:fillRect b="-29730"/>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9BDA7625-51F2-7B20-7264-083B3D175279}"/>
                </a:ext>
              </a:extLst>
            </p:cNvPr>
            <p:cNvSpPr>
              <a:spLocks noChangeAspect="1"/>
            </p:cNvSpPr>
            <p:nvPr/>
          </p:nvSpPr>
          <p:spPr>
            <a:xfrm>
              <a:off x="2221387" y="100479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505F44FE-450C-62C1-A605-EC3C5292BD77}"/>
                    </a:ext>
                  </a:extLst>
                </p:cNvPr>
                <p:cNvSpPr txBox="1"/>
                <p:nvPr/>
              </p:nvSpPr>
              <p:spPr>
                <a:xfrm>
                  <a:off x="2166526" y="976223"/>
                  <a:ext cx="518558" cy="326949"/>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Dp</m:t>
                            </m:r>
                          </m:sub>
                        </m:sSub>
                      </m:oMath>
                    </m:oMathPara>
                  </a14:m>
                  <a:endParaRPr lang="en-US" sz="1400" dirty="0">
                    <a:solidFill>
                      <a:schemeClr val="bg1"/>
                    </a:solidFill>
                  </a:endParaRPr>
                </a:p>
              </p:txBody>
            </p:sp>
          </mc:Choice>
          <mc:Fallback xmlns="">
            <p:sp>
              <p:nvSpPr>
                <p:cNvPr id="87" name="TextBox 86">
                  <a:extLst>
                    <a:ext uri="{FF2B5EF4-FFF2-40B4-BE49-F238E27FC236}">
                      <a16:creationId xmlns:a16="http://schemas.microsoft.com/office/drawing/2014/main" id="{505F44FE-450C-62C1-A605-EC3C5292BD77}"/>
                    </a:ext>
                  </a:extLst>
                </p:cNvPr>
                <p:cNvSpPr txBox="1">
                  <a:spLocks noRot="1" noChangeAspect="1" noMove="1" noResize="1" noEditPoints="1" noAdjustHandles="1" noChangeArrowheads="1" noChangeShapeType="1" noTextEdit="1"/>
                </p:cNvSpPr>
                <p:nvPr/>
              </p:nvSpPr>
              <p:spPr>
                <a:xfrm>
                  <a:off x="2166526" y="976223"/>
                  <a:ext cx="518558" cy="326949"/>
                </a:xfrm>
                <a:prstGeom prst="rect">
                  <a:avLst/>
                </a:prstGeom>
                <a:blipFill>
                  <a:blip r:embed="rId12"/>
                  <a:stretch>
                    <a:fillRect r="-1587" b="-37500"/>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1838D44A-9A9A-3F40-AD5B-EAA01B7B6193}"/>
                </a:ext>
              </a:extLst>
            </p:cNvPr>
            <p:cNvCxnSpPr>
              <a:cxnSpLocks/>
              <a:stCxn id="67" idx="3"/>
              <a:endCxn id="81" idx="2"/>
            </p:cNvCxnSpPr>
            <p:nvPr/>
          </p:nvCxnSpPr>
          <p:spPr>
            <a:xfrm flipV="1">
              <a:off x="503086" y="1191650"/>
              <a:ext cx="548613" cy="30849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EF8AA7E1-88B3-3464-D690-B8B27F62CADC}"/>
                </a:ext>
              </a:extLst>
            </p:cNvPr>
            <p:cNvCxnSpPr>
              <a:cxnSpLocks/>
              <a:stCxn id="67" idx="3"/>
              <a:endCxn id="83" idx="2"/>
            </p:cNvCxnSpPr>
            <p:nvPr/>
          </p:nvCxnSpPr>
          <p:spPr>
            <a:xfrm>
              <a:off x="503086" y="1500144"/>
              <a:ext cx="652094" cy="58486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C855F065-7E81-F860-13EB-AF907BEF8D11}"/>
                </a:ext>
              </a:extLst>
            </p:cNvPr>
            <p:cNvCxnSpPr>
              <a:cxnSpLocks/>
              <a:stCxn id="81" idx="6"/>
              <a:endCxn id="86" idx="2"/>
            </p:cNvCxnSpPr>
            <p:nvPr/>
          </p:nvCxnSpPr>
          <p:spPr>
            <a:xfrm>
              <a:off x="1433113" y="119165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1B36464-37A9-D08B-DE23-CAFD0F59854F}"/>
                </a:ext>
              </a:extLst>
            </p:cNvPr>
            <p:cNvCxnSpPr>
              <a:cxnSpLocks/>
              <a:stCxn id="83" idx="6"/>
              <a:endCxn id="98" idx="2"/>
            </p:cNvCxnSpPr>
            <p:nvPr/>
          </p:nvCxnSpPr>
          <p:spPr>
            <a:xfrm>
              <a:off x="1536594" y="208500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399E999A-4498-F64D-8E66-7E4DDC33F51A}"/>
                </a:ext>
              </a:extLst>
            </p:cNvPr>
            <p:cNvCxnSpPr>
              <a:cxnSpLocks/>
              <a:stCxn id="86" idx="6"/>
            </p:cNvCxnSpPr>
            <p:nvPr/>
          </p:nvCxnSpPr>
          <p:spPr>
            <a:xfrm>
              <a:off x="2602801" y="119550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E4006BDD-0469-11F3-C394-05561E7E1D2C}"/>
                    </a:ext>
                  </a:extLst>
                </p:cNvPr>
                <p:cNvSpPr txBox="1"/>
                <p:nvPr/>
              </p:nvSpPr>
              <p:spPr>
                <a:xfrm>
                  <a:off x="2910701" y="827267"/>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m:t>
                            </m:r>
                          </m:sub>
                        </m:sSub>
                      </m:oMath>
                    </m:oMathPara>
                  </a14:m>
                  <a:endParaRPr lang="en-US" sz="1400" dirty="0">
                    <a:solidFill>
                      <a:schemeClr val="tx1"/>
                    </a:solidFill>
                  </a:endParaRPr>
                </a:p>
              </p:txBody>
            </p:sp>
          </mc:Choice>
          <mc:Fallback xmlns="">
            <p:sp>
              <p:nvSpPr>
                <p:cNvPr id="94" name="TextBox 93">
                  <a:extLst>
                    <a:ext uri="{FF2B5EF4-FFF2-40B4-BE49-F238E27FC236}">
                      <a16:creationId xmlns:a16="http://schemas.microsoft.com/office/drawing/2014/main" id="{E4006BDD-0469-11F3-C394-05561E7E1D2C}"/>
                    </a:ext>
                  </a:extLst>
                </p:cNvPr>
                <p:cNvSpPr txBox="1">
                  <a:spLocks noRot="1" noChangeAspect="1" noMove="1" noResize="1" noEditPoints="1" noAdjustHandles="1" noChangeArrowheads="1" noChangeShapeType="1" noTextEdit="1"/>
                </p:cNvSpPr>
                <p:nvPr/>
              </p:nvSpPr>
              <p:spPr>
                <a:xfrm>
                  <a:off x="2910701" y="827267"/>
                  <a:ext cx="507796" cy="307777"/>
                </a:xfrm>
                <a:prstGeom prst="rect">
                  <a:avLst/>
                </a:prstGeom>
                <a:blipFill>
                  <a:blip r:embed="rId13"/>
                  <a:stretch>
                    <a:fillRect b="-324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A5A3BBC0-A1D1-ADE0-43AB-D59AC0CE3F30}"/>
                    </a:ext>
                  </a:extLst>
                </p:cNvPr>
                <p:cNvSpPr txBox="1"/>
                <p:nvPr/>
              </p:nvSpPr>
              <p:spPr>
                <a:xfrm>
                  <a:off x="1551725" y="81467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Df</m:t>
                            </m:r>
                          </m:sub>
                        </m:sSub>
                      </m:oMath>
                    </m:oMathPara>
                  </a14:m>
                  <a:endParaRPr lang="en-US" sz="1400" dirty="0">
                    <a:solidFill>
                      <a:schemeClr val="tx1"/>
                    </a:solidFill>
                  </a:endParaRPr>
                </a:p>
              </p:txBody>
            </p:sp>
          </mc:Choice>
          <mc:Fallback xmlns="">
            <p:sp>
              <p:nvSpPr>
                <p:cNvPr id="95" name="TextBox 94">
                  <a:extLst>
                    <a:ext uri="{FF2B5EF4-FFF2-40B4-BE49-F238E27FC236}">
                      <a16:creationId xmlns:a16="http://schemas.microsoft.com/office/drawing/2014/main" id="{A5A3BBC0-A1D1-ADE0-43AB-D59AC0CE3F30}"/>
                    </a:ext>
                  </a:extLst>
                </p:cNvPr>
                <p:cNvSpPr txBox="1">
                  <a:spLocks noRot="1" noChangeAspect="1" noMove="1" noResize="1" noEditPoints="1" noAdjustHandles="1" noChangeArrowheads="1" noChangeShapeType="1" noTextEdit="1"/>
                </p:cNvSpPr>
                <p:nvPr/>
              </p:nvSpPr>
              <p:spPr>
                <a:xfrm>
                  <a:off x="1551725" y="814672"/>
                  <a:ext cx="507796" cy="307777"/>
                </a:xfrm>
                <a:prstGeom prst="rect">
                  <a:avLst/>
                </a:prstGeom>
                <a:blipFill>
                  <a:blip r:embed="rId14"/>
                  <a:stretch>
                    <a:fillRect r="-112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6620A1A8-5774-2562-751E-BB4229884838}"/>
                    </a:ext>
                  </a:extLst>
                </p:cNvPr>
                <p:cNvSpPr txBox="1"/>
                <p:nvPr/>
              </p:nvSpPr>
              <p:spPr>
                <a:xfrm>
                  <a:off x="1957366" y="2049302"/>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Ds</m:t>
                            </m:r>
                          </m:sub>
                        </m:sSub>
                      </m:oMath>
                    </m:oMathPara>
                  </a14:m>
                  <a:endParaRPr lang="en-US" sz="1400" dirty="0">
                    <a:solidFill>
                      <a:schemeClr val="tx1"/>
                    </a:solidFill>
                  </a:endParaRPr>
                </a:p>
              </p:txBody>
            </p:sp>
          </mc:Choice>
          <mc:Fallback xmlns="">
            <p:sp>
              <p:nvSpPr>
                <p:cNvPr id="97" name="TextBox 96">
                  <a:extLst>
                    <a:ext uri="{FF2B5EF4-FFF2-40B4-BE49-F238E27FC236}">
                      <a16:creationId xmlns:a16="http://schemas.microsoft.com/office/drawing/2014/main" id="{6620A1A8-5774-2562-751E-BB4229884838}"/>
                    </a:ext>
                  </a:extLst>
                </p:cNvPr>
                <p:cNvSpPr txBox="1">
                  <a:spLocks noRot="1" noChangeAspect="1" noMove="1" noResize="1" noEditPoints="1" noAdjustHandles="1" noChangeArrowheads="1" noChangeShapeType="1" noTextEdit="1"/>
                </p:cNvSpPr>
                <p:nvPr/>
              </p:nvSpPr>
              <p:spPr>
                <a:xfrm>
                  <a:off x="1957366" y="2049302"/>
                  <a:ext cx="507796" cy="307777"/>
                </a:xfrm>
                <a:prstGeom prst="rect">
                  <a:avLst/>
                </a:prstGeom>
                <a:blipFill>
                  <a:blip r:embed="rId15"/>
                  <a:stretch>
                    <a:fillRect r="-16393" b="-26316"/>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E112F23B-D658-D372-9B49-B20DABCDCE10}"/>
                </a:ext>
              </a:extLst>
            </p:cNvPr>
            <p:cNvSpPr>
              <a:spLocks noChangeAspect="1"/>
            </p:cNvSpPr>
            <p:nvPr/>
          </p:nvSpPr>
          <p:spPr>
            <a:xfrm>
              <a:off x="2984006" y="192788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D5A46AE-3C93-B50E-9782-FD9DBAEE4586}"/>
                    </a:ext>
                  </a:extLst>
                </p:cNvPr>
                <p:cNvSpPr txBox="1"/>
                <p:nvPr/>
              </p:nvSpPr>
              <p:spPr>
                <a:xfrm>
                  <a:off x="2918451" y="1889534"/>
                  <a:ext cx="518558"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Di</m:t>
                            </m:r>
                          </m:sub>
                        </m:sSub>
                      </m:oMath>
                    </m:oMathPara>
                  </a14:m>
                  <a:endParaRPr lang="en-US" sz="1400" dirty="0">
                    <a:solidFill>
                      <a:schemeClr val="bg1"/>
                    </a:solidFill>
                  </a:endParaRPr>
                </a:p>
              </p:txBody>
            </p:sp>
          </mc:Choice>
          <mc:Fallback xmlns="">
            <p:sp>
              <p:nvSpPr>
                <p:cNvPr id="100" name="TextBox 99">
                  <a:extLst>
                    <a:ext uri="{FF2B5EF4-FFF2-40B4-BE49-F238E27FC236}">
                      <a16:creationId xmlns:a16="http://schemas.microsoft.com/office/drawing/2014/main" id="{3D5A46AE-3C93-B50E-9782-FD9DBAEE4586}"/>
                    </a:ext>
                  </a:extLst>
                </p:cNvPr>
                <p:cNvSpPr txBox="1">
                  <a:spLocks noRot="1" noChangeAspect="1" noMove="1" noResize="1" noEditPoints="1" noAdjustHandles="1" noChangeArrowheads="1" noChangeShapeType="1" noTextEdit="1"/>
                </p:cNvSpPr>
                <p:nvPr/>
              </p:nvSpPr>
              <p:spPr>
                <a:xfrm>
                  <a:off x="2918451" y="1889534"/>
                  <a:ext cx="518558" cy="307777"/>
                </a:xfrm>
                <a:prstGeom prst="rect">
                  <a:avLst/>
                </a:prstGeom>
                <a:blipFill>
                  <a:blip r:embed="rId16"/>
                  <a:stretch>
                    <a:fillRect b="-29730"/>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FF52331-85C0-8594-6D27-0D80FC66ABD9}"/>
                </a:ext>
              </a:extLst>
            </p:cNvPr>
            <p:cNvCxnSpPr>
              <a:cxnSpLocks/>
              <a:stCxn id="94" idx="2"/>
              <a:endCxn id="98" idx="0"/>
            </p:cNvCxnSpPr>
            <p:nvPr/>
          </p:nvCxnSpPr>
          <p:spPr>
            <a:xfrm>
              <a:off x="3164599" y="1135044"/>
              <a:ext cx="10114" cy="7928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A21A275-1EDB-0055-8693-3F5FEAA413D2}"/>
                    </a:ext>
                  </a:extLst>
                </p:cNvPr>
                <p:cNvSpPr txBox="1"/>
                <p:nvPr/>
              </p:nvSpPr>
              <p:spPr>
                <a:xfrm>
                  <a:off x="3796741" y="718517"/>
                  <a:ext cx="499367" cy="338554"/>
                </a:xfrm>
                <a:prstGeom prst="rect">
                  <a:avLst/>
                </a:prstGeom>
                <a:noFill/>
              </p:spPr>
              <p:txBody>
                <a:bodyPr wrap="none" rtlCol="0">
                  <a:spAutoFit/>
                </a:bodyPr>
                <a:lstStyle/>
                <a:p>
                  <a:pPr/>
                  <a14:m>
                    <m:oMathPara xmlns:m="http://schemas.openxmlformats.org/officeDocument/2006/math">
                      <m:o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m:rPr>
                                <m:sty m:val="p"/>
                              </m:rPr>
                              <a:rPr lang="de-DE" sz="1600" b="0" i="1" smtClean="0">
                                <a:latin typeface="Cambria Math" panose="02040503050406030204" pitchFamily="18" charset="0"/>
                              </a:rPr>
                              <m:t>d</m:t>
                            </m:r>
                          </m:sub>
                        </m:sSub>
                      </m:oMath>
                    </m:oMathPara>
                  </a14:m>
                  <a:endParaRPr lang="en-US" sz="1600" dirty="0"/>
                </a:p>
              </p:txBody>
            </p:sp>
          </mc:Choice>
          <mc:Fallback xmlns="">
            <p:sp>
              <p:nvSpPr>
                <p:cNvPr id="109" name="TextBox 108">
                  <a:extLst>
                    <a:ext uri="{FF2B5EF4-FFF2-40B4-BE49-F238E27FC236}">
                      <a16:creationId xmlns:a16="http://schemas.microsoft.com/office/drawing/2014/main" id="{7A21A275-1EDB-0055-8693-3F5FEAA413D2}"/>
                    </a:ext>
                  </a:extLst>
                </p:cNvPr>
                <p:cNvSpPr txBox="1">
                  <a:spLocks noRot="1" noChangeAspect="1" noMove="1" noResize="1" noEditPoints="1" noAdjustHandles="1" noChangeArrowheads="1" noChangeShapeType="1" noTextEdit="1"/>
                </p:cNvSpPr>
                <p:nvPr/>
              </p:nvSpPr>
              <p:spPr>
                <a:xfrm>
                  <a:off x="3796741" y="718517"/>
                  <a:ext cx="499367" cy="338554"/>
                </a:xfrm>
                <a:prstGeom prst="rect">
                  <a:avLst/>
                </a:prstGeom>
                <a:blipFill>
                  <a:blip r:embed="rId17"/>
                  <a:stretch>
                    <a:fillRect r="-10000" b="-317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846EB8DE-7092-C047-D15D-DAEC7BE39D8F}"/>
                    </a:ext>
                  </a:extLst>
                </p:cNvPr>
                <p:cNvSpPr txBox="1"/>
                <p:nvPr/>
              </p:nvSpPr>
              <p:spPr>
                <a:xfrm>
                  <a:off x="7415254" y="175204"/>
                  <a:ext cx="507796"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112" name="TextBox 111">
                  <a:extLst>
                    <a:ext uri="{FF2B5EF4-FFF2-40B4-BE49-F238E27FC236}">
                      <a16:creationId xmlns:a16="http://schemas.microsoft.com/office/drawing/2014/main" id="{846EB8DE-7092-C047-D15D-DAEC7BE39D8F}"/>
                    </a:ext>
                  </a:extLst>
                </p:cNvPr>
                <p:cNvSpPr txBox="1">
                  <a:spLocks noRot="1" noChangeAspect="1" noMove="1" noResize="1" noEditPoints="1" noAdjustHandles="1" noChangeArrowheads="1" noChangeShapeType="1" noTextEdit="1"/>
                </p:cNvSpPr>
                <p:nvPr/>
              </p:nvSpPr>
              <p:spPr>
                <a:xfrm>
                  <a:off x="7415254" y="175204"/>
                  <a:ext cx="507796" cy="307777"/>
                </a:xfrm>
                <a:prstGeom prst="rect">
                  <a:avLst/>
                </a:prstGeom>
                <a:blipFill>
                  <a:blip r:embed="rId18"/>
                  <a:stretch>
                    <a:fillRect b="-24324"/>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B4605C1D-FE79-5308-7FD5-FAC985404601}"/>
                </a:ext>
              </a:extLst>
            </p:cNvPr>
            <p:cNvSpPr>
              <a:spLocks noChangeAspect="1"/>
            </p:cNvSpPr>
            <p:nvPr/>
          </p:nvSpPr>
          <p:spPr>
            <a:xfrm>
              <a:off x="9575979" y="14445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31" name="Oval 30">
              <a:extLst>
                <a:ext uri="{FF2B5EF4-FFF2-40B4-BE49-F238E27FC236}">
                  <a16:creationId xmlns:a16="http://schemas.microsoft.com/office/drawing/2014/main" id="{9DE76AD5-3391-82BB-7AAD-7FEED17EDBED}"/>
                </a:ext>
              </a:extLst>
            </p:cNvPr>
            <p:cNvSpPr>
              <a:spLocks noChangeAspect="1"/>
            </p:cNvSpPr>
            <p:nvPr/>
          </p:nvSpPr>
          <p:spPr>
            <a:xfrm>
              <a:off x="9585689" y="201556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2" name="Straight Arrow Connector 31">
              <a:extLst>
                <a:ext uri="{FF2B5EF4-FFF2-40B4-BE49-F238E27FC236}">
                  <a16:creationId xmlns:a16="http://schemas.microsoft.com/office/drawing/2014/main" id="{6E47111C-EB98-7261-ED05-2FA0C234924C}"/>
                </a:ext>
              </a:extLst>
            </p:cNvPr>
            <p:cNvCxnSpPr>
              <a:cxnSpLocks/>
              <a:stCxn id="31" idx="6"/>
              <a:endCxn id="43" idx="3"/>
            </p:cNvCxnSpPr>
            <p:nvPr/>
          </p:nvCxnSpPr>
          <p:spPr>
            <a:xfrm flipV="1">
              <a:off x="9995830" y="1422412"/>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3A008666-82A8-9E54-34A6-5C94F04C2EEA}"/>
                </a:ext>
              </a:extLst>
            </p:cNvPr>
            <p:cNvCxnSpPr>
              <a:cxnSpLocks/>
              <a:stCxn id="30" idx="6"/>
              <a:endCxn id="43" idx="1"/>
            </p:cNvCxnSpPr>
            <p:nvPr/>
          </p:nvCxnSpPr>
          <p:spPr>
            <a:xfrm>
              <a:off x="9986120" y="349529"/>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86C57344-3059-C18B-F436-2B6576728399}"/>
                    </a:ext>
                  </a:extLst>
                </p:cNvPr>
                <p:cNvSpPr txBox="1"/>
                <p:nvPr/>
              </p:nvSpPr>
              <p:spPr>
                <a:xfrm>
                  <a:off x="10078291" y="242332"/>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4" name="TextBox 33">
                  <a:extLst>
                    <a:ext uri="{FF2B5EF4-FFF2-40B4-BE49-F238E27FC236}">
                      <a16:creationId xmlns:a16="http://schemas.microsoft.com/office/drawing/2014/main" id="{86C57344-3059-C18B-F436-2B6576728399}"/>
                    </a:ext>
                  </a:extLst>
                </p:cNvPr>
                <p:cNvSpPr txBox="1">
                  <a:spLocks noRot="1" noChangeAspect="1" noMove="1" noResize="1" noEditPoints="1" noAdjustHandles="1" noChangeArrowheads="1" noChangeShapeType="1" noTextEdit="1"/>
                </p:cNvSpPr>
                <p:nvPr/>
              </p:nvSpPr>
              <p:spPr>
                <a:xfrm>
                  <a:off x="10078291" y="242332"/>
                  <a:ext cx="855270" cy="307777"/>
                </a:xfrm>
                <a:prstGeom prst="rect">
                  <a:avLst/>
                </a:prstGeom>
                <a:blipFill>
                  <a:blip r:embed="rId19"/>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0109F75F-2F51-2F08-3616-595AAD16560C}"/>
                    </a:ext>
                  </a:extLst>
                </p:cNvPr>
                <p:cNvSpPr txBox="1"/>
                <p:nvPr/>
              </p:nvSpPr>
              <p:spPr>
                <a:xfrm>
                  <a:off x="10136554" y="1770391"/>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Nc</m:t>
                            </m:r>
                          </m:sub>
                        </m:sSub>
                      </m:oMath>
                    </m:oMathPara>
                  </a14:m>
                  <a:endParaRPr lang="en-US" sz="1400" dirty="0">
                    <a:solidFill>
                      <a:schemeClr val="tx1"/>
                    </a:solidFill>
                  </a:endParaRPr>
                </a:p>
              </p:txBody>
            </p:sp>
          </mc:Choice>
          <mc:Fallback xmlns="">
            <p:sp>
              <p:nvSpPr>
                <p:cNvPr id="35" name="TextBox 34">
                  <a:extLst>
                    <a:ext uri="{FF2B5EF4-FFF2-40B4-BE49-F238E27FC236}">
                      <a16:creationId xmlns:a16="http://schemas.microsoft.com/office/drawing/2014/main" id="{0109F75F-2F51-2F08-3616-595AAD16560C}"/>
                    </a:ext>
                  </a:extLst>
                </p:cNvPr>
                <p:cNvSpPr txBox="1">
                  <a:spLocks noRot="1" noChangeAspect="1" noMove="1" noResize="1" noEditPoints="1" noAdjustHandles="1" noChangeArrowheads="1" noChangeShapeType="1" noTextEdit="1"/>
                </p:cNvSpPr>
                <p:nvPr/>
              </p:nvSpPr>
              <p:spPr>
                <a:xfrm>
                  <a:off x="10136554" y="1770391"/>
                  <a:ext cx="855270" cy="307777"/>
                </a:xfrm>
                <a:prstGeom prst="rect">
                  <a:avLst/>
                </a:prstGeom>
                <a:blipFill>
                  <a:blip r:embed="rId20"/>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BCE8253-668E-48F8-1009-54059A40C3AE}"/>
                    </a:ext>
                  </a:extLst>
                </p:cNvPr>
                <p:cNvSpPr txBox="1"/>
                <p:nvPr/>
              </p:nvSpPr>
              <p:spPr>
                <a:xfrm>
                  <a:off x="8973206" y="595408"/>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Na</m:t>
                            </m:r>
                          </m:sub>
                        </m:sSub>
                      </m:oMath>
                    </m:oMathPara>
                  </a14:m>
                  <a:endParaRPr lang="en-US" sz="1400" dirty="0">
                    <a:solidFill>
                      <a:schemeClr val="tx1"/>
                    </a:solidFill>
                  </a:endParaRPr>
                </a:p>
              </p:txBody>
            </p:sp>
          </mc:Choice>
          <mc:Fallback xmlns="">
            <p:sp>
              <p:nvSpPr>
                <p:cNvPr id="36" name="TextBox 35">
                  <a:extLst>
                    <a:ext uri="{FF2B5EF4-FFF2-40B4-BE49-F238E27FC236}">
                      <a16:creationId xmlns:a16="http://schemas.microsoft.com/office/drawing/2014/main" id="{CBCE8253-668E-48F8-1009-54059A40C3AE}"/>
                    </a:ext>
                  </a:extLst>
                </p:cNvPr>
                <p:cNvSpPr txBox="1">
                  <a:spLocks noRot="1" noChangeAspect="1" noMove="1" noResize="1" noEditPoints="1" noAdjustHandles="1" noChangeArrowheads="1" noChangeShapeType="1" noTextEdit="1"/>
                </p:cNvSpPr>
                <p:nvPr/>
              </p:nvSpPr>
              <p:spPr>
                <a:xfrm>
                  <a:off x="8973206" y="595408"/>
                  <a:ext cx="855270" cy="307777"/>
                </a:xfrm>
                <a:prstGeom prst="rect">
                  <a:avLst/>
                </a:prstGeom>
                <a:blipFill>
                  <a:blip r:embed="rId21"/>
                  <a:stretch>
                    <a:fillRect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4704A990-72F1-1974-2A6F-FAD71A08C63A}"/>
                    </a:ext>
                  </a:extLst>
                </p:cNvPr>
                <p:cNvSpPr txBox="1"/>
                <p:nvPr/>
              </p:nvSpPr>
              <p:spPr>
                <a:xfrm>
                  <a:off x="8905458" y="1506194"/>
                  <a:ext cx="855270"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Nb</m:t>
                            </m:r>
                          </m:sub>
                        </m:sSub>
                      </m:oMath>
                    </m:oMathPara>
                  </a14:m>
                  <a:endParaRPr lang="en-US" sz="1400" dirty="0">
                    <a:solidFill>
                      <a:schemeClr val="tx1"/>
                    </a:solidFill>
                  </a:endParaRPr>
                </a:p>
              </p:txBody>
            </p:sp>
          </mc:Choice>
          <mc:Fallback xmlns="">
            <p:sp>
              <p:nvSpPr>
                <p:cNvPr id="37" name="TextBox 36">
                  <a:extLst>
                    <a:ext uri="{FF2B5EF4-FFF2-40B4-BE49-F238E27FC236}">
                      <a16:creationId xmlns:a16="http://schemas.microsoft.com/office/drawing/2014/main" id="{4704A990-72F1-1974-2A6F-FAD71A08C63A}"/>
                    </a:ext>
                  </a:extLst>
                </p:cNvPr>
                <p:cNvSpPr txBox="1">
                  <a:spLocks noRot="1" noChangeAspect="1" noMove="1" noResize="1" noEditPoints="1" noAdjustHandles="1" noChangeArrowheads="1" noChangeShapeType="1" noTextEdit="1"/>
                </p:cNvSpPr>
                <p:nvPr/>
              </p:nvSpPr>
              <p:spPr>
                <a:xfrm>
                  <a:off x="8905458" y="1506194"/>
                  <a:ext cx="855270" cy="307777"/>
                </a:xfrm>
                <a:prstGeom prst="rect">
                  <a:avLst/>
                </a:prstGeom>
                <a:blipFill>
                  <a:blip r:embed="rId22"/>
                  <a:stretch>
                    <a:fillRect b="-29730"/>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E7C3846-AA97-37EC-DB77-5C03F668DEF4}"/>
                </a:ext>
              </a:extLst>
            </p:cNvPr>
            <p:cNvSpPr>
              <a:spLocks noChangeAspect="1"/>
            </p:cNvSpPr>
            <p:nvPr/>
          </p:nvSpPr>
          <p:spPr>
            <a:xfrm>
              <a:off x="8524898"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39" name="Straight Arrow Connector 38">
              <a:extLst>
                <a:ext uri="{FF2B5EF4-FFF2-40B4-BE49-F238E27FC236}">
                  <a16:creationId xmlns:a16="http://schemas.microsoft.com/office/drawing/2014/main" id="{7A7C3B82-EA67-AA9F-395E-27C3AF475516}"/>
                </a:ext>
              </a:extLst>
            </p:cNvPr>
            <p:cNvCxnSpPr>
              <a:cxnSpLocks/>
              <a:stCxn id="38" idx="0"/>
              <a:endCxn id="30" idx="2"/>
            </p:cNvCxnSpPr>
            <p:nvPr/>
          </p:nvCxnSpPr>
          <p:spPr>
            <a:xfrm flipV="1">
              <a:off x="8729969" y="349529"/>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792B32E-16A3-D366-EF58-302580DADD48}"/>
                    </a:ext>
                  </a:extLst>
                </p:cNvPr>
                <p:cNvSpPr txBox="1"/>
                <p:nvPr/>
              </p:nvSpPr>
              <p:spPr>
                <a:xfrm>
                  <a:off x="7804966" y="787250"/>
                  <a:ext cx="546041" cy="307777"/>
                </a:xfrm>
                <a:prstGeom prst="rect">
                  <a:avLst/>
                </a:prstGeom>
                <a:noFill/>
              </p:spPr>
              <p:txBody>
                <a:bodyPr wrap="square">
                  <a:spAutoFit/>
                </a:bodyPr>
                <a:lstStyle/>
                <a:p>
                  <a:pPr/>
                  <a14:m>
                    <m:oMathPara xmlns:m="http://schemas.openxmlformats.org/officeDocument/2006/math">
                      <m:oMath>
                        <m:sSub>
                          <m:sSubPr>
                            <m:ctrlPr>
                              <a:rPr lang="de-DE" sz="1400" b="0" i="0" smtClean="0">
                                <a:solidFill>
                                  <a:schemeClr val="tx1"/>
                                </a:solidFill>
                                <a:latin typeface="Cambria Math" panose="02040503050406030204" pitchFamily="18" charset="0"/>
                              </a:rPr>
                            </m:ctrlPr>
                          </m:sSubPr>
                          <m:e>
                            <m:r>
                              <m:rPr>
                                <m:sty m:val="p"/>
                              </m:rPr>
                              <a:rPr lang="de-DE" sz="1400" b="0" i="0" smtClean="0">
                                <a:solidFill>
                                  <a:schemeClr val="tx1"/>
                                </a:solidFill>
                                <a:latin typeface="Cambria Math" panose="02040503050406030204" pitchFamily="18" charset="0"/>
                              </a:rPr>
                              <m:t>m</m:t>
                            </m:r>
                          </m:e>
                          <m:sub>
                            <m:r>
                              <m:rPr>
                                <m:sty m:val="p"/>
                              </m:rPr>
                              <a:rPr lang="de-DE" sz="1400" b="0" i="1" smtClean="0">
                                <a:solidFill>
                                  <a:schemeClr val="tx1"/>
                                </a:solidFill>
                                <a:latin typeface="Cambria Math" panose="02040503050406030204" pitchFamily="18" charset="0"/>
                              </a:rPr>
                              <m:t>c</m:t>
                            </m:r>
                          </m:sub>
                        </m:sSub>
                      </m:oMath>
                    </m:oMathPara>
                  </a14:m>
                  <a:endParaRPr lang="en-US" sz="1400" dirty="0">
                    <a:solidFill>
                      <a:schemeClr val="tx1"/>
                    </a:solidFill>
                  </a:endParaRPr>
                </a:p>
              </p:txBody>
            </p:sp>
          </mc:Choice>
          <mc:Fallback xmlns="">
            <p:sp>
              <p:nvSpPr>
                <p:cNvPr id="40" name="TextBox 39">
                  <a:extLst>
                    <a:ext uri="{FF2B5EF4-FFF2-40B4-BE49-F238E27FC236}">
                      <a16:creationId xmlns:a16="http://schemas.microsoft.com/office/drawing/2014/main" id="{0792B32E-16A3-D366-EF58-302580DADD48}"/>
                    </a:ext>
                  </a:extLst>
                </p:cNvPr>
                <p:cNvSpPr txBox="1">
                  <a:spLocks noRot="1" noChangeAspect="1" noMove="1" noResize="1" noEditPoints="1" noAdjustHandles="1" noChangeArrowheads="1" noChangeShapeType="1" noTextEdit="1"/>
                </p:cNvSpPr>
                <p:nvPr/>
              </p:nvSpPr>
              <p:spPr>
                <a:xfrm>
                  <a:off x="7804966" y="787250"/>
                  <a:ext cx="546041" cy="307777"/>
                </a:xfrm>
                <a:prstGeom prst="rect">
                  <a:avLst/>
                </a:prstGeom>
                <a:blipFill>
                  <a:blip r:embed="rId23"/>
                  <a:stretch>
                    <a:fillRect b="-21053"/>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6FDA0808-56A5-5C5A-1114-C73A991C6AFC}"/>
                </a:ext>
              </a:extLst>
            </p:cNvPr>
            <p:cNvCxnSpPr>
              <a:cxnSpLocks/>
              <a:endCxn id="49" idx="1"/>
            </p:cNvCxnSpPr>
            <p:nvPr/>
          </p:nvCxnSpPr>
          <p:spPr>
            <a:xfrm flipV="1">
              <a:off x="7765437" y="1204213"/>
              <a:ext cx="740834" cy="294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2150408A-3256-3782-0073-1EBCFE09FE61}"/>
                </a:ext>
              </a:extLst>
            </p:cNvPr>
            <p:cNvCxnSpPr>
              <a:cxnSpLocks/>
              <a:stCxn id="38" idx="4"/>
              <a:endCxn id="31" idx="2"/>
            </p:cNvCxnSpPr>
            <p:nvPr/>
          </p:nvCxnSpPr>
          <p:spPr>
            <a:xfrm>
              <a:off x="8729969" y="1482476"/>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831045E7-BD25-5278-3C46-5CD98C3D0D00}"/>
                </a:ext>
              </a:extLst>
            </p:cNvPr>
            <p:cNvSpPr>
              <a:spLocks noChangeAspect="1"/>
            </p:cNvSpPr>
            <p:nvPr/>
          </p:nvSpPr>
          <p:spPr>
            <a:xfrm>
              <a:off x="10742623" y="1072335"/>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cxnSp>
          <p:nvCxnSpPr>
            <p:cNvPr id="44" name="Straight Arrow Connector 43">
              <a:extLst>
                <a:ext uri="{FF2B5EF4-FFF2-40B4-BE49-F238E27FC236}">
                  <a16:creationId xmlns:a16="http://schemas.microsoft.com/office/drawing/2014/main" id="{3936BE7F-CFE4-81B1-E47A-F52B5076CDE2}"/>
                </a:ext>
              </a:extLst>
            </p:cNvPr>
            <p:cNvCxnSpPr>
              <a:cxnSpLocks/>
            </p:cNvCxnSpPr>
            <p:nvPr/>
          </p:nvCxnSpPr>
          <p:spPr>
            <a:xfrm flipV="1">
              <a:off x="11152764" y="1261123"/>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6E017D75-596E-7DF0-23A8-E7C26601167F}"/>
                    </a:ext>
                  </a:extLst>
                </p:cNvPr>
                <p:cNvSpPr txBox="1"/>
                <p:nvPr/>
              </p:nvSpPr>
              <p:spPr>
                <a:xfrm>
                  <a:off x="11375112" y="854140"/>
                  <a:ext cx="524049" cy="307777"/>
                </a:xfrm>
                <a:prstGeom prst="rect">
                  <a:avLst/>
                </a:prstGeom>
                <a:noFill/>
              </p:spPr>
              <p:txBody>
                <a:bodyPr wrap="square">
                  <a:spAutoFit/>
                </a:bodyPr>
                <a:lstStyle/>
                <a:p>
                  <a:pPr/>
                  <a14:m>
                    <m:oMathPara xmlns:m="http://schemas.openxmlformats.org/officeDocument/2006/math">
                      <m:oMath>
                        <m:sSub>
                          <m:sSubPr>
                            <m:ctrlPr>
                              <a:rPr lang="de-DE" sz="1400" b="0" i="1" smtClean="0">
                                <a:latin typeface="Cambria Math" panose="02040503050406030204" pitchFamily="18" charset="0"/>
                              </a:rPr>
                            </m:ctrlPr>
                          </m:sSubPr>
                          <m:e>
                            <m:r>
                              <m:rPr>
                                <m:sty m:val="p"/>
                              </m:rPr>
                              <a:rPr lang="de-DE" sz="1400" b="0" i="1" smtClean="0">
                                <a:latin typeface="Cambria Math" panose="02040503050406030204" pitchFamily="18" charset="0"/>
                              </a:rPr>
                              <m:t>m</m:t>
                            </m:r>
                          </m:e>
                          <m:sub>
                            <m:r>
                              <m:rPr>
                                <m:sty m:val="p"/>
                              </m:rPr>
                              <a:rPr lang="de-DE" sz="1400" b="0" i="1" smtClean="0">
                                <a:latin typeface="Cambria Math" panose="02040503050406030204" pitchFamily="18" charset="0"/>
                              </a:rPr>
                              <m:t>out</m:t>
                            </m:r>
                          </m:sub>
                        </m:sSub>
                      </m:oMath>
                    </m:oMathPara>
                  </a14:m>
                  <a:endParaRPr lang="en-US" sz="1400" dirty="0"/>
                </a:p>
              </p:txBody>
            </p:sp>
          </mc:Choice>
          <mc:Fallback xmlns="">
            <p:sp>
              <p:nvSpPr>
                <p:cNvPr id="45" name="TextBox 44">
                  <a:extLst>
                    <a:ext uri="{FF2B5EF4-FFF2-40B4-BE49-F238E27FC236}">
                      <a16:creationId xmlns:a16="http://schemas.microsoft.com/office/drawing/2014/main" id="{6E017D75-596E-7DF0-23A8-E7C26601167F}"/>
                    </a:ext>
                  </a:extLst>
                </p:cNvPr>
                <p:cNvSpPr txBox="1">
                  <a:spLocks noRot="1" noChangeAspect="1" noMove="1" noResize="1" noEditPoints="1" noAdjustHandles="1" noChangeArrowheads="1" noChangeShapeType="1" noTextEdit="1"/>
                </p:cNvSpPr>
                <p:nvPr/>
              </p:nvSpPr>
              <p:spPr>
                <a:xfrm>
                  <a:off x="11375112" y="854140"/>
                  <a:ext cx="524049" cy="307777"/>
                </a:xfrm>
                <a:prstGeom prst="rect">
                  <a:avLst/>
                </a:prstGeom>
                <a:blipFill>
                  <a:blip r:embed="rId24"/>
                  <a:stretch>
                    <a:fillRect r="-26984"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4A7647C-5A06-B94C-63F8-8D19B810B91A}"/>
                    </a:ext>
                  </a:extLst>
                </p:cNvPr>
                <p:cNvSpPr txBox="1"/>
                <p:nvPr/>
              </p:nvSpPr>
              <p:spPr>
                <a:xfrm>
                  <a:off x="10724745" y="1051777"/>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No</m:t>
                            </m:r>
                          </m:sub>
                        </m:sSub>
                      </m:oMath>
                    </m:oMathPara>
                  </a14:m>
                  <a:endParaRPr lang="en-US" sz="1400" dirty="0">
                    <a:solidFill>
                      <a:schemeClr val="bg1"/>
                    </a:solidFill>
                  </a:endParaRPr>
                </a:p>
              </p:txBody>
            </p:sp>
          </mc:Choice>
          <mc:Fallback xmlns="">
            <p:sp>
              <p:nvSpPr>
                <p:cNvPr id="46" name="TextBox 45">
                  <a:extLst>
                    <a:ext uri="{FF2B5EF4-FFF2-40B4-BE49-F238E27FC236}">
                      <a16:creationId xmlns:a16="http://schemas.microsoft.com/office/drawing/2014/main" id="{54A7647C-5A06-B94C-63F8-8D19B810B91A}"/>
                    </a:ext>
                  </a:extLst>
                </p:cNvPr>
                <p:cNvSpPr txBox="1">
                  <a:spLocks noRot="1" noChangeAspect="1" noMove="1" noResize="1" noEditPoints="1" noAdjustHandles="1" noChangeArrowheads="1" noChangeShapeType="1" noTextEdit="1"/>
                </p:cNvSpPr>
                <p:nvPr/>
              </p:nvSpPr>
              <p:spPr>
                <a:xfrm>
                  <a:off x="10724745" y="1051777"/>
                  <a:ext cx="448081" cy="307777"/>
                </a:xfrm>
                <a:prstGeom prst="rect">
                  <a:avLst/>
                </a:prstGeom>
                <a:blipFill>
                  <a:blip r:embed="rId25"/>
                  <a:stretch>
                    <a:fillRect r="-16667"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659AB334-834F-39E0-4A9B-550FC0ED38C9}"/>
                    </a:ext>
                  </a:extLst>
                </p:cNvPr>
                <p:cNvSpPr txBox="1"/>
                <p:nvPr/>
              </p:nvSpPr>
              <p:spPr>
                <a:xfrm>
                  <a:off x="9511232" y="111833"/>
                  <a:ext cx="557613"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Na</m:t>
                            </m:r>
                          </m:sub>
                        </m:sSub>
                      </m:oMath>
                    </m:oMathPara>
                  </a14:m>
                  <a:endParaRPr lang="en-US" sz="1400" dirty="0">
                    <a:solidFill>
                      <a:schemeClr val="bg1"/>
                    </a:solidFill>
                  </a:endParaRPr>
                </a:p>
              </p:txBody>
            </p:sp>
          </mc:Choice>
          <mc:Fallback xmlns="">
            <p:sp>
              <p:nvSpPr>
                <p:cNvPr id="47" name="TextBox 46">
                  <a:extLst>
                    <a:ext uri="{FF2B5EF4-FFF2-40B4-BE49-F238E27FC236}">
                      <a16:creationId xmlns:a16="http://schemas.microsoft.com/office/drawing/2014/main" id="{659AB334-834F-39E0-4A9B-550FC0ED38C9}"/>
                    </a:ext>
                  </a:extLst>
                </p:cNvPr>
                <p:cNvSpPr txBox="1">
                  <a:spLocks noRot="1" noChangeAspect="1" noMove="1" noResize="1" noEditPoints="1" noAdjustHandles="1" noChangeArrowheads="1" noChangeShapeType="1" noTextEdit="1"/>
                </p:cNvSpPr>
                <p:nvPr/>
              </p:nvSpPr>
              <p:spPr>
                <a:xfrm>
                  <a:off x="9511232" y="111833"/>
                  <a:ext cx="557613" cy="307777"/>
                </a:xfrm>
                <a:prstGeom prst="rect">
                  <a:avLst/>
                </a:prstGeom>
                <a:blipFill>
                  <a:blip r:embed="rId26"/>
                  <a:stretch>
                    <a:fillRect b="-26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DC6ECBE-0930-D70B-A219-777EA37A6D49}"/>
                    </a:ext>
                  </a:extLst>
                </p:cNvPr>
                <p:cNvSpPr txBox="1"/>
                <p:nvPr/>
              </p:nvSpPr>
              <p:spPr>
                <a:xfrm>
                  <a:off x="9565904" y="1994059"/>
                  <a:ext cx="421017"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Nb</m:t>
                            </m:r>
                          </m:sub>
                        </m:sSub>
                      </m:oMath>
                    </m:oMathPara>
                  </a14:m>
                  <a:endParaRPr lang="en-US" sz="1400" dirty="0">
                    <a:solidFill>
                      <a:schemeClr val="bg1"/>
                    </a:solidFill>
                  </a:endParaRPr>
                </a:p>
              </p:txBody>
            </p:sp>
          </mc:Choice>
          <mc:Fallback xmlns="">
            <p:sp>
              <p:nvSpPr>
                <p:cNvPr id="48" name="TextBox 47">
                  <a:extLst>
                    <a:ext uri="{FF2B5EF4-FFF2-40B4-BE49-F238E27FC236}">
                      <a16:creationId xmlns:a16="http://schemas.microsoft.com/office/drawing/2014/main" id="{0DC6ECBE-0930-D70B-A219-777EA37A6D49}"/>
                    </a:ext>
                  </a:extLst>
                </p:cNvPr>
                <p:cNvSpPr txBox="1">
                  <a:spLocks noRot="1" noChangeAspect="1" noMove="1" noResize="1" noEditPoints="1" noAdjustHandles="1" noChangeArrowheads="1" noChangeShapeType="1" noTextEdit="1"/>
                </p:cNvSpPr>
                <p:nvPr/>
              </p:nvSpPr>
              <p:spPr>
                <a:xfrm>
                  <a:off x="9565904" y="1994059"/>
                  <a:ext cx="421017" cy="307777"/>
                </a:xfrm>
                <a:prstGeom prst="rect">
                  <a:avLst/>
                </a:prstGeom>
                <a:blipFill>
                  <a:blip r:embed="rId27"/>
                  <a:stretch>
                    <a:fillRect r="-25490" b="-297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424C07BC-24EE-D381-7D7C-64946DEE54B4}"/>
                    </a:ext>
                  </a:extLst>
                </p:cNvPr>
                <p:cNvSpPr txBox="1"/>
                <p:nvPr/>
              </p:nvSpPr>
              <p:spPr>
                <a:xfrm>
                  <a:off x="8506271" y="1050324"/>
                  <a:ext cx="448081" cy="307777"/>
                </a:xfrm>
                <a:prstGeom prst="rect">
                  <a:avLst/>
                </a:prstGeom>
                <a:noFill/>
              </p:spPr>
              <p:txBody>
                <a:bodyPr wrap="square">
                  <a:spAutoFit/>
                </a:bodyPr>
                <a:lstStyle/>
                <a:p>
                  <a:pPr/>
                  <a14:m>
                    <m:oMathPara xmlns:m="http://schemas.openxmlformats.org/officeDocument/2006/math">
                      <m:oMath>
                        <m:sSub>
                          <m:sSubPr>
                            <m:ctrlPr>
                              <a:rPr lang="de-DE" sz="1400" b="0" i="1" smtClean="0">
                                <a:solidFill>
                                  <a:schemeClr val="bg1"/>
                                </a:solidFill>
                                <a:latin typeface="Cambria Math" panose="02040503050406030204" pitchFamily="18" charset="0"/>
                              </a:rPr>
                            </m:ctrlPr>
                          </m:sSubPr>
                          <m:e>
                            <m:r>
                              <m:rPr>
                                <m:sty m:val="p"/>
                              </m:rPr>
                              <a:rPr lang="de-DE" sz="1400" b="0" i="1" smtClean="0">
                                <a:solidFill>
                                  <a:schemeClr val="bg1"/>
                                </a:solidFill>
                                <a:latin typeface="Cambria Math" panose="02040503050406030204" pitchFamily="18" charset="0"/>
                              </a:rPr>
                              <m:t>r</m:t>
                            </m:r>
                          </m:e>
                          <m:sub>
                            <m:r>
                              <m:rPr>
                                <m:sty m:val="p"/>
                              </m:rPr>
                              <a:rPr lang="de-DE" sz="1400" b="0" i="1" smtClean="0">
                                <a:solidFill>
                                  <a:schemeClr val="bg1"/>
                                </a:solidFill>
                                <a:latin typeface="Cambria Math" panose="02040503050406030204" pitchFamily="18" charset="0"/>
                              </a:rPr>
                              <m:t>Ni</m:t>
                            </m:r>
                          </m:sub>
                        </m:sSub>
                      </m:oMath>
                    </m:oMathPara>
                  </a14:m>
                  <a:endParaRPr lang="en-US" sz="1400" dirty="0">
                    <a:solidFill>
                      <a:schemeClr val="bg1"/>
                    </a:solidFill>
                  </a:endParaRPr>
                </a:p>
              </p:txBody>
            </p:sp>
          </mc:Choice>
          <mc:Fallback xmlns="">
            <p:sp>
              <p:nvSpPr>
                <p:cNvPr id="49" name="TextBox 48">
                  <a:extLst>
                    <a:ext uri="{FF2B5EF4-FFF2-40B4-BE49-F238E27FC236}">
                      <a16:creationId xmlns:a16="http://schemas.microsoft.com/office/drawing/2014/main" id="{424C07BC-24EE-D381-7D7C-64946DEE54B4}"/>
                    </a:ext>
                  </a:extLst>
                </p:cNvPr>
                <p:cNvSpPr txBox="1">
                  <a:spLocks noRot="1" noChangeAspect="1" noMove="1" noResize="1" noEditPoints="1" noAdjustHandles="1" noChangeArrowheads="1" noChangeShapeType="1" noTextEdit="1"/>
                </p:cNvSpPr>
                <p:nvPr/>
              </p:nvSpPr>
              <p:spPr>
                <a:xfrm>
                  <a:off x="8506271" y="1050324"/>
                  <a:ext cx="448081" cy="307777"/>
                </a:xfrm>
                <a:prstGeom prst="rect">
                  <a:avLst/>
                </a:prstGeom>
                <a:blipFill>
                  <a:blip r:embed="rId28"/>
                  <a:stretch>
                    <a:fillRect r="-5455" b="-26316"/>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D1C2DAAD-7CAC-159A-C06F-7A26D81AA761}"/>
                </a:ext>
              </a:extLst>
            </p:cNvPr>
            <p:cNvCxnSpPr>
              <a:cxnSpLocks/>
            </p:cNvCxnSpPr>
            <p:nvPr/>
          </p:nvCxnSpPr>
          <p:spPr>
            <a:xfrm>
              <a:off x="7775840" y="596589"/>
              <a:ext cx="0" cy="637112"/>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B6DE6D1-B34C-7F76-7F6B-D46ED8F297AC}"/>
                </a:ext>
              </a:extLst>
            </p:cNvPr>
            <p:cNvSpPr/>
            <p:nvPr/>
          </p:nvSpPr>
          <p:spPr>
            <a:xfrm>
              <a:off x="8320022" y="23424"/>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15" name="TextBox 114">
              <a:extLst>
                <a:ext uri="{FF2B5EF4-FFF2-40B4-BE49-F238E27FC236}">
                  <a16:creationId xmlns:a16="http://schemas.microsoft.com/office/drawing/2014/main" id="{ECEDED6E-D31F-A2F8-93BE-5919695A9251}"/>
                </a:ext>
              </a:extLst>
            </p:cNvPr>
            <p:cNvSpPr txBox="1"/>
            <p:nvPr/>
          </p:nvSpPr>
          <p:spPr>
            <a:xfrm>
              <a:off x="8334900" y="53954"/>
              <a:ext cx="402674" cy="276999"/>
            </a:xfrm>
            <a:prstGeom prst="rect">
              <a:avLst/>
            </a:prstGeom>
            <a:noFill/>
          </p:spPr>
          <p:txBody>
            <a:bodyPr wrap="none" rtlCol="0">
              <a:spAutoFit/>
            </a:bodyPr>
            <a:lstStyle/>
            <a:p>
              <a:r>
                <a:rPr lang="en-US" sz="1200" dirty="0"/>
                <a:t>NN</a:t>
              </a:r>
            </a:p>
          </p:txBody>
        </p:sp>
      </p:grpSp>
      <p:sp>
        <p:nvSpPr>
          <p:cNvPr id="3" name="TextBox 2">
            <a:extLst>
              <a:ext uri="{FF2B5EF4-FFF2-40B4-BE49-F238E27FC236}">
                <a16:creationId xmlns:a16="http://schemas.microsoft.com/office/drawing/2014/main" id="{9ED413D5-BFF8-218E-7F4C-66F496E10966}"/>
              </a:ext>
            </a:extLst>
          </p:cNvPr>
          <p:cNvSpPr txBox="1"/>
          <p:nvPr/>
        </p:nvSpPr>
        <p:spPr>
          <a:xfrm>
            <a:off x="1351887" y="1938705"/>
            <a:ext cx="986167" cy="369332"/>
          </a:xfrm>
          <a:prstGeom prst="rect">
            <a:avLst/>
          </a:prstGeom>
          <a:noFill/>
        </p:spPr>
        <p:txBody>
          <a:bodyPr wrap="none" rtlCol="0">
            <a:spAutoFit/>
          </a:bodyPr>
          <a:lstStyle/>
          <a:p>
            <a:r>
              <a:rPr lang="en-US" dirty="0"/>
              <a:t>Motif 52</a:t>
            </a:r>
          </a:p>
        </p:txBody>
      </p:sp>
      <p:sp>
        <p:nvSpPr>
          <p:cNvPr id="7" name="Rectangle: Rounded Corners 6">
            <a:extLst>
              <a:ext uri="{FF2B5EF4-FFF2-40B4-BE49-F238E27FC236}">
                <a16:creationId xmlns:a16="http://schemas.microsoft.com/office/drawing/2014/main" id="{5ABFDA1A-BDFC-2BA0-DCB9-A1B222E6AC1F}"/>
              </a:ext>
            </a:extLst>
          </p:cNvPr>
          <p:cNvSpPr/>
          <p:nvPr/>
        </p:nvSpPr>
        <p:spPr>
          <a:xfrm>
            <a:off x="10618834" y="88794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8" name="Rectangle: Rounded Corners 7">
            <a:extLst>
              <a:ext uri="{FF2B5EF4-FFF2-40B4-BE49-F238E27FC236}">
                <a16:creationId xmlns:a16="http://schemas.microsoft.com/office/drawing/2014/main" id="{13E4ED60-8813-5141-C404-204686A155A1}"/>
              </a:ext>
            </a:extLst>
          </p:cNvPr>
          <p:cNvSpPr/>
          <p:nvPr/>
        </p:nvSpPr>
        <p:spPr>
          <a:xfrm>
            <a:off x="10618834" y="2312289"/>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 name="Rectangle: Rounded Corners 8">
            <a:extLst>
              <a:ext uri="{FF2B5EF4-FFF2-40B4-BE49-F238E27FC236}">
                <a16:creationId xmlns:a16="http://schemas.microsoft.com/office/drawing/2014/main" id="{FF5CD7DC-6BAD-1DD5-DA34-2CC893163020}"/>
              </a:ext>
            </a:extLst>
          </p:cNvPr>
          <p:cNvSpPr/>
          <p:nvPr/>
        </p:nvSpPr>
        <p:spPr>
          <a:xfrm>
            <a:off x="10618834" y="37366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0" name="Rectangle: Rounded Corners 9">
            <a:extLst>
              <a:ext uri="{FF2B5EF4-FFF2-40B4-BE49-F238E27FC236}">
                <a16:creationId xmlns:a16="http://schemas.microsoft.com/office/drawing/2014/main" id="{43B4E109-FD47-3B64-6A75-4A0D6F3E88A2}"/>
              </a:ext>
            </a:extLst>
          </p:cNvPr>
          <p:cNvSpPr/>
          <p:nvPr/>
        </p:nvSpPr>
        <p:spPr>
          <a:xfrm>
            <a:off x="10618834" y="5160981"/>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 name="Straight Arrow Connector 11">
            <a:extLst>
              <a:ext uri="{FF2B5EF4-FFF2-40B4-BE49-F238E27FC236}">
                <a16:creationId xmlns:a16="http://schemas.microsoft.com/office/drawing/2014/main" id="{8D4CD821-CC51-ED12-4D15-63AEB8D7ACC0}"/>
              </a:ext>
            </a:extLst>
          </p:cNvPr>
          <p:cNvCxnSpPr>
            <a:stCxn id="7" idx="2"/>
            <a:endCxn id="8" idx="0"/>
          </p:cNvCxnSpPr>
          <p:nvPr/>
        </p:nvCxnSpPr>
        <p:spPr>
          <a:xfrm>
            <a:off x="11380093" y="1802343"/>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177F36CB-A323-EC16-8E3B-752994661DA2}"/>
              </a:ext>
            </a:extLst>
          </p:cNvPr>
          <p:cNvCxnSpPr>
            <a:cxnSpLocks/>
            <a:stCxn id="8" idx="2"/>
            <a:endCxn id="9" idx="0"/>
          </p:cNvCxnSpPr>
          <p:nvPr/>
        </p:nvCxnSpPr>
        <p:spPr>
          <a:xfrm>
            <a:off x="11380093" y="3226689"/>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148E2332-E632-E236-2ACF-48D5AC652CB6}"/>
              </a:ext>
            </a:extLst>
          </p:cNvPr>
          <p:cNvCxnSpPr>
            <a:cxnSpLocks/>
            <a:stCxn id="10" idx="0"/>
          </p:cNvCxnSpPr>
          <p:nvPr/>
        </p:nvCxnSpPr>
        <p:spPr>
          <a:xfrm flipV="1">
            <a:off x="11380093" y="46510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1" name="Rectangle: Rounded Corners 20">
            <a:extLst>
              <a:ext uri="{FF2B5EF4-FFF2-40B4-BE49-F238E27FC236}">
                <a16:creationId xmlns:a16="http://schemas.microsoft.com/office/drawing/2014/main" id="{86A6B1E9-CE2E-A06F-E997-DD0A5BCF728E}"/>
              </a:ext>
            </a:extLst>
          </p:cNvPr>
          <p:cNvSpPr/>
          <p:nvPr/>
        </p:nvSpPr>
        <p:spPr>
          <a:xfrm>
            <a:off x="5957407" y="3760446"/>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Rounded Corners 22">
            <a:extLst>
              <a:ext uri="{FF2B5EF4-FFF2-40B4-BE49-F238E27FC236}">
                <a16:creationId xmlns:a16="http://schemas.microsoft.com/office/drawing/2014/main" id="{82D26A55-82A9-9195-BA97-5D09FCA9E55B}"/>
              </a:ext>
            </a:extLst>
          </p:cNvPr>
          <p:cNvSpPr/>
          <p:nvPr/>
        </p:nvSpPr>
        <p:spPr>
          <a:xfrm>
            <a:off x="6551509" y="3769972"/>
            <a:ext cx="439293" cy="914399"/>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Rounded Corners 24">
            <a:extLst>
              <a:ext uri="{FF2B5EF4-FFF2-40B4-BE49-F238E27FC236}">
                <a16:creationId xmlns:a16="http://schemas.microsoft.com/office/drawing/2014/main" id="{64C2DD2B-9D5E-27CA-3C34-69F041DD058F}"/>
              </a:ext>
            </a:extLst>
          </p:cNvPr>
          <p:cNvSpPr/>
          <p:nvPr/>
        </p:nvSpPr>
        <p:spPr>
          <a:xfrm>
            <a:off x="4779649" y="3708060"/>
            <a:ext cx="439293" cy="914400"/>
          </a:xfrm>
          <a:prstGeom prst="roundRect">
            <a:avLst/>
          </a:prstGeom>
          <a:solidFill>
            <a:schemeClr val="accent1">
              <a:alpha val="1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F10A41D-609A-4D7A-F997-413179DDE440}"/>
                  </a:ext>
                </a:extLst>
              </p:cNvPr>
              <p:cNvSpPr txBox="1"/>
              <p:nvPr/>
            </p:nvSpPr>
            <p:spPr>
              <a:xfrm>
                <a:off x="5760730" y="3429000"/>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15" name="TextBox 14">
                <a:extLst>
                  <a:ext uri="{FF2B5EF4-FFF2-40B4-BE49-F238E27FC236}">
                    <a16:creationId xmlns:a16="http://schemas.microsoft.com/office/drawing/2014/main" id="{9F10A41D-609A-4D7A-F997-413179DDE440}"/>
                  </a:ext>
                </a:extLst>
              </p:cNvPr>
              <p:cNvSpPr txBox="1">
                <a:spLocks noRot="1" noChangeAspect="1" noMove="1" noResize="1" noEditPoints="1" noAdjustHandles="1" noChangeArrowheads="1" noChangeShapeType="1" noTextEdit="1"/>
              </p:cNvSpPr>
              <p:nvPr/>
            </p:nvSpPr>
            <p:spPr>
              <a:xfrm>
                <a:off x="5760730" y="3429000"/>
                <a:ext cx="352041" cy="369332"/>
              </a:xfrm>
              <a:prstGeom prst="rect">
                <a:avLst/>
              </a:prstGeom>
              <a:blipFill>
                <a:blip r:embed="rId29"/>
                <a:stretch>
                  <a:fillRect r="-3448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E5C4B998-2531-0CB6-9B69-971C3A2A13C1}"/>
                  </a:ext>
                </a:extLst>
              </p:cNvPr>
              <p:cNvSpPr txBox="1"/>
              <p:nvPr/>
            </p:nvSpPr>
            <p:spPr>
              <a:xfrm>
                <a:off x="4557979" y="3367303"/>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17" name="TextBox 16">
                <a:extLst>
                  <a:ext uri="{FF2B5EF4-FFF2-40B4-BE49-F238E27FC236}">
                    <a16:creationId xmlns:a16="http://schemas.microsoft.com/office/drawing/2014/main" id="{E5C4B998-2531-0CB6-9B69-971C3A2A13C1}"/>
                  </a:ext>
                </a:extLst>
              </p:cNvPr>
              <p:cNvSpPr txBox="1">
                <a:spLocks noRot="1" noChangeAspect="1" noMove="1" noResize="1" noEditPoints="1" noAdjustHandles="1" noChangeArrowheads="1" noChangeShapeType="1" noTextEdit="1"/>
              </p:cNvSpPr>
              <p:nvPr/>
            </p:nvSpPr>
            <p:spPr>
              <a:xfrm>
                <a:off x="4557979" y="3367303"/>
                <a:ext cx="352041" cy="369332"/>
              </a:xfrm>
              <a:prstGeom prst="rect">
                <a:avLst/>
              </a:prstGeom>
              <a:blipFill>
                <a:blip r:embed="rId30"/>
                <a:stretch>
                  <a:fillRect r="-3157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B522BF3-CB6B-E4DA-C8D5-6C26675F9AE1}"/>
                  </a:ext>
                </a:extLst>
              </p:cNvPr>
              <p:cNvSpPr txBox="1"/>
              <p:nvPr/>
            </p:nvSpPr>
            <p:spPr>
              <a:xfrm>
                <a:off x="6681798" y="3429000"/>
                <a:ext cx="352041" cy="369332"/>
              </a:xfrm>
              <a:prstGeom prst="rect">
                <a:avLst/>
              </a:prstGeom>
              <a:noFill/>
            </p:spPr>
            <p:txBody>
              <a:bodyPr wrap="square">
                <a:spAutoFit/>
              </a:bodyPr>
              <a:lstStyle/>
              <a:p>
                <a:pPr/>
                <a14:m>
                  <m:oMathPara xmlns:m="http://schemas.openxmlformats.org/officeDocument/2006/math">
                    <m:oMath>
                      <m:sSub>
                        <m:sSubPr>
                          <m:ctrlPr>
                            <a:rPr lang="de-DE" sz="1800" b="0" i="1" smtClean="0">
                              <a:solidFill>
                                <a:schemeClr val="tx1"/>
                              </a:solidFill>
                              <a:latin typeface="Cambria Math" panose="02040503050406030204" pitchFamily="18" charset="0"/>
                            </a:rPr>
                          </m:ctrlPr>
                        </m:sSubPr>
                        <m:e>
                          <m:r>
                            <m:rPr>
                              <m:sty m:val="p"/>
                            </m:rPr>
                            <a:rPr lang="de-DE" sz="1800" b="0" i="1" smtClean="0">
                              <a:solidFill>
                                <a:schemeClr val="tx1"/>
                              </a:solidFill>
                              <a:latin typeface="Cambria Math" panose="02040503050406030204" pitchFamily="18" charset="0"/>
                            </a:rPr>
                            <m:t>r</m:t>
                          </m:r>
                        </m:e>
                        <m:sub>
                          <m:r>
                            <m:rPr>
                              <m:sty m:val="p"/>
                            </m:rPr>
                            <a:rPr lang="de-DE" sz="1800" b="0" i="1" smtClean="0">
                              <a:solidFill>
                                <a:schemeClr val="tx1"/>
                              </a:solidFill>
                              <a:latin typeface="Cambria Math" panose="02040503050406030204" pitchFamily="18" charset="0"/>
                            </a:rPr>
                            <m:t>No</m:t>
                          </m:r>
                        </m:sub>
                      </m:sSub>
                    </m:oMath>
                  </m:oMathPara>
                </a14:m>
                <a:endParaRPr lang="en-US" dirty="0">
                  <a:solidFill>
                    <a:schemeClr val="tx1"/>
                  </a:solidFill>
                </a:endParaRPr>
              </a:p>
            </p:txBody>
          </p:sp>
        </mc:Choice>
        <mc:Fallback xmlns="">
          <p:sp>
            <p:nvSpPr>
              <p:cNvPr id="4" name="TextBox 3">
                <a:extLst>
                  <a:ext uri="{FF2B5EF4-FFF2-40B4-BE49-F238E27FC236}">
                    <a16:creationId xmlns:a16="http://schemas.microsoft.com/office/drawing/2014/main" id="{6B522BF3-CB6B-E4DA-C8D5-6C26675F9AE1}"/>
                  </a:ext>
                </a:extLst>
              </p:cNvPr>
              <p:cNvSpPr txBox="1">
                <a:spLocks noRot="1" noChangeAspect="1" noMove="1" noResize="1" noEditPoints="1" noAdjustHandles="1" noChangeArrowheads="1" noChangeShapeType="1" noTextEdit="1"/>
              </p:cNvSpPr>
              <p:nvPr/>
            </p:nvSpPr>
            <p:spPr>
              <a:xfrm>
                <a:off x="6681798" y="3429000"/>
                <a:ext cx="352041" cy="369332"/>
              </a:xfrm>
              <a:prstGeom prst="rect">
                <a:avLst/>
              </a:prstGeom>
              <a:blipFill>
                <a:blip r:embed="rId31"/>
                <a:stretch>
                  <a:fillRect r="-32759"/>
                </a:stretch>
              </a:blipFill>
            </p:spPr>
            <p:txBody>
              <a:bodyPr/>
              <a:lstStyle/>
              <a:p>
                <a:r>
                  <a:rPr lang="en-US">
                    <a:noFill/>
                  </a:rPr>
                  <a:t> </a:t>
                </a:r>
              </a:p>
            </p:txBody>
          </p:sp>
        </mc:Fallback>
      </mc:AlternateContent>
    </p:spTree>
    <p:extLst>
      <p:ext uri="{BB962C8B-B14F-4D97-AF65-F5344CB8AC3E}">
        <p14:creationId xmlns:p14="http://schemas.microsoft.com/office/powerpoint/2010/main" val="36494605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84668B5-CD52-14EF-9ED2-D83A9C99B63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A4D84DAE-28C6-BA8A-63D1-9D85E6CAC34D}"/>
              </a:ext>
            </a:extLst>
          </p:cNvPr>
          <p:cNvSpPr/>
          <p:nvPr/>
        </p:nvSpPr>
        <p:spPr>
          <a:xfrm>
            <a:off x="1462291"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DAC5BD3B-4D1E-106B-C865-DD1A04761C9B}"/>
              </a:ext>
            </a:extLst>
          </p:cNvPr>
          <p:cNvSpPr/>
          <p:nvPr/>
        </p:nvSpPr>
        <p:spPr>
          <a:xfrm>
            <a:off x="3764816" y="6126480"/>
            <a:ext cx="155448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7EDC76E9-FE89-F131-BCA0-BDD82D477428}"/>
              </a:ext>
            </a:extLst>
          </p:cNvPr>
          <p:cNvSpPr/>
          <p:nvPr/>
        </p:nvSpPr>
        <p:spPr>
          <a:xfrm>
            <a:off x="6067341" y="6126480"/>
            <a:ext cx="155448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6C08CD1-EF0C-0C39-2F69-E98458E0B249}"/>
              </a:ext>
            </a:extLst>
          </p:cNvPr>
          <p:cNvSpPr/>
          <p:nvPr/>
        </p:nvSpPr>
        <p:spPr>
          <a:xfrm>
            <a:off x="8369865" y="6126480"/>
            <a:ext cx="155448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A4D4A382-98C5-2064-EE10-A2CD57B91700}"/>
              </a:ext>
            </a:extLst>
          </p:cNvPr>
          <p:cNvCxnSpPr>
            <a:cxnSpLocks/>
            <a:stCxn id="4" idx="3"/>
            <a:endCxn id="5" idx="1"/>
          </p:cNvCxnSpPr>
          <p:nvPr/>
        </p:nvCxnSpPr>
        <p:spPr>
          <a:xfrm>
            <a:off x="3016771"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7540E91C-01D8-7FFD-FF7F-9FA8DB775553}"/>
              </a:ext>
            </a:extLst>
          </p:cNvPr>
          <p:cNvCxnSpPr>
            <a:cxnSpLocks/>
            <a:stCxn id="5" idx="3"/>
            <a:endCxn id="6" idx="1"/>
          </p:cNvCxnSpPr>
          <p:nvPr/>
        </p:nvCxnSpPr>
        <p:spPr>
          <a:xfrm>
            <a:off x="5319296" y="6492240"/>
            <a:ext cx="7480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7C123041-E7ED-E333-CFF8-408E958C515F}"/>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5B7DFFB-BFA7-3F7A-DEDC-A2D1A9FE01E0}"/>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45B7DFFB-BFA7-3F7A-DEDC-A2D1A9FE01E0}"/>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F67C10E-F9EC-5B1C-9C13-685AFE494033}"/>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F67C10E-F9EC-5B1C-9C13-685AFE494033}"/>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7D23C0D5-3722-EED3-6552-BF5654CC5FC3}"/>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A18BE6C-C0EA-78E5-CEED-7729B2C022B0}"/>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6A18BE6C-C0EA-78E5-CEED-7729B2C022B0}"/>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35B5BBC5-3611-AA87-E3BE-380332108C37}"/>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35B5BBC5-3611-AA87-E3BE-380332108C37}"/>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9DFDA6A-60BE-CD2D-46BD-995CC7E7156D}"/>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8C75CAA0-8A43-A6E7-D66F-5B07C9E0BACD}"/>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8C75CAA0-8A43-A6E7-D66F-5B07C9E0BACD}"/>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C96DF889-CDCB-BF75-062B-F1D495DEDA1B}"/>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E0A306D4-605E-0AA3-180D-241D5D7ECBC0}"/>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7AD72162-B832-D1D9-CA16-56DA7716507C}"/>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F90CA47-A494-62EE-4EB1-12A974EBCAA9}"/>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4105D077-F0A8-89D2-0591-E28744E3BF20}"/>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B1E5257-36B0-5B9E-CE2D-F1A98925BDB4}"/>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7BAA9A14-CE29-C05F-C08D-20C44AAEDE31}"/>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11450DF-C3E8-CD51-8AF0-09BFD5B7408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9FC860BD-E854-3B25-ED71-E0F3A136D0A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9FC860BD-E854-3B25-ED71-E0F3A136D0A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E761BEA9-FA79-A3CE-3723-2579DB3DB4A3}"/>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3FD6740A-8ACB-291A-6DDD-22CF1B822BAE}"/>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2254FCC0-A528-DB7B-06F9-10BAA53D1ADA}"/>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9DFF0982-E3C2-B76A-6242-6E52F5B1C555}"/>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9DFF0982-E3C2-B76A-6242-6E52F5B1C555}"/>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85622C6-79FD-B10F-8405-B5DE9376D913}"/>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E14D365-2B00-D8AF-C1E6-6E187C6672D7}"/>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2E14D365-2B00-D8AF-C1E6-6E187C6672D7}"/>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CBC871AF-9E8D-EC9C-E717-DD7A94AB606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6092000D-9A95-32DA-F4A7-23F54C9F98BE}"/>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6092000D-9A95-32DA-F4A7-23F54C9F98BE}"/>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2901C6A6-913F-44E4-7ADF-93769F7F5480}"/>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F7096A8F-2F63-BCEE-CE78-37C3820D6097}"/>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D5EF3609-1962-8C49-BCE0-D159BA2AFEF7}"/>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6319B64E-784C-E606-4828-4AF54DF87859}"/>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B3E19704-E3F3-C933-76F2-C9F9A9F93991}"/>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DAD19D80-E99D-4639-7E55-7CCB4909AC0D}"/>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DAD19D80-E99D-4639-7E55-7CCB4909AC0D}"/>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8AB774A-3508-55D9-5E2A-ECBA17AA9749}"/>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C8AB774A-3508-55D9-5E2A-ECBA17AA9749}"/>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A6FFC8CD-AD5E-4AA5-FC2A-CCD0EBD67D9E}"/>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A6FFC8CD-AD5E-4AA5-FC2A-CCD0EBD67D9E}"/>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BCC3870A-A707-5347-2AB7-35D84C36612A}"/>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680F2797-D2EA-1593-75A2-F7B8EA6A58E9}"/>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680F2797-D2EA-1593-75A2-F7B8EA6A58E9}"/>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E7478704-C5A1-E6EE-B895-A0BD099B5198}"/>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178C916A-2E40-23D1-9049-A164C19F5AE7}"/>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9FC1F03-BEA9-75BF-35C4-EE0F9272536C}"/>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79FC1F03-BEA9-75BF-35C4-EE0F9272536C}"/>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D046EADC-CAEA-D99B-8046-3CEBF93B1DFD}"/>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D046EADC-CAEA-D99B-8046-3CEBF93B1DFD}"/>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D548C4F6-DA22-FA89-F4AD-4711FAA9AE03}"/>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D548C4F6-DA22-FA89-F4AD-4711FAA9AE03}"/>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D750977-A927-AF00-99BD-7A9A86E4E77C}"/>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9253DBBD-E9E0-4687-7DCE-59F7B1F52916}"/>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2D15A4C8-FEC9-EDFF-FBB9-925C55D95A8A}"/>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6D8E077-2A81-64F3-05AF-4EDAAE08B91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CF8E320-23D1-18B1-21CC-3FAE9921D9BE}"/>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DCF8E320-23D1-18B1-21CC-3FAE9921D9BE}"/>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F22CD4B-15C3-C4B5-E3A5-D8C213A5F89E}"/>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BF22CD4B-15C3-C4B5-E3A5-D8C213A5F89E}"/>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18DE413C-F6AD-C3AF-0151-E5DF2444C7C8}"/>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18DE413C-F6AD-C3AF-0151-E5DF2444C7C8}"/>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F4192FE-6D98-2EA1-0BF2-BD2E88DF21E2}"/>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F4192FE-6D98-2EA1-0BF2-BD2E88DF21E2}"/>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0505B44F-76A0-77B3-FEBA-740F17CB9C91}"/>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47A41AD-5B15-759C-BE2B-5448240FDCEF}"/>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B29C78F-E8F5-BE75-B081-C5031CE2199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6B29C78F-E8F5-BE75-B081-C5031CE2199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1982719F-8E5D-AE7A-ADF0-311270DA2B41}"/>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C277207-6D37-ED94-2784-2473F7211EC3}"/>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6119599-4F36-06D7-70E9-EC3B87826E2E}"/>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13ADE46D-0127-FE93-FF0D-FD2F815A0462}"/>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B7B1752-EA50-38D4-4AF0-7944F2636C50}"/>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0B7B1752-EA50-38D4-4AF0-7944F2636C50}"/>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564B255B-94B3-03C5-0756-913A35353EAF}"/>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564B255B-94B3-03C5-0756-913A35353EAF}"/>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9E0029E-002B-87AD-E60A-C759E4E89BE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89E0029E-002B-87AD-E60A-C759E4E89BE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3C7E369-B695-94C7-F066-C80EF461E80F}"/>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33C7E369-B695-94C7-F066-C80EF461E80F}"/>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DFE5266-EE72-783F-7E12-7986C8C2BBEA}"/>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3DFE5266-EE72-783F-7E12-7986C8C2BBEA}"/>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DA4324C-9C58-D603-C312-CC71790DB4EF}"/>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CA564C33-E8D3-891D-0755-A4957F6775BB}"/>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B196ABE0-18F2-21A8-368A-2C128DA355BA}"/>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073483B2-4C08-57CC-8C88-1F8FC889D15F}"/>
              </a:ext>
            </a:extLst>
          </p:cNvPr>
          <p:cNvSpPr/>
          <p:nvPr/>
        </p:nvSpPr>
        <p:spPr>
          <a:xfrm>
            <a:off x="28753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7803DFE-CA5D-C736-4A25-8560BBDBC642}"/>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1C58DDDB-C9C6-1332-2305-22892677A4D7}"/>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89A1F1C3-BAEA-D24E-708E-5561D24B147A}"/>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058F27D-463B-D00A-0D20-DEC2A278DD5E}"/>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513E9674-BF5F-43D8-68CE-DE1E833D06AA}"/>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B64124DE-BE7C-0E33-5149-4A3B23DFE63E}"/>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AD3DC5D-BD76-EF27-1C9B-AAE6A01684A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3CC67783-E47A-3913-29A2-7080DBD17E2E}"/>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44C808E7-65EE-233B-B0DA-3B63256929A6}"/>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A5D18E9B-EA35-5AA4-4D04-E306900ECC89}"/>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56875F00-0480-31D5-E688-4D90A61BC9B8}"/>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1C9422C-375C-3281-2CD7-6AB611D6A355}"/>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AB90AC36-A528-335E-2467-F9B2BEB0308E}"/>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2674EFA-0B7A-BDC9-E0C0-915AA1B6A4D2}"/>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E8857010-64A4-2F71-2A11-0DF1825AA26D}"/>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778258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D23BA20-D19F-98A2-14E3-6EB1E6A07FE3}"/>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8CBB07A-DBD1-FFD4-3B38-D819FE28890F}"/>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3F4E107-DE54-F5CE-8284-E68B573BFCE9}"/>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C366D190-D059-6E60-5DCC-03200772E3C8}"/>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59819440-D349-5A07-AEEB-3F56A6F61306}"/>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7FC2D431-0A89-665D-E60E-C6289973AD3B}"/>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65D5FC0-C106-94A8-6C0F-08E8F08B616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C5232050-CEC3-CA24-DFDC-B949BDAD35CC}"/>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D26F1C18-7E26-C0B2-CE31-CF8B3A466D1B}"/>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D26F1C18-7E26-C0B2-CE31-CF8B3A466D1B}"/>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25901F8-2AF5-65D0-F5FA-E6E613C254DC}"/>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C25901F8-2AF5-65D0-F5FA-E6E613C254DC}"/>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3C125F9B-CA18-A618-C441-CE08CBC57E17}"/>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3D514DC0-3AD8-5609-C679-29027976E73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3D514DC0-3AD8-5609-C679-29027976E73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1297029-2189-00FC-F291-EF150CC9A39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61297029-2189-00FC-F291-EF150CC9A39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812819B2-8F1A-6781-6557-EA33BB8437AA}"/>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36C832F5-8463-2D94-3F67-7896E677580E}"/>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36C832F5-8463-2D94-3F67-7896E677580E}"/>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CC4784B-D325-059E-5DCC-D59C5BA009D2}"/>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92C7D0AD-7634-496E-13DB-4A360B2A7244}"/>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63150286-C47F-676F-00F7-DDE89EBED81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C28CC354-D347-4A24-3AB1-41F59D192BA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22B0594-BCDE-C70B-2C92-8FB6028E8BD1}"/>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6D961F8D-F1E4-C5EE-58E1-BCDB3075B2DC}"/>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C9D30B9D-725E-8AB5-D397-1070729B127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A086437D-419B-47CE-89D4-5C5DF668299A}"/>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25D8C54A-7C6C-A801-5381-38682B8ADC75}"/>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25D8C54A-7C6C-A801-5381-38682B8ADC75}"/>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D9397705-8D5C-FF7B-8F22-0C404C4D6C29}"/>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F7BCC9C-DF92-792D-9ED8-10417E073CA3}"/>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69D6A11F-D395-52A0-9261-F3C61C8903DB}"/>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CD1AEE16-4B93-ED06-D247-6977274A6A77}"/>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CD1AEE16-4B93-ED06-D247-6977274A6A77}"/>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961D081-8FA1-2F96-5CBC-59C60B684660}"/>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9C43D91-4E31-59DA-9123-16801ABF90B9}"/>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9C43D91-4E31-59DA-9123-16801ABF90B9}"/>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E11CCBE4-7A7F-3DDF-47E2-9E63C6E8F74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2B37DD5C-8A35-A028-EC8B-C8FD1422471C}"/>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2B37DD5C-8A35-A028-EC8B-C8FD1422471C}"/>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38EA130-EC9D-05EF-321B-FCFFD9FB29AE}"/>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23FA6A86-0199-B1C7-8E8A-14170E0D6629}"/>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F54685AF-C57B-5D40-20E2-FE203EACAB35}"/>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25C2C11A-6036-3C0B-00FE-329A6F9AAF9A}"/>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E1C2D04E-4D4F-5F84-6DA7-3778C9D9DC9A}"/>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561A60E6-2885-71FE-BE04-451A0A418981}"/>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561A60E6-2885-71FE-BE04-451A0A418981}"/>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75405E33-396F-831B-1CC8-39B323BF2330}"/>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75405E33-396F-831B-1CC8-39B323BF2330}"/>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E01C68CD-78CF-7EF3-6D0C-FE04F82E4934}"/>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E01C68CD-78CF-7EF3-6D0C-FE04F82E4934}"/>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75EF50A2-23E1-72A7-D439-D149EDE413FB}"/>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351A1E6D-3482-3DBD-AB39-6743FD6447EC}"/>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351A1E6D-3482-3DBD-AB39-6743FD6447EC}"/>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1E23B1A0-5ABC-9EF4-30D4-C6A2A3CE6A83}"/>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345805CC-7696-3531-C247-89F5B04DCC48}"/>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91846A91-C174-3F2B-35DB-2FAB9DB46AAD}"/>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91846A91-C174-3F2B-35DB-2FAB9DB46AAD}"/>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3F33A74-AD92-8756-BDD2-8D39768CC6B3}"/>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3F33A74-AD92-8756-BDD2-8D39768CC6B3}"/>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2A1A34A-AF13-751C-32F2-67CC27CF6204}"/>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2A1A34A-AF13-751C-32F2-67CC27CF6204}"/>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DE657ABE-CDAD-7AA9-CBA6-6DB0AAC8118D}"/>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4CC063F8-CB58-F8A8-6B95-40654DFD63F7}"/>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69D43163-8E06-B841-C856-4BC4E5C98DC9}"/>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08352917-22AC-CE8C-B78C-873736451BA3}"/>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345C21A5-0EEB-E886-ACDD-B4B5F1EC58D2}"/>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345C21A5-0EEB-E886-ACDD-B4B5F1EC58D2}"/>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58B4EC6C-BB47-95BE-1E43-9FC23560B0A9}"/>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58B4EC6C-BB47-95BE-1E43-9FC23560B0A9}"/>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E1899B4-75D1-8D41-8A49-17D515D2F1C2}"/>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7E1899B4-75D1-8D41-8A49-17D515D2F1C2}"/>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AAA046FD-B4B1-A461-0C4C-F90C8F86C354}"/>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AAA046FD-B4B1-A461-0C4C-F90C8F86C354}"/>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F0793199-6DAC-2EE2-A981-5F4A0DD89FDE}"/>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8B9A11E2-9ECE-CDC0-F6A4-6C051C48F203}"/>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F037987-4DF4-055A-CEB4-5B2416C20974}"/>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2F037987-4DF4-055A-CEB4-5B2416C20974}"/>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EB81772-6793-B787-FBD4-CCCC93827E9F}"/>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C59A6E97-7EB8-85DE-2FB0-E5E1FF5BC60A}"/>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197004B2-8858-7F93-7E9B-BA9C8F11F5AC}"/>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9DFE59C1-B27B-190D-59AD-03DF925010C7}"/>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CF77BB8-F621-64C7-FB2C-0693728E6F05}"/>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BCF77BB8-F621-64C7-FB2C-0693728E6F05}"/>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28868A95-757A-EE73-FFD9-2056A3E2B1A4}"/>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28868A95-757A-EE73-FFD9-2056A3E2B1A4}"/>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496ABCC-6297-9D08-ADD9-C566B28DF60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496ABCC-6297-9D08-ADD9-C566B28DF60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7DF6B845-3A36-6B74-02A7-B3C7009769D4}"/>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7DF6B845-3A36-6B74-02A7-B3C7009769D4}"/>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7D99413-212F-35CA-E093-3C800165A610}"/>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C7D99413-212F-35CA-E093-3C800165A610}"/>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1ECF490B-5191-1D1F-28A5-06C88A001727}"/>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0AEDA90E-832D-7BB7-A5AC-09C545A11A61}"/>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73A540FF-C7F4-B26D-7400-1E3F06FA0BF0}"/>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6FB540DE-695E-7280-3F20-5BA7A668EC75}"/>
              </a:ext>
            </a:extLst>
          </p:cNvPr>
          <p:cNvSpPr/>
          <p:nvPr/>
        </p:nvSpPr>
        <p:spPr>
          <a:xfrm>
            <a:off x="287532" y="3087592"/>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EC88761-1FFF-3708-172E-D0DA6423B99E}"/>
              </a:ext>
            </a:extLst>
          </p:cNvPr>
          <p:cNvSpPr txBox="1"/>
          <p:nvPr/>
        </p:nvSpPr>
        <p:spPr>
          <a:xfrm>
            <a:off x="282144" y="3194043"/>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3477D63D-0444-7B01-1E1E-35BE2CBCA2BA}"/>
              </a:ext>
            </a:extLst>
          </p:cNvPr>
          <p:cNvSpPr>
            <a:spLocks noChangeAspect="1"/>
          </p:cNvSpPr>
          <p:nvPr/>
        </p:nvSpPr>
        <p:spPr>
          <a:xfrm>
            <a:off x="129509" y="2958144"/>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BE2101BC-E7BD-E10C-A370-8CA241F831CC}"/>
              </a:ext>
            </a:extLst>
          </p:cNvPr>
          <p:cNvSpPr/>
          <p:nvPr/>
        </p:nvSpPr>
        <p:spPr>
          <a:xfrm>
            <a:off x="202475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496A98B-8980-7D74-CCF3-83C7254FDD72}"/>
              </a:ext>
            </a:extLst>
          </p:cNvPr>
          <p:cNvSpPr txBox="1"/>
          <p:nvPr/>
        </p:nvSpPr>
        <p:spPr>
          <a:xfrm>
            <a:off x="2133885" y="3208669"/>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9FFC2D59-68AE-D584-3820-56F36125C48D}"/>
              </a:ext>
            </a:extLst>
          </p:cNvPr>
          <p:cNvSpPr>
            <a:spLocks noChangeAspect="1"/>
          </p:cNvSpPr>
          <p:nvPr/>
        </p:nvSpPr>
        <p:spPr>
          <a:xfrm>
            <a:off x="186672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411D0F2B-4165-2A70-C988-9A8BD6DD8F72}"/>
              </a:ext>
            </a:extLst>
          </p:cNvPr>
          <p:cNvCxnSpPr>
            <a:cxnSpLocks/>
            <a:stCxn id="2" idx="3"/>
            <a:endCxn id="12" idx="1"/>
          </p:cNvCxnSpPr>
          <p:nvPr/>
        </p:nvCxnSpPr>
        <p:spPr>
          <a:xfrm>
            <a:off x="157692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138474FB-75D4-7F58-812F-027E86991825}"/>
              </a:ext>
            </a:extLst>
          </p:cNvPr>
          <p:cNvSpPr/>
          <p:nvPr/>
        </p:nvSpPr>
        <p:spPr>
          <a:xfrm>
            <a:off x="3761972" y="3087592"/>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9121449E-BC53-9DAF-868A-EF43B1B46C52}"/>
              </a:ext>
            </a:extLst>
          </p:cNvPr>
          <p:cNvSpPr txBox="1"/>
          <p:nvPr/>
        </p:nvSpPr>
        <p:spPr>
          <a:xfrm>
            <a:off x="3695345" y="3208669"/>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6E052C30-C60E-284F-58A2-A8E261A9BF9A}"/>
              </a:ext>
            </a:extLst>
          </p:cNvPr>
          <p:cNvSpPr>
            <a:spLocks noChangeAspect="1"/>
          </p:cNvSpPr>
          <p:nvPr/>
        </p:nvSpPr>
        <p:spPr>
          <a:xfrm>
            <a:off x="3603949" y="2929569"/>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75CD46F5-75A3-34A7-A1DC-DA5E44537F80}"/>
              </a:ext>
            </a:extLst>
          </p:cNvPr>
          <p:cNvCxnSpPr>
            <a:cxnSpLocks/>
            <a:endCxn id="18" idx="1"/>
          </p:cNvCxnSpPr>
          <p:nvPr/>
        </p:nvCxnSpPr>
        <p:spPr>
          <a:xfrm>
            <a:off x="3314144" y="3471296"/>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00042FD1-9C19-E899-819C-7ED2DA37F4CD}"/>
              </a:ext>
            </a:extLst>
          </p:cNvPr>
          <p:cNvSpPr/>
          <p:nvPr/>
        </p:nvSpPr>
        <p:spPr>
          <a:xfrm>
            <a:off x="5499592" y="307520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026A673B-9BA9-5B7A-CF24-14A4B29E3E33}"/>
              </a:ext>
            </a:extLst>
          </p:cNvPr>
          <p:cNvSpPr txBox="1"/>
          <p:nvPr/>
        </p:nvSpPr>
        <p:spPr>
          <a:xfrm>
            <a:off x="5676847" y="3196283"/>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8FB0595F-3AB0-BD9E-4759-669B0637B226}"/>
              </a:ext>
            </a:extLst>
          </p:cNvPr>
          <p:cNvSpPr>
            <a:spLocks noChangeAspect="1"/>
          </p:cNvSpPr>
          <p:nvPr/>
        </p:nvSpPr>
        <p:spPr>
          <a:xfrm>
            <a:off x="5341569" y="291718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83C1C4C8-8DC0-0A08-4BCC-478CC0F108CD}"/>
              </a:ext>
            </a:extLst>
          </p:cNvPr>
          <p:cNvCxnSpPr>
            <a:cxnSpLocks/>
            <a:endCxn id="22" idx="1"/>
          </p:cNvCxnSpPr>
          <p:nvPr/>
        </p:nvCxnSpPr>
        <p:spPr>
          <a:xfrm>
            <a:off x="5051764" y="345891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34BB30D4-2D1F-B6F6-0832-3DAA50F415A7}"/>
              </a:ext>
            </a:extLst>
          </p:cNvPr>
          <p:cNvSpPr txBox="1"/>
          <p:nvPr/>
        </p:nvSpPr>
        <p:spPr>
          <a:xfrm>
            <a:off x="210110" y="4209458"/>
            <a:ext cx="4540794" cy="369332"/>
          </a:xfrm>
          <a:prstGeom prst="rect">
            <a:avLst/>
          </a:prstGeom>
          <a:noFill/>
        </p:spPr>
        <p:txBody>
          <a:bodyPr wrap="square">
            <a:spAutoFit/>
          </a:bodyPr>
          <a:lstStyle/>
          <a:p>
            <a:r>
              <a:rPr lang="en-US" b="0" i="0" dirty="0">
                <a:effectLst/>
                <a:latin typeface="Menlo"/>
              </a:rPr>
              <a:t>Total candidates (4-reaction topology): 22</a:t>
            </a:r>
            <a:endParaRPr lang="en-US" dirty="0"/>
          </a:p>
        </p:txBody>
      </p:sp>
      <p:pic>
        <p:nvPicPr>
          <p:cNvPr id="50" name="Picture 49">
            <a:extLst>
              <a:ext uri="{FF2B5EF4-FFF2-40B4-BE49-F238E27FC236}">
                <a16:creationId xmlns:a16="http://schemas.microsoft.com/office/drawing/2014/main" id="{F9FE1867-F928-947B-D383-5AEC98E51FA4}"/>
              </a:ext>
            </a:extLst>
          </p:cNvPr>
          <p:cNvPicPr>
            <a:picLocks noChangeAspect="1"/>
          </p:cNvPicPr>
          <p:nvPr/>
        </p:nvPicPr>
        <p:blipFill>
          <a:blip r:embed="rId29"/>
          <a:stretch>
            <a:fillRect/>
          </a:stretch>
        </p:blipFill>
        <p:spPr>
          <a:xfrm>
            <a:off x="6886731" y="2944209"/>
            <a:ext cx="5249008" cy="2857899"/>
          </a:xfrm>
          <a:prstGeom prst="rect">
            <a:avLst/>
          </a:prstGeom>
        </p:spPr>
      </p:pic>
      <p:cxnSp>
        <p:nvCxnSpPr>
          <p:cNvPr id="15" name="Straight Arrow Connector 14">
            <a:extLst>
              <a:ext uri="{FF2B5EF4-FFF2-40B4-BE49-F238E27FC236}">
                <a16:creationId xmlns:a16="http://schemas.microsoft.com/office/drawing/2014/main" id="{25D7B7A4-DA44-1DEF-3BFD-7E17D45D06BB}"/>
              </a:ext>
            </a:extLst>
          </p:cNvPr>
          <p:cNvCxnSpPr>
            <a:cxnSpLocks/>
          </p:cNvCxnSpPr>
          <p:nvPr/>
        </p:nvCxnSpPr>
        <p:spPr>
          <a:xfrm>
            <a:off x="7621821" y="6492240"/>
            <a:ext cx="748044" cy="0"/>
          </a:xfrm>
          <a:prstGeom prst="straightConnector1">
            <a:avLst/>
          </a:prstGeom>
          <a:ln>
            <a:headEnd type="triangle" w="lg" len="lg"/>
            <a:tailEnd type="non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360956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85C55B7-523D-8565-C92A-3FEA51708560}"/>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A72C35A-A172-FDCD-A80B-FF73C73E0337}"/>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FB976987-FB6B-9F1B-BDF6-50269CEEBA0B}"/>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3EB9EA9A-0D92-5F66-F1A6-BE2B2759FF0D}"/>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BD4A79BC-9C8B-44C5-4C64-2CD9B50BF9F7}"/>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B5B3BB8C-A08A-04BF-85C0-D3DB42E15911}"/>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EBD1694-28A1-1701-9EDD-E84FB578523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225CA34-9446-61B0-09C0-F384A2FCDBCC}"/>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8FD73A8B-2CDB-DA23-2A6C-AC19690AC2A5}"/>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5D1E8C3D-C2B4-56FC-4729-D7A233A7DC19}"/>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5D1E8C3D-C2B4-56FC-4729-D7A233A7DC19}"/>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1C995A1-C2D4-FFFD-56EB-CE0611418D17}"/>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1C995A1-C2D4-FFFD-56EB-CE0611418D17}"/>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6DE03E31-657B-9072-D460-6030A7121295}"/>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8DCA8EA4-0377-1186-2094-74111265ED61}"/>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8DCA8EA4-0377-1186-2094-74111265ED61}"/>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FE93079-5D7A-7E25-E1A6-040AF94D0020}"/>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9FE93079-5D7A-7E25-E1A6-040AF94D0020}"/>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DF1F4A02-AC92-8AC2-D3B8-35AFC831A069}"/>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F3ABED9-C621-4A42-D562-C80A99234CD2}"/>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F3ABED9-C621-4A42-D562-C80A99234CD2}"/>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B34E7087-F71E-B5A9-6F89-1D15BD688A31}"/>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80F05550-FF2B-682C-CE3E-4AAC1E47EE47}"/>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0094250B-4E39-7B07-DA4A-B979DA8A44E2}"/>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A175AEB-5322-BE58-F87E-40ABC878DDFE}"/>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079C9681-2BC0-8F82-0BDD-824A3D192A6B}"/>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FB8BD709-DC59-EDCE-3359-10A025549109}"/>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42D51C6-E5A6-5425-DA02-0F5D689A8F83}"/>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4A731527-01CA-94A0-807C-1B647B80EAF5}"/>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03124156-2E54-4AEF-13D7-4A0CE216AA14}"/>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03124156-2E54-4AEF-13D7-4A0CE216AA14}"/>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44FA5EBA-E48A-D4FD-F4A4-DD11FEA84595}"/>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2A043D18-74D0-EA4E-8DFD-5A8DFA827F19}"/>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E88C0E8E-5869-01BD-3CFA-46E887B637C2}"/>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AA31719D-0570-F002-00B6-7F33863530AA}"/>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AA31719D-0570-F002-00B6-7F33863530AA}"/>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B42388A0-38D8-9321-3260-7961FE7959ED}"/>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57EF8D08-E78E-11F6-07D5-4E8D594C3B2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57EF8D08-E78E-11F6-07D5-4E8D594C3B2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B1D3AD22-3E61-09B1-5087-569B9FE15956}"/>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4981E59-C4C9-3ACF-387D-65EF902E763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44981E59-C4C9-3ACF-387D-65EF902E763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8871BD1D-EC34-3D08-CEB7-F9F842DCFDDC}"/>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188D0EE7-4CD4-89F1-0B76-34931CA15732}"/>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ACF5C6FF-BE95-E460-FE8B-C2D606EDB78A}"/>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78234966-397B-6AF7-501E-BE4C25502790}"/>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0B7B7168-F531-0F88-A8C7-60FA723C8310}"/>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90E20DE6-F981-E528-0DB0-CCA45EFFD9FA}"/>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90E20DE6-F981-E528-0DB0-CCA45EFFD9FA}"/>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1D96C7DB-F27F-38CE-BE9B-E7E98A84D9C4}"/>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1D96C7DB-F27F-38CE-BE9B-E7E98A84D9C4}"/>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945AE56D-61A5-00DE-7352-9C5D14D3E811}"/>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945AE56D-61A5-00DE-7352-9C5D14D3E811}"/>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F29DC6B1-C1E9-D66A-1983-32FBB046055F}"/>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1E0C4E94-8060-874B-A083-A3C566086FB5}"/>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1E0C4E94-8060-874B-A083-A3C566086FB5}"/>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7706B744-F50A-DF0A-32E3-7C42FD04590C}"/>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8AB5DEC4-FA3F-BF34-5177-4E3184F104DC}"/>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82D591D2-735D-63CB-D20E-33871DB32779}"/>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82D591D2-735D-63CB-D20E-33871DB32779}"/>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76C8795-FE07-EBD0-ADE7-419E28BE9D0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176C8795-FE07-EBD0-ADE7-419E28BE9D0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6422384F-EB81-21B8-8437-86AD9A176140}"/>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6422384F-EB81-21B8-8437-86AD9A176140}"/>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596FD6D6-858C-53B5-AF83-FB95BA7AC39A}"/>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AC043DDB-8666-B5AB-1F3E-AF6F7339D0AB}"/>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4217F2D9-89DF-99F3-9588-C5EE138732B8}"/>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4C93498F-DB07-4487-3C52-D4B4A0C10406}"/>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62D11D39-4FDF-5540-51D6-8FA8FAF4CACF}"/>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62D11D39-4FDF-5540-51D6-8FA8FAF4CACF}"/>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C5336811-6812-595A-06E9-278A6A9BCE73}"/>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C5336811-6812-595A-06E9-278A6A9BCE73}"/>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663DA83-B9A6-63D8-A0EB-7CFF12C0DEE0}"/>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F663DA83-B9A6-63D8-A0EB-7CFF12C0DEE0}"/>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22A73132-A6C0-9747-24FB-D0B1786530C0}"/>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22A73132-A6C0-9747-24FB-D0B1786530C0}"/>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B70D2FFF-21B9-9C13-BD05-7C0A5BB6EE62}"/>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6188155A-EAD9-1EAB-C52F-1B50F3E3EA46}"/>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338112B-F470-D2D4-EAB6-E0C6CE404E8C}"/>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D338112B-F470-D2D4-EAB6-E0C6CE404E8C}"/>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0769E67E-357E-8F2A-30B2-D7C6B151534E}"/>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50FCA170-3199-1AB6-9501-8468E56A0779}"/>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08FCAD5D-A80D-CACB-293A-051E5855C6F9}"/>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C1F97182-28F0-FE5A-B5FA-7751D4A4F508}"/>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388D00-0826-6E3F-7981-6DB120C0039E}"/>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50388D00-0826-6E3F-7981-6DB120C0039E}"/>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9E9DB10-0E8B-A60D-2D0A-AD3829509D80}"/>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D9E9DB10-0E8B-A60D-2D0A-AD3829509D80}"/>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F5B0A67-69BC-DDE6-D5C1-48EEAE990A34}"/>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BF5B0A67-69BC-DDE6-D5C1-48EEAE990A34}"/>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D3F7F8-C94E-4A0F-C68D-070AABB6AC72}"/>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B6D3F7F8-C94E-4A0F-C68D-070AABB6AC72}"/>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858D489F-E3B6-EE20-6E29-0C609871EE76}"/>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858D489F-E3B6-EE20-6E29-0C609871EE76}"/>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9BCD99D5-7F76-6CB7-1D4E-6F433C18EA80}"/>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9C016EBC-870E-A363-1EF9-425418D97733}"/>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656CBDFA-8ECB-2017-16CE-7DD226F898A8}"/>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7895B9D3-4D74-16DC-4129-E3402BB20B3C}"/>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8CF4DF5-6554-6620-7C12-BA2B8F5BDBA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E941211E-BE8F-4653-058E-E3FA2BD2223F}"/>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11689145-5160-F2C9-8ABA-2395916F3C55}"/>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2C1AFAEA-E9CB-0B17-C2B5-253B0849A2C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8075CE64-2282-7E4B-3C21-7B1854D5D53C}"/>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5B7D79FB-3CF7-6B1C-C0B4-33966DDED2F6}"/>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D30075F6-D194-20BA-6E5A-822429A31774}"/>
              </a:ext>
            </a:extLst>
          </p:cNvPr>
          <p:cNvSpPr/>
          <p:nvPr/>
        </p:nvSpPr>
        <p:spPr>
          <a:xfrm>
            <a:off x="3713684" y="2819746"/>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48CA1AD-ACC4-65C7-5751-5CA5CCA7B722}"/>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900612CA-981A-629D-290C-81BDD6AEAC97}"/>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07666C6B-CF30-3165-E543-9EE72F4BD0D5}"/>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9A8121EF-ADEA-E9D6-6B30-D811C021C85A}"/>
              </a:ext>
            </a:extLst>
          </p:cNvPr>
          <p:cNvSpPr/>
          <p:nvPr/>
        </p:nvSpPr>
        <p:spPr>
          <a:xfrm>
            <a:off x="5451304" y="2807360"/>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29E18020-80E3-F2AC-02A4-274648B41BFF}"/>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EECF927C-AF0F-6FF1-8714-B3F2B0302FA4}"/>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CB9D1E15-E9CB-009B-1592-15909774779D}"/>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6" name="Picture 25">
            <a:extLst>
              <a:ext uri="{FF2B5EF4-FFF2-40B4-BE49-F238E27FC236}">
                <a16:creationId xmlns:a16="http://schemas.microsoft.com/office/drawing/2014/main" id="{23876092-07DB-5B50-08F6-0A932B247948}"/>
              </a:ext>
            </a:extLst>
          </p:cNvPr>
          <p:cNvPicPr>
            <a:picLocks noChangeAspect="1"/>
          </p:cNvPicPr>
          <p:nvPr/>
        </p:nvPicPr>
        <p:blipFill>
          <a:blip r:embed="rId29"/>
          <a:stretch>
            <a:fillRect/>
          </a:stretch>
        </p:blipFill>
        <p:spPr>
          <a:xfrm>
            <a:off x="5497709" y="3676605"/>
            <a:ext cx="6620799" cy="2267266"/>
          </a:xfrm>
          <a:prstGeom prst="rect">
            <a:avLst/>
          </a:prstGeom>
        </p:spPr>
      </p:pic>
      <p:sp>
        <p:nvSpPr>
          <p:cNvPr id="28" name="TextBox 27">
            <a:extLst>
              <a:ext uri="{FF2B5EF4-FFF2-40B4-BE49-F238E27FC236}">
                <a16:creationId xmlns:a16="http://schemas.microsoft.com/office/drawing/2014/main" id="{D87CDCCD-D846-80C2-D14C-22326EF2250E}"/>
              </a:ext>
            </a:extLst>
          </p:cNvPr>
          <p:cNvSpPr txBox="1"/>
          <p:nvPr/>
        </p:nvSpPr>
        <p:spPr>
          <a:xfrm>
            <a:off x="-53273" y="4224577"/>
            <a:ext cx="5216737" cy="646331"/>
          </a:xfrm>
          <a:prstGeom prst="rect">
            <a:avLst/>
          </a:prstGeom>
          <a:noFill/>
        </p:spPr>
        <p:txBody>
          <a:bodyPr wrap="square">
            <a:spAutoFit/>
          </a:bodyPr>
          <a:lstStyle/>
          <a:p>
            <a:r>
              <a:rPr lang="en-US" dirty="0"/>
              <a:t>Joint candidates passing 7-reaction gene-</a:t>
            </a:r>
            <a:r>
              <a:rPr lang="en-US" dirty="0" err="1"/>
              <a:t>disjointness</a:t>
            </a:r>
            <a:r>
              <a:rPr lang="en-US" dirty="0"/>
              <a:t>: 31</a:t>
            </a:r>
          </a:p>
        </p:txBody>
      </p:sp>
    </p:spTree>
    <p:extLst>
      <p:ext uri="{BB962C8B-B14F-4D97-AF65-F5344CB8AC3E}">
        <p14:creationId xmlns:p14="http://schemas.microsoft.com/office/powerpoint/2010/main" val="148948839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3CEE1F-6718-81A1-46D2-7CF496256C99}"/>
            </a:ext>
          </a:extLst>
        </p:cNvPr>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C38B6FC7-199C-F1A9-5FC7-56A07973DF56}"/>
              </a:ext>
            </a:extLst>
          </p:cNvPr>
          <p:cNvSpPr/>
          <p:nvPr/>
        </p:nvSpPr>
        <p:spPr>
          <a:xfrm>
            <a:off x="112333"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9027EC54-733E-F5AE-65BF-978BDB9C4A45}"/>
              </a:ext>
            </a:extLst>
          </p:cNvPr>
          <p:cNvSpPr/>
          <p:nvPr/>
        </p:nvSpPr>
        <p:spPr>
          <a:xfrm>
            <a:off x="1948877" y="6080783"/>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6FD7A601-0B76-8C16-CDFE-808A3988E83A}"/>
              </a:ext>
            </a:extLst>
          </p:cNvPr>
          <p:cNvSpPr/>
          <p:nvPr/>
        </p:nvSpPr>
        <p:spPr>
          <a:xfrm>
            <a:off x="3785421" y="6080783"/>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384CE302-80B2-99FA-62CF-2E795CA1D049}"/>
              </a:ext>
            </a:extLst>
          </p:cNvPr>
          <p:cNvSpPr/>
          <p:nvPr/>
        </p:nvSpPr>
        <p:spPr>
          <a:xfrm>
            <a:off x="5621966" y="6080783"/>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2EC3A91A-F46C-269D-B985-DCA508D60C62}"/>
              </a:ext>
            </a:extLst>
          </p:cNvPr>
          <p:cNvCxnSpPr>
            <a:cxnSpLocks/>
            <a:stCxn id="4" idx="3"/>
            <a:endCxn id="5" idx="1"/>
          </p:cNvCxnSpPr>
          <p:nvPr/>
        </p:nvCxnSpPr>
        <p:spPr>
          <a:xfrm>
            <a:off x="1483933"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00FA93C-18A6-FBFE-92B1-F9BBC868FA27}"/>
              </a:ext>
            </a:extLst>
          </p:cNvPr>
          <p:cNvCxnSpPr>
            <a:cxnSpLocks/>
            <a:stCxn id="5" idx="3"/>
            <a:endCxn id="6" idx="1"/>
          </p:cNvCxnSpPr>
          <p:nvPr/>
        </p:nvCxnSpPr>
        <p:spPr>
          <a:xfrm>
            <a:off x="3320477" y="6446543"/>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93F23AB-6885-8016-32BF-FA2FAE4EB210}"/>
              </a:ext>
            </a:extLst>
          </p:cNvPr>
          <p:cNvCxnSpPr>
            <a:cxnSpLocks/>
            <a:stCxn id="6" idx="3"/>
            <a:endCxn id="7" idx="1"/>
          </p:cNvCxnSpPr>
          <p:nvPr/>
        </p:nvCxnSpPr>
        <p:spPr>
          <a:xfrm>
            <a:off x="5157021" y="6446543"/>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9" name="Oval 68">
            <a:extLst>
              <a:ext uri="{FF2B5EF4-FFF2-40B4-BE49-F238E27FC236}">
                <a16:creationId xmlns:a16="http://schemas.microsoft.com/office/drawing/2014/main" id="{16DFCDF2-C5D6-55F1-3692-F3DD2C82A2D0}"/>
              </a:ext>
            </a:extLst>
          </p:cNvPr>
          <p:cNvSpPr>
            <a:spLocks noChangeAspect="1"/>
          </p:cNvSpPr>
          <p:nvPr/>
        </p:nvSpPr>
        <p:spPr>
          <a:xfrm>
            <a:off x="4944147" y="49499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E70EDC39-5E68-5542-00E4-BA7542A0301A}"/>
                  </a:ext>
                </a:extLst>
              </p:cNvPr>
              <p:cNvSpPr txBox="1"/>
              <p:nvPr/>
            </p:nvSpPr>
            <p:spPr>
              <a:xfrm>
                <a:off x="4889951" y="46627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70" name="TextBox 69">
                <a:extLst>
                  <a:ext uri="{FF2B5EF4-FFF2-40B4-BE49-F238E27FC236}">
                    <a16:creationId xmlns:a16="http://schemas.microsoft.com/office/drawing/2014/main" id="{E70EDC39-5E68-5542-00E4-BA7542A0301A}"/>
                  </a:ext>
                </a:extLst>
              </p:cNvPr>
              <p:cNvSpPr txBox="1">
                <a:spLocks noRot="1" noChangeAspect="1" noMove="1" noResize="1" noEditPoints="1" noAdjustHandles="1" noChangeArrowheads="1" noChangeShapeType="1" noTextEdit="1"/>
              </p:cNvSpPr>
              <p:nvPr/>
            </p:nvSpPr>
            <p:spPr>
              <a:xfrm>
                <a:off x="4889951" y="466275"/>
                <a:ext cx="518558" cy="394019"/>
              </a:xfrm>
              <a:prstGeom prst="rect">
                <a:avLst/>
              </a:prstGeom>
              <a:blipFill>
                <a:blip r:embed="rId3"/>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0D30ADA-9C00-98D7-BED7-384CD3628A10}"/>
                  </a:ext>
                </a:extLst>
              </p:cNvPr>
              <p:cNvSpPr txBox="1"/>
              <p:nvPr/>
            </p:nvSpPr>
            <p:spPr>
              <a:xfrm>
                <a:off x="6042817" y="32025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50D30ADA-9C00-98D7-BED7-384CD3628A10}"/>
                  </a:ext>
                </a:extLst>
              </p:cNvPr>
              <p:cNvSpPr txBox="1">
                <a:spLocks noRot="1" noChangeAspect="1" noMove="1" noResize="1" noEditPoints="1" noAdjustHandles="1" noChangeArrowheads="1" noChangeShapeType="1" noTextEdit="1"/>
              </p:cNvSpPr>
              <p:nvPr/>
            </p:nvSpPr>
            <p:spPr>
              <a:xfrm>
                <a:off x="6042817" y="320258"/>
                <a:ext cx="507796" cy="369332"/>
              </a:xfrm>
              <a:prstGeom prst="rect">
                <a:avLst/>
              </a:prstGeom>
              <a:blipFill>
                <a:blip r:embed="rId4"/>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E877D3CB-B527-72C6-D9F3-7757AA260B8D}"/>
              </a:ext>
            </a:extLst>
          </p:cNvPr>
          <p:cNvSpPr>
            <a:spLocks noChangeAspect="1"/>
          </p:cNvSpPr>
          <p:nvPr/>
        </p:nvSpPr>
        <p:spPr>
          <a:xfrm>
            <a:off x="6106964" y="118832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F51D9EAC-FC1E-D844-AF94-03B7CF2A3969}"/>
                  </a:ext>
                </a:extLst>
              </p:cNvPr>
              <p:cNvSpPr txBox="1"/>
              <p:nvPr/>
            </p:nvSpPr>
            <p:spPr>
              <a:xfrm>
                <a:off x="6048487" y="1163848"/>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73" name="TextBox 72">
                <a:extLst>
                  <a:ext uri="{FF2B5EF4-FFF2-40B4-BE49-F238E27FC236}">
                    <a16:creationId xmlns:a16="http://schemas.microsoft.com/office/drawing/2014/main" id="{F51D9EAC-FC1E-D844-AF94-03B7CF2A3969}"/>
                  </a:ext>
                </a:extLst>
              </p:cNvPr>
              <p:cNvSpPr txBox="1">
                <a:spLocks noRot="1" noChangeAspect="1" noMove="1" noResize="1" noEditPoints="1" noAdjustHandles="1" noChangeArrowheads="1" noChangeShapeType="1" noTextEdit="1"/>
              </p:cNvSpPr>
              <p:nvPr/>
            </p:nvSpPr>
            <p:spPr>
              <a:xfrm>
                <a:off x="6048487" y="1163848"/>
                <a:ext cx="518558" cy="395493"/>
              </a:xfrm>
              <a:prstGeom prst="rect">
                <a:avLst/>
              </a:prstGeom>
              <a:blipFill>
                <a:blip r:embed="rId5"/>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071C0BA8-716C-030F-E501-8B8802F47BC4}"/>
                  </a:ext>
                </a:extLst>
              </p:cNvPr>
              <p:cNvSpPr txBox="1"/>
              <p:nvPr/>
            </p:nvSpPr>
            <p:spPr>
              <a:xfrm>
                <a:off x="4902710" y="1199060"/>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74" name="TextBox 73">
                <a:extLst>
                  <a:ext uri="{FF2B5EF4-FFF2-40B4-BE49-F238E27FC236}">
                    <a16:creationId xmlns:a16="http://schemas.microsoft.com/office/drawing/2014/main" id="{071C0BA8-716C-030F-E501-8B8802F47BC4}"/>
                  </a:ext>
                </a:extLst>
              </p:cNvPr>
              <p:cNvSpPr txBox="1">
                <a:spLocks noRot="1" noChangeAspect="1" noMove="1" noResize="1" noEditPoints="1" noAdjustHandles="1" noChangeArrowheads="1" noChangeShapeType="1" noTextEdit="1"/>
              </p:cNvSpPr>
              <p:nvPr/>
            </p:nvSpPr>
            <p:spPr>
              <a:xfrm>
                <a:off x="4902710" y="1199060"/>
                <a:ext cx="507796" cy="369332"/>
              </a:xfrm>
              <a:prstGeom prst="rect">
                <a:avLst/>
              </a:prstGeom>
              <a:blipFill>
                <a:blip r:embed="rId6"/>
                <a:stretch>
                  <a:fillRect r="-3571"/>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F241F946-A511-F6F1-ED86-2DA22396DA90}"/>
              </a:ext>
            </a:extLst>
          </p:cNvPr>
          <p:cNvSpPr>
            <a:spLocks noChangeAspect="1"/>
          </p:cNvSpPr>
          <p:nvPr/>
        </p:nvSpPr>
        <p:spPr>
          <a:xfrm>
            <a:off x="4972757" y="200487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4BFAACEC-A3FA-A381-8874-EFB156501780}"/>
                  </a:ext>
                </a:extLst>
              </p:cNvPr>
              <p:cNvSpPr txBox="1"/>
              <p:nvPr/>
            </p:nvSpPr>
            <p:spPr>
              <a:xfrm>
                <a:off x="4917222" y="1969552"/>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76" name="TextBox 75">
                <a:extLst>
                  <a:ext uri="{FF2B5EF4-FFF2-40B4-BE49-F238E27FC236}">
                    <a16:creationId xmlns:a16="http://schemas.microsoft.com/office/drawing/2014/main" id="{4BFAACEC-A3FA-A381-8874-EFB156501780}"/>
                  </a:ext>
                </a:extLst>
              </p:cNvPr>
              <p:cNvSpPr txBox="1">
                <a:spLocks noRot="1" noChangeAspect="1" noMove="1" noResize="1" noEditPoints="1" noAdjustHandles="1" noChangeArrowheads="1" noChangeShapeType="1" noTextEdit="1"/>
              </p:cNvSpPr>
              <p:nvPr/>
            </p:nvSpPr>
            <p:spPr>
              <a:xfrm>
                <a:off x="4917222" y="1969552"/>
                <a:ext cx="518558" cy="369332"/>
              </a:xfrm>
              <a:prstGeom prst="rect">
                <a:avLst/>
              </a:prstGeom>
              <a:blipFill>
                <a:blip r:embed="rId7"/>
                <a:stretch>
                  <a:fillRect/>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49D2B8A5-E369-0149-BA46-9AC7EA8FB00F}"/>
              </a:ext>
            </a:extLst>
          </p:cNvPr>
          <p:cNvCxnSpPr>
            <a:cxnSpLocks/>
            <a:endCxn id="69" idx="3"/>
          </p:cNvCxnSpPr>
          <p:nvPr/>
        </p:nvCxnSpPr>
        <p:spPr>
          <a:xfrm flipV="1">
            <a:off x="4121733" y="820556"/>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469EAA89-7D9F-C263-244A-312162FAEB16}"/>
              </a:ext>
            </a:extLst>
          </p:cNvPr>
          <p:cNvCxnSpPr>
            <a:cxnSpLocks/>
            <a:endCxn id="75" idx="1"/>
          </p:cNvCxnSpPr>
          <p:nvPr/>
        </p:nvCxnSpPr>
        <p:spPr>
          <a:xfrm>
            <a:off x="4125155" y="1314303"/>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40499E42-FC23-33F2-0A72-20F1F7B51B87}"/>
              </a:ext>
            </a:extLst>
          </p:cNvPr>
          <p:cNvCxnSpPr>
            <a:cxnSpLocks/>
            <a:stCxn id="74" idx="3"/>
            <a:endCxn id="72" idx="2"/>
          </p:cNvCxnSpPr>
          <p:nvPr/>
        </p:nvCxnSpPr>
        <p:spPr>
          <a:xfrm flipV="1">
            <a:off x="5410506" y="1379028"/>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215B7E54-0B9E-7A22-A6F2-8070A1ED7ACD}"/>
              </a:ext>
            </a:extLst>
          </p:cNvPr>
          <p:cNvCxnSpPr>
            <a:cxnSpLocks/>
            <a:stCxn id="74" idx="2"/>
            <a:endCxn id="75" idx="0"/>
          </p:cNvCxnSpPr>
          <p:nvPr/>
        </p:nvCxnSpPr>
        <p:spPr>
          <a:xfrm>
            <a:off x="5156608" y="1568392"/>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F70DD518-9771-449A-AF80-13924D572186}"/>
              </a:ext>
            </a:extLst>
          </p:cNvPr>
          <p:cNvCxnSpPr>
            <a:cxnSpLocks/>
            <a:stCxn id="69" idx="6"/>
          </p:cNvCxnSpPr>
          <p:nvPr/>
        </p:nvCxnSpPr>
        <p:spPr>
          <a:xfrm>
            <a:off x="5325561" y="685706"/>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A4315425-69F9-8EA0-43B6-4C559912383E}"/>
              </a:ext>
            </a:extLst>
          </p:cNvPr>
          <p:cNvCxnSpPr>
            <a:cxnSpLocks/>
            <a:stCxn id="71" idx="2"/>
            <a:endCxn id="72" idx="0"/>
          </p:cNvCxnSpPr>
          <p:nvPr/>
        </p:nvCxnSpPr>
        <p:spPr>
          <a:xfrm>
            <a:off x="6296715" y="689590"/>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A71D5537-7431-5A5E-088A-A84FC1969A80}"/>
              </a:ext>
            </a:extLst>
          </p:cNvPr>
          <p:cNvSpPr/>
          <p:nvPr/>
        </p:nvSpPr>
        <p:spPr>
          <a:xfrm>
            <a:off x="4449953" y="108527"/>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3" name="TextBox 102">
            <a:extLst>
              <a:ext uri="{FF2B5EF4-FFF2-40B4-BE49-F238E27FC236}">
                <a16:creationId xmlns:a16="http://schemas.microsoft.com/office/drawing/2014/main" id="{ED1624F7-D340-017F-5754-DB2885BF283D}"/>
              </a:ext>
            </a:extLst>
          </p:cNvPr>
          <p:cNvSpPr txBox="1"/>
          <p:nvPr/>
        </p:nvSpPr>
        <p:spPr>
          <a:xfrm>
            <a:off x="4449953" y="92506"/>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484109B5-5435-9612-1EB4-F43F1571C4E9}"/>
                  </a:ext>
                </a:extLst>
              </p:cNvPr>
              <p:cNvSpPr txBox="1"/>
              <p:nvPr/>
            </p:nvSpPr>
            <p:spPr>
              <a:xfrm>
                <a:off x="3" y="1445647"/>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67" name="TextBox 66">
                <a:extLst>
                  <a:ext uri="{FF2B5EF4-FFF2-40B4-BE49-F238E27FC236}">
                    <a16:creationId xmlns:a16="http://schemas.microsoft.com/office/drawing/2014/main" id="{484109B5-5435-9612-1EB4-F43F1571C4E9}"/>
                  </a:ext>
                </a:extLst>
              </p:cNvPr>
              <p:cNvSpPr txBox="1">
                <a:spLocks noRot="1" noChangeAspect="1" noMove="1" noResize="1" noEditPoints="1" noAdjustHandles="1" noChangeArrowheads="1" noChangeShapeType="1" noTextEdit="1"/>
              </p:cNvSpPr>
              <p:nvPr/>
            </p:nvSpPr>
            <p:spPr>
              <a:xfrm>
                <a:off x="3" y="1445647"/>
                <a:ext cx="593368" cy="369332"/>
              </a:xfrm>
              <a:prstGeom prst="rect">
                <a:avLst/>
              </a:prstGeom>
              <a:blipFill>
                <a:blip r:embed="rId8"/>
                <a:stretch>
                  <a:fillRect/>
                </a:stretch>
              </a:blipFill>
            </p:spPr>
            <p:txBody>
              <a:bodyPr/>
              <a:lstStyle/>
              <a:p>
                <a:r>
                  <a:rPr lang="en-US">
                    <a:noFill/>
                  </a:rPr>
                  <a:t> </a:t>
                </a:r>
              </a:p>
            </p:txBody>
          </p:sp>
        </mc:Fallback>
      </mc:AlternateContent>
      <p:sp>
        <p:nvSpPr>
          <p:cNvPr id="78" name="Rectangle 77">
            <a:extLst>
              <a:ext uri="{FF2B5EF4-FFF2-40B4-BE49-F238E27FC236}">
                <a16:creationId xmlns:a16="http://schemas.microsoft.com/office/drawing/2014/main" id="{5E63BBFA-5BBD-83F1-84BF-92179995788F}"/>
              </a:ext>
            </a:extLst>
          </p:cNvPr>
          <p:cNvSpPr/>
          <p:nvPr/>
        </p:nvSpPr>
        <p:spPr>
          <a:xfrm>
            <a:off x="813767" y="311940"/>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9" name="TextBox 78">
            <a:extLst>
              <a:ext uri="{FF2B5EF4-FFF2-40B4-BE49-F238E27FC236}">
                <a16:creationId xmlns:a16="http://schemas.microsoft.com/office/drawing/2014/main" id="{0015B149-B35E-8155-159B-525484638218}"/>
              </a:ext>
            </a:extLst>
          </p:cNvPr>
          <p:cNvSpPr txBox="1"/>
          <p:nvPr/>
        </p:nvSpPr>
        <p:spPr>
          <a:xfrm>
            <a:off x="787443" y="311939"/>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81" name="Oval 80">
            <a:extLst>
              <a:ext uri="{FF2B5EF4-FFF2-40B4-BE49-F238E27FC236}">
                <a16:creationId xmlns:a16="http://schemas.microsoft.com/office/drawing/2014/main" id="{35A98483-59BE-79D7-9CE6-AC84608EE75F}"/>
              </a:ext>
            </a:extLst>
          </p:cNvPr>
          <p:cNvSpPr>
            <a:spLocks noChangeAspect="1"/>
          </p:cNvSpPr>
          <p:nvPr/>
        </p:nvSpPr>
        <p:spPr>
          <a:xfrm>
            <a:off x="1051702" y="1100334"/>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071A3E0B-6600-3DD3-9852-42A8B3AA9DFD}"/>
                  </a:ext>
                </a:extLst>
              </p:cNvPr>
              <p:cNvSpPr txBox="1"/>
              <p:nvPr/>
            </p:nvSpPr>
            <p:spPr>
              <a:xfrm>
                <a:off x="996675" y="1076178"/>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82" name="TextBox 81">
                <a:extLst>
                  <a:ext uri="{FF2B5EF4-FFF2-40B4-BE49-F238E27FC236}">
                    <a16:creationId xmlns:a16="http://schemas.microsoft.com/office/drawing/2014/main" id="{071A3E0B-6600-3DD3-9852-42A8B3AA9DFD}"/>
                  </a:ext>
                </a:extLst>
              </p:cNvPr>
              <p:cNvSpPr txBox="1">
                <a:spLocks noRot="1" noChangeAspect="1" noMove="1" noResize="1" noEditPoints="1" noAdjustHandles="1" noChangeArrowheads="1" noChangeShapeType="1" noTextEdit="1"/>
              </p:cNvSpPr>
              <p:nvPr/>
            </p:nvSpPr>
            <p:spPr>
              <a:xfrm>
                <a:off x="996675" y="1076178"/>
                <a:ext cx="518558" cy="369332"/>
              </a:xfrm>
              <a:prstGeom prst="rect">
                <a:avLst/>
              </a:prstGeom>
              <a:blipFill>
                <a:blip r:embed="rId9"/>
                <a:stretch>
                  <a:fillRect/>
                </a:stretch>
              </a:blipFill>
            </p:spPr>
            <p:txBody>
              <a:bodyPr/>
              <a:lstStyle/>
              <a:p>
                <a:r>
                  <a:rPr lang="en-US">
                    <a:noFill/>
                  </a:rPr>
                  <a:t> </a:t>
                </a:r>
              </a:p>
            </p:txBody>
          </p:sp>
        </mc:Fallback>
      </mc:AlternateContent>
      <p:sp>
        <p:nvSpPr>
          <p:cNvPr id="83" name="Oval 82">
            <a:extLst>
              <a:ext uri="{FF2B5EF4-FFF2-40B4-BE49-F238E27FC236}">
                <a16:creationId xmlns:a16="http://schemas.microsoft.com/office/drawing/2014/main" id="{CED0CEDE-5AC1-A9F5-1846-6756ADA984D5}"/>
              </a:ext>
            </a:extLst>
          </p:cNvPr>
          <p:cNvSpPr>
            <a:spLocks noChangeAspect="1"/>
          </p:cNvSpPr>
          <p:nvPr/>
        </p:nvSpPr>
        <p:spPr>
          <a:xfrm>
            <a:off x="1155183" y="1993690"/>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DAAC4690-823E-6B30-8384-53CD033EEEF5}"/>
                  </a:ext>
                </a:extLst>
              </p:cNvPr>
              <p:cNvSpPr txBox="1"/>
              <p:nvPr/>
            </p:nvSpPr>
            <p:spPr>
              <a:xfrm>
                <a:off x="1097396" y="198566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85" name="TextBox 84">
                <a:extLst>
                  <a:ext uri="{FF2B5EF4-FFF2-40B4-BE49-F238E27FC236}">
                    <a16:creationId xmlns:a16="http://schemas.microsoft.com/office/drawing/2014/main" id="{DAAC4690-823E-6B30-8384-53CD033EEEF5}"/>
                  </a:ext>
                </a:extLst>
              </p:cNvPr>
              <p:cNvSpPr txBox="1">
                <a:spLocks noRot="1" noChangeAspect="1" noMove="1" noResize="1" noEditPoints="1" noAdjustHandles="1" noChangeArrowheads="1" noChangeShapeType="1" noTextEdit="1"/>
              </p:cNvSpPr>
              <p:nvPr/>
            </p:nvSpPr>
            <p:spPr>
              <a:xfrm>
                <a:off x="1097396" y="1985666"/>
                <a:ext cx="518558" cy="369332"/>
              </a:xfrm>
              <a:prstGeom prst="rect">
                <a:avLst/>
              </a:prstGeom>
              <a:blipFill>
                <a:blip r:embed="rId10"/>
                <a:stretch>
                  <a:fillRect/>
                </a:stretch>
              </a:blipFill>
            </p:spPr>
            <p:txBody>
              <a:bodyPr/>
              <a:lstStyle/>
              <a:p>
                <a:r>
                  <a:rPr lang="en-US">
                    <a:noFill/>
                  </a:rPr>
                  <a:t> </a:t>
                </a:r>
              </a:p>
            </p:txBody>
          </p:sp>
        </mc:Fallback>
      </mc:AlternateContent>
      <p:sp>
        <p:nvSpPr>
          <p:cNvPr id="86" name="Oval 85">
            <a:extLst>
              <a:ext uri="{FF2B5EF4-FFF2-40B4-BE49-F238E27FC236}">
                <a16:creationId xmlns:a16="http://schemas.microsoft.com/office/drawing/2014/main" id="{309E73F1-BE11-6CED-825E-F07BF17C7A1F}"/>
              </a:ext>
            </a:extLst>
          </p:cNvPr>
          <p:cNvSpPr>
            <a:spLocks noChangeAspect="1"/>
          </p:cNvSpPr>
          <p:nvPr/>
        </p:nvSpPr>
        <p:spPr>
          <a:xfrm>
            <a:off x="2221390" y="1104191"/>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895F78D1-463E-D738-F174-FF040F9B3C72}"/>
                  </a:ext>
                </a:extLst>
              </p:cNvPr>
              <p:cNvSpPr txBox="1"/>
              <p:nvPr/>
            </p:nvSpPr>
            <p:spPr>
              <a:xfrm>
                <a:off x="2166529" y="1075615"/>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87" name="TextBox 86">
                <a:extLst>
                  <a:ext uri="{FF2B5EF4-FFF2-40B4-BE49-F238E27FC236}">
                    <a16:creationId xmlns:a16="http://schemas.microsoft.com/office/drawing/2014/main" id="{895F78D1-463E-D738-F174-FF040F9B3C72}"/>
                  </a:ext>
                </a:extLst>
              </p:cNvPr>
              <p:cNvSpPr txBox="1">
                <a:spLocks noRot="1" noChangeAspect="1" noMove="1" noResize="1" noEditPoints="1" noAdjustHandles="1" noChangeArrowheads="1" noChangeShapeType="1" noTextEdit="1"/>
              </p:cNvSpPr>
              <p:nvPr/>
            </p:nvSpPr>
            <p:spPr>
              <a:xfrm>
                <a:off x="2166529" y="1075615"/>
                <a:ext cx="518558" cy="394019"/>
              </a:xfrm>
              <a:prstGeom prst="rect">
                <a:avLst/>
              </a:prstGeom>
              <a:blipFill>
                <a:blip r:embed="rId11"/>
                <a:stretch>
                  <a:fillRect b="-7692"/>
                </a:stretch>
              </a:blipFill>
            </p:spPr>
            <p:txBody>
              <a:bodyPr/>
              <a:lstStyle/>
              <a:p>
                <a:r>
                  <a:rPr lang="en-US">
                    <a:noFill/>
                  </a:rPr>
                  <a:t> </a:t>
                </a:r>
              </a:p>
            </p:txBody>
          </p:sp>
        </mc:Fallback>
      </mc:AlternateContent>
      <p:cxnSp>
        <p:nvCxnSpPr>
          <p:cNvPr id="89" name="Straight Arrow Connector 88">
            <a:extLst>
              <a:ext uri="{FF2B5EF4-FFF2-40B4-BE49-F238E27FC236}">
                <a16:creationId xmlns:a16="http://schemas.microsoft.com/office/drawing/2014/main" id="{4D7F7D13-BA3D-99FD-3117-A1FD34BB3D9A}"/>
              </a:ext>
            </a:extLst>
          </p:cNvPr>
          <p:cNvCxnSpPr>
            <a:cxnSpLocks/>
            <a:stCxn id="67" idx="3"/>
            <a:endCxn id="81" idx="2"/>
          </p:cNvCxnSpPr>
          <p:nvPr/>
        </p:nvCxnSpPr>
        <p:spPr>
          <a:xfrm flipV="1">
            <a:off x="593371" y="1291042"/>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0" name="Straight Arrow Connector 89">
            <a:extLst>
              <a:ext uri="{FF2B5EF4-FFF2-40B4-BE49-F238E27FC236}">
                <a16:creationId xmlns:a16="http://schemas.microsoft.com/office/drawing/2014/main" id="{929FEB8C-8061-E1A9-36C7-C10EB9ED3656}"/>
              </a:ext>
            </a:extLst>
          </p:cNvPr>
          <p:cNvCxnSpPr>
            <a:cxnSpLocks/>
            <a:stCxn id="67" idx="3"/>
            <a:endCxn id="83" idx="2"/>
          </p:cNvCxnSpPr>
          <p:nvPr/>
        </p:nvCxnSpPr>
        <p:spPr>
          <a:xfrm>
            <a:off x="593371" y="1630313"/>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762D07D1-FBF7-6D9B-2F3B-C7E71B980962}"/>
              </a:ext>
            </a:extLst>
          </p:cNvPr>
          <p:cNvCxnSpPr>
            <a:cxnSpLocks/>
            <a:stCxn id="81" idx="6"/>
            <a:endCxn id="86" idx="2"/>
          </p:cNvCxnSpPr>
          <p:nvPr/>
        </p:nvCxnSpPr>
        <p:spPr>
          <a:xfrm>
            <a:off x="1433116" y="1291042"/>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3558B3AD-4D58-3719-C257-33BC2431A392}"/>
              </a:ext>
            </a:extLst>
          </p:cNvPr>
          <p:cNvCxnSpPr>
            <a:cxnSpLocks/>
            <a:stCxn id="83" idx="6"/>
            <a:endCxn id="98" idx="2"/>
          </p:cNvCxnSpPr>
          <p:nvPr/>
        </p:nvCxnSpPr>
        <p:spPr>
          <a:xfrm>
            <a:off x="1536597" y="2184398"/>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3" name="Straight Arrow Connector 92">
            <a:extLst>
              <a:ext uri="{FF2B5EF4-FFF2-40B4-BE49-F238E27FC236}">
                <a16:creationId xmlns:a16="http://schemas.microsoft.com/office/drawing/2014/main" id="{13542656-FCFC-0F4C-A3B1-EE84A36F336B}"/>
              </a:ext>
            </a:extLst>
          </p:cNvPr>
          <p:cNvCxnSpPr>
            <a:cxnSpLocks/>
            <a:stCxn id="86" idx="6"/>
          </p:cNvCxnSpPr>
          <p:nvPr/>
        </p:nvCxnSpPr>
        <p:spPr>
          <a:xfrm>
            <a:off x="2602804" y="1294899"/>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F2DA5D4-2936-2DC1-0208-6CFB274C1090}"/>
                  </a:ext>
                </a:extLst>
              </p:cNvPr>
              <p:cNvSpPr txBox="1"/>
              <p:nvPr/>
            </p:nvSpPr>
            <p:spPr>
              <a:xfrm>
                <a:off x="2910704" y="926659"/>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94" name="TextBox 93">
                <a:extLst>
                  <a:ext uri="{FF2B5EF4-FFF2-40B4-BE49-F238E27FC236}">
                    <a16:creationId xmlns:a16="http://schemas.microsoft.com/office/drawing/2014/main" id="{AF2DA5D4-2936-2DC1-0208-6CFB274C1090}"/>
                  </a:ext>
                </a:extLst>
              </p:cNvPr>
              <p:cNvSpPr txBox="1">
                <a:spLocks noRot="1" noChangeAspect="1" noMove="1" noResize="1" noEditPoints="1" noAdjustHandles="1" noChangeArrowheads="1" noChangeShapeType="1" noTextEdit="1"/>
              </p:cNvSpPr>
              <p:nvPr/>
            </p:nvSpPr>
            <p:spPr>
              <a:xfrm>
                <a:off x="2910704" y="926659"/>
                <a:ext cx="507796"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02D8A5B2-E1BF-D57A-6311-1EA835F4A852}"/>
                  </a:ext>
                </a:extLst>
              </p:cNvPr>
              <p:cNvSpPr txBox="1"/>
              <p:nvPr/>
            </p:nvSpPr>
            <p:spPr>
              <a:xfrm>
                <a:off x="1551728" y="91406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95" name="TextBox 94">
                <a:extLst>
                  <a:ext uri="{FF2B5EF4-FFF2-40B4-BE49-F238E27FC236}">
                    <a16:creationId xmlns:a16="http://schemas.microsoft.com/office/drawing/2014/main" id="{02D8A5B2-E1BF-D57A-6311-1EA835F4A852}"/>
                  </a:ext>
                </a:extLst>
              </p:cNvPr>
              <p:cNvSpPr txBox="1">
                <a:spLocks noRot="1" noChangeAspect="1" noMove="1" noResize="1" noEditPoints="1" noAdjustHandles="1" noChangeArrowheads="1" noChangeShapeType="1" noTextEdit="1"/>
              </p:cNvSpPr>
              <p:nvPr/>
            </p:nvSpPr>
            <p:spPr>
              <a:xfrm>
                <a:off x="1551728" y="914064"/>
                <a:ext cx="507796" cy="369332"/>
              </a:xfrm>
              <a:prstGeom prst="rect">
                <a:avLst/>
              </a:prstGeom>
              <a:blipFill>
                <a:blip r:embed="rId13"/>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28EB33A-13CE-3FAD-E619-1F23555185AC}"/>
                  </a:ext>
                </a:extLst>
              </p:cNvPr>
              <p:cNvSpPr txBox="1"/>
              <p:nvPr/>
            </p:nvSpPr>
            <p:spPr>
              <a:xfrm>
                <a:off x="1957369" y="214869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97" name="TextBox 96">
                <a:extLst>
                  <a:ext uri="{FF2B5EF4-FFF2-40B4-BE49-F238E27FC236}">
                    <a16:creationId xmlns:a16="http://schemas.microsoft.com/office/drawing/2014/main" id="{128EB33A-13CE-3FAD-E619-1F23555185AC}"/>
                  </a:ext>
                </a:extLst>
              </p:cNvPr>
              <p:cNvSpPr txBox="1">
                <a:spLocks noRot="1" noChangeAspect="1" noMove="1" noResize="1" noEditPoints="1" noAdjustHandles="1" noChangeArrowheads="1" noChangeShapeType="1" noTextEdit="1"/>
              </p:cNvSpPr>
              <p:nvPr/>
            </p:nvSpPr>
            <p:spPr>
              <a:xfrm>
                <a:off x="1957369" y="2148694"/>
                <a:ext cx="507796" cy="369332"/>
              </a:xfrm>
              <a:prstGeom prst="rect">
                <a:avLst/>
              </a:prstGeom>
              <a:blipFill>
                <a:blip r:embed="rId14"/>
                <a:stretch>
                  <a:fillRect r="-8434"/>
                </a:stretch>
              </a:blipFill>
            </p:spPr>
            <p:txBody>
              <a:bodyPr/>
              <a:lstStyle/>
              <a:p>
                <a:r>
                  <a:rPr lang="en-US">
                    <a:noFill/>
                  </a:rPr>
                  <a:t> </a:t>
                </a:r>
              </a:p>
            </p:txBody>
          </p:sp>
        </mc:Fallback>
      </mc:AlternateContent>
      <p:sp>
        <p:nvSpPr>
          <p:cNvPr id="98" name="Oval 97">
            <a:extLst>
              <a:ext uri="{FF2B5EF4-FFF2-40B4-BE49-F238E27FC236}">
                <a16:creationId xmlns:a16="http://schemas.microsoft.com/office/drawing/2014/main" id="{493FB24D-4B19-2CE9-A23E-3ED2F747CF62}"/>
              </a:ext>
            </a:extLst>
          </p:cNvPr>
          <p:cNvSpPr>
            <a:spLocks noChangeAspect="1"/>
          </p:cNvSpPr>
          <p:nvPr/>
        </p:nvSpPr>
        <p:spPr>
          <a:xfrm>
            <a:off x="2984009" y="202727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5A27B361-AEA1-71AE-1029-A47942168E4B}"/>
                  </a:ext>
                </a:extLst>
              </p:cNvPr>
              <p:cNvSpPr txBox="1"/>
              <p:nvPr/>
            </p:nvSpPr>
            <p:spPr>
              <a:xfrm>
                <a:off x="2918454" y="198892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100" name="TextBox 99">
                <a:extLst>
                  <a:ext uri="{FF2B5EF4-FFF2-40B4-BE49-F238E27FC236}">
                    <a16:creationId xmlns:a16="http://schemas.microsoft.com/office/drawing/2014/main" id="{5A27B361-AEA1-71AE-1029-A47942168E4B}"/>
                  </a:ext>
                </a:extLst>
              </p:cNvPr>
              <p:cNvSpPr txBox="1">
                <a:spLocks noRot="1" noChangeAspect="1" noMove="1" noResize="1" noEditPoints="1" noAdjustHandles="1" noChangeArrowheads="1" noChangeShapeType="1" noTextEdit="1"/>
              </p:cNvSpPr>
              <p:nvPr/>
            </p:nvSpPr>
            <p:spPr>
              <a:xfrm>
                <a:off x="2918454" y="1988926"/>
                <a:ext cx="518558" cy="369332"/>
              </a:xfrm>
              <a:prstGeom prst="rect">
                <a:avLst/>
              </a:prstGeom>
              <a:blipFill>
                <a:blip r:embed="rId15"/>
                <a:stretch>
                  <a:fillRect/>
                </a:stretch>
              </a:blipFill>
            </p:spPr>
            <p:txBody>
              <a:bodyPr/>
              <a:lstStyle/>
              <a:p>
                <a:r>
                  <a:rPr lang="en-US">
                    <a:noFill/>
                  </a:rPr>
                  <a:t> </a:t>
                </a:r>
              </a:p>
            </p:txBody>
          </p:sp>
        </mc:Fallback>
      </mc:AlternateContent>
      <p:cxnSp>
        <p:nvCxnSpPr>
          <p:cNvPr id="101" name="Straight Arrow Connector 100">
            <a:extLst>
              <a:ext uri="{FF2B5EF4-FFF2-40B4-BE49-F238E27FC236}">
                <a16:creationId xmlns:a16="http://schemas.microsoft.com/office/drawing/2014/main" id="{00E3DDC6-5AE6-4008-4710-41485F11D0EB}"/>
              </a:ext>
            </a:extLst>
          </p:cNvPr>
          <p:cNvCxnSpPr>
            <a:cxnSpLocks/>
            <a:stCxn id="94" idx="2"/>
            <a:endCxn id="98" idx="0"/>
          </p:cNvCxnSpPr>
          <p:nvPr/>
        </p:nvCxnSpPr>
        <p:spPr>
          <a:xfrm>
            <a:off x="3164602" y="1295991"/>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4" name="Straight Arrow Connector 103">
            <a:extLst>
              <a:ext uri="{FF2B5EF4-FFF2-40B4-BE49-F238E27FC236}">
                <a16:creationId xmlns:a16="http://schemas.microsoft.com/office/drawing/2014/main" id="{CD5F29F0-B04D-6561-13DC-FAD4FD758CD3}"/>
              </a:ext>
            </a:extLst>
          </p:cNvPr>
          <p:cNvCxnSpPr>
            <a:cxnSpLocks/>
            <a:stCxn id="81" idx="5"/>
            <a:endCxn id="98" idx="1"/>
          </p:cNvCxnSpPr>
          <p:nvPr/>
        </p:nvCxnSpPr>
        <p:spPr>
          <a:xfrm>
            <a:off x="1377259" y="1425892"/>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041AE0F-FD8D-FF3A-DA4C-01031D03E5DE}"/>
                  </a:ext>
                </a:extLst>
              </p:cNvPr>
              <p:cNvSpPr txBox="1"/>
              <p:nvPr/>
            </p:nvSpPr>
            <p:spPr>
              <a:xfrm>
                <a:off x="1805626" y="163732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105" name="TextBox 104">
                <a:extLst>
                  <a:ext uri="{FF2B5EF4-FFF2-40B4-BE49-F238E27FC236}">
                    <a16:creationId xmlns:a16="http://schemas.microsoft.com/office/drawing/2014/main" id="{B041AE0F-FD8D-FF3A-DA4C-01031D03E5DE}"/>
                  </a:ext>
                </a:extLst>
              </p:cNvPr>
              <p:cNvSpPr txBox="1">
                <a:spLocks noRot="1" noChangeAspect="1" noMove="1" noResize="1" noEditPoints="1" noAdjustHandles="1" noChangeArrowheads="1" noChangeShapeType="1" noTextEdit="1"/>
              </p:cNvSpPr>
              <p:nvPr/>
            </p:nvSpPr>
            <p:spPr>
              <a:xfrm>
                <a:off x="1805626" y="1637324"/>
                <a:ext cx="507796" cy="369332"/>
              </a:xfrm>
              <a:prstGeom prst="rect">
                <a:avLst/>
              </a:prstGeom>
              <a:blipFill>
                <a:blip r:embed="rId16"/>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7C40692B-245D-DB58-D8D8-AF40C6E874C1}"/>
                  </a:ext>
                </a:extLst>
              </p:cNvPr>
              <p:cNvSpPr txBox="1"/>
              <p:nvPr/>
            </p:nvSpPr>
            <p:spPr>
              <a:xfrm>
                <a:off x="3796744" y="817909"/>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109" name="TextBox 108">
                <a:extLst>
                  <a:ext uri="{FF2B5EF4-FFF2-40B4-BE49-F238E27FC236}">
                    <a16:creationId xmlns:a16="http://schemas.microsoft.com/office/drawing/2014/main" id="{7C40692B-245D-DB58-D8D8-AF40C6E874C1}"/>
                  </a:ext>
                </a:extLst>
              </p:cNvPr>
              <p:cNvSpPr txBox="1">
                <a:spLocks noRot="1" noChangeAspect="1" noMove="1" noResize="1" noEditPoints="1" noAdjustHandles="1" noChangeArrowheads="1" noChangeShapeType="1" noTextEdit="1"/>
              </p:cNvSpPr>
              <p:nvPr/>
            </p:nvSpPr>
            <p:spPr>
              <a:xfrm>
                <a:off x="3796744" y="817909"/>
                <a:ext cx="578427" cy="400110"/>
              </a:xfrm>
              <a:prstGeom prst="rect">
                <a:avLst/>
              </a:prstGeom>
              <a:blipFill>
                <a:blip r:embed="rId17"/>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1347907B-4450-F61F-F647-3103844AB2C6}"/>
                  </a:ext>
                </a:extLst>
              </p:cNvPr>
              <p:cNvSpPr txBox="1"/>
              <p:nvPr/>
            </p:nvSpPr>
            <p:spPr>
              <a:xfrm>
                <a:off x="7415257" y="27459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112" name="TextBox 111">
                <a:extLst>
                  <a:ext uri="{FF2B5EF4-FFF2-40B4-BE49-F238E27FC236}">
                    <a16:creationId xmlns:a16="http://schemas.microsoft.com/office/drawing/2014/main" id="{1347907B-4450-F61F-F647-3103844AB2C6}"/>
                  </a:ext>
                </a:extLst>
              </p:cNvPr>
              <p:cNvSpPr txBox="1">
                <a:spLocks noRot="1" noChangeAspect="1" noMove="1" noResize="1" noEditPoints="1" noAdjustHandles="1" noChangeArrowheads="1" noChangeShapeType="1" noTextEdit="1"/>
              </p:cNvSpPr>
              <p:nvPr/>
            </p:nvSpPr>
            <p:spPr>
              <a:xfrm>
                <a:off x="7415257" y="274596"/>
                <a:ext cx="507796" cy="369332"/>
              </a:xfrm>
              <a:prstGeom prst="rect">
                <a:avLst/>
              </a:prstGeom>
              <a:blipFill>
                <a:blip r:embed="rId18"/>
                <a:stretch>
                  <a:fillRect/>
                </a:stretch>
              </a:blipFill>
            </p:spPr>
            <p:txBody>
              <a:bodyPr/>
              <a:lstStyle/>
              <a:p>
                <a:r>
                  <a:rPr lang="en-US">
                    <a:noFill/>
                  </a:rPr>
                  <a:t> </a:t>
                </a:r>
              </a:p>
            </p:txBody>
          </p:sp>
        </mc:Fallback>
      </mc:AlternateContent>
      <p:sp>
        <p:nvSpPr>
          <p:cNvPr id="30" name="Oval 29">
            <a:extLst>
              <a:ext uri="{FF2B5EF4-FFF2-40B4-BE49-F238E27FC236}">
                <a16:creationId xmlns:a16="http://schemas.microsoft.com/office/drawing/2014/main" id="{955DE9AD-59B2-5466-4B6C-7E41283DE118}"/>
              </a:ext>
            </a:extLst>
          </p:cNvPr>
          <p:cNvSpPr>
            <a:spLocks noChangeAspect="1"/>
          </p:cNvSpPr>
          <p:nvPr/>
        </p:nvSpPr>
        <p:spPr>
          <a:xfrm>
            <a:off x="9575982" y="166731"/>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31" name="Oval 30">
            <a:extLst>
              <a:ext uri="{FF2B5EF4-FFF2-40B4-BE49-F238E27FC236}">
                <a16:creationId xmlns:a16="http://schemas.microsoft.com/office/drawing/2014/main" id="{BD4FCEB6-3810-4E60-1EBB-8F077CF8EE20}"/>
              </a:ext>
            </a:extLst>
          </p:cNvPr>
          <p:cNvSpPr>
            <a:spLocks noChangeAspect="1"/>
          </p:cNvSpPr>
          <p:nvPr/>
        </p:nvSpPr>
        <p:spPr>
          <a:xfrm>
            <a:off x="9585692" y="2037834"/>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2" name="Straight Arrow Connector 31">
            <a:extLst>
              <a:ext uri="{FF2B5EF4-FFF2-40B4-BE49-F238E27FC236}">
                <a16:creationId xmlns:a16="http://schemas.microsoft.com/office/drawing/2014/main" id="{E88442F2-D0D1-442C-9C97-914E98F8443B}"/>
              </a:ext>
            </a:extLst>
          </p:cNvPr>
          <p:cNvCxnSpPr>
            <a:cxnSpLocks/>
            <a:stCxn id="31" idx="6"/>
            <a:endCxn id="43" idx="3"/>
          </p:cNvCxnSpPr>
          <p:nvPr/>
        </p:nvCxnSpPr>
        <p:spPr>
          <a:xfrm flipV="1">
            <a:off x="9995833" y="1444685"/>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ABB2880C-7DAA-176F-A777-64F13D64D0D9}"/>
              </a:ext>
            </a:extLst>
          </p:cNvPr>
          <p:cNvCxnSpPr>
            <a:cxnSpLocks/>
            <a:stCxn id="30" idx="6"/>
            <a:endCxn id="43" idx="1"/>
          </p:cNvCxnSpPr>
          <p:nvPr/>
        </p:nvCxnSpPr>
        <p:spPr>
          <a:xfrm>
            <a:off x="9986123" y="371802"/>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EFC2334-B57C-38BD-7BA7-BB8E5812BCCB}"/>
                  </a:ext>
                </a:extLst>
              </p:cNvPr>
              <p:cNvSpPr txBox="1"/>
              <p:nvPr/>
            </p:nvSpPr>
            <p:spPr>
              <a:xfrm>
                <a:off x="10078294" y="264605"/>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4" name="TextBox 33">
                <a:extLst>
                  <a:ext uri="{FF2B5EF4-FFF2-40B4-BE49-F238E27FC236}">
                    <a16:creationId xmlns:a16="http://schemas.microsoft.com/office/drawing/2014/main" id="{BEFC2334-B57C-38BD-7BA7-BB8E5812BCCB}"/>
                  </a:ext>
                </a:extLst>
              </p:cNvPr>
              <p:cNvSpPr txBox="1">
                <a:spLocks noRot="1" noChangeAspect="1" noMove="1" noResize="1" noEditPoints="1" noAdjustHandles="1" noChangeArrowheads="1" noChangeShapeType="1" noTextEdit="1"/>
              </p:cNvSpPr>
              <p:nvPr/>
            </p:nvSpPr>
            <p:spPr>
              <a:xfrm>
                <a:off x="10078294" y="264605"/>
                <a:ext cx="85527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DA2B7314-27B2-86E6-2D6F-121C83C36FA4}"/>
                  </a:ext>
                </a:extLst>
              </p:cNvPr>
              <p:cNvSpPr txBox="1"/>
              <p:nvPr/>
            </p:nvSpPr>
            <p:spPr>
              <a:xfrm>
                <a:off x="10136557" y="1792664"/>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35" name="TextBox 34">
                <a:extLst>
                  <a:ext uri="{FF2B5EF4-FFF2-40B4-BE49-F238E27FC236}">
                    <a16:creationId xmlns:a16="http://schemas.microsoft.com/office/drawing/2014/main" id="{DA2B7314-27B2-86E6-2D6F-121C83C36FA4}"/>
                  </a:ext>
                </a:extLst>
              </p:cNvPr>
              <p:cNvSpPr txBox="1">
                <a:spLocks noRot="1" noChangeAspect="1" noMove="1" noResize="1" noEditPoints="1" noAdjustHandles="1" noChangeArrowheads="1" noChangeShapeType="1" noTextEdit="1"/>
              </p:cNvSpPr>
              <p:nvPr/>
            </p:nvSpPr>
            <p:spPr>
              <a:xfrm>
                <a:off x="10136557" y="1792664"/>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647098B-3C01-4570-600D-3570B8E89F1A}"/>
                  </a:ext>
                </a:extLst>
              </p:cNvPr>
              <p:cNvSpPr txBox="1"/>
              <p:nvPr/>
            </p:nvSpPr>
            <p:spPr>
              <a:xfrm>
                <a:off x="8973209" y="617681"/>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Na</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D647098B-3C01-4570-600D-3570B8E89F1A}"/>
                  </a:ext>
                </a:extLst>
              </p:cNvPr>
              <p:cNvSpPr txBox="1">
                <a:spLocks noRot="1" noChangeAspect="1" noMove="1" noResize="1" noEditPoints="1" noAdjustHandles="1" noChangeArrowheads="1" noChangeShapeType="1" noTextEdit="1"/>
              </p:cNvSpPr>
              <p:nvPr/>
            </p:nvSpPr>
            <p:spPr>
              <a:xfrm>
                <a:off x="8973209" y="617681"/>
                <a:ext cx="85527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681599CA-BE53-395F-AAB6-60C4D7D17413}"/>
                  </a:ext>
                </a:extLst>
              </p:cNvPr>
              <p:cNvSpPr txBox="1"/>
              <p:nvPr/>
            </p:nvSpPr>
            <p:spPr>
              <a:xfrm>
                <a:off x="8905461" y="1528467"/>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Nb</m:t>
                          </m:r>
                        </m:sub>
                      </m:sSub>
                    </m:oMath>
                  </m:oMathPara>
                </a14:m>
                <a:endParaRPr lang="en-US" dirty="0">
                  <a:solidFill>
                    <a:schemeClr val="tx1"/>
                  </a:solidFill>
                </a:endParaRPr>
              </a:p>
            </p:txBody>
          </p:sp>
        </mc:Choice>
        <mc:Fallback xmlns="">
          <p:sp>
            <p:nvSpPr>
              <p:cNvPr id="37" name="TextBox 36">
                <a:extLst>
                  <a:ext uri="{FF2B5EF4-FFF2-40B4-BE49-F238E27FC236}">
                    <a16:creationId xmlns:a16="http://schemas.microsoft.com/office/drawing/2014/main" id="{681599CA-BE53-395F-AAB6-60C4D7D17413}"/>
                  </a:ext>
                </a:extLst>
              </p:cNvPr>
              <p:cNvSpPr txBox="1">
                <a:spLocks noRot="1" noChangeAspect="1" noMove="1" noResize="1" noEditPoints="1" noAdjustHandles="1" noChangeArrowheads="1" noChangeShapeType="1" noTextEdit="1"/>
              </p:cNvSpPr>
              <p:nvPr/>
            </p:nvSpPr>
            <p:spPr>
              <a:xfrm>
                <a:off x="8905461" y="1528467"/>
                <a:ext cx="855270" cy="369332"/>
              </a:xfrm>
              <a:prstGeom prst="rect">
                <a:avLst/>
              </a:prstGeom>
              <a:blipFill>
                <a:blip r:embed="rId22"/>
                <a:stretch>
                  <a:fillRect/>
                </a:stretch>
              </a:blipFill>
            </p:spPr>
            <p:txBody>
              <a:bodyPr/>
              <a:lstStyle/>
              <a:p>
                <a:r>
                  <a:rPr lang="en-US">
                    <a:noFill/>
                  </a:rPr>
                  <a:t> </a:t>
                </a:r>
              </a:p>
            </p:txBody>
          </p:sp>
        </mc:Fallback>
      </mc:AlternateContent>
      <p:sp>
        <p:nvSpPr>
          <p:cNvPr id="38" name="Oval 37">
            <a:extLst>
              <a:ext uri="{FF2B5EF4-FFF2-40B4-BE49-F238E27FC236}">
                <a16:creationId xmlns:a16="http://schemas.microsoft.com/office/drawing/2014/main" id="{85CCE70D-4923-326B-098D-CC71F743D3D7}"/>
              </a:ext>
            </a:extLst>
          </p:cNvPr>
          <p:cNvSpPr>
            <a:spLocks noChangeAspect="1"/>
          </p:cNvSpPr>
          <p:nvPr/>
        </p:nvSpPr>
        <p:spPr>
          <a:xfrm>
            <a:off x="8524901"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39" name="Straight Arrow Connector 38">
            <a:extLst>
              <a:ext uri="{FF2B5EF4-FFF2-40B4-BE49-F238E27FC236}">
                <a16:creationId xmlns:a16="http://schemas.microsoft.com/office/drawing/2014/main" id="{F21D9C35-EF22-1655-78B7-0C4F57398142}"/>
              </a:ext>
            </a:extLst>
          </p:cNvPr>
          <p:cNvCxnSpPr>
            <a:cxnSpLocks/>
            <a:stCxn id="38" idx="0"/>
            <a:endCxn id="30" idx="2"/>
          </p:cNvCxnSpPr>
          <p:nvPr/>
        </p:nvCxnSpPr>
        <p:spPr>
          <a:xfrm flipV="1">
            <a:off x="8729972" y="371802"/>
            <a:ext cx="846010" cy="72280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6323CE5-F1C1-376A-D338-EFC94844EE29}"/>
                  </a:ext>
                </a:extLst>
              </p:cNvPr>
              <p:cNvSpPr txBox="1"/>
              <p:nvPr/>
            </p:nvSpPr>
            <p:spPr>
              <a:xfrm>
                <a:off x="7804969" y="886642"/>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40" name="TextBox 39">
                <a:extLst>
                  <a:ext uri="{FF2B5EF4-FFF2-40B4-BE49-F238E27FC236}">
                    <a16:creationId xmlns:a16="http://schemas.microsoft.com/office/drawing/2014/main" id="{36323CE5-F1C1-376A-D338-EFC94844EE29}"/>
                  </a:ext>
                </a:extLst>
              </p:cNvPr>
              <p:cNvSpPr txBox="1">
                <a:spLocks noRot="1" noChangeAspect="1" noMove="1" noResize="1" noEditPoints="1" noAdjustHandles="1" noChangeArrowheads="1" noChangeShapeType="1" noTextEdit="1"/>
              </p:cNvSpPr>
              <p:nvPr/>
            </p:nvSpPr>
            <p:spPr>
              <a:xfrm>
                <a:off x="7804969" y="886642"/>
                <a:ext cx="546041" cy="369332"/>
              </a:xfrm>
              <a:prstGeom prst="rect">
                <a:avLst/>
              </a:prstGeom>
              <a:blipFill>
                <a:blip r:embed="rId23"/>
                <a:stretch>
                  <a:fillRect/>
                </a:stretch>
              </a:blipFill>
            </p:spPr>
            <p:txBody>
              <a:bodyPr/>
              <a:lstStyle/>
              <a:p>
                <a:r>
                  <a:rPr lang="en-US">
                    <a:noFill/>
                  </a:rPr>
                  <a:t> </a:t>
                </a:r>
              </a:p>
            </p:txBody>
          </p:sp>
        </mc:Fallback>
      </mc:AlternateContent>
      <p:cxnSp>
        <p:nvCxnSpPr>
          <p:cNvPr id="41" name="Straight Arrow Connector 40">
            <a:extLst>
              <a:ext uri="{FF2B5EF4-FFF2-40B4-BE49-F238E27FC236}">
                <a16:creationId xmlns:a16="http://schemas.microsoft.com/office/drawing/2014/main" id="{928C7DEA-4DE7-77F8-5A15-EDDC732B932C}"/>
              </a:ext>
            </a:extLst>
          </p:cNvPr>
          <p:cNvCxnSpPr>
            <a:cxnSpLocks/>
            <a:endCxn id="49" idx="1"/>
          </p:cNvCxnSpPr>
          <p:nvPr/>
        </p:nvCxnSpPr>
        <p:spPr>
          <a:xfrm>
            <a:off x="7765440" y="1255974"/>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3DB876B-DF25-131A-D19D-AD404E60734B}"/>
              </a:ext>
            </a:extLst>
          </p:cNvPr>
          <p:cNvCxnSpPr>
            <a:cxnSpLocks/>
            <a:stCxn id="38" idx="4"/>
            <a:endCxn id="31" idx="2"/>
          </p:cNvCxnSpPr>
          <p:nvPr/>
        </p:nvCxnSpPr>
        <p:spPr>
          <a:xfrm>
            <a:off x="8729972" y="1504749"/>
            <a:ext cx="855720" cy="73815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3" name="Oval 42">
            <a:extLst>
              <a:ext uri="{FF2B5EF4-FFF2-40B4-BE49-F238E27FC236}">
                <a16:creationId xmlns:a16="http://schemas.microsoft.com/office/drawing/2014/main" id="{C0E7AC85-21EE-1019-E79F-0C1869344932}"/>
              </a:ext>
            </a:extLst>
          </p:cNvPr>
          <p:cNvSpPr>
            <a:spLocks noChangeAspect="1"/>
          </p:cNvSpPr>
          <p:nvPr/>
        </p:nvSpPr>
        <p:spPr>
          <a:xfrm>
            <a:off x="10742626" y="1094608"/>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44" name="Straight Arrow Connector 43">
            <a:extLst>
              <a:ext uri="{FF2B5EF4-FFF2-40B4-BE49-F238E27FC236}">
                <a16:creationId xmlns:a16="http://schemas.microsoft.com/office/drawing/2014/main" id="{ED1DC91B-164B-0C12-4C80-EB32861F1015}"/>
              </a:ext>
            </a:extLst>
          </p:cNvPr>
          <p:cNvCxnSpPr>
            <a:cxnSpLocks/>
          </p:cNvCxnSpPr>
          <p:nvPr/>
        </p:nvCxnSpPr>
        <p:spPr>
          <a:xfrm flipV="1">
            <a:off x="11152767" y="1283396"/>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0B6550D-FF9E-7F0E-0AD1-70F6C51338E8}"/>
                  </a:ext>
                </a:extLst>
              </p:cNvPr>
              <p:cNvSpPr txBox="1"/>
              <p:nvPr/>
            </p:nvSpPr>
            <p:spPr>
              <a:xfrm>
                <a:off x="11375115" y="876413"/>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45" name="TextBox 44">
                <a:extLst>
                  <a:ext uri="{FF2B5EF4-FFF2-40B4-BE49-F238E27FC236}">
                    <a16:creationId xmlns:a16="http://schemas.microsoft.com/office/drawing/2014/main" id="{40B6550D-FF9E-7F0E-0AD1-70F6C51338E8}"/>
                  </a:ext>
                </a:extLst>
              </p:cNvPr>
              <p:cNvSpPr txBox="1">
                <a:spLocks noRot="1" noChangeAspect="1" noMove="1" noResize="1" noEditPoints="1" noAdjustHandles="1" noChangeArrowheads="1" noChangeShapeType="1" noTextEdit="1"/>
              </p:cNvSpPr>
              <p:nvPr/>
            </p:nvSpPr>
            <p:spPr>
              <a:xfrm>
                <a:off x="11375115" y="876413"/>
                <a:ext cx="524049" cy="369332"/>
              </a:xfrm>
              <a:prstGeom prst="rect">
                <a:avLst/>
              </a:prstGeom>
              <a:blipFill>
                <a:blip r:embed="rId24"/>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B3A659FA-A07A-A758-AB88-4C379BE1BBF3}"/>
                  </a:ext>
                </a:extLst>
              </p:cNvPr>
              <p:cNvSpPr txBox="1"/>
              <p:nvPr/>
            </p:nvSpPr>
            <p:spPr>
              <a:xfrm>
                <a:off x="10724748" y="1074050"/>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46" name="TextBox 45">
                <a:extLst>
                  <a:ext uri="{FF2B5EF4-FFF2-40B4-BE49-F238E27FC236}">
                    <a16:creationId xmlns:a16="http://schemas.microsoft.com/office/drawing/2014/main" id="{B3A659FA-A07A-A758-AB88-4C379BE1BBF3}"/>
                  </a:ext>
                </a:extLst>
              </p:cNvPr>
              <p:cNvSpPr txBox="1">
                <a:spLocks noRot="1" noChangeAspect="1" noMove="1" noResize="1" noEditPoints="1" noAdjustHandles="1" noChangeArrowheads="1" noChangeShapeType="1" noTextEdit="1"/>
              </p:cNvSpPr>
              <p:nvPr/>
            </p:nvSpPr>
            <p:spPr>
              <a:xfrm>
                <a:off x="10724748" y="1074050"/>
                <a:ext cx="448081" cy="369332"/>
              </a:xfrm>
              <a:prstGeom prst="rect">
                <a:avLst/>
              </a:prstGeom>
              <a:blipFill>
                <a:blip r:embed="rId25"/>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F4C7A19-9B81-A5F6-8B49-3FEB78DCCD2A}"/>
                  </a:ext>
                </a:extLst>
              </p:cNvPr>
              <p:cNvSpPr txBox="1"/>
              <p:nvPr/>
            </p:nvSpPr>
            <p:spPr>
              <a:xfrm>
                <a:off x="9511235" y="134106"/>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47" name="TextBox 46">
                <a:extLst>
                  <a:ext uri="{FF2B5EF4-FFF2-40B4-BE49-F238E27FC236}">
                    <a16:creationId xmlns:a16="http://schemas.microsoft.com/office/drawing/2014/main" id="{1F4C7A19-9B81-A5F6-8B49-3FEB78DCCD2A}"/>
                  </a:ext>
                </a:extLst>
              </p:cNvPr>
              <p:cNvSpPr txBox="1">
                <a:spLocks noRot="1" noChangeAspect="1" noMove="1" noResize="1" noEditPoints="1" noAdjustHandles="1" noChangeArrowheads="1" noChangeShapeType="1" noTextEdit="1"/>
              </p:cNvSpPr>
              <p:nvPr/>
            </p:nvSpPr>
            <p:spPr>
              <a:xfrm>
                <a:off x="9511235" y="134106"/>
                <a:ext cx="557613"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D5ABFAE-CFF1-94D7-75EA-ED3F1FFF509A}"/>
                  </a:ext>
                </a:extLst>
              </p:cNvPr>
              <p:cNvSpPr txBox="1"/>
              <p:nvPr/>
            </p:nvSpPr>
            <p:spPr>
              <a:xfrm>
                <a:off x="9565907" y="2016332"/>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48" name="TextBox 47">
                <a:extLst>
                  <a:ext uri="{FF2B5EF4-FFF2-40B4-BE49-F238E27FC236}">
                    <a16:creationId xmlns:a16="http://schemas.microsoft.com/office/drawing/2014/main" id="{ED5ABFAE-CFF1-94D7-75EA-ED3F1FFF509A}"/>
                  </a:ext>
                </a:extLst>
              </p:cNvPr>
              <p:cNvSpPr txBox="1">
                <a:spLocks noRot="1" noChangeAspect="1" noMove="1" noResize="1" noEditPoints="1" noAdjustHandles="1" noChangeArrowheads="1" noChangeShapeType="1" noTextEdit="1"/>
              </p:cNvSpPr>
              <p:nvPr/>
            </p:nvSpPr>
            <p:spPr>
              <a:xfrm>
                <a:off x="9565907" y="2016332"/>
                <a:ext cx="421017" cy="369332"/>
              </a:xfrm>
              <a:prstGeom prst="rect">
                <a:avLst/>
              </a:prstGeom>
              <a:blipFill>
                <a:blip r:embed="rId27"/>
                <a:stretch>
                  <a:fillRect r="-1304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96C831F4-A2D7-1153-2B20-E9FEF7219BF9}"/>
                  </a:ext>
                </a:extLst>
              </p:cNvPr>
              <p:cNvSpPr txBox="1"/>
              <p:nvPr/>
            </p:nvSpPr>
            <p:spPr>
              <a:xfrm>
                <a:off x="8506274" y="1072597"/>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Ni</m:t>
                          </m:r>
                        </m:sub>
                      </m:sSub>
                    </m:oMath>
                  </m:oMathPara>
                </a14:m>
                <a:endParaRPr lang="en-US" dirty="0">
                  <a:solidFill>
                    <a:schemeClr val="bg1"/>
                  </a:solidFill>
                </a:endParaRPr>
              </a:p>
            </p:txBody>
          </p:sp>
        </mc:Choice>
        <mc:Fallback xmlns="">
          <p:sp>
            <p:nvSpPr>
              <p:cNvPr id="49" name="TextBox 48">
                <a:extLst>
                  <a:ext uri="{FF2B5EF4-FFF2-40B4-BE49-F238E27FC236}">
                    <a16:creationId xmlns:a16="http://schemas.microsoft.com/office/drawing/2014/main" id="{96C831F4-A2D7-1153-2B20-E9FEF7219BF9}"/>
                  </a:ext>
                </a:extLst>
              </p:cNvPr>
              <p:cNvSpPr txBox="1">
                <a:spLocks noRot="1" noChangeAspect="1" noMove="1" noResize="1" noEditPoints="1" noAdjustHandles="1" noChangeArrowheads="1" noChangeShapeType="1" noTextEdit="1"/>
              </p:cNvSpPr>
              <p:nvPr/>
            </p:nvSpPr>
            <p:spPr>
              <a:xfrm>
                <a:off x="8506274" y="1072597"/>
                <a:ext cx="448081" cy="369332"/>
              </a:xfrm>
              <a:prstGeom prst="rect">
                <a:avLst/>
              </a:prstGeom>
              <a:blipFill>
                <a:blip r:embed="rId28"/>
                <a:stretch>
                  <a:fillRect/>
                </a:stretch>
              </a:blipFill>
            </p:spPr>
            <p:txBody>
              <a:bodyPr/>
              <a:lstStyle/>
              <a:p>
                <a:r>
                  <a:rPr lang="en-US">
                    <a:noFill/>
                  </a:rPr>
                  <a:t> </a:t>
                </a:r>
              </a:p>
            </p:txBody>
          </p:sp>
        </mc:Fallback>
      </mc:AlternateContent>
      <p:cxnSp>
        <p:nvCxnSpPr>
          <p:cNvPr id="60" name="Straight Connector 59">
            <a:extLst>
              <a:ext uri="{FF2B5EF4-FFF2-40B4-BE49-F238E27FC236}">
                <a16:creationId xmlns:a16="http://schemas.microsoft.com/office/drawing/2014/main" id="{51BED310-06F2-E47F-29D6-87FA155F036E}"/>
              </a:ext>
            </a:extLst>
          </p:cNvPr>
          <p:cNvCxnSpPr>
            <a:cxnSpLocks/>
          </p:cNvCxnSpPr>
          <p:nvPr/>
        </p:nvCxnSpPr>
        <p:spPr>
          <a:xfrm>
            <a:off x="7775843" y="695981"/>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113" name="Rectangle 112">
            <a:extLst>
              <a:ext uri="{FF2B5EF4-FFF2-40B4-BE49-F238E27FC236}">
                <a16:creationId xmlns:a16="http://schemas.microsoft.com/office/drawing/2014/main" id="{E797662E-CEBC-DAAE-3E5F-18636EF38677}"/>
              </a:ext>
            </a:extLst>
          </p:cNvPr>
          <p:cNvSpPr/>
          <p:nvPr/>
        </p:nvSpPr>
        <p:spPr>
          <a:xfrm>
            <a:off x="8320025" y="45697"/>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15" name="TextBox 114">
            <a:extLst>
              <a:ext uri="{FF2B5EF4-FFF2-40B4-BE49-F238E27FC236}">
                <a16:creationId xmlns:a16="http://schemas.microsoft.com/office/drawing/2014/main" id="{93778832-96D7-2947-B80A-A56B0F3A40C3}"/>
              </a:ext>
            </a:extLst>
          </p:cNvPr>
          <p:cNvSpPr txBox="1"/>
          <p:nvPr/>
        </p:nvSpPr>
        <p:spPr>
          <a:xfrm>
            <a:off x="8334903" y="76227"/>
            <a:ext cx="473206" cy="338554"/>
          </a:xfrm>
          <a:prstGeom prst="rect">
            <a:avLst/>
          </a:prstGeom>
          <a:noFill/>
        </p:spPr>
        <p:txBody>
          <a:bodyPr wrap="none" rtlCol="0">
            <a:spAutoFit/>
          </a:bodyPr>
          <a:lstStyle/>
          <a:p>
            <a:r>
              <a:rPr lang="en-US" sz="1600" dirty="0"/>
              <a:t>NN</a:t>
            </a:r>
          </a:p>
        </p:txBody>
      </p:sp>
      <p:sp>
        <p:nvSpPr>
          <p:cNvPr id="2" name="Rectangle: Rounded Corners 1">
            <a:extLst>
              <a:ext uri="{FF2B5EF4-FFF2-40B4-BE49-F238E27FC236}">
                <a16:creationId xmlns:a16="http://schemas.microsoft.com/office/drawing/2014/main" id="{527796F3-03A6-6ACF-7598-DD0BBF06BE72}"/>
              </a:ext>
            </a:extLst>
          </p:cNvPr>
          <p:cNvSpPr/>
          <p:nvPr/>
        </p:nvSpPr>
        <p:spPr>
          <a:xfrm>
            <a:off x="23924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7ACF3A79-6BE7-9B0E-CD99-E0D613660B0B}"/>
              </a:ext>
            </a:extLst>
          </p:cNvPr>
          <p:cNvSpPr txBox="1"/>
          <p:nvPr/>
        </p:nvSpPr>
        <p:spPr>
          <a:xfrm>
            <a:off x="233856" y="2926197"/>
            <a:ext cx="1385316" cy="646331"/>
          </a:xfrm>
          <a:prstGeom prst="rect">
            <a:avLst/>
          </a:prstGeom>
          <a:noFill/>
        </p:spPr>
        <p:txBody>
          <a:bodyPr wrap="none" rtlCol="0">
            <a:spAutoFit/>
          </a:bodyPr>
          <a:lstStyle/>
          <a:p>
            <a:pPr algn="ctr"/>
            <a:r>
              <a:rPr lang="de-DE" dirty="0" err="1"/>
              <a:t>Map</a:t>
            </a:r>
            <a:r>
              <a:rPr lang="de-DE" dirty="0"/>
              <a:t> Chem. </a:t>
            </a:r>
          </a:p>
          <a:p>
            <a:pPr algn="ctr"/>
            <a:r>
              <a:rPr lang="de-DE" dirty="0"/>
              <a:t>Diff. in S</a:t>
            </a:r>
            <a:endParaRPr lang="en-US" dirty="0"/>
          </a:p>
        </p:txBody>
      </p:sp>
      <p:sp>
        <p:nvSpPr>
          <p:cNvPr id="11" name="Oval 10">
            <a:extLst>
              <a:ext uri="{FF2B5EF4-FFF2-40B4-BE49-F238E27FC236}">
                <a16:creationId xmlns:a16="http://schemas.microsoft.com/office/drawing/2014/main" id="{653FD999-7E7D-5C1E-B14B-A7AE290E8116}"/>
              </a:ext>
            </a:extLst>
          </p:cNvPr>
          <p:cNvSpPr>
            <a:spLocks noChangeAspect="1"/>
          </p:cNvSpPr>
          <p:nvPr/>
        </p:nvSpPr>
        <p:spPr>
          <a:xfrm>
            <a:off x="81221" y="2690298"/>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1</a:t>
            </a:r>
            <a:endParaRPr lang="en-US" dirty="0">
              <a:solidFill>
                <a:schemeClr val="tx1"/>
              </a:solidFill>
            </a:endParaRPr>
          </a:p>
        </p:txBody>
      </p:sp>
      <p:sp>
        <p:nvSpPr>
          <p:cNvPr id="12" name="Rectangle: Rounded Corners 11">
            <a:extLst>
              <a:ext uri="{FF2B5EF4-FFF2-40B4-BE49-F238E27FC236}">
                <a16:creationId xmlns:a16="http://schemas.microsoft.com/office/drawing/2014/main" id="{7DD72C87-8C8B-7249-2C1E-7C5101542E23}"/>
              </a:ext>
            </a:extLst>
          </p:cNvPr>
          <p:cNvSpPr/>
          <p:nvPr/>
        </p:nvSpPr>
        <p:spPr>
          <a:xfrm>
            <a:off x="1976464" y="2819746"/>
            <a:ext cx="1289392" cy="767408"/>
          </a:xfrm>
          <a:prstGeom prst="roundRect">
            <a:avLst>
              <a:gd name="adj" fmla="val 1170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FEF01F9-C59E-28F2-20B0-2C431442C896}"/>
              </a:ext>
            </a:extLst>
          </p:cNvPr>
          <p:cNvSpPr txBox="1"/>
          <p:nvPr/>
        </p:nvSpPr>
        <p:spPr>
          <a:xfrm>
            <a:off x="2085597" y="2940823"/>
            <a:ext cx="1071126" cy="646331"/>
          </a:xfrm>
          <a:prstGeom prst="rect">
            <a:avLst/>
          </a:prstGeom>
          <a:noFill/>
        </p:spPr>
        <p:txBody>
          <a:bodyPr wrap="none" rtlCol="0">
            <a:spAutoFit/>
          </a:bodyPr>
          <a:lstStyle/>
          <a:p>
            <a:pPr algn="ctr"/>
            <a:r>
              <a:rPr lang="de-DE" dirty="0" err="1"/>
              <a:t>Simulate</a:t>
            </a:r>
            <a:endParaRPr lang="de-DE" dirty="0"/>
          </a:p>
          <a:p>
            <a:pPr algn="ctr"/>
            <a:r>
              <a:rPr lang="de-DE" dirty="0" err="1"/>
              <a:t>Kinetics</a:t>
            </a:r>
            <a:endParaRPr lang="en-US" dirty="0"/>
          </a:p>
        </p:txBody>
      </p:sp>
      <p:sp>
        <p:nvSpPr>
          <p:cNvPr id="14" name="Oval 13">
            <a:extLst>
              <a:ext uri="{FF2B5EF4-FFF2-40B4-BE49-F238E27FC236}">
                <a16:creationId xmlns:a16="http://schemas.microsoft.com/office/drawing/2014/main" id="{26BEB7E7-6379-36B8-F440-3EA3838B6A42}"/>
              </a:ext>
            </a:extLst>
          </p:cNvPr>
          <p:cNvSpPr>
            <a:spLocks noChangeAspect="1"/>
          </p:cNvSpPr>
          <p:nvPr/>
        </p:nvSpPr>
        <p:spPr>
          <a:xfrm>
            <a:off x="181844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2</a:t>
            </a:r>
            <a:endParaRPr lang="en-US" dirty="0">
              <a:solidFill>
                <a:schemeClr val="tx1"/>
              </a:solidFill>
            </a:endParaRPr>
          </a:p>
        </p:txBody>
      </p:sp>
      <p:cxnSp>
        <p:nvCxnSpPr>
          <p:cNvPr id="16" name="Straight Arrow Connector 15">
            <a:extLst>
              <a:ext uri="{FF2B5EF4-FFF2-40B4-BE49-F238E27FC236}">
                <a16:creationId xmlns:a16="http://schemas.microsoft.com/office/drawing/2014/main" id="{8C8F2F69-E9D6-EEB1-9017-972230F4BE78}"/>
              </a:ext>
            </a:extLst>
          </p:cNvPr>
          <p:cNvCxnSpPr>
            <a:cxnSpLocks/>
            <a:stCxn id="2" idx="3"/>
            <a:endCxn id="12" idx="1"/>
          </p:cNvCxnSpPr>
          <p:nvPr/>
        </p:nvCxnSpPr>
        <p:spPr>
          <a:xfrm>
            <a:off x="152863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Rectangle: Rounded Corners 17">
            <a:extLst>
              <a:ext uri="{FF2B5EF4-FFF2-40B4-BE49-F238E27FC236}">
                <a16:creationId xmlns:a16="http://schemas.microsoft.com/office/drawing/2014/main" id="{0D5549F3-AD70-F6F3-EC22-D4BCAFB9F80E}"/>
              </a:ext>
            </a:extLst>
          </p:cNvPr>
          <p:cNvSpPr/>
          <p:nvPr/>
        </p:nvSpPr>
        <p:spPr>
          <a:xfrm>
            <a:off x="3713684" y="2819746"/>
            <a:ext cx="1289392" cy="767408"/>
          </a:xfrm>
          <a:prstGeom prst="roundRect">
            <a:avLst>
              <a:gd name="adj" fmla="val 11702"/>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11C5A117-50B0-E088-668E-DB68E643D72D}"/>
              </a:ext>
            </a:extLst>
          </p:cNvPr>
          <p:cNvSpPr txBox="1"/>
          <p:nvPr/>
        </p:nvSpPr>
        <p:spPr>
          <a:xfrm>
            <a:off x="3647057" y="2940823"/>
            <a:ext cx="1403398" cy="646331"/>
          </a:xfrm>
          <a:prstGeom prst="rect">
            <a:avLst/>
          </a:prstGeom>
          <a:noFill/>
        </p:spPr>
        <p:txBody>
          <a:bodyPr wrap="none" rtlCol="0">
            <a:spAutoFit/>
          </a:bodyPr>
          <a:lstStyle/>
          <a:p>
            <a:pPr algn="ctr"/>
            <a:r>
              <a:rPr lang="de-DE" dirty="0" err="1"/>
              <a:t>Map</a:t>
            </a:r>
            <a:endParaRPr lang="de-DE" dirty="0"/>
          </a:p>
          <a:p>
            <a:pPr algn="ctr"/>
            <a:r>
              <a:rPr lang="de-DE" dirty="0"/>
              <a:t>Counter in S</a:t>
            </a:r>
            <a:endParaRPr lang="en-US" dirty="0"/>
          </a:p>
        </p:txBody>
      </p:sp>
      <p:sp>
        <p:nvSpPr>
          <p:cNvPr id="20" name="Oval 19">
            <a:extLst>
              <a:ext uri="{FF2B5EF4-FFF2-40B4-BE49-F238E27FC236}">
                <a16:creationId xmlns:a16="http://schemas.microsoft.com/office/drawing/2014/main" id="{808FD04D-25F7-94B2-9C1E-F29F6D3D1AD9}"/>
              </a:ext>
            </a:extLst>
          </p:cNvPr>
          <p:cNvSpPr>
            <a:spLocks noChangeAspect="1"/>
          </p:cNvSpPr>
          <p:nvPr/>
        </p:nvSpPr>
        <p:spPr>
          <a:xfrm>
            <a:off x="3555661" y="2661723"/>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3</a:t>
            </a:r>
            <a:endParaRPr lang="en-US" dirty="0">
              <a:solidFill>
                <a:schemeClr val="tx1"/>
              </a:solidFill>
            </a:endParaRPr>
          </a:p>
        </p:txBody>
      </p:sp>
      <p:cxnSp>
        <p:nvCxnSpPr>
          <p:cNvPr id="21" name="Straight Arrow Connector 20">
            <a:extLst>
              <a:ext uri="{FF2B5EF4-FFF2-40B4-BE49-F238E27FC236}">
                <a16:creationId xmlns:a16="http://schemas.microsoft.com/office/drawing/2014/main" id="{9E5CA64F-2E01-1A8F-0F89-BC91587C2FD4}"/>
              </a:ext>
            </a:extLst>
          </p:cNvPr>
          <p:cNvCxnSpPr>
            <a:cxnSpLocks/>
            <a:endCxn id="18" idx="1"/>
          </p:cNvCxnSpPr>
          <p:nvPr/>
        </p:nvCxnSpPr>
        <p:spPr>
          <a:xfrm>
            <a:off x="3265856" y="3203450"/>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2" name="Rectangle: Rounded Corners 21">
            <a:extLst>
              <a:ext uri="{FF2B5EF4-FFF2-40B4-BE49-F238E27FC236}">
                <a16:creationId xmlns:a16="http://schemas.microsoft.com/office/drawing/2014/main" id="{BEDF6BC6-6D35-1B44-3892-138872AB69E7}"/>
              </a:ext>
            </a:extLst>
          </p:cNvPr>
          <p:cNvSpPr/>
          <p:nvPr/>
        </p:nvSpPr>
        <p:spPr>
          <a:xfrm>
            <a:off x="5451304" y="2807360"/>
            <a:ext cx="1289392" cy="767408"/>
          </a:xfrm>
          <a:prstGeom prst="roundRect">
            <a:avLst>
              <a:gd name="adj" fmla="val 11702"/>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44C0CFF2-BC08-F6A5-9027-5D77B1BB6376}"/>
              </a:ext>
            </a:extLst>
          </p:cNvPr>
          <p:cNvSpPr txBox="1"/>
          <p:nvPr/>
        </p:nvSpPr>
        <p:spPr>
          <a:xfrm>
            <a:off x="5628559" y="2928437"/>
            <a:ext cx="915635" cy="646331"/>
          </a:xfrm>
          <a:prstGeom prst="rect">
            <a:avLst/>
          </a:prstGeom>
          <a:noFill/>
        </p:spPr>
        <p:txBody>
          <a:bodyPr wrap="none" rtlCol="0">
            <a:spAutoFit/>
          </a:bodyPr>
          <a:lstStyle/>
          <a:p>
            <a:pPr algn="ctr"/>
            <a:r>
              <a:rPr lang="de-DE" dirty="0" err="1"/>
              <a:t>Map</a:t>
            </a:r>
            <a:endParaRPr lang="de-DE" dirty="0"/>
          </a:p>
          <a:p>
            <a:pPr algn="ctr"/>
            <a:r>
              <a:rPr lang="de-DE" dirty="0"/>
              <a:t>NN in S</a:t>
            </a:r>
            <a:endParaRPr lang="en-US" dirty="0"/>
          </a:p>
        </p:txBody>
      </p:sp>
      <p:sp>
        <p:nvSpPr>
          <p:cNvPr id="24" name="Oval 23">
            <a:extLst>
              <a:ext uri="{FF2B5EF4-FFF2-40B4-BE49-F238E27FC236}">
                <a16:creationId xmlns:a16="http://schemas.microsoft.com/office/drawing/2014/main" id="{B0481AAD-80CB-9674-419C-676C679311B8}"/>
              </a:ext>
            </a:extLst>
          </p:cNvPr>
          <p:cNvSpPr>
            <a:spLocks noChangeAspect="1"/>
          </p:cNvSpPr>
          <p:nvPr/>
        </p:nvSpPr>
        <p:spPr>
          <a:xfrm>
            <a:off x="5293281" y="2649337"/>
            <a:ext cx="316045" cy="31604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dirty="0">
                <a:solidFill>
                  <a:schemeClr val="tx1"/>
                </a:solidFill>
              </a:rPr>
              <a:t>4</a:t>
            </a:r>
            <a:endParaRPr lang="en-US" dirty="0">
              <a:solidFill>
                <a:schemeClr val="tx1"/>
              </a:solidFill>
            </a:endParaRPr>
          </a:p>
        </p:txBody>
      </p:sp>
      <p:cxnSp>
        <p:nvCxnSpPr>
          <p:cNvPr id="25" name="Straight Arrow Connector 24">
            <a:extLst>
              <a:ext uri="{FF2B5EF4-FFF2-40B4-BE49-F238E27FC236}">
                <a16:creationId xmlns:a16="http://schemas.microsoft.com/office/drawing/2014/main" id="{FC6AC493-A8D0-6676-6D2D-56152DE674BC}"/>
              </a:ext>
            </a:extLst>
          </p:cNvPr>
          <p:cNvCxnSpPr>
            <a:cxnSpLocks/>
            <a:endCxn id="22" idx="1"/>
          </p:cNvCxnSpPr>
          <p:nvPr/>
        </p:nvCxnSpPr>
        <p:spPr>
          <a:xfrm>
            <a:off x="5003476" y="3191064"/>
            <a:ext cx="447828"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7159077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76382F74-C45A-66E5-8477-18197D7EF130}"/>
              </a:ext>
            </a:extLst>
          </p:cNvPr>
          <p:cNvSpPr/>
          <p:nvPr/>
        </p:nvSpPr>
        <p:spPr>
          <a:xfrm>
            <a:off x="3578087" y="12324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A</a:t>
            </a:r>
          </a:p>
        </p:txBody>
      </p:sp>
      <p:sp>
        <p:nvSpPr>
          <p:cNvPr id="5" name="Oval 4">
            <a:extLst>
              <a:ext uri="{FF2B5EF4-FFF2-40B4-BE49-F238E27FC236}">
                <a16:creationId xmlns:a16="http://schemas.microsoft.com/office/drawing/2014/main" id="{DDB2A9E8-2079-823F-1DB5-9189163CDCD1}"/>
              </a:ext>
            </a:extLst>
          </p:cNvPr>
          <p:cNvSpPr/>
          <p:nvPr/>
        </p:nvSpPr>
        <p:spPr>
          <a:xfrm>
            <a:off x="4850296" y="2166730"/>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B</a:t>
            </a:r>
          </a:p>
        </p:txBody>
      </p:sp>
      <p:sp>
        <p:nvSpPr>
          <p:cNvPr id="6" name="Rectangle 5">
            <a:extLst>
              <a:ext uri="{FF2B5EF4-FFF2-40B4-BE49-F238E27FC236}">
                <a16:creationId xmlns:a16="http://schemas.microsoft.com/office/drawing/2014/main" id="{258B3088-21D9-B6DD-98A4-2826FA9D4D9B}"/>
              </a:ext>
            </a:extLst>
          </p:cNvPr>
          <p:cNvSpPr/>
          <p:nvPr/>
        </p:nvSpPr>
        <p:spPr>
          <a:xfrm rot="18924219">
            <a:off x="4777377" y="2058398"/>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5A5A30F8-7733-76EB-5589-C1B184599F59}"/>
              </a:ext>
            </a:extLst>
          </p:cNvPr>
          <p:cNvSpPr/>
          <p:nvPr/>
        </p:nvSpPr>
        <p:spPr>
          <a:xfrm>
            <a:off x="6096000" y="3213652"/>
            <a:ext cx="1272209" cy="1262270"/>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Chem C</a:t>
            </a:r>
          </a:p>
        </p:txBody>
      </p:sp>
      <p:sp>
        <p:nvSpPr>
          <p:cNvPr id="8" name="Rectangle 7">
            <a:extLst>
              <a:ext uri="{FF2B5EF4-FFF2-40B4-BE49-F238E27FC236}">
                <a16:creationId xmlns:a16="http://schemas.microsoft.com/office/drawing/2014/main" id="{3F65D165-9247-8D1E-1EC2-4BFF686BFA66}"/>
              </a:ext>
            </a:extLst>
          </p:cNvPr>
          <p:cNvSpPr/>
          <p:nvPr/>
        </p:nvSpPr>
        <p:spPr>
          <a:xfrm rot="18924219">
            <a:off x="6023081" y="3105320"/>
            <a:ext cx="145838" cy="58112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BFBD2881-BC2F-AC53-0411-802FEC454D86}"/>
              </a:ext>
            </a:extLst>
          </p:cNvPr>
          <p:cNvSpPr/>
          <p:nvPr/>
        </p:nvSpPr>
        <p:spPr>
          <a:xfrm>
            <a:off x="579472"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0" name="Rectangle: Rounded Corners 9">
            <a:extLst>
              <a:ext uri="{FF2B5EF4-FFF2-40B4-BE49-F238E27FC236}">
                <a16:creationId xmlns:a16="http://schemas.microsoft.com/office/drawing/2014/main" id="{5E042F87-456C-545F-34A5-46586C400948}"/>
              </a:ext>
            </a:extLst>
          </p:cNvPr>
          <p:cNvSpPr/>
          <p:nvPr/>
        </p:nvSpPr>
        <p:spPr>
          <a:xfrm>
            <a:off x="2416016" y="5259788"/>
            <a:ext cx="1371600" cy="73152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1" name="Rectangle: Rounded Corners 10">
            <a:extLst>
              <a:ext uri="{FF2B5EF4-FFF2-40B4-BE49-F238E27FC236}">
                <a16:creationId xmlns:a16="http://schemas.microsoft.com/office/drawing/2014/main" id="{58DDB5AB-EDC1-1A45-8226-A3C5000C4E97}"/>
              </a:ext>
            </a:extLst>
          </p:cNvPr>
          <p:cNvSpPr/>
          <p:nvPr/>
        </p:nvSpPr>
        <p:spPr>
          <a:xfrm>
            <a:off x="4252560" y="5259788"/>
            <a:ext cx="1371600" cy="73152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 name="Rectangle: Rounded Corners 11">
            <a:extLst>
              <a:ext uri="{FF2B5EF4-FFF2-40B4-BE49-F238E27FC236}">
                <a16:creationId xmlns:a16="http://schemas.microsoft.com/office/drawing/2014/main" id="{43408131-7CF2-CEBA-8701-D54CE11A789A}"/>
              </a:ext>
            </a:extLst>
          </p:cNvPr>
          <p:cNvSpPr/>
          <p:nvPr/>
        </p:nvSpPr>
        <p:spPr>
          <a:xfrm>
            <a:off x="6089105" y="5259788"/>
            <a:ext cx="1371600" cy="73152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3" name="Straight Arrow Connector 12">
            <a:extLst>
              <a:ext uri="{FF2B5EF4-FFF2-40B4-BE49-F238E27FC236}">
                <a16:creationId xmlns:a16="http://schemas.microsoft.com/office/drawing/2014/main" id="{E73B9A77-143C-A0BA-E26D-0B63BB343507}"/>
              </a:ext>
            </a:extLst>
          </p:cNvPr>
          <p:cNvCxnSpPr>
            <a:cxnSpLocks/>
            <a:stCxn id="9" idx="3"/>
            <a:endCxn id="10" idx="1"/>
          </p:cNvCxnSpPr>
          <p:nvPr/>
        </p:nvCxnSpPr>
        <p:spPr>
          <a:xfrm>
            <a:off x="1951072"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FBA9F3A8-0553-50A4-67AC-9EB20845848E}"/>
              </a:ext>
            </a:extLst>
          </p:cNvPr>
          <p:cNvCxnSpPr>
            <a:cxnSpLocks/>
            <a:stCxn id="10" idx="3"/>
            <a:endCxn id="11" idx="1"/>
          </p:cNvCxnSpPr>
          <p:nvPr/>
        </p:nvCxnSpPr>
        <p:spPr>
          <a:xfrm>
            <a:off x="3787616" y="5625548"/>
            <a:ext cx="46494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B672A58C-71BC-F365-A0F3-C351245C31C7}"/>
              </a:ext>
            </a:extLst>
          </p:cNvPr>
          <p:cNvCxnSpPr>
            <a:cxnSpLocks/>
            <a:stCxn id="11" idx="3"/>
            <a:endCxn id="12" idx="1"/>
          </p:cNvCxnSpPr>
          <p:nvPr/>
        </p:nvCxnSpPr>
        <p:spPr>
          <a:xfrm>
            <a:off x="5624160" y="5625548"/>
            <a:ext cx="464945"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9953D1B4-A4FC-973A-70AF-B9F2FCB3C0A3}"/>
              </a:ext>
            </a:extLst>
          </p:cNvPr>
          <p:cNvCxnSpPr>
            <a:cxnSpLocks/>
            <a:stCxn id="11" idx="0"/>
          </p:cNvCxnSpPr>
          <p:nvPr/>
        </p:nvCxnSpPr>
        <p:spPr>
          <a:xfrm flipH="1" flipV="1">
            <a:off x="4244009" y="2295939"/>
            <a:ext cx="694351" cy="296384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1696DC0D-C095-C378-7513-87FEFAB7D6CA}"/>
              </a:ext>
            </a:extLst>
          </p:cNvPr>
          <p:cNvCxnSpPr>
            <a:cxnSpLocks/>
            <a:stCxn id="11" idx="0"/>
          </p:cNvCxnSpPr>
          <p:nvPr/>
        </p:nvCxnSpPr>
        <p:spPr>
          <a:xfrm flipV="1">
            <a:off x="4938360" y="3137783"/>
            <a:ext cx="341808" cy="212200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27E648B3-95E5-3ED9-829E-F0817C6EDD0D}"/>
              </a:ext>
            </a:extLst>
          </p:cNvPr>
          <p:cNvCxnSpPr>
            <a:cxnSpLocks/>
            <a:stCxn id="11" idx="0"/>
          </p:cNvCxnSpPr>
          <p:nvPr/>
        </p:nvCxnSpPr>
        <p:spPr>
          <a:xfrm flipV="1">
            <a:off x="4938360" y="4163005"/>
            <a:ext cx="1629482" cy="10967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83273658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79</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8086680" y="208819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9206012" y="226194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6347448" y="261353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968672" y="262064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678944" y="289563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6010526" y="5025508"/>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7548097" y="780269"/>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7951866" y="1688874"/>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7800461" y="467330"/>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7225377" y="659908"/>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7529971" y="480089"/>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8256575" y="1556055"/>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7859180" y="1777997"/>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6661121" y="136525"/>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8975461" y="809410"/>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6105526" y="4159409"/>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5329921" y="2187337"/>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5329921" y="4557511"/>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de-DE" sz="2400" b="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m:sSub>
                        <m:sSubPr>
                          <m:ctrlPr>
                            <a:rPr lang="en-US" sz="2400" i="1">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a:t>
            </a:r>
            <a:r>
              <a:rPr lang="en-US" sz="1400"/>
              <a:t>on Molecular</a:t>
            </a:r>
            <a:r>
              <a:rPr lang="en-US" sz="1400" dirty="0"/>
              <a:t>, Biological and Multi-Scale Communications 9, 4 (Dec. 2023), 435–446. https://doi.org/10.1109/tmbmc.2023.3327302</a:t>
            </a:r>
          </a:p>
        </p:txBody>
      </p:sp>
      <p:pic>
        <p:nvPicPr>
          <p:cNvPr id="3" name="Picture 2">
            <a:extLst>
              <a:ext uri="{FF2B5EF4-FFF2-40B4-BE49-F238E27FC236}">
                <a16:creationId xmlns:a16="http://schemas.microsoft.com/office/drawing/2014/main" id="{99B2599D-79C4-ECC8-68E8-F95CF6B15871}"/>
              </a:ext>
            </a:extLst>
          </p:cNvPr>
          <p:cNvPicPr>
            <a:picLocks noChangeAspect="1"/>
          </p:cNvPicPr>
          <p:nvPr/>
        </p:nvPicPr>
        <p:blipFill>
          <a:blip r:embed="rId4"/>
          <a:srcRect l="8213"/>
          <a:stretch>
            <a:fillRect/>
          </a:stretch>
        </p:blipFill>
        <p:spPr>
          <a:xfrm>
            <a:off x="7422009" y="4403058"/>
            <a:ext cx="1438385" cy="1567101"/>
          </a:xfrm>
          <a:prstGeom prst="rect">
            <a:avLst/>
          </a:prstGeom>
        </p:spPr>
      </p:pic>
    </p:spTree>
    <p:extLst>
      <p:ext uri="{BB962C8B-B14F-4D97-AF65-F5344CB8AC3E}">
        <p14:creationId xmlns:p14="http://schemas.microsoft.com/office/powerpoint/2010/main" val="7600602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5726F7-7CD3-3BFF-07C2-F4DE40DE8E98}"/>
              </a:ext>
            </a:extLst>
          </p:cNvPr>
          <p:cNvPicPr>
            <a:picLocks noChangeAspect="1"/>
          </p:cNvPicPr>
          <p:nvPr/>
        </p:nvPicPr>
        <p:blipFill>
          <a:blip r:embed="rId2"/>
          <a:srcRect l="8213"/>
          <a:stretch>
            <a:fillRect/>
          </a:stretch>
        </p:blipFill>
        <p:spPr>
          <a:xfrm rot="17783186">
            <a:off x="6149504" y="5526656"/>
            <a:ext cx="1438385" cy="1567101"/>
          </a:xfrm>
          <a:prstGeom prst="rect">
            <a:avLst/>
          </a:prstGeom>
        </p:spPr>
      </p:pic>
      <p:pic>
        <p:nvPicPr>
          <p:cNvPr id="7" name="Picture 6">
            <a:extLst>
              <a:ext uri="{FF2B5EF4-FFF2-40B4-BE49-F238E27FC236}">
                <a16:creationId xmlns:a16="http://schemas.microsoft.com/office/drawing/2014/main" id="{763F9B05-5477-8ACE-8AC9-AD565F352AFF}"/>
              </a:ext>
            </a:extLst>
          </p:cNvPr>
          <p:cNvPicPr>
            <a:picLocks noChangeAspect="1"/>
          </p:cNvPicPr>
          <p:nvPr/>
        </p:nvPicPr>
        <p:blipFill>
          <a:blip r:embed="rId2"/>
          <a:srcRect l="8213"/>
          <a:stretch>
            <a:fillRect/>
          </a:stretch>
        </p:blipFill>
        <p:spPr>
          <a:xfrm rot="17896018">
            <a:off x="4048897" y="5490565"/>
            <a:ext cx="1438385" cy="1567101"/>
          </a:xfrm>
          <a:prstGeom prst="rect">
            <a:avLst/>
          </a:prstGeom>
        </p:spPr>
      </p:pic>
      <p:pic>
        <p:nvPicPr>
          <p:cNvPr id="9" name="Picture 8">
            <a:extLst>
              <a:ext uri="{FF2B5EF4-FFF2-40B4-BE49-F238E27FC236}">
                <a16:creationId xmlns:a16="http://schemas.microsoft.com/office/drawing/2014/main" id="{AB5B3CAD-466F-CDC1-0AC5-6E06403AB3C2}"/>
              </a:ext>
            </a:extLst>
          </p:cNvPr>
          <p:cNvPicPr>
            <a:picLocks noChangeAspect="1"/>
          </p:cNvPicPr>
          <p:nvPr/>
        </p:nvPicPr>
        <p:blipFill>
          <a:blip r:embed="rId3"/>
          <a:srcRect l="25538" t="6542" r="31911" b="10234"/>
          <a:stretch>
            <a:fillRect/>
          </a:stretch>
        </p:blipFill>
        <p:spPr>
          <a:xfrm rot="14206249">
            <a:off x="8008518" y="4477193"/>
            <a:ext cx="354848" cy="462687"/>
          </a:xfrm>
          <a:prstGeom prst="rect">
            <a:avLst/>
          </a:prstGeom>
        </p:spPr>
      </p:pic>
      <p:pic>
        <p:nvPicPr>
          <p:cNvPr id="13" name="Picture 12">
            <a:extLst>
              <a:ext uri="{FF2B5EF4-FFF2-40B4-BE49-F238E27FC236}">
                <a16:creationId xmlns:a16="http://schemas.microsoft.com/office/drawing/2014/main" id="{52C84477-B15D-0E12-A6A4-72ADD914EAFD}"/>
              </a:ext>
            </a:extLst>
          </p:cNvPr>
          <p:cNvPicPr>
            <a:picLocks noChangeAspect="1"/>
          </p:cNvPicPr>
          <p:nvPr/>
        </p:nvPicPr>
        <p:blipFill>
          <a:blip r:embed="rId3"/>
          <a:srcRect l="25538" t="6542" r="31911" b="10234"/>
          <a:stretch>
            <a:fillRect/>
          </a:stretch>
        </p:blipFill>
        <p:spPr>
          <a:xfrm rot="14206249">
            <a:off x="8260882" y="4164254"/>
            <a:ext cx="354848" cy="462687"/>
          </a:xfrm>
          <a:prstGeom prst="rect">
            <a:avLst/>
          </a:prstGeom>
        </p:spPr>
      </p:pic>
      <p:pic>
        <p:nvPicPr>
          <p:cNvPr id="15" name="Picture 14">
            <a:extLst>
              <a:ext uri="{FF2B5EF4-FFF2-40B4-BE49-F238E27FC236}">
                <a16:creationId xmlns:a16="http://schemas.microsoft.com/office/drawing/2014/main" id="{5C949FFD-360D-1911-3CE0-C1E80451171F}"/>
              </a:ext>
            </a:extLst>
          </p:cNvPr>
          <p:cNvPicPr>
            <a:picLocks noChangeAspect="1"/>
          </p:cNvPicPr>
          <p:nvPr/>
        </p:nvPicPr>
        <p:blipFill>
          <a:blip r:embed="rId3"/>
          <a:srcRect l="25538" t="6542" r="31911" b="10234"/>
          <a:stretch>
            <a:fillRect/>
          </a:stretch>
        </p:blipFill>
        <p:spPr>
          <a:xfrm rot="14206249">
            <a:off x="7685798" y="4356832"/>
            <a:ext cx="354848" cy="462687"/>
          </a:xfrm>
          <a:prstGeom prst="rect">
            <a:avLst/>
          </a:prstGeom>
        </p:spPr>
      </p:pic>
      <p:pic>
        <p:nvPicPr>
          <p:cNvPr id="17" name="Picture 16">
            <a:extLst>
              <a:ext uri="{FF2B5EF4-FFF2-40B4-BE49-F238E27FC236}">
                <a16:creationId xmlns:a16="http://schemas.microsoft.com/office/drawing/2014/main" id="{240E6D54-4E04-19C1-C22E-7C80CAD4B5F3}"/>
              </a:ext>
            </a:extLst>
          </p:cNvPr>
          <p:cNvPicPr>
            <a:picLocks noChangeAspect="1"/>
          </p:cNvPicPr>
          <p:nvPr/>
        </p:nvPicPr>
        <p:blipFill>
          <a:blip r:embed="rId3"/>
          <a:srcRect l="25538" t="6542" r="31911" b="10234"/>
          <a:stretch>
            <a:fillRect/>
          </a:stretch>
        </p:blipFill>
        <p:spPr>
          <a:xfrm rot="14206249">
            <a:off x="7990392" y="4177013"/>
            <a:ext cx="354848" cy="462687"/>
          </a:xfrm>
          <a:prstGeom prst="rect">
            <a:avLst/>
          </a:prstGeom>
        </p:spPr>
      </p:pic>
      <p:grpSp>
        <p:nvGrpSpPr>
          <p:cNvPr id="32" name="Group 31">
            <a:extLst>
              <a:ext uri="{FF2B5EF4-FFF2-40B4-BE49-F238E27FC236}">
                <a16:creationId xmlns:a16="http://schemas.microsoft.com/office/drawing/2014/main" id="{BF86301F-C77E-FCE3-A400-A0B4C2583C27}"/>
              </a:ext>
            </a:extLst>
          </p:cNvPr>
          <p:cNvGrpSpPr/>
          <p:nvPr/>
        </p:nvGrpSpPr>
        <p:grpSpPr>
          <a:xfrm rot="4968348">
            <a:off x="7022254" y="4839533"/>
            <a:ext cx="503836" cy="1038348"/>
            <a:chOff x="1542491" y="3147918"/>
            <a:chExt cx="503836" cy="1038348"/>
          </a:xfrm>
        </p:grpSpPr>
        <p:sp>
          <p:nvSpPr>
            <p:cNvPr id="11" name="Freeform: Shape 10">
              <a:extLst>
                <a:ext uri="{FF2B5EF4-FFF2-40B4-BE49-F238E27FC236}">
                  <a16:creationId xmlns:a16="http://schemas.microsoft.com/office/drawing/2014/main" id="{6F7429D0-DBE7-4877-899F-7024797B5D90}"/>
                </a:ext>
              </a:extLst>
            </p:cNvPr>
            <p:cNvSpPr/>
            <p:nvPr/>
          </p:nvSpPr>
          <p:spPr>
            <a:xfrm rot="3269968" flipV="1">
              <a:off x="1290745" y="3628992"/>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9" name="Freeform: Shape 18">
              <a:extLst>
                <a:ext uri="{FF2B5EF4-FFF2-40B4-BE49-F238E27FC236}">
                  <a16:creationId xmlns:a16="http://schemas.microsoft.com/office/drawing/2014/main" id="{1209C0FB-D045-E765-4D98-B22BB096C534}"/>
                </a:ext>
              </a:extLst>
            </p:cNvPr>
            <p:cNvSpPr/>
            <p:nvPr/>
          </p:nvSpPr>
          <p:spPr>
            <a:xfrm rot="3269968" flipV="1">
              <a:off x="1595454" y="3496173"/>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21" name="Freeform: Shape 20">
              <a:extLst>
                <a:ext uri="{FF2B5EF4-FFF2-40B4-BE49-F238E27FC236}">
                  <a16:creationId xmlns:a16="http://schemas.microsoft.com/office/drawing/2014/main" id="{2FA675D1-E503-3973-E4E6-A526778FB5E2}"/>
                </a:ext>
              </a:extLst>
            </p:cNvPr>
            <p:cNvSpPr/>
            <p:nvPr/>
          </p:nvSpPr>
          <p:spPr>
            <a:xfrm rot="3269968" flipV="1">
              <a:off x="1198059" y="3718115"/>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grpSp>
      <p:sp>
        <p:nvSpPr>
          <p:cNvPr id="23" name="TextBox 22">
            <a:extLst>
              <a:ext uri="{FF2B5EF4-FFF2-40B4-BE49-F238E27FC236}">
                <a16:creationId xmlns:a16="http://schemas.microsoft.com/office/drawing/2014/main" id="{99F84973-EBF5-BB11-7F28-F9CCC76340EF}"/>
              </a:ext>
            </a:extLst>
          </p:cNvPr>
          <p:cNvSpPr txBox="1"/>
          <p:nvPr/>
        </p:nvSpPr>
        <p:spPr>
          <a:xfrm>
            <a:off x="7837014" y="3674255"/>
            <a:ext cx="1588640" cy="338554"/>
          </a:xfrm>
          <a:prstGeom prst="rect">
            <a:avLst/>
          </a:prstGeom>
          <a:noFill/>
        </p:spPr>
        <p:txBody>
          <a:bodyPr wrap="none" rtlCol="0">
            <a:spAutoFit/>
          </a:bodyPr>
          <a:lstStyle/>
          <a:p>
            <a:pPr algn="ctr"/>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25" name="TextBox 24">
            <a:extLst>
              <a:ext uri="{FF2B5EF4-FFF2-40B4-BE49-F238E27FC236}">
                <a16:creationId xmlns:a16="http://schemas.microsoft.com/office/drawing/2014/main" id="{5CE34DE6-B10D-0750-D472-8610150FDCA6}"/>
              </a:ext>
            </a:extLst>
          </p:cNvPr>
          <p:cNvSpPr txBox="1"/>
          <p:nvPr/>
        </p:nvSpPr>
        <p:spPr>
          <a:xfrm>
            <a:off x="2390308" y="5269612"/>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grpSp>
        <p:nvGrpSpPr>
          <p:cNvPr id="33" name="Group 32">
            <a:extLst>
              <a:ext uri="{FF2B5EF4-FFF2-40B4-BE49-F238E27FC236}">
                <a16:creationId xmlns:a16="http://schemas.microsoft.com/office/drawing/2014/main" id="{2A79015A-F7FC-FE11-34B4-CD18A4EB40DD}"/>
              </a:ext>
            </a:extLst>
          </p:cNvPr>
          <p:cNvGrpSpPr/>
          <p:nvPr/>
        </p:nvGrpSpPr>
        <p:grpSpPr>
          <a:xfrm>
            <a:off x="3855342" y="4695359"/>
            <a:ext cx="503836" cy="1050868"/>
            <a:chOff x="3285151" y="2838368"/>
            <a:chExt cx="503836" cy="1050868"/>
          </a:xfrm>
        </p:grpSpPr>
        <p:sp>
          <p:nvSpPr>
            <p:cNvPr id="27" name="Freeform: Shape 26">
              <a:extLst>
                <a:ext uri="{FF2B5EF4-FFF2-40B4-BE49-F238E27FC236}">
                  <a16:creationId xmlns:a16="http://schemas.microsoft.com/office/drawing/2014/main" id="{591C7E29-3859-F98B-FD2C-1019E15C90BF}"/>
                </a:ext>
              </a:extLst>
            </p:cNvPr>
            <p:cNvSpPr/>
            <p:nvPr/>
          </p:nvSpPr>
          <p:spPr>
            <a:xfrm rot="3269968" flipV="1">
              <a:off x="3059961" y="3331962"/>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29" name="Freeform: Shape 28">
              <a:extLst>
                <a:ext uri="{FF2B5EF4-FFF2-40B4-BE49-F238E27FC236}">
                  <a16:creationId xmlns:a16="http://schemas.microsoft.com/office/drawing/2014/main" id="{820245ED-47D9-45DB-1F54-41A4D379D89E}"/>
                </a:ext>
              </a:extLst>
            </p:cNvPr>
            <p:cNvSpPr/>
            <p:nvPr/>
          </p:nvSpPr>
          <p:spPr>
            <a:xfrm rot="3269968" flipV="1">
              <a:off x="3338114" y="3171402"/>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31" name="Freeform: Shape 30">
              <a:extLst>
                <a:ext uri="{FF2B5EF4-FFF2-40B4-BE49-F238E27FC236}">
                  <a16:creationId xmlns:a16="http://schemas.microsoft.com/office/drawing/2014/main" id="{4D90661B-2D14-F18D-3CC4-E809387C1E94}"/>
                </a:ext>
              </a:extLst>
            </p:cNvPr>
            <p:cNvSpPr/>
            <p:nvPr/>
          </p:nvSpPr>
          <p:spPr>
            <a:xfrm rot="3269968" flipV="1">
              <a:off x="2940719" y="3393344"/>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grpSp>
      <p:sp>
        <p:nvSpPr>
          <p:cNvPr id="34" name="Oval 33">
            <a:extLst>
              <a:ext uri="{FF2B5EF4-FFF2-40B4-BE49-F238E27FC236}">
                <a16:creationId xmlns:a16="http://schemas.microsoft.com/office/drawing/2014/main" id="{1F988971-0B5B-E240-EA66-BC6E10058FF9}"/>
              </a:ext>
            </a:extLst>
          </p:cNvPr>
          <p:cNvSpPr>
            <a:spLocks noChangeAspect="1"/>
          </p:cNvSpPr>
          <p:nvPr/>
        </p:nvSpPr>
        <p:spPr>
          <a:xfrm>
            <a:off x="4944144" y="60381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6862982B-79D9-436E-FCDA-FB52B434E5D6}"/>
                  </a:ext>
                </a:extLst>
              </p:cNvPr>
              <p:cNvSpPr txBox="1"/>
              <p:nvPr/>
            </p:nvSpPr>
            <p:spPr>
              <a:xfrm>
                <a:off x="4889948" y="57509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Cp</m:t>
                          </m:r>
                        </m:sub>
                      </m:sSub>
                    </m:oMath>
                  </m:oMathPara>
                </a14:m>
                <a:endParaRPr lang="en-US" dirty="0">
                  <a:solidFill>
                    <a:schemeClr val="bg1"/>
                  </a:solidFill>
                </a:endParaRPr>
              </a:p>
            </p:txBody>
          </p:sp>
        </mc:Choice>
        <mc:Fallback xmlns="">
          <p:sp>
            <p:nvSpPr>
              <p:cNvPr id="35" name="TextBox 34">
                <a:extLst>
                  <a:ext uri="{FF2B5EF4-FFF2-40B4-BE49-F238E27FC236}">
                    <a16:creationId xmlns:a16="http://schemas.microsoft.com/office/drawing/2014/main" id="{6862982B-79D9-436E-FCDA-FB52B434E5D6}"/>
                  </a:ext>
                </a:extLst>
              </p:cNvPr>
              <p:cNvSpPr txBox="1">
                <a:spLocks noRot="1" noChangeAspect="1" noMove="1" noResize="1" noEditPoints="1" noAdjustHandles="1" noChangeArrowheads="1" noChangeShapeType="1" noTextEdit="1"/>
              </p:cNvSpPr>
              <p:nvPr/>
            </p:nvSpPr>
            <p:spPr>
              <a:xfrm>
                <a:off x="4889948" y="575093"/>
                <a:ext cx="518558" cy="394019"/>
              </a:xfrm>
              <a:prstGeom prst="rect">
                <a:avLst/>
              </a:prstGeom>
              <a:blipFill>
                <a:blip r:embed="rId4"/>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D953A3C-9991-84BA-C3E4-A3A9870C4A59}"/>
                  </a:ext>
                </a:extLst>
              </p:cNvPr>
              <p:cNvSpPr txBox="1"/>
              <p:nvPr/>
            </p:nvSpPr>
            <p:spPr>
              <a:xfrm>
                <a:off x="6042814" y="429076"/>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36" name="TextBox 35">
                <a:extLst>
                  <a:ext uri="{FF2B5EF4-FFF2-40B4-BE49-F238E27FC236}">
                    <a16:creationId xmlns:a16="http://schemas.microsoft.com/office/drawing/2014/main" id="{ED953A3C-9991-84BA-C3E4-A3A9870C4A59}"/>
                  </a:ext>
                </a:extLst>
              </p:cNvPr>
              <p:cNvSpPr txBox="1">
                <a:spLocks noRot="1" noChangeAspect="1" noMove="1" noResize="1" noEditPoints="1" noAdjustHandles="1" noChangeArrowheads="1" noChangeShapeType="1" noTextEdit="1"/>
              </p:cNvSpPr>
              <p:nvPr/>
            </p:nvSpPr>
            <p:spPr>
              <a:xfrm>
                <a:off x="6042814" y="429076"/>
                <a:ext cx="507796" cy="369332"/>
              </a:xfrm>
              <a:prstGeom prst="rect">
                <a:avLst/>
              </a:prstGeom>
              <a:blipFill>
                <a:blip r:embed="rId5"/>
                <a:stretch>
                  <a:fillRect/>
                </a:stretch>
              </a:blipFill>
            </p:spPr>
            <p:txBody>
              <a:bodyPr/>
              <a:lstStyle/>
              <a:p>
                <a:r>
                  <a:rPr lang="en-US">
                    <a:noFill/>
                  </a:rPr>
                  <a:t> </a:t>
                </a:r>
              </a:p>
            </p:txBody>
          </p:sp>
        </mc:Fallback>
      </mc:AlternateContent>
      <p:sp>
        <p:nvSpPr>
          <p:cNvPr id="37" name="Oval 36">
            <a:extLst>
              <a:ext uri="{FF2B5EF4-FFF2-40B4-BE49-F238E27FC236}">
                <a16:creationId xmlns:a16="http://schemas.microsoft.com/office/drawing/2014/main" id="{FB2AFB9A-C614-7307-E9FF-098FD17B47B6}"/>
              </a:ext>
            </a:extLst>
          </p:cNvPr>
          <p:cNvSpPr>
            <a:spLocks noChangeAspect="1"/>
          </p:cNvSpPr>
          <p:nvPr/>
        </p:nvSpPr>
        <p:spPr>
          <a:xfrm>
            <a:off x="6106961" y="129713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5D882646-02E3-1822-8F21-027D274699A8}"/>
                  </a:ext>
                </a:extLst>
              </p:cNvPr>
              <p:cNvSpPr txBox="1"/>
              <p:nvPr/>
            </p:nvSpPr>
            <p:spPr>
              <a:xfrm>
                <a:off x="6048484" y="1272666"/>
                <a:ext cx="518558" cy="395493"/>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Cg</m:t>
                          </m:r>
                        </m:sub>
                      </m:sSub>
                    </m:oMath>
                  </m:oMathPara>
                </a14:m>
                <a:endParaRPr lang="en-US" dirty="0">
                  <a:solidFill>
                    <a:schemeClr val="bg1"/>
                  </a:solidFill>
                </a:endParaRPr>
              </a:p>
            </p:txBody>
          </p:sp>
        </mc:Choice>
        <mc:Fallback xmlns="">
          <p:sp>
            <p:nvSpPr>
              <p:cNvPr id="38" name="TextBox 37">
                <a:extLst>
                  <a:ext uri="{FF2B5EF4-FFF2-40B4-BE49-F238E27FC236}">
                    <a16:creationId xmlns:a16="http://schemas.microsoft.com/office/drawing/2014/main" id="{5D882646-02E3-1822-8F21-027D274699A8}"/>
                  </a:ext>
                </a:extLst>
              </p:cNvPr>
              <p:cNvSpPr txBox="1">
                <a:spLocks noRot="1" noChangeAspect="1" noMove="1" noResize="1" noEditPoints="1" noAdjustHandles="1" noChangeArrowheads="1" noChangeShapeType="1" noTextEdit="1"/>
              </p:cNvSpPr>
              <p:nvPr/>
            </p:nvSpPr>
            <p:spPr>
              <a:xfrm>
                <a:off x="6048484" y="1272666"/>
                <a:ext cx="518558" cy="395493"/>
              </a:xfrm>
              <a:prstGeom prst="rect">
                <a:avLst/>
              </a:prstGeom>
              <a:blipFill>
                <a:blip r:embed="rId6"/>
                <a:stretch>
                  <a:fillRect b="-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B1AF7C42-7C2F-87BC-CA5E-58D7392DC5BD}"/>
                  </a:ext>
                </a:extLst>
              </p:cNvPr>
              <p:cNvSpPr txBox="1"/>
              <p:nvPr/>
            </p:nvSpPr>
            <p:spPr>
              <a:xfrm>
                <a:off x="4902707" y="1307878"/>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Cs</m:t>
                          </m:r>
                        </m:sub>
                      </m:sSub>
                    </m:oMath>
                  </m:oMathPara>
                </a14:m>
                <a:endParaRPr lang="en-US" dirty="0">
                  <a:solidFill>
                    <a:schemeClr val="tx1"/>
                  </a:solidFill>
                </a:endParaRPr>
              </a:p>
            </p:txBody>
          </p:sp>
        </mc:Choice>
        <mc:Fallback xmlns="">
          <p:sp>
            <p:nvSpPr>
              <p:cNvPr id="39" name="TextBox 38">
                <a:extLst>
                  <a:ext uri="{FF2B5EF4-FFF2-40B4-BE49-F238E27FC236}">
                    <a16:creationId xmlns:a16="http://schemas.microsoft.com/office/drawing/2014/main" id="{B1AF7C42-7C2F-87BC-CA5E-58D7392DC5BD}"/>
                  </a:ext>
                </a:extLst>
              </p:cNvPr>
              <p:cNvSpPr txBox="1">
                <a:spLocks noRot="1" noChangeAspect="1" noMove="1" noResize="1" noEditPoints="1" noAdjustHandles="1" noChangeArrowheads="1" noChangeShapeType="1" noTextEdit="1"/>
              </p:cNvSpPr>
              <p:nvPr/>
            </p:nvSpPr>
            <p:spPr>
              <a:xfrm>
                <a:off x="4902707" y="1307878"/>
                <a:ext cx="507796" cy="369332"/>
              </a:xfrm>
              <a:prstGeom prst="rect">
                <a:avLst/>
              </a:prstGeom>
              <a:blipFill>
                <a:blip r:embed="rId7"/>
                <a:stretch>
                  <a:fillRect r="-3571"/>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BFF3D1A1-947A-2D0A-68F5-2CDF2CA7AC70}"/>
              </a:ext>
            </a:extLst>
          </p:cNvPr>
          <p:cNvSpPr>
            <a:spLocks noChangeAspect="1"/>
          </p:cNvSpPr>
          <p:nvPr/>
        </p:nvSpPr>
        <p:spPr>
          <a:xfrm>
            <a:off x="4972754" y="211369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7253044-F248-FCEF-61A0-81334D94A3C4}"/>
                  </a:ext>
                </a:extLst>
              </p:cNvPr>
              <p:cNvSpPr txBox="1"/>
              <p:nvPr/>
            </p:nvSpPr>
            <p:spPr>
              <a:xfrm>
                <a:off x="4917219" y="2078370"/>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Cr</m:t>
                          </m:r>
                        </m:sub>
                      </m:sSub>
                    </m:oMath>
                  </m:oMathPara>
                </a14:m>
                <a:endParaRPr lang="en-US" dirty="0">
                  <a:solidFill>
                    <a:schemeClr val="bg1"/>
                  </a:solidFill>
                </a:endParaRPr>
              </a:p>
            </p:txBody>
          </p:sp>
        </mc:Choice>
        <mc:Fallback xmlns="">
          <p:sp>
            <p:nvSpPr>
              <p:cNvPr id="41" name="TextBox 40">
                <a:extLst>
                  <a:ext uri="{FF2B5EF4-FFF2-40B4-BE49-F238E27FC236}">
                    <a16:creationId xmlns:a16="http://schemas.microsoft.com/office/drawing/2014/main" id="{17253044-F248-FCEF-61A0-81334D94A3C4}"/>
                  </a:ext>
                </a:extLst>
              </p:cNvPr>
              <p:cNvSpPr txBox="1">
                <a:spLocks noRot="1" noChangeAspect="1" noMove="1" noResize="1" noEditPoints="1" noAdjustHandles="1" noChangeArrowheads="1" noChangeShapeType="1" noTextEdit="1"/>
              </p:cNvSpPr>
              <p:nvPr/>
            </p:nvSpPr>
            <p:spPr>
              <a:xfrm>
                <a:off x="4917219" y="2078370"/>
                <a:ext cx="518558" cy="369332"/>
              </a:xfrm>
              <a:prstGeom prst="rect">
                <a:avLst/>
              </a:prstGeom>
              <a:blipFill>
                <a:blip r:embed="rId8"/>
                <a:stretch>
                  <a:fillRect/>
                </a:stretch>
              </a:blipFill>
            </p:spPr>
            <p:txBody>
              <a:bodyPr/>
              <a:lstStyle/>
              <a:p>
                <a:r>
                  <a:rPr lang="en-US">
                    <a:noFill/>
                  </a:rPr>
                  <a:t> </a:t>
                </a:r>
              </a:p>
            </p:txBody>
          </p:sp>
        </mc:Fallback>
      </mc:AlternateContent>
      <p:cxnSp>
        <p:nvCxnSpPr>
          <p:cNvPr id="42" name="Straight Arrow Connector 41">
            <a:extLst>
              <a:ext uri="{FF2B5EF4-FFF2-40B4-BE49-F238E27FC236}">
                <a16:creationId xmlns:a16="http://schemas.microsoft.com/office/drawing/2014/main" id="{B8A4E73A-5973-4CFC-67CA-3212B29DD76C}"/>
              </a:ext>
            </a:extLst>
          </p:cNvPr>
          <p:cNvCxnSpPr>
            <a:cxnSpLocks/>
            <a:endCxn id="34" idx="3"/>
          </p:cNvCxnSpPr>
          <p:nvPr/>
        </p:nvCxnSpPr>
        <p:spPr>
          <a:xfrm flipV="1">
            <a:off x="4121730" y="929374"/>
            <a:ext cx="878271" cy="4888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3" name="Straight Arrow Connector 42">
            <a:extLst>
              <a:ext uri="{FF2B5EF4-FFF2-40B4-BE49-F238E27FC236}">
                <a16:creationId xmlns:a16="http://schemas.microsoft.com/office/drawing/2014/main" id="{F2A22FA2-4B5B-30DB-06C3-9229AE73DBF9}"/>
              </a:ext>
            </a:extLst>
          </p:cNvPr>
          <p:cNvCxnSpPr>
            <a:cxnSpLocks/>
            <a:endCxn id="40" idx="1"/>
          </p:cNvCxnSpPr>
          <p:nvPr/>
        </p:nvCxnSpPr>
        <p:spPr>
          <a:xfrm>
            <a:off x="4125152" y="1423121"/>
            <a:ext cx="903459" cy="74642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8EAD5EA2-CFAD-FA79-82FB-C36E08483382}"/>
              </a:ext>
            </a:extLst>
          </p:cNvPr>
          <p:cNvCxnSpPr>
            <a:cxnSpLocks/>
            <a:stCxn id="39" idx="3"/>
            <a:endCxn id="37" idx="2"/>
          </p:cNvCxnSpPr>
          <p:nvPr/>
        </p:nvCxnSpPr>
        <p:spPr>
          <a:xfrm flipV="1">
            <a:off x="5410503" y="1487846"/>
            <a:ext cx="696458" cy="469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DBF07B30-6E4E-2BDE-C3AE-2FE3FFDB7764}"/>
              </a:ext>
            </a:extLst>
          </p:cNvPr>
          <p:cNvCxnSpPr>
            <a:cxnSpLocks/>
            <a:stCxn id="39" idx="2"/>
            <a:endCxn id="40" idx="0"/>
          </p:cNvCxnSpPr>
          <p:nvPr/>
        </p:nvCxnSpPr>
        <p:spPr>
          <a:xfrm>
            <a:off x="5156605" y="1677210"/>
            <a:ext cx="6856" cy="4364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04542E87-711B-35F4-FEDA-41A08139155D}"/>
              </a:ext>
            </a:extLst>
          </p:cNvPr>
          <p:cNvCxnSpPr>
            <a:cxnSpLocks/>
            <a:stCxn id="34" idx="6"/>
          </p:cNvCxnSpPr>
          <p:nvPr/>
        </p:nvCxnSpPr>
        <p:spPr>
          <a:xfrm>
            <a:off x="5325558" y="794524"/>
            <a:ext cx="2460842" cy="102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67043A28-6546-4DB0-AB00-329B5E375F9B}"/>
              </a:ext>
            </a:extLst>
          </p:cNvPr>
          <p:cNvCxnSpPr>
            <a:cxnSpLocks/>
            <a:stCxn id="36" idx="2"/>
            <a:endCxn id="37" idx="0"/>
          </p:cNvCxnSpPr>
          <p:nvPr/>
        </p:nvCxnSpPr>
        <p:spPr>
          <a:xfrm>
            <a:off x="6296712" y="798408"/>
            <a:ext cx="956" cy="49873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8" name="Rectangle 47">
            <a:extLst>
              <a:ext uri="{FF2B5EF4-FFF2-40B4-BE49-F238E27FC236}">
                <a16:creationId xmlns:a16="http://schemas.microsoft.com/office/drawing/2014/main" id="{90DF1BD8-C01E-D766-2CC4-5EA170276428}"/>
              </a:ext>
            </a:extLst>
          </p:cNvPr>
          <p:cNvSpPr/>
          <p:nvPr/>
        </p:nvSpPr>
        <p:spPr>
          <a:xfrm>
            <a:off x="4449950" y="217345"/>
            <a:ext cx="2873133" cy="2407763"/>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49" name="TextBox 48">
            <a:extLst>
              <a:ext uri="{FF2B5EF4-FFF2-40B4-BE49-F238E27FC236}">
                <a16:creationId xmlns:a16="http://schemas.microsoft.com/office/drawing/2014/main" id="{7F9D9D16-F5A1-3CD7-F4C6-F007FA9E4538}"/>
              </a:ext>
            </a:extLst>
          </p:cNvPr>
          <p:cNvSpPr txBox="1"/>
          <p:nvPr/>
        </p:nvSpPr>
        <p:spPr>
          <a:xfrm>
            <a:off x="4449950" y="201324"/>
            <a:ext cx="1774204" cy="338554"/>
          </a:xfrm>
          <a:prstGeom prst="rect">
            <a:avLst/>
          </a:prstGeom>
          <a:noFill/>
        </p:spPr>
        <p:txBody>
          <a:bodyPr wrap="none" rtlCol="0">
            <a:spAutoFit/>
          </a:bodyPr>
          <a:lstStyle/>
          <a:p>
            <a:r>
              <a:rPr lang="en-US" sz="1600" dirty="0"/>
              <a:t>Chemical counter</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A769EA0-EE7F-44D4-4E2F-266F4466B0BE}"/>
                  </a:ext>
                </a:extLst>
              </p:cNvPr>
              <p:cNvSpPr txBox="1"/>
              <p:nvPr/>
            </p:nvSpPr>
            <p:spPr>
              <a:xfrm>
                <a:off x="0" y="1554465"/>
                <a:ext cx="593368" cy="369332"/>
              </a:xfrm>
              <a:prstGeom prst="rect">
                <a:avLst/>
              </a:prstGeom>
              <a:noFill/>
            </p:spPr>
            <p:txBody>
              <a:bodyPr wrap="none" rtlCol="0">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in</m:t>
                          </m:r>
                        </m:sub>
                      </m:sSub>
                    </m:oMath>
                  </m:oMathPara>
                </a14:m>
                <a:endParaRPr lang="en-US" dirty="0"/>
              </a:p>
            </p:txBody>
          </p:sp>
        </mc:Choice>
        <mc:Fallback xmlns="">
          <p:sp>
            <p:nvSpPr>
              <p:cNvPr id="50" name="TextBox 49">
                <a:extLst>
                  <a:ext uri="{FF2B5EF4-FFF2-40B4-BE49-F238E27FC236}">
                    <a16:creationId xmlns:a16="http://schemas.microsoft.com/office/drawing/2014/main" id="{FA769EA0-EE7F-44D4-4E2F-266F4466B0BE}"/>
                  </a:ext>
                </a:extLst>
              </p:cNvPr>
              <p:cNvSpPr txBox="1">
                <a:spLocks noRot="1" noChangeAspect="1" noMove="1" noResize="1" noEditPoints="1" noAdjustHandles="1" noChangeArrowheads="1" noChangeShapeType="1" noTextEdit="1"/>
              </p:cNvSpPr>
              <p:nvPr/>
            </p:nvSpPr>
            <p:spPr>
              <a:xfrm>
                <a:off x="0" y="1554465"/>
                <a:ext cx="593368" cy="369332"/>
              </a:xfrm>
              <a:prstGeom prst="rect">
                <a:avLst/>
              </a:prstGeom>
              <a:blipFill>
                <a:blip r:embed="rId9"/>
                <a:stretch>
                  <a:fillRect/>
                </a:stretch>
              </a:blipFill>
            </p:spPr>
            <p:txBody>
              <a:bodyPr/>
              <a:lstStyle/>
              <a:p>
                <a:r>
                  <a:rPr lang="en-US">
                    <a:noFill/>
                  </a:rPr>
                  <a:t> </a:t>
                </a:r>
              </a:p>
            </p:txBody>
          </p:sp>
        </mc:Fallback>
      </mc:AlternateContent>
      <p:sp>
        <p:nvSpPr>
          <p:cNvPr id="51" name="Rectangle 50">
            <a:extLst>
              <a:ext uri="{FF2B5EF4-FFF2-40B4-BE49-F238E27FC236}">
                <a16:creationId xmlns:a16="http://schemas.microsoft.com/office/drawing/2014/main" id="{431B41D5-A91B-534E-DE42-7E2E53BD9B3E}"/>
              </a:ext>
            </a:extLst>
          </p:cNvPr>
          <p:cNvSpPr/>
          <p:nvPr/>
        </p:nvSpPr>
        <p:spPr>
          <a:xfrm>
            <a:off x="813764" y="420758"/>
            <a:ext cx="2873133" cy="2222154"/>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52" name="TextBox 51">
            <a:extLst>
              <a:ext uri="{FF2B5EF4-FFF2-40B4-BE49-F238E27FC236}">
                <a16:creationId xmlns:a16="http://schemas.microsoft.com/office/drawing/2014/main" id="{C2D87ADA-15B2-F0FD-19FC-E5D6519A906C}"/>
              </a:ext>
            </a:extLst>
          </p:cNvPr>
          <p:cNvSpPr txBox="1"/>
          <p:nvPr/>
        </p:nvSpPr>
        <p:spPr>
          <a:xfrm>
            <a:off x="787440" y="420757"/>
            <a:ext cx="1362617" cy="584775"/>
          </a:xfrm>
          <a:prstGeom prst="rect">
            <a:avLst/>
          </a:prstGeom>
          <a:noFill/>
        </p:spPr>
        <p:txBody>
          <a:bodyPr wrap="none" rtlCol="0">
            <a:spAutoFit/>
          </a:bodyPr>
          <a:lstStyle/>
          <a:p>
            <a:r>
              <a:rPr lang="en-US" sz="1600" dirty="0"/>
              <a:t>Chemical</a:t>
            </a:r>
            <a:br>
              <a:rPr lang="en-US" sz="1600" dirty="0"/>
            </a:br>
            <a:r>
              <a:rPr lang="en-US" sz="1600" dirty="0"/>
              <a:t>Differentiator</a:t>
            </a:r>
          </a:p>
        </p:txBody>
      </p:sp>
      <p:sp>
        <p:nvSpPr>
          <p:cNvPr id="53" name="Oval 52">
            <a:extLst>
              <a:ext uri="{FF2B5EF4-FFF2-40B4-BE49-F238E27FC236}">
                <a16:creationId xmlns:a16="http://schemas.microsoft.com/office/drawing/2014/main" id="{2309358B-52FB-D707-2AD5-AADAC78582C2}"/>
              </a:ext>
            </a:extLst>
          </p:cNvPr>
          <p:cNvSpPr>
            <a:spLocks noChangeAspect="1"/>
          </p:cNvSpPr>
          <p:nvPr/>
        </p:nvSpPr>
        <p:spPr>
          <a:xfrm>
            <a:off x="1051699" y="1209152"/>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E694EFC-EE42-22DD-6B42-ADB74DB39CF3}"/>
                  </a:ext>
                </a:extLst>
              </p:cNvPr>
              <p:cNvSpPr txBox="1"/>
              <p:nvPr/>
            </p:nvSpPr>
            <p:spPr>
              <a:xfrm>
                <a:off x="996672" y="1184996"/>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Df</m:t>
                          </m:r>
                        </m:sub>
                      </m:sSub>
                    </m:oMath>
                  </m:oMathPara>
                </a14:m>
                <a:endParaRPr lang="en-US" dirty="0">
                  <a:solidFill>
                    <a:schemeClr val="bg1"/>
                  </a:solidFill>
                </a:endParaRPr>
              </a:p>
            </p:txBody>
          </p:sp>
        </mc:Choice>
        <mc:Fallback xmlns="">
          <p:sp>
            <p:nvSpPr>
              <p:cNvPr id="54" name="TextBox 53">
                <a:extLst>
                  <a:ext uri="{FF2B5EF4-FFF2-40B4-BE49-F238E27FC236}">
                    <a16:creationId xmlns:a16="http://schemas.microsoft.com/office/drawing/2014/main" id="{0E694EFC-EE42-22DD-6B42-ADB74DB39CF3}"/>
                  </a:ext>
                </a:extLst>
              </p:cNvPr>
              <p:cNvSpPr txBox="1">
                <a:spLocks noRot="1" noChangeAspect="1" noMove="1" noResize="1" noEditPoints="1" noAdjustHandles="1" noChangeArrowheads="1" noChangeShapeType="1" noTextEdit="1"/>
              </p:cNvSpPr>
              <p:nvPr/>
            </p:nvSpPr>
            <p:spPr>
              <a:xfrm>
                <a:off x="996672" y="1184996"/>
                <a:ext cx="518558" cy="369332"/>
              </a:xfrm>
              <a:prstGeom prst="rect">
                <a:avLst/>
              </a:prstGeom>
              <a:blipFill>
                <a:blip r:embed="rId10"/>
                <a:stretch>
                  <a:fillRect/>
                </a:stretch>
              </a:blipFill>
            </p:spPr>
            <p:txBody>
              <a:bodyPr/>
              <a:lstStyle/>
              <a:p>
                <a:r>
                  <a:rPr lang="en-US">
                    <a:noFill/>
                  </a:rPr>
                  <a:t> </a:t>
                </a:r>
              </a:p>
            </p:txBody>
          </p:sp>
        </mc:Fallback>
      </mc:AlternateContent>
      <p:sp>
        <p:nvSpPr>
          <p:cNvPr id="55" name="Oval 54">
            <a:extLst>
              <a:ext uri="{FF2B5EF4-FFF2-40B4-BE49-F238E27FC236}">
                <a16:creationId xmlns:a16="http://schemas.microsoft.com/office/drawing/2014/main" id="{8A5C76E9-42A4-E27B-D5C0-363836CAECA2}"/>
              </a:ext>
            </a:extLst>
          </p:cNvPr>
          <p:cNvSpPr>
            <a:spLocks noChangeAspect="1"/>
          </p:cNvSpPr>
          <p:nvPr/>
        </p:nvSpPr>
        <p:spPr>
          <a:xfrm>
            <a:off x="1155180" y="2102508"/>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4B1033BF-3CE6-C93F-B5D2-0ED2C3E212E9}"/>
                  </a:ext>
                </a:extLst>
              </p:cNvPr>
              <p:cNvSpPr txBox="1"/>
              <p:nvPr/>
            </p:nvSpPr>
            <p:spPr>
              <a:xfrm>
                <a:off x="1097393" y="209448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Ds</m:t>
                          </m:r>
                        </m:sub>
                      </m:sSub>
                    </m:oMath>
                  </m:oMathPara>
                </a14:m>
                <a:endParaRPr lang="en-US" dirty="0">
                  <a:solidFill>
                    <a:schemeClr val="bg1"/>
                  </a:solidFill>
                </a:endParaRPr>
              </a:p>
            </p:txBody>
          </p:sp>
        </mc:Choice>
        <mc:Fallback xmlns="">
          <p:sp>
            <p:nvSpPr>
              <p:cNvPr id="56" name="TextBox 55">
                <a:extLst>
                  <a:ext uri="{FF2B5EF4-FFF2-40B4-BE49-F238E27FC236}">
                    <a16:creationId xmlns:a16="http://schemas.microsoft.com/office/drawing/2014/main" id="{4B1033BF-3CE6-C93F-B5D2-0ED2C3E212E9}"/>
                  </a:ext>
                </a:extLst>
              </p:cNvPr>
              <p:cNvSpPr txBox="1">
                <a:spLocks noRot="1" noChangeAspect="1" noMove="1" noResize="1" noEditPoints="1" noAdjustHandles="1" noChangeArrowheads="1" noChangeShapeType="1" noTextEdit="1"/>
              </p:cNvSpPr>
              <p:nvPr/>
            </p:nvSpPr>
            <p:spPr>
              <a:xfrm>
                <a:off x="1097393" y="2094484"/>
                <a:ext cx="518558" cy="369332"/>
              </a:xfrm>
              <a:prstGeom prst="rect">
                <a:avLst/>
              </a:prstGeom>
              <a:blipFill>
                <a:blip r:embed="rId11"/>
                <a:stretch>
                  <a:fillRect/>
                </a:stretch>
              </a:blipFill>
            </p:spPr>
            <p:txBody>
              <a:bodyPr/>
              <a:lstStyle/>
              <a:p>
                <a:r>
                  <a:rPr lang="en-US">
                    <a:noFill/>
                  </a:rPr>
                  <a:t> </a:t>
                </a:r>
              </a:p>
            </p:txBody>
          </p:sp>
        </mc:Fallback>
      </mc:AlternateContent>
      <p:sp>
        <p:nvSpPr>
          <p:cNvPr id="57" name="Oval 56">
            <a:extLst>
              <a:ext uri="{FF2B5EF4-FFF2-40B4-BE49-F238E27FC236}">
                <a16:creationId xmlns:a16="http://schemas.microsoft.com/office/drawing/2014/main" id="{32C0D1A6-08E1-FD37-BEBB-A8036EFC0515}"/>
              </a:ext>
            </a:extLst>
          </p:cNvPr>
          <p:cNvSpPr>
            <a:spLocks noChangeAspect="1"/>
          </p:cNvSpPr>
          <p:nvPr/>
        </p:nvSpPr>
        <p:spPr>
          <a:xfrm>
            <a:off x="2221387" y="1213009"/>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A33BDED0-AE66-E5C6-5341-555725E119CD}"/>
                  </a:ext>
                </a:extLst>
              </p:cNvPr>
              <p:cNvSpPr txBox="1"/>
              <p:nvPr/>
            </p:nvSpPr>
            <p:spPr>
              <a:xfrm>
                <a:off x="2166526" y="1184433"/>
                <a:ext cx="518558" cy="394019"/>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Dp</m:t>
                          </m:r>
                        </m:sub>
                      </m:sSub>
                    </m:oMath>
                  </m:oMathPara>
                </a14:m>
                <a:endParaRPr lang="en-US" dirty="0">
                  <a:solidFill>
                    <a:schemeClr val="bg1"/>
                  </a:solidFill>
                </a:endParaRPr>
              </a:p>
            </p:txBody>
          </p:sp>
        </mc:Choice>
        <mc:Fallback xmlns="">
          <p:sp>
            <p:nvSpPr>
              <p:cNvPr id="58" name="TextBox 57">
                <a:extLst>
                  <a:ext uri="{FF2B5EF4-FFF2-40B4-BE49-F238E27FC236}">
                    <a16:creationId xmlns:a16="http://schemas.microsoft.com/office/drawing/2014/main" id="{A33BDED0-AE66-E5C6-5341-555725E119CD}"/>
                  </a:ext>
                </a:extLst>
              </p:cNvPr>
              <p:cNvSpPr txBox="1">
                <a:spLocks noRot="1" noChangeAspect="1" noMove="1" noResize="1" noEditPoints="1" noAdjustHandles="1" noChangeArrowheads="1" noChangeShapeType="1" noTextEdit="1"/>
              </p:cNvSpPr>
              <p:nvPr/>
            </p:nvSpPr>
            <p:spPr>
              <a:xfrm>
                <a:off x="2166526" y="1184433"/>
                <a:ext cx="518558" cy="394019"/>
              </a:xfrm>
              <a:prstGeom prst="rect">
                <a:avLst/>
              </a:prstGeom>
              <a:blipFill>
                <a:blip r:embed="rId12"/>
                <a:stretch>
                  <a:fillRect b="-7692"/>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75B65738-2D6E-9BC8-010B-DD3E53C9A8F2}"/>
              </a:ext>
            </a:extLst>
          </p:cNvPr>
          <p:cNvCxnSpPr>
            <a:cxnSpLocks/>
            <a:stCxn id="50" idx="3"/>
            <a:endCxn id="53" idx="2"/>
          </p:cNvCxnSpPr>
          <p:nvPr/>
        </p:nvCxnSpPr>
        <p:spPr>
          <a:xfrm flipV="1">
            <a:off x="593368" y="1399860"/>
            <a:ext cx="458331" cy="33927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2E4E9539-230D-B397-C1BC-EBCEEABCBDC0}"/>
              </a:ext>
            </a:extLst>
          </p:cNvPr>
          <p:cNvCxnSpPr>
            <a:cxnSpLocks/>
            <a:stCxn id="50" idx="3"/>
            <a:endCxn id="55" idx="2"/>
          </p:cNvCxnSpPr>
          <p:nvPr/>
        </p:nvCxnSpPr>
        <p:spPr>
          <a:xfrm>
            <a:off x="593368" y="1739131"/>
            <a:ext cx="561812" cy="55408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1" name="Straight Arrow Connector 60">
            <a:extLst>
              <a:ext uri="{FF2B5EF4-FFF2-40B4-BE49-F238E27FC236}">
                <a16:creationId xmlns:a16="http://schemas.microsoft.com/office/drawing/2014/main" id="{18988C08-C98D-9007-DC02-7BD92AF15F3A}"/>
              </a:ext>
            </a:extLst>
          </p:cNvPr>
          <p:cNvCxnSpPr>
            <a:cxnSpLocks/>
            <a:stCxn id="53" idx="6"/>
            <a:endCxn id="57" idx="2"/>
          </p:cNvCxnSpPr>
          <p:nvPr/>
        </p:nvCxnSpPr>
        <p:spPr>
          <a:xfrm>
            <a:off x="1433113" y="1399860"/>
            <a:ext cx="788274" cy="385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D00B7754-07C8-5782-F564-D6909BB1DF7A}"/>
              </a:ext>
            </a:extLst>
          </p:cNvPr>
          <p:cNvCxnSpPr>
            <a:cxnSpLocks/>
            <a:stCxn id="55" idx="6"/>
            <a:endCxn id="67" idx="2"/>
          </p:cNvCxnSpPr>
          <p:nvPr/>
        </p:nvCxnSpPr>
        <p:spPr>
          <a:xfrm>
            <a:off x="1536594" y="2293216"/>
            <a:ext cx="1447412" cy="3358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A8E207DD-6438-6594-BDD3-0645D796F2CF}"/>
              </a:ext>
            </a:extLst>
          </p:cNvPr>
          <p:cNvCxnSpPr>
            <a:cxnSpLocks/>
            <a:stCxn id="57" idx="6"/>
          </p:cNvCxnSpPr>
          <p:nvPr/>
        </p:nvCxnSpPr>
        <p:spPr>
          <a:xfrm>
            <a:off x="2602801" y="1403717"/>
            <a:ext cx="1532016" cy="14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0C49181A-B98E-B6A5-8125-3EAF81D06358}"/>
                  </a:ext>
                </a:extLst>
              </p:cNvPr>
              <p:cNvSpPr txBox="1"/>
              <p:nvPr/>
            </p:nvSpPr>
            <p:spPr>
              <a:xfrm>
                <a:off x="2910701" y="1035477"/>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m:t>
                          </m:r>
                        </m:sub>
                      </m:sSub>
                    </m:oMath>
                  </m:oMathPara>
                </a14:m>
                <a:endParaRPr lang="en-US" dirty="0">
                  <a:solidFill>
                    <a:schemeClr val="tx1"/>
                  </a:solidFill>
                </a:endParaRPr>
              </a:p>
            </p:txBody>
          </p:sp>
        </mc:Choice>
        <mc:Fallback xmlns="">
          <p:sp>
            <p:nvSpPr>
              <p:cNvPr id="64" name="TextBox 63">
                <a:extLst>
                  <a:ext uri="{FF2B5EF4-FFF2-40B4-BE49-F238E27FC236}">
                    <a16:creationId xmlns:a16="http://schemas.microsoft.com/office/drawing/2014/main" id="{0C49181A-B98E-B6A5-8125-3EAF81D06358}"/>
                  </a:ext>
                </a:extLst>
              </p:cNvPr>
              <p:cNvSpPr txBox="1">
                <a:spLocks noRot="1" noChangeAspect="1" noMove="1" noResize="1" noEditPoints="1" noAdjustHandles="1" noChangeArrowheads="1" noChangeShapeType="1" noTextEdit="1"/>
              </p:cNvSpPr>
              <p:nvPr/>
            </p:nvSpPr>
            <p:spPr>
              <a:xfrm>
                <a:off x="2910701" y="1035477"/>
                <a:ext cx="507796"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8100DCE8-9B9A-E858-1121-FD83BFF32D53}"/>
                  </a:ext>
                </a:extLst>
              </p:cNvPr>
              <p:cNvSpPr txBox="1"/>
              <p:nvPr/>
            </p:nvSpPr>
            <p:spPr>
              <a:xfrm>
                <a:off x="1551725" y="102288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65" name="TextBox 64">
                <a:extLst>
                  <a:ext uri="{FF2B5EF4-FFF2-40B4-BE49-F238E27FC236}">
                    <a16:creationId xmlns:a16="http://schemas.microsoft.com/office/drawing/2014/main" id="{8100DCE8-9B9A-E858-1121-FD83BFF32D53}"/>
                  </a:ext>
                </a:extLst>
              </p:cNvPr>
              <p:cNvSpPr txBox="1">
                <a:spLocks noRot="1" noChangeAspect="1" noMove="1" noResize="1" noEditPoints="1" noAdjustHandles="1" noChangeArrowheads="1" noChangeShapeType="1" noTextEdit="1"/>
              </p:cNvSpPr>
              <p:nvPr/>
            </p:nvSpPr>
            <p:spPr>
              <a:xfrm>
                <a:off x="1551725" y="1022882"/>
                <a:ext cx="507796" cy="369332"/>
              </a:xfrm>
              <a:prstGeom prst="rect">
                <a:avLst/>
              </a:prstGeom>
              <a:blipFill>
                <a:blip r:embed="rId14"/>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5E306777-D0C7-2849-1614-839530821D0F}"/>
                  </a:ext>
                </a:extLst>
              </p:cNvPr>
              <p:cNvSpPr txBox="1"/>
              <p:nvPr/>
            </p:nvSpPr>
            <p:spPr>
              <a:xfrm>
                <a:off x="1957366" y="225751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Ds</m:t>
                          </m:r>
                        </m:sub>
                      </m:sSub>
                    </m:oMath>
                  </m:oMathPara>
                </a14:m>
                <a:endParaRPr lang="en-US" dirty="0">
                  <a:solidFill>
                    <a:schemeClr val="tx1"/>
                  </a:solidFill>
                </a:endParaRPr>
              </a:p>
            </p:txBody>
          </p:sp>
        </mc:Choice>
        <mc:Fallback xmlns="">
          <p:sp>
            <p:nvSpPr>
              <p:cNvPr id="66" name="TextBox 65">
                <a:extLst>
                  <a:ext uri="{FF2B5EF4-FFF2-40B4-BE49-F238E27FC236}">
                    <a16:creationId xmlns:a16="http://schemas.microsoft.com/office/drawing/2014/main" id="{5E306777-D0C7-2849-1614-839530821D0F}"/>
                  </a:ext>
                </a:extLst>
              </p:cNvPr>
              <p:cNvSpPr txBox="1">
                <a:spLocks noRot="1" noChangeAspect="1" noMove="1" noResize="1" noEditPoints="1" noAdjustHandles="1" noChangeArrowheads="1" noChangeShapeType="1" noTextEdit="1"/>
              </p:cNvSpPr>
              <p:nvPr/>
            </p:nvSpPr>
            <p:spPr>
              <a:xfrm>
                <a:off x="1957366" y="2257512"/>
                <a:ext cx="507796" cy="369332"/>
              </a:xfrm>
              <a:prstGeom prst="rect">
                <a:avLst/>
              </a:prstGeom>
              <a:blipFill>
                <a:blip r:embed="rId15"/>
                <a:stretch>
                  <a:fillRect r="-8434"/>
                </a:stretch>
              </a:blipFill>
            </p:spPr>
            <p:txBody>
              <a:bodyPr/>
              <a:lstStyle/>
              <a:p>
                <a:r>
                  <a:rPr lang="en-US">
                    <a:noFill/>
                  </a:rPr>
                  <a:t> </a:t>
                </a:r>
              </a:p>
            </p:txBody>
          </p:sp>
        </mc:Fallback>
      </mc:AlternateContent>
      <p:sp>
        <p:nvSpPr>
          <p:cNvPr id="67" name="Oval 66">
            <a:extLst>
              <a:ext uri="{FF2B5EF4-FFF2-40B4-BE49-F238E27FC236}">
                <a16:creationId xmlns:a16="http://schemas.microsoft.com/office/drawing/2014/main" id="{140747D1-2811-47AB-69EF-F1952029BFE1}"/>
              </a:ext>
            </a:extLst>
          </p:cNvPr>
          <p:cNvSpPr>
            <a:spLocks noChangeAspect="1"/>
          </p:cNvSpPr>
          <p:nvPr/>
        </p:nvSpPr>
        <p:spPr>
          <a:xfrm>
            <a:off x="2984006" y="2136096"/>
            <a:ext cx="381414" cy="38141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72EBA837-E669-BEDC-A9FD-FBDF982B2540}"/>
                  </a:ext>
                </a:extLst>
              </p:cNvPr>
              <p:cNvSpPr txBox="1"/>
              <p:nvPr/>
            </p:nvSpPr>
            <p:spPr>
              <a:xfrm>
                <a:off x="2918451" y="2097744"/>
                <a:ext cx="518558"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Di</m:t>
                          </m:r>
                        </m:sub>
                      </m:sSub>
                    </m:oMath>
                  </m:oMathPara>
                </a14:m>
                <a:endParaRPr lang="en-US" dirty="0">
                  <a:solidFill>
                    <a:schemeClr val="bg1"/>
                  </a:solidFill>
                </a:endParaRPr>
              </a:p>
            </p:txBody>
          </p:sp>
        </mc:Choice>
        <mc:Fallback xmlns="">
          <p:sp>
            <p:nvSpPr>
              <p:cNvPr id="68" name="TextBox 67">
                <a:extLst>
                  <a:ext uri="{FF2B5EF4-FFF2-40B4-BE49-F238E27FC236}">
                    <a16:creationId xmlns:a16="http://schemas.microsoft.com/office/drawing/2014/main" id="{72EBA837-E669-BEDC-A9FD-FBDF982B2540}"/>
                  </a:ext>
                </a:extLst>
              </p:cNvPr>
              <p:cNvSpPr txBox="1">
                <a:spLocks noRot="1" noChangeAspect="1" noMove="1" noResize="1" noEditPoints="1" noAdjustHandles="1" noChangeArrowheads="1" noChangeShapeType="1" noTextEdit="1"/>
              </p:cNvSpPr>
              <p:nvPr/>
            </p:nvSpPr>
            <p:spPr>
              <a:xfrm>
                <a:off x="2918451" y="2097744"/>
                <a:ext cx="518558" cy="369332"/>
              </a:xfrm>
              <a:prstGeom prst="rect">
                <a:avLst/>
              </a:prstGeom>
              <a:blipFill>
                <a:blip r:embed="rId16"/>
                <a:stretch>
                  <a:fillRect/>
                </a:stretch>
              </a:blipFill>
            </p:spPr>
            <p:txBody>
              <a:bodyPr/>
              <a:lstStyle/>
              <a:p>
                <a:r>
                  <a:rPr lang="en-US">
                    <a:noFill/>
                  </a:rPr>
                  <a:t> </a:t>
                </a:r>
              </a:p>
            </p:txBody>
          </p:sp>
        </mc:Fallback>
      </mc:AlternateContent>
      <p:cxnSp>
        <p:nvCxnSpPr>
          <p:cNvPr id="69" name="Straight Arrow Connector 68">
            <a:extLst>
              <a:ext uri="{FF2B5EF4-FFF2-40B4-BE49-F238E27FC236}">
                <a16:creationId xmlns:a16="http://schemas.microsoft.com/office/drawing/2014/main" id="{01B2539D-015A-EA56-68E3-4AFF359632CA}"/>
              </a:ext>
            </a:extLst>
          </p:cNvPr>
          <p:cNvCxnSpPr>
            <a:cxnSpLocks/>
            <a:stCxn id="64" idx="2"/>
            <a:endCxn id="67" idx="0"/>
          </p:cNvCxnSpPr>
          <p:nvPr/>
        </p:nvCxnSpPr>
        <p:spPr>
          <a:xfrm>
            <a:off x="3164599" y="1404809"/>
            <a:ext cx="10114" cy="73128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652066A-89AB-CDC7-1C36-8BE3ED1A36B2}"/>
              </a:ext>
            </a:extLst>
          </p:cNvPr>
          <p:cNvCxnSpPr>
            <a:cxnSpLocks/>
            <a:stCxn id="53" idx="5"/>
            <a:endCxn id="67" idx="1"/>
          </p:cNvCxnSpPr>
          <p:nvPr/>
        </p:nvCxnSpPr>
        <p:spPr>
          <a:xfrm>
            <a:off x="1377256" y="1534710"/>
            <a:ext cx="1662607" cy="65724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78178368-3B6B-A6CE-9F51-E83EBB098B8E}"/>
                  </a:ext>
                </a:extLst>
              </p:cNvPr>
              <p:cNvSpPr txBox="1"/>
              <p:nvPr/>
            </p:nvSpPr>
            <p:spPr>
              <a:xfrm>
                <a:off x="1805623" y="1746142"/>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Df</m:t>
                          </m:r>
                        </m:sub>
                      </m:sSub>
                    </m:oMath>
                  </m:oMathPara>
                </a14:m>
                <a:endParaRPr lang="en-US" dirty="0">
                  <a:solidFill>
                    <a:schemeClr val="tx1"/>
                  </a:solidFill>
                </a:endParaRPr>
              </a:p>
            </p:txBody>
          </p:sp>
        </mc:Choice>
        <mc:Fallback xmlns="">
          <p:sp>
            <p:nvSpPr>
              <p:cNvPr id="71" name="TextBox 70">
                <a:extLst>
                  <a:ext uri="{FF2B5EF4-FFF2-40B4-BE49-F238E27FC236}">
                    <a16:creationId xmlns:a16="http://schemas.microsoft.com/office/drawing/2014/main" id="{78178368-3B6B-A6CE-9F51-E83EBB098B8E}"/>
                  </a:ext>
                </a:extLst>
              </p:cNvPr>
              <p:cNvSpPr txBox="1">
                <a:spLocks noRot="1" noChangeAspect="1" noMove="1" noResize="1" noEditPoints="1" noAdjustHandles="1" noChangeArrowheads="1" noChangeShapeType="1" noTextEdit="1"/>
              </p:cNvSpPr>
              <p:nvPr/>
            </p:nvSpPr>
            <p:spPr>
              <a:xfrm>
                <a:off x="1805623" y="1746142"/>
                <a:ext cx="507796" cy="369332"/>
              </a:xfrm>
              <a:prstGeom prst="rect">
                <a:avLst/>
              </a:prstGeom>
              <a:blipFill>
                <a:blip r:embed="rId17"/>
                <a:stretch>
                  <a:fillRect r="-481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1AD7067-9B3D-BEE5-2B17-361A9518C7CF}"/>
                  </a:ext>
                </a:extLst>
              </p:cNvPr>
              <p:cNvSpPr txBox="1"/>
              <p:nvPr/>
            </p:nvSpPr>
            <p:spPr>
              <a:xfrm>
                <a:off x="3796741" y="926727"/>
                <a:ext cx="578427" cy="400110"/>
              </a:xfrm>
              <a:prstGeom prst="rect">
                <a:avLst/>
              </a:prstGeom>
              <a:noFill/>
            </p:spPr>
            <p:txBody>
              <a:bodyPr wrap="none" rtlCol="0">
                <a:spAutoFit/>
              </a:bodyPr>
              <a:lstStyle/>
              <a:p>
                <a:pPr/>
                <a14:m>
                  <m:oMathPara xmlns:m="http://schemas.openxmlformats.org/officeDocument/2006/math">
                    <m:o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m:rPr>
                              <m:sty m:val="p"/>
                            </m:rPr>
                            <a:rPr lang="de-DE" sz="2000" b="0" i="1" smtClean="0">
                              <a:latin typeface="Cambria Math" panose="02040503050406030204" pitchFamily="18" charset="0"/>
                            </a:rPr>
                            <m:t>d</m:t>
                          </m:r>
                        </m:sub>
                      </m:sSub>
                    </m:oMath>
                  </m:oMathPara>
                </a14:m>
                <a:endParaRPr lang="en-US" sz="2000" dirty="0"/>
              </a:p>
            </p:txBody>
          </p:sp>
        </mc:Choice>
        <mc:Fallback xmlns="">
          <p:sp>
            <p:nvSpPr>
              <p:cNvPr id="72" name="TextBox 71">
                <a:extLst>
                  <a:ext uri="{FF2B5EF4-FFF2-40B4-BE49-F238E27FC236}">
                    <a16:creationId xmlns:a16="http://schemas.microsoft.com/office/drawing/2014/main" id="{E1AD7067-9B3D-BEE5-2B17-361A9518C7CF}"/>
                  </a:ext>
                </a:extLst>
              </p:cNvPr>
              <p:cNvSpPr txBox="1">
                <a:spLocks noRot="1" noChangeAspect="1" noMove="1" noResize="1" noEditPoints="1" noAdjustHandles="1" noChangeArrowheads="1" noChangeShapeType="1" noTextEdit="1"/>
              </p:cNvSpPr>
              <p:nvPr/>
            </p:nvSpPr>
            <p:spPr>
              <a:xfrm>
                <a:off x="3796741" y="926727"/>
                <a:ext cx="578427" cy="400110"/>
              </a:xfrm>
              <a:prstGeom prst="rect">
                <a:avLst/>
              </a:prstGeom>
              <a:blipFill>
                <a:blip r:embed="rId18"/>
                <a:stretch>
                  <a:fillRect b="-15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6B184FB1-A92D-6021-7A38-E2212A783471}"/>
                  </a:ext>
                </a:extLst>
              </p:cNvPr>
              <p:cNvSpPr txBox="1"/>
              <p:nvPr/>
            </p:nvSpPr>
            <p:spPr>
              <a:xfrm>
                <a:off x="7415254" y="383414"/>
                <a:ext cx="507796"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73" name="TextBox 72">
                <a:extLst>
                  <a:ext uri="{FF2B5EF4-FFF2-40B4-BE49-F238E27FC236}">
                    <a16:creationId xmlns:a16="http://schemas.microsoft.com/office/drawing/2014/main" id="{6B184FB1-A92D-6021-7A38-E2212A783471}"/>
                  </a:ext>
                </a:extLst>
              </p:cNvPr>
              <p:cNvSpPr txBox="1">
                <a:spLocks noRot="1" noChangeAspect="1" noMove="1" noResize="1" noEditPoints="1" noAdjustHandles="1" noChangeArrowheads="1" noChangeShapeType="1" noTextEdit="1"/>
              </p:cNvSpPr>
              <p:nvPr/>
            </p:nvSpPr>
            <p:spPr>
              <a:xfrm>
                <a:off x="7415254" y="383414"/>
                <a:ext cx="507796" cy="369332"/>
              </a:xfrm>
              <a:prstGeom prst="rect">
                <a:avLst/>
              </a:prstGeom>
              <a:blipFill>
                <a:blip r:embed="rId19"/>
                <a:stretch>
                  <a:fillRect/>
                </a:stretch>
              </a:blipFill>
            </p:spPr>
            <p:txBody>
              <a:bodyPr/>
              <a:lstStyle/>
              <a:p>
                <a:r>
                  <a:rPr lang="en-US">
                    <a:noFill/>
                  </a:rPr>
                  <a:t> </a:t>
                </a:r>
              </a:p>
            </p:txBody>
          </p:sp>
        </mc:Fallback>
      </mc:AlternateContent>
      <p:sp>
        <p:nvSpPr>
          <p:cNvPr id="74" name="Oval 73">
            <a:extLst>
              <a:ext uri="{FF2B5EF4-FFF2-40B4-BE49-F238E27FC236}">
                <a16:creationId xmlns:a16="http://schemas.microsoft.com/office/drawing/2014/main" id="{53593D70-0C03-F755-20FB-2113A0BC4A30}"/>
              </a:ext>
            </a:extLst>
          </p:cNvPr>
          <p:cNvSpPr>
            <a:spLocks noChangeAspect="1"/>
          </p:cNvSpPr>
          <p:nvPr/>
        </p:nvSpPr>
        <p:spPr>
          <a:xfrm>
            <a:off x="9575979" y="275549"/>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75" name="Oval 74">
            <a:extLst>
              <a:ext uri="{FF2B5EF4-FFF2-40B4-BE49-F238E27FC236}">
                <a16:creationId xmlns:a16="http://schemas.microsoft.com/office/drawing/2014/main" id="{25F03214-C559-BFBE-AD37-7EB3E9EDC9FF}"/>
              </a:ext>
            </a:extLst>
          </p:cNvPr>
          <p:cNvSpPr>
            <a:spLocks noChangeAspect="1"/>
          </p:cNvSpPr>
          <p:nvPr/>
        </p:nvSpPr>
        <p:spPr>
          <a:xfrm>
            <a:off x="9585689" y="2146652"/>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76" name="Straight Arrow Connector 75">
            <a:extLst>
              <a:ext uri="{FF2B5EF4-FFF2-40B4-BE49-F238E27FC236}">
                <a16:creationId xmlns:a16="http://schemas.microsoft.com/office/drawing/2014/main" id="{8DAB28CF-8785-8177-381F-A33BE8DFF879}"/>
              </a:ext>
            </a:extLst>
          </p:cNvPr>
          <p:cNvCxnSpPr>
            <a:cxnSpLocks/>
            <a:stCxn id="75" idx="6"/>
            <a:endCxn id="87" idx="3"/>
          </p:cNvCxnSpPr>
          <p:nvPr/>
        </p:nvCxnSpPr>
        <p:spPr>
          <a:xfrm flipV="1">
            <a:off x="9995830" y="1553503"/>
            <a:ext cx="806857" cy="79821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9BEE4C21-19DA-06CA-F192-1B4DFB879D2F}"/>
              </a:ext>
            </a:extLst>
          </p:cNvPr>
          <p:cNvCxnSpPr>
            <a:cxnSpLocks/>
            <a:stCxn id="74" idx="6"/>
            <a:endCxn id="87" idx="1"/>
          </p:cNvCxnSpPr>
          <p:nvPr/>
        </p:nvCxnSpPr>
        <p:spPr>
          <a:xfrm>
            <a:off x="9986120" y="480620"/>
            <a:ext cx="816567" cy="78287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9FE6EFAF-1C24-3330-40A6-329804D00144}"/>
                  </a:ext>
                </a:extLst>
              </p:cNvPr>
              <p:cNvSpPr txBox="1"/>
              <p:nvPr/>
            </p:nvSpPr>
            <p:spPr>
              <a:xfrm>
                <a:off x="10078291" y="373423"/>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78" name="TextBox 77">
                <a:extLst>
                  <a:ext uri="{FF2B5EF4-FFF2-40B4-BE49-F238E27FC236}">
                    <a16:creationId xmlns:a16="http://schemas.microsoft.com/office/drawing/2014/main" id="{9FE6EFAF-1C24-3330-40A6-329804D00144}"/>
                  </a:ext>
                </a:extLst>
              </p:cNvPr>
              <p:cNvSpPr txBox="1">
                <a:spLocks noRot="1" noChangeAspect="1" noMove="1" noResize="1" noEditPoints="1" noAdjustHandles="1" noChangeArrowheads="1" noChangeShapeType="1" noTextEdit="1"/>
              </p:cNvSpPr>
              <p:nvPr/>
            </p:nvSpPr>
            <p:spPr>
              <a:xfrm>
                <a:off x="10078291" y="373423"/>
                <a:ext cx="85527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4042BFD0-D67D-367C-77F1-FDDB488349E5}"/>
                  </a:ext>
                </a:extLst>
              </p:cNvPr>
              <p:cNvSpPr txBox="1"/>
              <p:nvPr/>
            </p:nvSpPr>
            <p:spPr>
              <a:xfrm>
                <a:off x="10136554" y="1901482"/>
                <a:ext cx="855270"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Nc</m:t>
                          </m:r>
                        </m:sub>
                      </m:sSub>
                    </m:oMath>
                  </m:oMathPara>
                </a14:m>
                <a:endParaRPr lang="en-US" dirty="0">
                  <a:solidFill>
                    <a:schemeClr val="tx1"/>
                  </a:solidFill>
                </a:endParaRPr>
              </a:p>
            </p:txBody>
          </p:sp>
        </mc:Choice>
        <mc:Fallback xmlns="">
          <p:sp>
            <p:nvSpPr>
              <p:cNvPr id="79" name="TextBox 78">
                <a:extLst>
                  <a:ext uri="{FF2B5EF4-FFF2-40B4-BE49-F238E27FC236}">
                    <a16:creationId xmlns:a16="http://schemas.microsoft.com/office/drawing/2014/main" id="{4042BFD0-D67D-367C-77F1-FDDB488349E5}"/>
                  </a:ext>
                </a:extLst>
              </p:cNvPr>
              <p:cNvSpPr txBox="1">
                <a:spLocks noRot="1" noChangeAspect="1" noMove="1" noResize="1" noEditPoints="1" noAdjustHandles="1" noChangeArrowheads="1" noChangeShapeType="1" noTextEdit="1"/>
              </p:cNvSpPr>
              <p:nvPr/>
            </p:nvSpPr>
            <p:spPr>
              <a:xfrm>
                <a:off x="10136554" y="1901482"/>
                <a:ext cx="855270" cy="369332"/>
              </a:xfrm>
              <a:prstGeom prst="rect">
                <a:avLst/>
              </a:prstGeom>
              <a:blipFill>
                <a:blip r:embed="rId21"/>
                <a:stretch>
                  <a:fillRect/>
                </a:stretch>
              </a:blipFill>
            </p:spPr>
            <p:txBody>
              <a:bodyPr/>
              <a:lstStyle/>
              <a:p>
                <a:r>
                  <a:rPr lang="en-US">
                    <a:noFill/>
                  </a:rPr>
                  <a:t> </a:t>
                </a:r>
              </a:p>
            </p:txBody>
          </p:sp>
        </mc:Fallback>
      </mc:AlternateContent>
      <p:cxnSp>
        <p:nvCxnSpPr>
          <p:cNvPr id="83" name="Straight Arrow Connector 82">
            <a:extLst>
              <a:ext uri="{FF2B5EF4-FFF2-40B4-BE49-F238E27FC236}">
                <a16:creationId xmlns:a16="http://schemas.microsoft.com/office/drawing/2014/main" id="{EC08FFA6-F535-62DF-BCAF-55EAFE15D1B6}"/>
              </a:ext>
            </a:extLst>
          </p:cNvPr>
          <p:cNvCxnSpPr>
            <a:cxnSpLocks/>
            <a:endCxn id="74" idx="2"/>
          </p:cNvCxnSpPr>
          <p:nvPr/>
        </p:nvCxnSpPr>
        <p:spPr>
          <a:xfrm flipV="1">
            <a:off x="8486244" y="480620"/>
            <a:ext cx="1089735" cy="88417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3FAA3E98-FEAC-8940-5CBF-6FC760A82B6B}"/>
                  </a:ext>
                </a:extLst>
              </p:cNvPr>
              <p:cNvSpPr txBox="1"/>
              <p:nvPr/>
            </p:nvSpPr>
            <p:spPr>
              <a:xfrm>
                <a:off x="7804966" y="995460"/>
                <a:ext cx="546041" cy="369332"/>
              </a:xfrm>
              <a:prstGeom prst="rect">
                <a:avLst/>
              </a:prstGeom>
              <a:noFill/>
            </p:spPr>
            <p:txBody>
              <a:bodyPr wrap="square">
                <a:spAutoFit/>
              </a:bodyPr>
              <a:lstStyle/>
              <a:p>
                <a:pPr/>
                <a14:m>
                  <m:oMathPara xmlns:m="http://schemas.openxmlformats.org/officeDocument/2006/math">
                    <m:oMath>
                      <m:sSub>
                        <m:sSubPr>
                          <m:ctrlPr>
                            <a:rPr lang="de-DE" b="0" i="0" smtClean="0">
                              <a:solidFill>
                                <a:schemeClr val="tx1"/>
                              </a:solidFill>
                              <a:latin typeface="Cambria Math" panose="02040503050406030204" pitchFamily="18" charset="0"/>
                            </a:rPr>
                          </m:ctrlPr>
                        </m:sSubPr>
                        <m:e>
                          <m:r>
                            <m:rPr>
                              <m:sty m:val="p"/>
                            </m:rPr>
                            <a:rPr lang="de-DE" b="0" i="0" smtClean="0">
                              <a:solidFill>
                                <a:schemeClr val="tx1"/>
                              </a:solidFill>
                              <a:latin typeface="Cambria Math" panose="02040503050406030204" pitchFamily="18" charset="0"/>
                            </a:rPr>
                            <m:t>m</m:t>
                          </m:r>
                        </m:e>
                        <m:sub>
                          <m:r>
                            <m:rPr>
                              <m:sty m:val="p"/>
                            </m:rPr>
                            <a:rPr lang="de-DE" b="0" i="1" smtClean="0">
                              <a:solidFill>
                                <a:schemeClr val="tx1"/>
                              </a:solidFill>
                              <a:latin typeface="Cambria Math" panose="02040503050406030204" pitchFamily="18" charset="0"/>
                            </a:rPr>
                            <m:t>c</m:t>
                          </m:r>
                        </m:sub>
                      </m:sSub>
                    </m:oMath>
                  </m:oMathPara>
                </a14:m>
                <a:endParaRPr lang="en-US" dirty="0">
                  <a:solidFill>
                    <a:schemeClr val="tx1"/>
                  </a:solidFill>
                </a:endParaRPr>
              </a:p>
            </p:txBody>
          </p:sp>
        </mc:Choice>
        <mc:Fallback xmlns="">
          <p:sp>
            <p:nvSpPr>
              <p:cNvPr id="84" name="TextBox 83">
                <a:extLst>
                  <a:ext uri="{FF2B5EF4-FFF2-40B4-BE49-F238E27FC236}">
                    <a16:creationId xmlns:a16="http://schemas.microsoft.com/office/drawing/2014/main" id="{3FAA3E98-FEAC-8940-5CBF-6FC760A82B6B}"/>
                  </a:ext>
                </a:extLst>
              </p:cNvPr>
              <p:cNvSpPr txBox="1">
                <a:spLocks noRot="1" noChangeAspect="1" noMove="1" noResize="1" noEditPoints="1" noAdjustHandles="1" noChangeArrowheads="1" noChangeShapeType="1" noTextEdit="1"/>
              </p:cNvSpPr>
              <p:nvPr/>
            </p:nvSpPr>
            <p:spPr>
              <a:xfrm>
                <a:off x="7804966" y="995460"/>
                <a:ext cx="546041" cy="369332"/>
              </a:xfrm>
              <a:prstGeom prst="rect">
                <a:avLst/>
              </a:prstGeom>
              <a:blipFill>
                <a:blip r:embed="rId22"/>
                <a:stretch>
                  <a:fillRect/>
                </a:stretch>
              </a:blipFill>
            </p:spPr>
            <p:txBody>
              <a:bodyPr/>
              <a:lstStyle/>
              <a:p>
                <a:r>
                  <a:rPr lang="en-US">
                    <a:noFill/>
                  </a:rPr>
                  <a:t> </a:t>
                </a:r>
              </a:p>
            </p:txBody>
          </p:sp>
        </mc:Fallback>
      </mc:AlternateContent>
      <p:cxnSp>
        <p:nvCxnSpPr>
          <p:cNvPr id="85" name="Straight Arrow Connector 84">
            <a:extLst>
              <a:ext uri="{FF2B5EF4-FFF2-40B4-BE49-F238E27FC236}">
                <a16:creationId xmlns:a16="http://schemas.microsoft.com/office/drawing/2014/main" id="{6405C4CD-86A8-9352-FC59-87AA9467A6F4}"/>
              </a:ext>
            </a:extLst>
          </p:cNvPr>
          <p:cNvCxnSpPr>
            <a:cxnSpLocks/>
          </p:cNvCxnSpPr>
          <p:nvPr/>
        </p:nvCxnSpPr>
        <p:spPr>
          <a:xfrm>
            <a:off x="7765437" y="1364792"/>
            <a:ext cx="740834" cy="128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6" name="Straight Arrow Connector 85">
            <a:extLst>
              <a:ext uri="{FF2B5EF4-FFF2-40B4-BE49-F238E27FC236}">
                <a16:creationId xmlns:a16="http://schemas.microsoft.com/office/drawing/2014/main" id="{261FA0AA-8547-94FA-6647-F7B017B54173}"/>
              </a:ext>
            </a:extLst>
          </p:cNvPr>
          <p:cNvCxnSpPr>
            <a:cxnSpLocks/>
            <a:endCxn id="75" idx="2"/>
          </p:cNvCxnSpPr>
          <p:nvPr/>
        </p:nvCxnSpPr>
        <p:spPr>
          <a:xfrm>
            <a:off x="8497394" y="1392214"/>
            <a:ext cx="1088295" cy="95950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7" name="Oval 86">
            <a:extLst>
              <a:ext uri="{FF2B5EF4-FFF2-40B4-BE49-F238E27FC236}">
                <a16:creationId xmlns:a16="http://schemas.microsoft.com/office/drawing/2014/main" id="{B6853D97-08AA-95E0-C406-A6A51B885C60}"/>
              </a:ext>
            </a:extLst>
          </p:cNvPr>
          <p:cNvSpPr>
            <a:spLocks noChangeAspect="1"/>
          </p:cNvSpPr>
          <p:nvPr/>
        </p:nvSpPr>
        <p:spPr>
          <a:xfrm>
            <a:off x="10742623" y="1203426"/>
            <a:ext cx="410141" cy="410141"/>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88" name="Straight Arrow Connector 87">
            <a:extLst>
              <a:ext uri="{FF2B5EF4-FFF2-40B4-BE49-F238E27FC236}">
                <a16:creationId xmlns:a16="http://schemas.microsoft.com/office/drawing/2014/main" id="{E48DC8BB-5EBD-78E9-76B2-C44DA141932F}"/>
              </a:ext>
            </a:extLst>
          </p:cNvPr>
          <p:cNvCxnSpPr>
            <a:cxnSpLocks/>
          </p:cNvCxnSpPr>
          <p:nvPr/>
        </p:nvCxnSpPr>
        <p:spPr>
          <a:xfrm flipV="1">
            <a:off x="11152764" y="1392214"/>
            <a:ext cx="782058" cy="1628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D85CD0C1-198C-D96E-3AA3-BE114B82F78C}"/>
                  </a:ext>
                </a:extLst>
              </p:cNvPr>
              <p:cNvSpPr txBox="1"/>
              <p:nvPr/>
            </p:nvSpPr>
            <p:spPr>
              <a:xfrm>
                <a:off x="11375112" y="985231"/>
                <a:ext cx="524049" cy="369332"/>
              </a:xfrm>
              <a:prstGeom prst="rect">
                <a:avLst/>
              </a:prstGeom>
              <a:noFill/>
            </p:spPr>
            <p:txBody>
              <a:bodyPr wrap="square">
                <a:spAutoFit/>
              </a:bodyPr>
              <a:lstStyle/>
              <a:p>
                <a:pPr/>
                <a14:m>
                  <m:oMathPara xmlns:m="http://schemas.openxmlformats.org/officeDocument/2006/math">
                    <m:oMath>
                      <m:sSub>
                        <m:sSubPr>
                          <m:ctrlPr>
                            <a:rPr lang="de-DE" b="0" i="1" smtClean="0">
                              <a:latin typeface="Cambria Math" panose="02040503050406030204" pitchFamily="18" charset="0"/>
                            </a:rPr>
                          </m:ctrlPr>
                        </m:sSubPr>
                        <m:e>
                          <m:r>
                            <m:rPr>
                              <m:sty m:val="p"/>
                            </m:rPr>
                            <a:rPr lang="de-DE" b="0" i="1" smtClean="0">
                              <a:latin typeface="Cambria Math" panose="02040503050406030204" pitchFamily="18" charset="0"/>
                            </a:rPr>
                            <m:t>m</m:t>
                          </m:r>
                        </m:e>
                        <m:sub>
                          <m:r>
                            <m:rPr>
                              <m:sty m:val="p"/>
                            </m:rPr>
                            <a:rPr lang="de-DE" b="0" i="1" smtClean="0">
                              <a:latin typeface="Cambria Math" panose="02040503050406030204" pitchFamily="18" charset="0"/>
                            </a:rPr>
                            <m:t>out</m:t>
                          </m:r>
                        </m:sub>
                      </m:sSub>
                    </m:oMath>
                  </m:oMathPara>
                </a14:m>
                <a:endParaRPr lang="en-US" dirty="0"/>
              </a:p>
            </p:txBody>
          </p:sp>
        </mc:Choice>
        <mc:Fallback xmlns="">
          <p:sp>
            <p:nvSpPr>
              <p:cNvPr id="89" name="TextBox 88">
                <a:extLst>
                  <a:ext uri="{FF2B5EF4-FFF2-40B4-BE49-F238E27FC236}">
                    <a16:creationId xmlns:a16="http://schemas.microsoft.com/office/drawing/2014/main" id="{D85CD0C1-198C-D96E-3AA3-BE114B82F78C}"/>
                  </a:ext>
                </a:extLst>
              </p:cNvPr>
              <p:cNvSpPr txBox="1">
                <a:spLocks noRot="1" noChangeAspect="1" noMove="1" noResize="1" noEditPoints="1" noAdjustHandles="1" noChangeArrowheads="1" noChangeShapeType="1" noTextEdit="1"/>
              </p:cNvSpPr>
              <p:nvPr/>
            </p:nvSpPr>
            <p:spPr>
              <a:xfrm>
                <a:off x="11375112" y="985231"/>
                <a:ext cx="524049" cy="369332"/>
              </a:xfrm>
              <a:prstGeom prst="rect">
                <a:avLst/>
              </a:prstGeom>
              <a:blipFill>
                <a:blip r:embed="rId23"/>
                <a:stretch>
                  <a:fillRect r="-151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A1D46857-E4C9-3D49-DDEC-30AB07D02E79}"/>
                  </a:ext>
                </a:extLst>
              </p:cNvPr>
              <p:cNvSpPr txBox="1"/>
              <p:nvPr/>
            </p:nvSpPr>
            <p:spPr>
              <a:xfrm>
                <a:off x="10724745" y="1182868"/>
                <a:ext cx="448081"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No</m:t>
                          </m:r>
                        </m:sub>
                      </m:sSub>
                    </m:oMath>
                  </m:oMathPara>
                </a14:m>
                <a:endParaRPr lang="en-US" dirty="0">
                  <a:solidFill>
                    <a:schemeClr val="bg1"/>
                  </a:solidFill>
                </a:endParaRPr>
              </a:p>
            </p:txBody>
          </p:sp>
        </mc:Choice>
        <mc:Fallback xmlns="">
          <p:sp>
            <p:nvSpPr>
              <p:cNvPr id="90" name="TextBox 89">
                <a:extLst>
                  <a:ext uri="{FF2B5EF4-FFF2-40B4-BE49-F238E27FC236}">
                    <a16:creationId xmlns:a16="http://schemas.microsoft.com/office/drawing/2014/main" id="{A1D46857-E4C9-3D49-DDEC-30AB07D02E79}"/>
                  </a:ext>
                </a:extLst>
              </p:cNvPr>
              <p:cNvSpPr txBox="1">
                <a:spLocks noRot="1" noChangeAspect="1" noMove="1" noResize="1" noEditPoints="1" noAdjustHandles="1" noChangeArrowheads="1" noChangeShapeType="1" noTextEdit="1"/>
              </p:cNvSpPr>
              <p:nvPr/>
            </p:nvSpPr>
            <p:spPr>
              <a:xfrm>
                <a:off x="10724745" y="1182868"/>
                <a:ext cx="448081" cy="369332"/>
              </a:xfrm>
              <a:prstGeom prst="rect">
                <a:avLst/>
              </a:prstGeom>
              <a:blipFill>
                <a:blip r:embed="rId24"/>
                <a:stretch>
                  <a:fillRect r="-40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EE9BD4C6-BF6D-96E1-C987-C1055F36B21B}"/>
                  </a:ext>
                </a:extLst>
              </p:cNvPr>
              <p:cNvSpPr txBox="1"/>
              <p:nvPr/>
            </p:nvSpPr>
            <p:spPr>
              <a:xfrm>
                <a:off x="9511232" y="242924"/>
                <a:ext cx="557613"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Na</m:t>
                          </m:r>
                        </m:sub>
                      </m:sSub>
                    </m:oMath>
                  </m:oMathPara>
                </a14:m>
                <a:endParaRPr lang="en-US" dirty="0">
                  <a:solidFill>
                    <a:schemeClr val="bg1"/>
                  </a:solidFill>
                </a:endParaRPr>
              </a:p>
            </p:txBody>
          </p:sp>
        </mc:Choice>
        <mc:Fallback xmlns="">
          <p:sp>
            <p:nvSpPr>
              <p:cNvPr id="91" name="TextBox 90">
                <a:extLst>
                  <a:ext uri="{FF2B5EF4-FFF2-40B4-BE49-F238E27FC236}">
                    <a16:creationId xmlns:a16="http://schemas.microsoft.com/office/drawing/2014/main" id="{EE9BD4C6-BF6D-96E1-C987-C1055F36B21B}"/>
                  </a:ext>
                </a:extLst>
              </p:cNvPr>
              <p:cNvSpPr txBox="1">
                <a:spLocks noRot="1" noChangeAspect="1" noMove="1" noResize="1" noEditPoints="1" noAdjustHandles="1" noChangeArrowheads="1" noChangeShapeType="1" noTextEdit="1"/>
              </p:cNvSpPr>
              <p:nvPr/>
            </p:nvSpPr>
            <p:spPr>
              <a:xfrm>
                <a:off x="9511232" y="242924"/>
                <a:ext cx="557613"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2D3C1584-EB7F-5B62-2E08-89C33E9A458E}"/>
                  </a:ext>
                </a:extLst>
              </p:cNvPr>
              <p:cNvSpPr txBox="1"/>
              <p:nvPr/>
            </p:nvSpPr>
            <p:spPr>
              <a:xfrm>
                <a:off x="9565904" y="2125150"/>
                <a:ext cx="421017" cy="369332"/>
              </a:xfrm>
              <a:prstGeom prst="rect">
                <a:avLst/>
              </a:prstGeom>
              <a:noFill/>
            </p:spPr>
            <p:txBody>
              <a:bodyPr wrap="square">
                <a:spAutoFit/>
              </a:bodyPr>
              <a:lstStyle/>
              <a:p>
                <a:pPr/>
                <a14:m>
                  <m:oMathPara xmlns:m="http://schemas.openxmlformats.org/officeDocument/2006/math">
                    <m:oMath>
                      <m:sSub>
                        <m:sSubPr>
                          <m:ctrlPr>
                            <a:rPr lang="de-DE" b="0" i="1" smtClean="0">
                              <a:solidFill>
                                <a:schemeClr val="bg1"/>
                              </a:solidFill>
                              <a:latin typeface="Cambria Math" panose="02040503050406030204" pitchFamily="18" charset="0"/>
                            </a:rPr>
                          </m:ctrlPr>
                        </m:sSubPr>
                        <m:e>
                          <m:r>
                            <m:rPr>
                              <m:sty m:val="p"/>
                            </m:rPr>
                            <a:rPr lang="de-DE" b="0" i="1" smtClean="0">
                              <a:solidFill>
                                <a:schemeClr val="bg1"/>
                              </a:solidFill>
                              <a:latin typeface="Cambria Math" panose="02040503050406030204" pitchFamily="18" charset="0"/>
                            </a:rPr>
                            <m:t>r</m:t>
                          </m:r>
                        </m:e>
                        <m:sub>
                          <m:r>
                            <m:rPr>
                              <m:sty m:val="p"/>
                            </m:rPr>
                            <a:rPr lang="de-DE" b="0" i="1" smtClean="0">
                              <a:solidFill>
                                <a:schemeClr val="bg1"/>
                              </a:solidFill>
                              <a:latin typeface="Cambria Math" panose="02040503050406030204" pitchFamily="18" charset="0"/>
                            </a:rPr>
                            <m:t>Nb</m:t>
                          </m:r>
                        </m:sub>
                      </m:sSub>
                    </m:oMath>
                  </m:oMathPara>
                </a14:m>
                <a:endParaRPr lang="en-US" dirty="0">
                  <a:solidFill>
                    <a:schemeClr val="bg1"/>
                  </a:solidFill>
                </a:endParaRPr>
              </a:p>
            </p:txBody>
          </p:sp>
        </mc:Choice>
        <mc:Fallback xmlns="">
          <p:sp>
            <p:nvSpPr>
              <p:cNvPr id="92" name="TextBox 91">
                <a:extLst>
                  <a:ext uri="{FF2B5EF4-FFF2-40B4-BE49-F238E27FC236}">
                    <a16:creationId xmlns:a16="http://schemas.microsoft.com/office/drawing/2014/main" id="{2D3C1584-EB7F-5B62-2E08-89C33E9A458E}"/>
                  </a:ext>
                </a:extLst>
              </p:cNvPr>
              <p:cNvSpPr txBox="1">
                <a:spLocks noRot="1" noChangeAspect="1" noMove="1" noResize="1" noEditPoints="1" noAdjustHandles="1" noChangeArrowheads="1" noChangeShapeType="1" noTextEdit="1"/>
              </p:cNvSpPr>
              <p:nvPr/>
            </p:nvSpPr>
            <p:spPr>
              <a:xfrm>
                <a:off x="9565904" y="2125150"/>
                <a:ext cx="421017" cy="369332"/>
              </a:xfrm>
              <a:prstGeom prst="rect">
                <a:avLst/>
              </a:prstGeom>
              <a:blipFill>
                <a:blip r:embed="rId26"/>
                <a:stretch>
                  <a:fillRect r="-13043"/>
                </a:stretch>
              </a:blipFill>
            </p:spPr>
            <p:txBody>
              <a:bodyPr/>
              <a:lstStyle/>
              <a:p>
                <a:r>
                  <a:rPr lang="en-US">
                    <a:noFill/>
                  </a:rPr>
                  <a:t> </a:t>
                </a:r>
              </a:p>
            </p:txBody>
          </p:sp>
        </mc:Fallback>
      </mc:AlternateContent>
      <p:cxnSp>
        <p:nvCxnSpPr>
          <p:cNvPr id="94" name="Straight Connector 93">
            <a:extLst>
              <a:ext uri="{FF2B5EF4-FFF2-40B4-BE49-F238E27FC236}">
                <a16:creationId xmlns:a16="http://schemas.microsoft.com/office/drawing/2014/main" id="{BD934B4F-608B-C335-32F2-1EB8687817AE}"/>
              </a:ext>
            </a:extLst>
          </p:cNvPr>
          <p:cNvCxnSpPr>
            <a:cxnSpLocks/>
          </p:cNvCxnSpPr>
          <p:nvPr/>
        </p:nvCxnSpPr>
        <p:spPr>
          <a:xfrm>
            <a:off x="7775840" y="804799"/>
            <a:ext cx="8451" cy="559993"/>
          </a:xfrm>
          <a:prstGeom prst="line">
            <a:avLst/>
          </a:prstGeom>
        </p:spPr>
        <p:style>
          <a:lnRef idx="2">
            <a:schemeClr val="accent1"/>
          </a:lnRef>
          <a:fillRef idx="0">
            <a:schemeClr val="accent1"/>
          </a:fillRef>
          <a:effectRef idx="1">
            <a:schemeClr val="accent1"/>
          </a:effectRef>
          <a:fontRef idx="minor">
            <a:schemeClr val="tx1"/>
          </a:fontRef>
        </p:style>
      </p:cxnSp>
      <p:sp>
        <p:nvSpPr>
          <p:cNvPr id="95" name="Rectangle 94">
            <a:extLst>
              <a:ext uri="{FF2B5EF4-FFF2-40B4-BE49-F238E27FC236}">
                <a16:creationId xmlns:a16="http://schemas.microsoft.com/office/drawing/2014/main" id="{25CDC29F-8F5D-A118-927F-C277B7CFFAF3}"/>
              </a:ext>
            </a:extLst>
          </p:cNvPr>
          <p:cNvSpPr/>
          <p:nvPr/>
        </p:nvSpPr>
        <p:spPr>
          <a:xfrm>
            <a:off x="8320022" y="154515"/>
            <a:ext cx="3073000" cy="253721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96" name="TextBox 95">
            <a:extLst>
              <a:ext uri="{FF2B5EF4-FFF2-40B4-BE49-F238E27FC236}">
                <a16:creationId xmlns:a16="http://schemas.microsoft.com/office/drawing/2014/main" id="{F40E5A2F-51B1-7F53-64A1-F8FBE2EEE007}"/>
              </a:ext>
            </a:extLst>
          </p:cNvPr>
          <p:cNvSpPr txBox="1"/>
          <p:nvPr/>
        </p:nvSpPr>
        <p:spPr>
          <a:xfrm>
            <a:off x="8334900" y="185045"/>
            <a:ext cx="473206" cy="338554"/>
          </a:xfrm>
          <a:prstGeom prst="rect">
            <a:avLst/>
          </a:prstGeom>
          <a:noFill/>
        </p:spPr>
        <p:txBody>
          <a:bodyPr wrap="none" rtlCol="0">
            <a:spAutoFit/>
          </a:bodyPr>
          <a:lstStyle/>
          <a:p>
            <a:r>
              <a:rPr lang="en-US" sz="1600" dirty="0"/>
              <a:t>NN</a:t>
            </a:r>
          </a:p>
        </p:txBody>
      </p:sp>
      <p:sp>
        <p:nvSpPr>
          <p:cNvPr id="100" name="Rectangle 99">
            <a:extLst>
              <a:ext uri="{FF2B5EF4-FFF2-40B4-BE49-F238E27FC236}">
                <a16:creationId xmlns:a16="http://schemas.microsoft.com/office/drawing/2014/main" id="{F77B351F-DD5A-1394-A18D-B84597C129AE}"/>
              </a:ext>
            </a:extLst>
          </p:cNvPr>
          <p:cNvSpPr/>
          <p:nvPr/>
        </p:nvSpPr>
        <p:spPr>
          <a:xfrm>
            <a:off x="3858454" y="3364908"/>
            <a:ext cx="3708070" cy="347966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1" name="Picture 110">
            <a:extLst>
              <a:ext uri="{FF2B5EF4-FFF2-40B4-BE49-F238E27FC236}">
                <a16:creationId xmlns:a16="http://schemas.microsoft.com/office/drawing/2014/main" id="{94CCDDD7-8C85-1A01-8BE6-20DB97EE30A5}"/>
              </a:ext>
            </a:extLst>
          </p:cNvPr>
          <p:cNvPicPr>
            <a:picLocks noChangeAspect="1"/>
          </p:cNvPicPr>
          <p:nvPr/>
        </p:nvPicPr>
        <p:blipFill>
          <a:blip r:embed="rId3"/>
          <a:srcRect l="25538" t="6542" r="31911" b="10234"/>
          <a:stretch>
            <a:fillRect/>
          </a:stretch>
        </p:blipFill>
        <p:spPr>
          <a:xfrm rot="10119253">
            <a:off x="3161619" y="4323992"/>
            <a:ext cx="354848" cy="462687"/>
          </a:xfrm>
          <a:prstGeom prst="rect">
            <a:avLst/>
          </a:prstGeom>
        </p:spPr>
      </p:pic>
      <p:pic>
        <p:nvPicPr>
          <p:cNvPr id="113" name="Picture 112">
            <a:extLst>
              <a:ext uri="{FF2B5EF4-FFF2-40B4-BE49-F238E27FC236}">
                <a16:creationId xmlns:a16="http://schemas.microsoft.com/office/drawing/2014/main" id="{80DF4DCE-DA59-B7EF-6A45-38E4B1FB909C}"/>
              </a:ext>
            </a:extLst>
          </p:cNvPr>
          <p:cNvPicPr>
            <a:picLocks noChangeAspect="1"/>
          </p:cNvPicPr>
          <p:nvPr/>
        </p:nvPicPr>
        <p:blipFill>
          <a:blip r:embed="rId3"/>
          <a:srcRect l="25538" t="6542" r="31911" b="10234"/>
          <a:stretch>
            <a:fillRect/>
          </a:stretch>
        </p:blipFill>
        <p:spPr>
          <a:xfrm rot="10119253">
            <a:off x="3413983" y="4011053"/>
            <a:ext cx="354848" cy="462687"/>
          </a:xfrm>
          <a:prstGeom prst="rect">
            <a:avLst/>
          </a:prstGeom>
        </p:spPr>
      </p:pic>
      <p:pic>
        <p:nvPicPr>
          <p:cNvPr id="115" name="Picture 114">
            <a:extLst>
              <a:ext uri="{FF2B5EF4-FFF2-40B4-BE49-F238E27FC236}">
                <a16:creationId xmlns:a16="http://schemas.microsoft.com/office/drawing/2014/main" id="{CB985C87-9F30-F290-8F20-92243B12325A}"/>
              </a:ext>
            </a:extLst>
          </p:cNvPr>
          <p:cNvPicPr>
            <a:picLocks noChangeAspect="1"/>
          </p:cNvPicPr>
          <p:nvPr/>
        </p:nvPicPr>
        <p:blipFill>
          <a:blip r:embed="rId3"/>
          <a:srcRect l="25538" t="6542" r="31911" b="10234"/>
          <a:stretch>
            <a:fillRect/>
          </a:stretch>
        </p:blipFill>
        <p:spPr>
          <a:xfrm rot="10119253">
            <a:off x="2909255" y="4156185"/>
            <a:ext cx="354848" cy="462687"/>
          </a:xfrm>
          <a:prstGeom prst="rect">
            <a:avLst/>
          </a:prstGeom>
        </p:spPr>
      </p:pic>
      <p:pic>
        <p:nvPicPr>
          <p:cNvPr id="117" name="Picture 116">
            <a:extLst>
              <a:ext uri="{FF2B5EF4-FFF2-40B4-BE49-F238E27FC236}">
                <a16:creationId xmlns:a16="http://schemas.microsoft.com/office/drawing/2014/main" id="{9E80FBA1-9ACE-B26E-8748-84800172F4E4}"/>
              </a:ext>
            </a:extLst>
          </p:cNvPr>
          <p:cNvPicPr>
            <a:picLocks noChangeAspect="1"/>
          </p:cNvPicPr>
          <p:nvPr/>
        </p:nvPicPr>
        <p:blipFill>
          <a:blip r:embed="rId3"/>
          <a:srcRect l="25538" t="6542" r="31911" b="10234"/>
          <a:stretch>
            <a:fillRect/>
          </a:stretch>
        </p:blipFill>
        <p:spPr>
          <a:xfrm rot="10119253">
            <a:off x="3143493" y="4023812"/>
            <a:ext cx="354848" cy="462687"/>
          </a:xfrm>
          <a:prstGeom prst="rect">
            <a:avLst/>
          </a:prstGeom>
        </p:spPr>
      </p:pic>
      <p:cxnSp>
        <p:nvCxnSpPr>
          <p:cNvPr id="119" name="Straight Connector 118">
            <a:extLst>
              <a:ext uri="{FF2B5EF4-FFF2-40B4-BE49-F238E27FC236}">
                <a16:creationId xmlns:a16="http://schemas.microsoft.com/office/drawing/2014/main" id="{128972D6-32D9-A200-48E7-C87CFBBBB579}"/>
              </a:ext>
            </a:extLst>
          </p:cNvPr>
          <p:cNvCxnSpPr>
            <a:cxnSpLocks/>
          </p:cNvCxnSpPr>
          <p:nvPr/>
        </p:nvCxnSpPr>
        <p:spPr>
          <a:xfrm>
            <a:off x="3899316" y="4387528"/>
            <a:ext cx="3454616" cy="0"/>
          </a:xfrm>
          <a:prstGeom prst="line">
            <a:avLst/>
          </a:prstGeom>
          <a:ln w="22225">
            <a:prstDash val="dash"/>
          </a:ln>
        </p:spPr>
        <p:style>
          <a:lnRef idx="2">
            <a:schemeClr val="accent1"/>
          </a:lnRef>
          <a:fillRef idx="0">
            <a:schemeClr val="accent1"/>
          </a:fillRef>
          <a:effectRef idx="1">
            <a:schemeClr val="accent1"/>
          </a:effectRef>
          <a:fontRef idx="minor">
            <a:schemeClr val="tx1"/>
          </a:fontRef>
        </p:style>
      </p:cxnSp>
      <p:sp>
        <p:nvSpPr>
          <p:cNvPr id="122" name="TextBox 121">
            <a:extLst>
              <a:ext uri="{FF2B5EF4-FFF2-40B4-BE49-F238E27FC236}">
                <a16:creationId xmlns:a16="http://schemas.microsoft.com/office/drawing/2014/main" id="{CBFA6EEA-C646-D1ED-3350-F406CE3C4308}"/>
              </a:ext>
            </a:extLst>
          </p:cNvPr>
          <p:cNvSpPr txBox="1"/>
          <p:nvPr/>
        </p:nvSpPr>
        <p:spPr>
          <a:xfrm>
            <a:off x="2166526" y="3679019"/>
            <a:ext cx="1588640" cy="338554"/>
          </a:xfrm>
          <a:prstGeom prst="rect">
            <a:avLst/>
          </a:prstGeom>
          <a:noFill/>
        </p:spPr>
        <p:txBody>
          <a:bodyPr wrap="none" rtlCol="0">
            <a:spAutoFit/>
          </a:bodyPr>
          <a:lstStyle/>
          <a:p>
            <a:pPr algn="ctr"/>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24" name="TextBox 123">
            <a:extLst>
              <a:ext uri="{FF2B5EF4-FFF2-40B4-BE49-F238E27FC236}">
                <a16:creationId xmlns:a16="http://schemas.microsoft.com/office/drawing/2014/main" id="{8AAF0065-7770-3101-3198-D7F1A1C1C586}"/>
              </a:ext>
            </a:extLst>
          </p:cNvPr>
          <p:cNvSpPr txBox="1"/>
          <p:nvPr/>
        </p:nvSpPr>
        <p:spPr>
          <a:xfrm>
            <a:off x="4655755" y="2947727"/>
            <a:ext cx="1813317" cy="338554"/>
          </a:xfrm>
          <a:prstGeom prst="rect">
            <a:avLst/>
          </a:prstGeom>
          <a:noFill/>
        </p:spPr>
        <p:txBody>
          <a:bodyPr wrap="none" rtlCol="0">
            <a:spAutoFit/>
          </a:bodyPr>
          <a:lstStyle/>
          <a:p>
            <a:pPr algn="ctr"/>
            <a:r>
              <a:rPr lang="en-US" sz="1600" dirty="0">
                <a:ln/>
                <a:solidFill>
                  <a:srgbClr val="000000"/>
                </a:solidFill>
                <a:latin typeface="Arial"/>
                <a:cs typeface="Arial"/>
                <a:sym typeface="Arial"/>
                <a:rtl val="0"/>
              </a:rPr>
              <a:t>Chemical Reactor</a:t>
            </a:r>
          </a:p>
        </p:txBody>
      </p:sp>
    </p:spTree>
    <p:extLst>
      <p:ext uri="{BB962C8B-B14F-4D97-AF65-F5344CB8AC3E}">
        <p14:creationId xmlns:p14="http://schemas.microsoft.com/office/powerpoint/2010/main" val="92918529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81</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de-DE" sz="2400" b="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
                      <m:r>
                        <a:rPr lang="es-ES" sz="240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es-ES" sz="2400" i="1" smtClean="0">
                              <a:solidFill>
                                <a:srgbClr val="C00000"/>
                              </a:solidFill>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
                        <m:sSub>
                          <m:sSubPr>
                            <m:ctrlPr>
                              <a:rPr lang="es-ES" sz="2400" i="1">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solidFill>
                                  <a:srgbClr val="C00000"/>
                                </a:solidFill>
                                <a:latin typeface="Cambria Math" panose="02040503050406030204" pitchFamily="18" charset="0"/>
                              </a:rPr>
                            </m:ctrlPr>
                          </m:dPr>
                          <m:e>
                            <m:sSub>
                              <m:sSubPr>
                                <m:ctrlPr>
                                  <a:rPr lang="es-ES" sz="2400" i="1">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
                        <m:r>
                          <a:rPr lang="es-ES" sz="2400" i="1" dirty="0" smtClean="0">
                            <a:latin typeface="Cambria Math" panose="02040503050406030204" pitchFamily="18" charset="0"/>
                          </a:rPr>
                          <m:t>𝐌</m:t>
                        </m:r>
                        <m:acc>
                          <m:accPr>
                            <m:chr m:val="̈"/>
                            <m:ctrlPr>
                              <a:rPr lang="es-ES" sz="2400" i="1" dirty="0" smtClean="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smtClean="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smtClean="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smtClean="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smtClean="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dirty="0"/>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82</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de-DE" sz="2400" b="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de-DE" sz="2400" b="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i="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
                      <m:sSub>
                        <m:sSubPr>
                          <m:ctrlPr>
                            <a:rPr lang="es-ES" sz="2400" i="1">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solidFill>
                                <a:srgbClr val="C00000"/>
                              </a:solidFill>
                              <a:latin typeface="Cambria Math" panose="02040503050406030204" pitchFamily="18" charset="0"/>
                            </a:rPr>
                          </m:ctrlPr>
                        </m:dPr>
                        <m:e>
                          <m:sSub>
                            <m:sSubPr>
                              <m:ctrlPr>
                                <a:rPr lang="es-ES" sz="2400" i="1">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
                      <m:sSub>
                        <m:sSubPr>
                          <m:ctrlPr>
                            <a:rPr lang="en-US" sz="2400" i="1">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=1−</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sSup>
                            <m:sSupPr>
                              <m:ctrlPr>
                                <a:rPr lang="de-DE" sz="2400" b="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es-ES" sz="2400" i="1" smtClean="0">
                              <a:solidFill>
                                <a:srgbClr val="C00000"/>
                              </a:solidFill>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83</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m:func>
                        <m:funcPr>
                          <m:ctrlPr>
                            <a:rPr lang="en-US" sz="2400" i="1" smtClean="0">
                              <a:latin typeface="Cambria Math" panose="02040503050406030204" pitchFamily="18" charset="0"/>
                            </a:rPr>
                          </m:ctrlPr>
                        </m:funcPr>
                        <m:fName>
                          <m:limLow>
                            <m:limLowPr>
                              <m:ctrlPr>
                                <a:rPr lang="en-US" sz="2400" i="0"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p>
                        <m:sSupPr>
                          <m:ctrlPr>
                            <a:rPr lang="de-DE" b="0"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1" i="1" smtClean="0">
                              <a:solidFill>
                                <a:srgbClr val="C00000"/>
                              </a:solidFill>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p>
                        <m:sSupPr>
                          <m:ctrlPr>
                            <a:rPr lang="de-DE" b="0"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1" i="1" smtClean="0">
                              <a:solidFill>
                                <a:srgbClr val="C00000"/>
                              </a:solidFill>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p>
                        <m:sSupPr>
                          <m:ctrlPr>
                            <a:rPr lang="de-DE" b="0"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1" i="1" smtClean="0">
                              <a:solidFill>
                                <a:srgbClr val="C00000"/>
                              </a:solidFill>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
                      <m:sSub>
                        <m:sSubPr>
                          <m:ctrlPr>
                            <a:rPr lang="de-DE" sz="2800" b="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
                      <m:sSub>
                        <m:sSubPr>
                          <m:ctrlPr>
                            <a:rPr lang="de-DE" sz="2800" b="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
                      <m:sSub>
                        <m:sSubPr>
                          <m:ctrlPr>
                            <a:rPr lang="de-DE" sz="2400" b="0" i="0" smtClean="0">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a:latin typeface="Cambria Math" panose="02040503050406030204" pitchFamily="18" charset="0"/>
                            </a:rPr>
                          </m:ctrlPr>
                        </m:fPr>
                        <m:num>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i="1">
                              <a:latin typeface="Cambria Math" panose="02040503050406030204" pitchFamily="18" charset="0"/>
                            </a:rPr>
                          </m:ctrlPr>
                        </m:fPr>
                        <m:num>
                          <m:d>
                            <m:dPr>
                              <m:begChr m:val="["/>
                              <m:endChr m:val="]"/>
                              <m:ctrlPr>
                                <a:rPr lang="de-DE" sz="2400" i="1">
                                  <a:latin typeface="Cambria Math" panose="02040503050406030204" pitchFamily="18" charset="0"/>
                                </a:rPr>
                              </m:ctrlPr>
                            </m:dPr>
                            <m:e>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
                      <m:sSub>
                        <m:sSubPr>
                          <m:ctrlPr>
                            <a:rPr lang="de-DE" sz="2400">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a:latin typeface="Cambria Math" panose="02040503050406030204" pitchFamily="18" charset="0"/>
                            </a:rPr>
                          </m:ctrlPr>
                        </m:fPr>
                        <m:num>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i="1">
                              <a:latin typeface="Cambria Math" panose="02040503050406030204" pitchFamily="18" charset="0"/>
                            </a:rPr>
                          </m:ctrlPr>
                        </m:fPr>
                        <m:num>
                          <m:d>
                            <m:dPr>
                              <m:begChr m:val="["/>
                              <m:endChr m:val="]"/>
                              <m:ctrlPr>
                                <a:rPr lang="de-DE" sz="2400" i="1">
                                  <a:latin typeface="Cambria Math" panose="02040503050406030204" pitchFamily="18" charset="0"/>
                                </a:rPr>
                              </m:ctrlPr>
                            </m:dPr>
                            <m:e>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
                      <m:sSub>
                        <m:sSubPr>
                          <m:ctrlPr>
                            <a:rPr lang="de-DE" sz="2400">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a:latin typeface="Cambria Math" panose="02040503050406030204" pitchFamily="18" charset="0"/>
                            </a:rPr>
                          </m:ctrlPr>
                        </m:fPr>
                        <m:num>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m:r>
                        <a:rPr lang="de-DE" sz="2400" b="0" i="1" smtClean="0">
                          <a:latin typeface="Cambria Math" panose="02040503050406030204" pitchFamily="18" charset="0"/>
                        </a:rPr>
                        <m:t>[0,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&lt;0,⋯,</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
                      <m:d>
                        <m:dPr>
                          <m:begChr m:val="["/>
                          <m:endChr m:val="]"/>
                          <m:ctrlPr>
                            <a:rPr lang="en-US" sz="2800" i="1">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en-GB"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en-GB"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
                      <m:d>
                        <m:dPr>
                          <m:begChr m:val="["/>
                          <m:endChr m:val="]"/>
                          <m:ctrlPr>
                            <a:rPr lang="en-US" sz="2800" i="1">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en-GB"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en-GB"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en-GB" sz="3200" b="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
                      <m:d>
                        <m:dPr>
                          <m:begChr m:val="["/>
                          <m:endChr m:val="]"/>
                          <m:ctrlPr>
                            <a:rPr lang="en-US" sz="2800" i="1">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
                        <m:sSub>
                          <m:sSubPr>
                            <m:ctrlPr>
                              <a:rPr lang="de-DE" sz="1600" b="0" i="0"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
                        <m:sSub>
                          <m:sSubPr>
                            <m:ctrlPr>
                              <a:rPr lang="de-DE" sz="1600" b="0" i="0"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
                        <m:sSub>
                          <m:sSubPr>
                            <m:ctrlPr>
                              <a:rPr lang="de-DE" sz="1600" b="0" i="0"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
                        <m:sSub>
                          <m:sSubPr>
                            <m:ctrlPr>
                              <a:rPr lang="de-DE" sz="1600" b="0" i="0"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
                        <m:sSub>
                          <m:sSubPr>
                            <m:ctrlPr>
                              <a:rPr lang="de-DE" sz="1600" b="0" i="0"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i="1" dirty="0" smtClean="0">
                                      <a:latin typeface="Cambria Math" panose="02040503050406030204" pitchFamily="18" charset="0"/>
                                    </a:rPr>
                                  </m:ctrlPr>
                                </m:dPr>
                                <m:e>
                                  <m:f>
                                    <m:fPr>
                                      <m:ctrlPr>
                                        <a:rPr lang="en-US" i="0"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
                      <m:sSub>
                        <m:sSubPr>
                          <m:ctrlPr>
                            <a:rPr lang="en-US" i="1" dirty="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solidFill>
                                    <a:srgbClr val="C00000"/>
                                  </a:solidFill>
                                  <a:latin typeface="Cambria Math" panose="02040503050406030204" pitchFamily="18" charset="0"/>
                                </a:rPr>
                              </m:ctrlPr>
                            </m:dPr>
                            <m:e>
                              <m:sSup>
                                <m:sSupPr>
                                  <m:ctrlPr>
                                    <a:rPr lang="en-US" i="1" dirty="0">
                                      <a:solidFill>
                                        <a:srgbClr val="C00000"/>
                                      </a:solidFill>
                                      <a:latin typeface="Cambria Math" panose="02040503050406030204" pitchFamily="18" charset="0"/>
                                    </a:rPr>
                                  </m:ctrlPr>
                                </m:sSupPr>
                                <m:e>
                                  <m:d>
                                    <m:dPr>
                                      <m:ctrlPr>
                                        <a:rPr lang="en-US" i="1" dirty="0">
                                          <a:solidFill>
                                            <a:srgbClr val="C00000"/>
                                          </a:solidFill>
                                          <a:latin typeface="Cambria Math" panose="02040503050406030204" pitchFamily="18" charset="0"/>
                                        </a:rPr>
                                      </m:ctrlPr>
                                    </m:dPr>
                                    <m:e>
                                      <m:sSubSup>
                                        <m:sSubSupPr>
                                          <m:ctrlPr>
                                            <a:rPr lang="en-US" i="1" dirty="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
                      <m:acc>
                        <m:accPr>
                          <m:chr m:val="̅"/>
                          <m:ctrlPr>
                            <a:rPr lang="en-US" i="1" dirty="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solidFill>
                                <a:schemeClr val="tx1"/>
                              </a:solidFill>
                              <a:latin typeface="Cambria Math" panose="02040503050406030204" pitchFamily="18" charset="0"/>
                              <a:ea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ea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ea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ea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
                      <m:sSub>
                        <m:sSubPr>
                          <m:ctrlPr>
                            <a:rPr lang="de-DE" sz="2400" b="0" i="0"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Presentation8">
  <a:themeElements>
    <a:clrScheme name="HNI">
      <a:dk1>
        <a:srgbClr val="000000"/>
      </a:dk1>
      <a:lt1>
        <a:srgbClr val="FFFFFF"/>
      </a:lt1>
      <a:dk2>
        <a:srgbClr val="003A80"/>
      </a:dk2>
      <a:lt2>
        <a:srgbClr val="D0D1D3"/>
      </a:lt2>
      <a:accent1>
        <a:srgbClr val="90C4E7"/>
      </a:accent1>
      <a:accent2>
        <a:srgbClr val="8777AF"/>
      </a:accent2>
      <a:accent3>
        <a:srgbClr val="34A29E"/>
      </a:accent3>
      <a:accent4>
        <a:srgbClr val="DB4848"/>
      </a:accent4>
      <a:accent5>
        <a:srgbClr val="FFDD00"/>
      </a:accent5>
      <a:accent6>
        <a:srgbClr val="F6AE3C"/>
      </a:accent6>
      <a:hlink>
        <a:srgbClr val="003A80"/>
      </a:hlink>
      <a:folHlink>
        <a:srgbClr val="34A29E"/>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11473</Words>
  <Application>Microsoft Office PowerPoint</Application>
  <PresentationFormat>Widescreen</PresentationFormat>
  <Paragraphs>3159</Paragraphs>
  <Slides>99</Slides>
  <Notes>72</Notes>
  <HiddenSlides>24</HiddenSlides>
  <MMClips>0</MMClips>
  <ScaleCrop>false</ScaleCrop>
  <HeadingPairs>
    <vt:vector size="6" baseType="variant">
      <vt:variant>
        <vt:lpstr>Fonts Used</vt:lpstr>
      </vt:variant>
      <vt:variant>
        <vt:i4>13</vt:i4>
      </vt:variant>
      <vt:variant>
        <vt:lpstr>Theme</vt:lpstr>
      </vt:variant>
      <vt:variant>
        <vt:i4>3</vt:i4>
      </vt:variant>
      <vt:variant>
        <vt:lpstr>Slide Titles</vt:lpstr>
      </vt:variant>
      <vt:variant>
        <vt:i4>99</vt:i4>
      </vt:variant>
    </vt:vector>
  </HeadingPairs>
  <TitlesOfParts>
    <vt:vector size="115" baseType="lpstr">
      <vt:lpstr>Aptos</vt:lpstr>
      <vt:lpstr>Aptos Display</vt:lpstr>
      <vt:lpstr>Aptos Light</vt:lpstr>
      <vt:lpstr>Arial</vt:lpstr>
      <vt:lpstr>Arial Nova</vt:lpstr>
      <vt:lpstr>Calibri</vt:lpstr>
      <vt:lpstr>Cambria Math</vt:lpstr>
      <vt:lpstr>Lato</vt:lpstr>
      <vt:lpstr>Menlo</vt:lpstr>
      <vt:lpstr>NimbusRomNo9L-Regu</vt:lpstr>
      <vt:lpstr>NimbusRomNo9L-ReguItal</vt:lpstr>
      <vt:lpstr>Symbol</vt:lpstr>
      <vt:lpstr>Wingdings</vt:lpstr>
      <vt:lpstr>Office Theme</vt:lpstr>
      <vt:lpstr>2_Presentation8</vt:lpstr>
      <vt:lpstr>1_Office Theme</vt:lpstr>
      <vt:lpstr>Associating Metabolic reactions and AI machines</vt:lpstr>
      <vt:lpstr>Jorge Torres Gómez, Hadeel Mohamad, Sarah Gräfin, Lars Liebermeister </vt:lpstr>
      <vt:lpstr>Jorge Torres Gómez, Hadeel Mohamad, Sarah Westarp, Lars Liebermeister </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Concept</vt:lpstr>
      <vt:lpstr>Concept</vt:lpstr>
      <vt:lpstr>Concept</vt:lpstr>
      <vt:lpstr>Concept</vt:lpstr>
      <vt:lpstr>Concept</vt:lpstr>
      <vt:lpstr>Concept</vt:lpstr>
      <vt:lpstr>Concept</vt:lpstr>
      <vt:lpstr>Concept</vt:lpstr>
      <vt:lpstr>Concept</vt:lpstr>
      <vt:lpstr>Concept</vt:lpstr>
      <vt:lpstr>Concept</vt:lpstr>
      <vt:lpstr>Concept</vt:lpstr>
      <vt:lpstr>Concept</vt:lpstr>
      <vt:lpstr>Concept</vt:lpstr>
      <vt:lpstr>PowerPoint Presentation</vt:lpstr>
      <vt:lpstr>PowerPoint Presentation</vt:lpstr>
      <vt:lpstr>Jorge Torres Gómez, Hadeel Mohamad, Sarah Westarp, Lars Liebermeister </vt:lpstr>
      <vt:lpstr>Concept</vt:lpstr>
      <vt:lpstr>Concept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83</cp:revision>
  <dcterms:created xsi:type="dcterms:W3CDTF">2025-12-24T00:00:45Z</dcterms:created>
  <dcterms:modified xsi:type="dcterms:W3CDTF">2026-10-15T15:30:34Z</dcterms:modified>
</cp:coreProperties>
</file>