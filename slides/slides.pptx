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ink/ink419.xml" ContentType="application/inkml+xml"/>
  <Override PartName="/ppt/ink/ink420.xml" ContentType="application/inkml+xml"/>
  <Override PartName="/ppt/ink/ink421.xml" ContentType="application/inkml+xml"/>
  <Override PartName="/ppt/ink/ink422.xml" ContentType="application/inkml+xml"/>
  <Override PartName="/ppt/ink/ink423.xml" ContentType="application/inkml+xml"/>
  <Override PartName="/ppt/ink/ink424.xml" ContentType="application/inkml+xml"/>
  <Override PartName="/ppt/ink/ink425.xml" ContentType="application/inkml+xml"/>
  <Override PartName="/ppt/ink/ink426.xml" ContentType="application/inkml+xml"/>
  <Override PartName="/ppt/ink/ink427.xml" ContentType="application/inkml+xml"/>
  <Override PartName="/ppt/ink/ink428.xml" ContentType="application/inkml+xml"/>
  <Override PartName="/ppt/ink/ink429.xml" ContentType="application/inkml+xml"/>
  <Override PartName="/ppt/ink/ink430.xml" ContentType="application/inkml+xml"/>
  <Override PartName="/ppt/ink/ink431.xml" ContentType="application/inkml+xml"/>
  <Override PartName="/ppt/ink/ink432.xml" ContentType="application/inkml+xml"/>
  <Override PartName="/ppt/ink/ink433.xml" ContentType="application/inkml+xml"/>
  <Override PartName="/ppt/ink/ink434.xml" ContentType="application/inkml+xml"/>
  <Override PartName="/ppt/ink/ink435.xml" ContentType="application/inkml+xml"/>
  <Override PartName="/ppt/ink/ink436.xml" ContentType="application/inkml+xml"/>
  <Override PartName="/ppt/ink/ink437.xml" ContentType="application/inkml+xml"/>
  <Override PartName="/ppt/ink/ink438.xml" ContentType="application/inkml+xml"/>
  <Override PartName="/ppt/ink/ink439.xml" ContentType="application/inkml+xml"/>
  <Override PartName="/ppt/ink/ink440.xml" ContentType="application/inkml+xml"/>
  <Override PartName="/ppt/ink/ink441.xml" ContentType="application/inkml+xml"/>
  <Override PartName="/ppt/ink/ink442.xml" ContentType="application/inkml+xml"/>
  <Override PartName="/ppt/ink/ink443.xml" ContentType="application/inkml+xml"/>
  <Override PartName="/ppt/ink/ink444.xml" ContentType="application/inkml+xml"/>
  <Override PartName="/ppt/ink/ink445.xml" ContentType="application/inkml+xml"/>
  <Override PartName="/ppt/ink/ink446.xml" ContentType="application/inkml+xml"/>
  <Override PartName="/ppt/ink/ink447.xml" ContentType="application/inkml+xml"/>
  <Override PartName="/ppt/ink/ink448.xml" ContentType="application/inkml+xml"/>
  <Override PartName="/ppt/ink/ink449.xml" ContentType="application/inkml+xml"/>
  <Override PartName="/ppt/ink/ink450.xml" ContentType="application/inkml+xml"/>
  <Override PartName="/ppt/ink/ink451.xml" ContentType="application/inkml+xml"/>
  <Override PartName="/ppt/ink/ink452.xml" ContentType="application/inkml+xml"/>
  <Override PartName="/ppt/ink/ink453.xml" ContentType="application/inkml+xml"/>
  <Override PartName="/ppt/ink/ink454.xml" ContentType="application/inkml+xml"/>
  <Override PartName="/ppt/ink/ink455.xml" ContentType="application/inkml+xml"/>
  <Override PartName="/ppt/ink/ink456.xml" ContentType="application/inkml+xml"/>
  <Override PartName="/ppt/ink/ink457.xml" ContentType="application/inkml+xml"/>
  <Override PartName="/ppt/ink/ink458.xml" ContentType="application/inkml+xml"/>
  <Override PartName="/ppt/ink/ink459.xml" ContentType="application/inkml+xml"/>
  <Override PartName="/ppt/ink/ink460.xml" ContentType="application/inkml+xml"/>
  <Override PartName="/ppt/ink/ink461.xml" ContentType="application/inkml+xml"/>
  <Override PartName="/ppt/ink/ink462.xml" ContentType="application/inkml+xml"/>
  <Override PartName="/ppt/ink/ink463.xml" ContentType="application/inkml+xml"/>
  <Override PartName="/ppt/ink/ink464.xml" ContentType="application/inkml+xml"/>
  <Override PartName="/ppt/ink/ink465.xml" ContentType="application/inkml+xml"/>
  <Override PartName="/ppt/ink/ink466.xml" ContentType="application/inkml+xml"/>
  <Override PartName="/ppt/ink/ink467.xml" ContentType="application/inkml+xml"/>
  <Override PartName="/ppt/ink/ink468.xml" ContentType="application/inkml+xml"/>
  <Override PartName="/ppt/ink/ink469.xml" ContentType="application/inkml+xml"/>
  <Override PartName="/ppt/ink/ink470.xml" ContentType="application/inkml+xml"/>
  <Override PartName="/ppt/ink/ink471.xml" ContentType="application/inkml+xml"/>
  <Override PartName="/ppt/ink/ink472.xml" ContentType="application/inkml+xml"/>
  <Override PartName="/ppt/ink/ink473.xml" ContentType="application/inkml+xml"/>
  <Override PartName="/ppt/ink/ink474.xml" ContentType="application/inkml+xml"/>
  <Override PartName="/ppt/ink/ink475.xml" ContentType="application/inkml+xml"/>
  <Override PartName="/ppt/ink/ink476.xml" ContentType="application/inkml+xml"/>
  <Override PartName="/ppt/ink/ink477.xml" ContentType="application/inkml+xml"/>
  <Override PartName="/ppt/ink/ink478.xml" ContentType="application/inkml+xml"/>
  <Override PartName="/ppt/ink/ink479.xml" ContentType="application/inkml+xml"/>
  <Override PartName="/ppt/ink/ink480.xml" ContentType="application/inkml+xml"/>
  <Override PartName="/ppt/ink/ink481.xml" ContentType="application/inkml+xml"/>
  <Override PartName="/ppt/ink/ink482.xml" ContentType="application/inkml+xml"/>
  <Override PartName="/ppt/ink/ink483.xml" ContentType="application/inkml+xml"/>
  <Override PartName="/ppt/ink/ink484.xml" ContentType="application/inkml+xml"/>
  <Override PartName="/ppt/ink/ink485.xml" ContentType="application/inkml+xml"/>
  <Override PartName="/ppt/ink/ink486.xml" ContentType="application/inkml+xml"/>
  <Override PartName="/ppt/ink/ink487.xml" ContentType="application/inkml+xml"/>
  <Override PartName="/ppt/ink/ink488.xml" ContentType="application/inkml+xml"/>
  <Override PartName="/ppt/ink/ink489.xml" ContentType="application/inkml+xml"/>
  <Override PartName="/ppt/ink/ink490.xml" ContentType="application/inkml+xml"/>
  <Override PartName="/ppt/ink/ink491.xml" ContentType="application/inkml+xml"/>
  <Override PartName="/ppt/ink/ink492.xml" ContentType="application/inkml+xml"/>
  <Override PartName="/ppt/ink/ink493.xml" ContentType="application/inkml+xml"/>
  <Override PartName="/ppt/ink/ink494.xml" ContentType="application/inkml+xml"/>
  <Override PartName="/ppt/ink/ink495.xml" ContentType="application/inkml+xml"/>
  <Override PartName="/ppt/ink/ink496.xml" ContentType="application/inkml+xml"/>
  <Override PartName="/ppt/ink/ink497.xml" ContentType="application/inkml+xml"/>
  <Override PartName="/ppt/ink/ink498.xml" ContentType="application/inkml+xml"/>
  <Override PartName="/ppt/ink/ink499.xml" ContentType="application/inkml+xml"/>
  <Override PartName="/ppt/ink/ink500.xml" ContentType="application/inkml+xml"/>
  <Override PartName="/ppt/ink/ink501.xml" ContentType="application/inkml+xml"/>
  <Override PartName="/ppt/ink/ink502.xml" ContentType="application/inkml+xml"/>
  <Override PartName="/ppt/ink/ink503.xml" ContentType="application/inkml+xml"/>
  <Override PartName="/ppt/ink/ink504.xml" ContentType="application/inkml+xml"/>
  <Override PartName="/ppt/ink/ink505.xml" ContentType="application/inkml+xml"/>
  <Override PartName="/ppt/ink/ink506.xml" ContentType="application/inkml+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ink/ink507.xml" ContentType="application/inkml+xml"/>
  <Override PartName="/ppt/ink/ink508.xml" ContentType="application/inkml+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sldIdLst>
    <p:sldId id="256" r:id="rId2"/>
    <p:sldId id="334" r:id="rId3"/>
    <p:sldId id="1830" r:id="rId4"/>
    <p:sldId id="1833" r:id="rId5"/>
    <p:sldId id="1843" r:id="rId6"/>
    <p:sldId id="1844" r:id="rId7"/>
    <p:sldId id="1845" r:id="rId8"/>
    <p:sldId id="258" r:id="rId9"/>
    <p:sldId id="1847" r:id="rId10"/>
    <p:sldId id="1864" r:id="rId11"/>
    <p:sldId id="1865" r:id="rId12"/>
    <p:sldId id="1866" r:id="rId13"/>
    <p:sldId id="1867" r:id="rId14"/>
    <p:sldId id="1879" r:id="rId15"/>
    <p:sldId id="1869" r:id="rId16"/>
    <p:sldId id="1870" r:id="rId17"/>
    <p:sldId id="1871" r:id="rId18"/>
    <p:sldId id="1872" r:id="rId19"/>
    <p:sldId id="1873" r:id="rId20"/>
    <p:sldId id="1874" r:id="rId21"/>
    <p:sldId id="1875" r:id="rId22"/>
    <p:sldId id="1876" r:id="rId23"/>
    <p:sldId id="1877" r:id="rId24"/>
    <p:sldId id="1878" r:id="rId25"/>
    <p:sldId id="257" r:id="rId26"/>
    <p:sldId id="273" r:id="rId27"/>
    <p:sldId id="274" r:id="rId28"/>
    <p:sldId id="275" r:id="rId29"/>
    <p:sldId id="1846" r:id="rId30"/>
    <p:sldId id="265" r:id="rId31"/>
    <p:sldId id="266" r:id="rId32"/>
    <p:sldId id="267" r:id="rId33"/>
    <p:sldId id="264" r:id="rId34"/>
    <p:sldId id="268" r:id="rId35"/>
    <p:sldId id="269" r:id="rId36"/>
    <p:sldId id="272" r:id="rId37"/>
    <p:sldId id="260" r:id="rId38"/>
    <p:sldId id="261" r:id="rId39"/>
    <p:sldId id="263" r:id="rId40"/>
    <p:sldId id="259" r:id="rId41"/>
  </p:sldIdLst>
  <p:sldSz cx="12192000" cy="6858000"/>
  <p:notesSz cx="6858000" cy="9144000"/>
  <p:defaultText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DCEAF7"/>
    <a:srgbClr val="508B3A"/>
    <a:srgbClr val="0070C0"/>
    <a:srgbClr val="FFFFFF"/>
    <a:srgbClr val="12121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90313" autoAdjust="0"/>
  </p:normalViewPr>
  <p:slideViewPr>
    <p:cSldViewPr snapToGrid="0">
      <p:cViewPr>
        <p:scale>
          <a:sx n="75" d="100"/>
          <a:sy n="75" d="100"/>
        </p:scale>
        <p:origin x="228" y="3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0"/>
    </inkml:context>
    <inkml:brush xml:id="br0">
      <inkml:brushProperty name="width" value="0.025" units="cm"/>
      <inkml:brushProperty name="height" value="0.025" units="cm"/>
      <inkml:brushProperty name="color" value="#A00C1A"/>
    </inkml:brush>
  </inkml:definitions>
  <inkml:trace contextRef="#ctx0" brushRef="#br0">2 10 112 0 0,'0'0'4867'0'0,"41"0"-3568"0"0,-30 1 2731 0 0,52-2-874 0 0,-10 11-1102 0 0,-30-3-1655 0 0,-21-7-340 0 0,1 0-1 0 0,-1 2 1 0 0,1-2 0 0 0,-2 1-1 0 0,2-1 1 0 0,-1 2 0 0 0,1-2-1 0 0,-1 1 1 0 0,-1 0 0 0 0,3 1-1 0 0,-3-2 1 0 0,1 1 0 0 0,-1 1-1 0 0,1-1 1 0 0,3 5-1 0 0,18 15 382 0 0,-21-18-392 0 0,-1 0-1 0 0,1-2 0 0 0,0 2 1 0 0,-2-1-1 0 0,1 1 0 0 0,1 0 1 0 0,-2-1-1 0 0,0 0 0 0 0,1 1 1 0 0,-1 0-1 0 0,0 4 160 0 0,13 36 872 0 0,-11-38-1006 0 0,-1 3-1 0 0,-1-3 1 0 0,2 2-1 0 0,-2-1 1 0 0,0 0 0 0 0,0 1-1 0 0,-2 9 1 0 0,1 5 350 0 0,1-12-222 0 0,0-2-1 0 0,0 2 1 0 0,1-1 0 0 0,1-1-1 0 0,3 16 1 0 0,17 22 667 0 0,-21-42-852 0 0,1 0-1 0 0,1-1 0 0 0,-1 1 0 0 0,-1 0 0 0 0,2 0 1 0 0,-1-2-1 0 0,1 2 0 0 0,0 0 0 0 0,-1-1 1 0 0,1-1-1 0 0,0 2 0 0 0,0-2 0 0 0,5 4 0 0 0,3-4 14 0 0,0 2-1 0 0,2-3 0 0 0,-2 1 1 0 0,0-1-1 0 0,0 0 0 0 0,2 0 1 0 0,10-3-1 0 0,-16 1 5 0 0,1-3 0 0 0,-2 2 0 0 0,0-1 0 0 0,1 0 0 0 0,-1 0 0 0 0,0-2 0 0 0,1 2 0 0 0,-1-2 0 0 0,-1 0 0 0 0,-1 0 0 0 0,1 1 0 0 0,5-8 0 0 0,-2-43-129 0 0,-2-42 552 0 0,-5 93-405 0 0,-1 0 0 0 0,2 0 0 0 0,0-1 0 0 0,-1 0 0 0 0,1 0 0 0 0,-1 2 0 0 0,3-2 0 0 0,2-5 0 0 0,8-18 92 0 0,-14 28-138 0 0,2-2 0 0 0,-2 0 0 0 0,1 0 1 0 0,1 2-1 0 0,-1-2 0 0 0,1 0 0 0 0,0 2 1 0 0,-1-2-1 0 0,1 1 0 0 0,-1 1 1 0 0,1-2-1 0 0,-1 2 0 0 0,3-1 0 0 0,-3-1 1 0 0,2 2-1 0 0,-1 0 0 0 0,1-1 0 0 0,-1 1 1 0 0,1 1-1 0 0,5-3 0 0 0,14-9-153 0 0,-21 11 130 0 0,1-1 0 0 0,1 1 0 0 0,-1 0 0 0 0,-1-1 0 0 0,3 2 1 0 0,-3-1-1 0 0,2-1 0 0 0,-1 2 0 0 0,1-1 0 0 0,-1 1 0 0 0,1 0 0 0 0,-2-2 0 0 0,6 2 1 0 0,38 0 71 0 0,8-1-3279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1"/>
    </inkml:context>
    <inkml:brush xml:id="br0">
      <inkml:brushProperty name="width" value="0.025" units="cm"/>
      <inkml:brushProperty name="height" value="0.025" units="cm"/>
      <inkml:brushProperty name="color" value="#A00C1A"/>
    </inkml:brush>
  </inkml:definitions>
  <inkml:trace contextRef="#ctx0" brushRef="#br0">3 1 5824 0 0,'0'0'3972'0'0,"40"4"-2624"0"0,-25-4-995 0 0,-10 0-272 0 0,-2-1 0 0 0,0 1 1 0 0,1 0-1 0 0,-1 0 0 0 0,1 0 0 0 0,0 1 1 0 0,-1-1-1 0 0,0 2 0 0 0,0-2 0 0 0,0 1 0 0 0,5 1 1 0 0,-3-1 30 0 0,0 0 0 0 0,-1 1 0 0 0,1-2 0 0 0,0 1 0 0 0,0-1 0 0 0,-1 0 0 0 0,7 0 0 0 0,-4 0-18 0 0,-7 0-59 0 0,6 3 92 0 0,0-1 1 0 0,2 0 0 0 0,-1 0-1 0 0,1-1 1 0 0,10 2-1 0 0,6 2 185 0 0,-44-8-376 0 0,-31-3-148 0 0,12 4 178 0 0,-52-2-1257 0 0,69 4 1039 0 0,22 0 240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3"/>
    </inkml:context>
    <inkml:brush xml:id="br0">
      <inkml:brushProperty name="width" value="0.025" units="cm"/>
      <inkml:brushProperty name="height" value="0.025" units="cm"/>
      <inkml:brushProperty name="color" value="#A00C1A"/>
    </inkml:brush>
  </inkml:definitions>
  <inkml:trace contextRef="#ctx0" brushRef="#br0">1 114 13648 0 0,'0'0'310'0'0,"8"-41"2717"0"0,6 13-2210 0 0,-9 23-741 0 0,4-11 318 0 0,-9 16-339 0 0,0-2-1 0 0,2 1 0 0 0,-2 0 1 0 0,2-1-1 0 0,-2 2 1 0 0,1-1-1 0 0,-1-1 0 0 0,2 2 1 0 0,-1-1-1 0 0,-1-1 0 0 0,2 2 1 0 0,-1-1-1 0 0,1 1 0 0 0,-2-1 1 0 0,2 1-1 0 0,-1-2 1 0 0,1 2-1 0 0,-1-1 0 0 0,1 1 1 0 0,1-2-1 0 0,2 2 114 0 0,-2-1 1 0 0,2-1-1 0 0,-1 2 0 0 0,1-1 0 0 0,0 1 0 0 0,0 0 1 0 0,-1 0-1 0 0,7 0 0 0 0,-9 0-111 0 0,1 0-1 0 0,-1 0 0 0 0,-1 1 1 0 0,3-1-1 0 0,-3 0 0 0 0,2 0 1 0 0,-1 2-1 0 0,-1-2 0 0 0,3 1 1 0 0,-3-1-1 0 0,1 2 0 0 0,-1-1 1 0 0,1 1-1 0 0,1-2 1 0 0,-1 1-1 0 0,-1 0 0 0 0,1 1 1 0 0,-1-1-1 0 0,3 4 0 0 0,35 45 1255 0 0,-33 1-871 0 0,-6-51-431 0 0,4 0 23 0 0,-3 0-24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5"/>
    </inkml:context>
    <inkml:brush xml:id="br0">
      <inkml:brushProperty name="width" value="0.025" units="cm"/>
      <inkml:brushProperty name="height" value="0.025" units="cm"/>
      <inkml:brushProperty name="color" value="#A00C1A"/>
    </inkml:brush>
  </inkml:definitions>
  <inkml:trace contextRef="#ctx0" brushRef="#br0">240 172 20631 0 0,'0'0'167'0'0,"-13"-7"82"0"0,13 2-249 0 0,2 3 0 0 0,-2-3 0 0 0,0 2 0 0 0,0 1 0 0 0,0-3 0 0 0,0 2 0 0 0,0-1 0 0 0,0 1 0 0 0,0-1 0 0 0,-2 1 0 0 0,1 0 0 0 0,1-1 0 0 0,-2 1 0 0 0,1 0 0 0 0,-1-1 0 0 0,1 1 0 0 0,-1 0 0 0 0,-1 0 0 0 0,-2-2 0 0 0,3 0-2 0 0,-1 2 1 0 0,0 1-1 0 0,0-1 0 0 0,-2 0 0 0 0,2 0 0 0 0,0 0 0 0 0,-5-3 0 0 0,-17-11-7 0 0,22 14 20 0 0,-1 2 0 0 0,1-2 0 0 0,0 2 0 0 0,0-1 0 0 0,-2-1 0 0 0,2 2 0 0 0,0 1 0 0 0,-2-2 0 0 0,2 1 0 0 0,-7 0 0 0 0,-20-8 51 0 0,18 3-5 0 0,-1 2-1 0 0,1 0 1 0 0,-28-5 0 0 0,40 9-51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6"/>
    </inkml:context>
    <inkml:brush xml:id="br0">
      <inkml:brushProperty name="width" value="0.025" units="cm"/>
      <inkml:brushProperty name="height" value="0.025" units="cm"/>
      <inkml:brushProperty name="color" value="#A00C1A"/>
    </inkml:brush>
  </inkml:definitions>
  <inkml:trace contextRef="#ctx0" brushRef="#br0">6 143 6632 0 0,'0'0'8888'0'0,"-5"-45"-8216"0"0,5 41-534 0 0,0 1 1 0 0,0 0 0 0 0,0-1 0 0 0,0 1 0 0 0,0-1-1 0 0,2 1 1 0 0,-2 0 0 0 0,1-1 0 0 0,-1 1 0 0 0,2 0 0 0 0,-1 0-1 0 0,1 0 1 0 0,-1-1 0 0 0,1 1 0 0 0,1 0 0 0 0,-1 1 0 0 0,-1-1-1 0 0,3 1 1 0 0,-3-1 0 0 0,2 1 0 0 0,0-1 0 0 0,1 1 0 0 0,4-4-1 0 0,1-1 269 0 0,-7 6-355 0 0,-1 1-1 0 0,-1-2 1 0 0,2 1 0 0 0,-1 0 0 0 0,1-1-1 0 0,-1 2 1 0 0,1-1 0 0 0,0-1-1 0 0,-1 2 1 0 0,2-1 0 0 0,-1 1 0 0 0,0-2-1 0 0,-1 2 1 0 0,1 0 0 0 0,-1 0-1 0 0,2-1 1 0 0,-1 1 0 0 0,0 0-1 0 0,-1 0 1 0 0,1 0 0 0 0,1 0 0 0 0,-1 0-1 0 0,-1 0 1 0 0,1 1 0 0 0,1-1-1 0 0,-2 0 1 0 0,1 0 0 0 0,0 2 0 0 0,-1-2-1 0 0,1 1 1 0 0,2 2 0 0 0,9 1 279 0 0,22 15 275 0 0,-35-17-570 0 0,1-2-4 0 0,1 1 1 0 0,0 0-1 0 0,-1 2 0 0 0,1-1 1 0 0,-1-1-1 0 0,1 1 1 0 0,0-1-1 0 0,-1 2 0 0 0,1-2 1 0 0,-1 1-1 0 0,-1 1 0 0 0,2-2 1 0 0,-2 2-1 0 0,1-2 1 0 0,-1 2-1 0 0,2 1 0 0 0,3 9 125 0 0,-2-7-113 0 0,-1-2 0 0 0,-1 2 0 0 0,1-2 0 0 0,-1 2 0 0 0,1 0 1 0 0,-2 0-1 0 0,0-2 0 0 0,1 9 0 0 0,-2-13-43 0 0,1 0 1 0 0,0 0 0 0 0,0 0-1 0 0,0 0 1 0 0,0 0-1 0 0,0 0 1 0 0,0 0-1 0 0,-2 0 1 0 0,2 0-1 0 0,0 0 1 0 0,0 0-1 0 0,0 0 1 0 0,0 0-1 0 0,0 0 1 0 0,0 0-1 0 0,0 0 1 0 0,0 0-1 0 0,-1 0 1 0 0,1 0-1 0 0,0 0 1 0 0,0 0-1 0 0,0 0 1 0 0,0 0 0 0 0,0 0-1 0 0,0 1 1 0 0,0-1-1 0 0,0 0 1 0 0,0 0-1 0 0,0 0 1 0 0,0 0-1 0 0,0 0 1 0 0,0 0-1 0 0,0 0 1 0 0,-2 2-1 0 0,2-2 1 0 0,0 0-1 0 0,0 0 1 0 0,0 0-1 0 0,0 0 1 0 0,0 0-1 0 0,0 0 1 0 0,0 0-1 0 0,0 1 1 0 0,0-1-1 0 0,0 0 1 0 0,2 0 0 0 0,-2 0-1 0 0,0 0 1 0 0,0 0-1 0 0,0 0 1 0 0,0 0-1 0 0,0 0 1 0 0,0 2-1 0 0,0-2 1 0 0,0 0-1 0 0,0 0 1 0 0,0 0-1 0 0,0 0 1 0 0,0 0-1 0 0,0 0 1 0 0,0 0-1 0 0,1 0 1 0 0,-1 0-1 0 0,0 0 1 0 0,0 0-1 0 0,0 0 1 0 0,0 1 0 0 0,0-1-1 0 0,0 0 1 0 0,2 0 4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7"/>
    </inkml:context>
    <inkml:brush xml:id="br0">
      <inkml:brushProperty name="width" value="0.025" units="cm"/>
      <inkml:brushProperty name="height" value="0.025" units="cm"/>
      <inkml:brushProperty name="color" value="#A00C1A"/>
    </inkml:brush>
  </inkml:definitions>
  <inkml:trace contextRef="#ctx0" brushRef="#br0">6 143 12864 0 0,'0'0'3290'0'0,"-5"-37"-2051"0"0,7 31-1107 0 0,1 2 1 0 0,-2-1-1 0 0,2 0 1 0 0,-1 0-1 0 0,1 1 1 0 0,0 0-1 0 0,5-5 1 0 0,62-27 1511 0 0,-15 19-676 0 0,-44 14-897 0 0,27-4 448 0 0,-35 7-511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8"/>
    </inkml:context>
    <inkml:brush xml:id="br0">
      <inkml:brushProperty name="width" value="0.025" units="cm"/>
      <inkml:brushProperty name="height" value="0.025" units="cm"/>
      <inkml:brushProperty name="color" value="#A00C1A"/>
    </inkml:brush>
  </inkml:definitions>
  <inkml:trace contextRef="#ctx0" brushRef="#br0">1 775 3712 0 0,'0'0'4878'0'0,"32"-20"-2984"0"0,-31 14-1697 0 0,2 1 0 0 0,-1-1 0 0 0,1 0 0 0 0,0 2 1 0 0,0-2-1 0 0,7-5 0 0 0,10-24 255 0 0,17-28 910 0 0,-13 32-601 0 0,1 2-248 0 0,-16 12 209 0 0,1 0 1 0 0,-1-2-1 0 0,-1 2 1 0 0,11-39 0 0 0,-8 16-76 0 0,-8 31-561 0 0,1-1 0 0 0,-1 0 0 0 0,-2 0 0 0 0,1 0 0 0 0,1-10-1 0 0,10-99 210 0 0,1-30-214 0 0,-13 99 105 0 0,-1 50-172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79"/>
    </inkml:context>
    <inkml:brush xml:id="br0">
      <inkml:brushProperty name="width" value="0.025" units="cm"/>
      <inkml:brushProperty name="height" value="0.025" units="cm"/>
      <inkml:brushProperty name="color" value="#A00C1A"/>
    </inkml:brush>
  </inkml:definitions>
  <inkml:trace contextRef="#ctx0" brushRef="#br0">261 1 8936 0 0,'0'0'4446'0'0,"0"43"-4132"0"0,-11-1 124 0 0,10-37-378 0 0,-1 1 0 0 0,2 1-1 0 0,-2-1 1 0 0,-1 0 0 0 0,2-1 0 0 0,-6 7 0 0 0,4-5 312 0 0,-2-1-1 0 0,1-1 1 0 0,-1 1 0 0 0,0-2 0 0 0,-1 2-1 0 0,1-2 1 0 0,-1 2 0 0 0,0-1 0 0 0,1-1 0 0 0,-3 0-1 0 0,-11 6 1 0 0,11-7-143 0 0,0 1-1 0 0,2-1 1 0 0,-2 1-1 0 0,2 2 1 0 0,-1-2 0 0 0,1 2-1 0 0,0-1 1 0 0,-9 9-1 0 0,-5 4 218 0 0,7-6-317 0 0,10-11-227 0 0,0 2-1 0 0,0 0 1 0 0,1 0-1 0 0,-1-2 0 0 0,0 2 1 0 0,1 2-1 0 0,-1-3 1 0 0,1 1-1 0 0,-1 0 1 0 0,0 6-1 0 0,-14 60 1624 0 0,14-57-1397 0 0,3 1 0 0 0,-2 0 0 0 0,4 19 0 0 0,-1 4-1 0 0,-1-34-110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0"/>
    </inkml:context>
    <inkml:brush xml:id="br0">
      <inkml:brushProperty name="width" value="0.025" units="cm"/>
      <inkml:brushProperty name="height" value="0.025" units="cm"/>
      <inkml:brushProperty name="color" value="#A00C1A"/>
    </inkml:brush>
  </inkml:definitions>
  <inkml:trace contextRef="#ctx0" brushRef="#br0">280 832 6824 0 0,'0'0'3657'0'0,"-27"-42"-1104"0"0,-24-42-1075 0 0,36 49-1089 0 0,13 30-354 0 0,0 0 1 0 0,1 1-1 0 0,-1-2 0 0 0,-1 2 1 0 0,1 0-1 0 0,-1 0 0 0 0,0-1 1 0 0,0 1-1 0 0,-5-6 0 0 0,3 4 0 0 0,1-1 0 0 0,0 0 0 0 0,0 0-1 0 0,1 0 1 0 0,-1-1 0 0 0,3 1 0 0 0,-2 0 0 0 0,-1-13-1 0 0,-7-13 605 0 0,2-7-108 0 0,9 36-496 0 0,0-1-1 0 0,-2 1 1 0 0,2 0 0 0 0,-1-1-1 0 0,-1 1 1 0 0,1 0 0 0 0,-1 0-1 0 0,0-1 1 0 0,1 1 0 0 0,-2 1-1 0 0,1-1 1 0 0,-1-1 0 0 0,-5-3-1 0 0,6 5-3 0 0,-1 0 0 0 0,2 0 0 0 0,-2 0-1 0 0,1 1 1 0 0,0-1 0 0 0,1 0 0 0 0,-1 0 0 0 0,2-1 0 0 0,-1 1-1 0 0,-1 0 1 0 0,2-1 0 0 0,-2 1 0 0 0,2 0 0 0 0,0-1-1 0 0,0-4 1 0 0,0 3-11 0 0,-1 0-1 0 0,1 1 1 0 0,-2-2-1 0 0,2 2 1 0 0,-1 0-1 0 0,-1-1 1 0 0,-3-6-1 0 0,2 4 1 0 0,0-2 0 0 0,0 2 0 0 0,0-1 0 0 0,1-1 0 0 0,-1-13 0 0 0,-2-3 58 0 0,1-20 460 0 0,5 38-494 0 0,-2 0 0 0 0,1 0 1 0 0,0 0-1 0 0,-2-1 0 0 0,0 1 0 0 0,1 0 1 0 0,-6-7-1 0 0,6 5-45 0 0,-2-1 1 0 0,1 2-1 0 0,1-3 1 0 0,1 3-1 0 0,-2-2 1 0 0,2 1-1 0 0,2-12 1 0 0,2-5 722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1"/>
    </inkml:context>
    <inkml:brush xml:id="br0">
      <inkml:brushProperty name="width" value="0.025" units="cm"/>
      <inkml:brushProperty name="height" value="0.025" units="cm"/>
      <inkml:brushProperty name="color" value="#A00C1A"/>
    </inkml:brush>
  </inkml:definitions>
  <inkml:trace contextRef="#ctx0" brushRef="#br0">258 517 8840 0 0,'0'0'3074'0'0,"3"-27"-2419"0"0,-1 14-375 0 0,-2 7-145 0 0,1 1 0 0 0,-1 0 0 0 0,0 0-1 0 0,0-1 1 0 0,0 0 0 0 0,-1 2 0 0 0,-1-8 0 0 0,-7-19 794 0 0,9 25-857 0 0,-2 2-1 0 0,1 0 1 0 0,1-1 0 0 0,-2 1-1 0 0,0 0 1 0 0,1-1-1 0 0,-2 1 1 0 0,1 0-1 0 0,-6-6 1 0 0,7 7 10 0 0,-1 0 0 0 0,0 2 0 0 0,1-2 0 0 0,-1 0 1 0 0,1 0-1 0 0,-1 0 0 0 0,1 0 0 0 0,-1-4 0 0 0,0 4-43 0 0,2 0 0 0 0,-1 2-1 0 0,1-2 1 0 0,-2 2 0 0 0,1-2 0 0 0,-1 0-1 0 0,0 1 1 0 0,1 0 0 0 0,-1 0-1 0 0,-2-4 1 0 0,-53-49 789 0 0,9 16 74 0 0,2 0-288 0 0,45 38-642 0 0,-28-32-5 0 0,23 4 293 0 0,6 29-247 0 0,-5-13 84 0 0,4 0 0 0 0,-2 0-1 0 0,1 1 1 0 0,2-27 0 0 0,0 36-92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2"/>
    </inkml:context>
    <inkml:brush xml:id="br0">
      <inkml:brushProperty name="width" value="0.025" units="cm"/>
      <inkml:brushProperty name="height" value="0.025" units="cm"/>
      <inkml:brushProperty name="color" value="#A00C1A"/>
    </inkml:brush>
  </inkml:definitions>
  <inkml:trace contextRef="#ctx0" brushRef="#br0">2 376 1896 0 0,'0'0'6641'0'0,"25"-21"-5098"0"0,13-42-283 0 0,-17 43-488 0 0,-12 13-68 0 0,-4-1-208 0 0,-2-2-25 0 0,-3 3-189 0 0,6-20 515 0 0,13-12-102 0 0,4-2-242 0 0,-9 11-185 0 0,-11 25-239 0 0,0 1-1 0 0,0 0 0 0 0,-1 0 1 0 0,1-1-1 0 0,-1 1 0 0 0,-1-2 1 0 0,2-4-1 0 0,5-46 276 0 0,-6 52-282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3"/>
    </inkml:context>
    <inkml:brush xml:id="br0">
      <inkml:brushProperty name="width" value="0.025" units="cm"/>
      <inkml:brushProperty name="height" value="0.025" units="cm"/>
      <inkml:brushProperty name="color" value="#A00C1A"/>
    </inkml:brush>
  </inkml:definitions>
  <inkml:trace contextRef="#ctx0" brushRef="#br0">296 798 4416 0 0,'0'0'5293'0'0,"-28"-41"-2938"0"0,24 39-2284 0 0,1-3 0 0 0,0 2 0 0 0,0-1 0 0 0,0 0 0 0 0,1 0 0 0 0,-1-1 0 0 0,1 1 0 0 0,1-2 0 0 0,-1 2 0 0 0,-1-5 0 0 0,-16-32 564 0 0,18 39-569 0 0,-3-1 38 0 0,0-1-1 0 0,0-2 1 0 0,1 2 0 0 0,0 0-1 0 0,0 0 1 0 0,1-2-1 0 0,-1 2 1 0 0,2-2 0 0 0,-4-9-1 0 0,3 10-6 0 0,-1-1 0 0 0,2 0 0 0 0,-3 2 0 0 0,1-2 0 0 0,-5-8 0 0 0,5 11-35 0 0,0-1 0 0 0,0-1 0 0 0,1 1 0 0 0,-1 0 0 0 0,2 0 0 0 0,-1-1 0 0 0,0 1 0 0 0,1 0 1 0 0,-1-1-1 0 0,1 1 0 0 0,1-9 0 0 0,-18-13 342 0 0,17 21-341 0 0,-1 0 0 0 0,-1 0 0 0 0,1 0 1 0 0,-1 0-1 0 0,0 0 0 0 0,0 1 0 0 0,0 0 0 0 0,0-2 1 0 0,-7-3-1 0 0,7 6 3 0 0,1 1 0 0 0,1-1 1 0 0,-1 0-1 0 0,1 0 0 0 0,-1 0 0 0 0,0 0 1 0 0,2 0-1 0 0,-1-1 0 0 0,1 1 0 0 0,-2 0 1 0 0,2 1-1 0 0,0-1 0 0 0,0-7 0 0 0,0 5-38 0 0,-1 1 0 0 0,1 0 0 0 0,0 1 0 0 0,-2-1 0 0 0,2-1 0 0 0,-1 2 0 0 0,-1-1 0 0 0,0 0 0 0 0,-2-5-1 0 0,2 5-16 0 0,-1-2 0 0 0,0 0-1 0 0,1 1 1 0 0,1-1-1 0 0,-1 2 1 0 0,0-2-1 0 0,1 0 1 0 0,1 1-1 0 0,-2-3 1 0 0,2-6-1 0 0,-20-42-652 0 0,15 17 121 0 0,-5-15 515 0 0,9 44-105 0 0,-2-1 0 0 0,1 1 0 0 0,1-1 0 0 0,1 0 0 0 0,-2 0-1 0 0,4-12 1 0 0,-2-2 63 0 0,0 21 40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4"/>
    </inkml:context>
    <inkml:brush xml:id="br0">
      <inkml:brushProperty name="width" value="0.025" units="cm"/>
      <inkml:brushProperty name="height" value="0.025" units="cm"/>
      <inkml:brushProperty name="color" value="#A00C1A"/>
    </inkml:brush>
  </inkml:definitions>
  <inkml:trace contextRef="#ctx0" brushRef="#br0">1 159 4312 0 0,'2'-1'283'0'0,"-1"-1"1"0"0,1 1-1 0 0,-1-1 0 0 0,1 2 1 0 0,-1-1-1 0 0,1-1 0 0 0,-2 1 1 0 0,2 0-1 0 0,-1-1 0 0 0,1 1 1 0 0,-2-2-1 0 0,1 1 0 0 0,-1 1 1 0 0,2 0-1 0 0,-2-1 0 0 0,2 1 1 0 0,-2-2-1 0 0,0 1 0 0 0,1 1 1 0 0,-1-2-1 0 0,0 2 0 0 0,0-1 1 0 0,0 1-1 0 0,0-2 0 0 0,0 1 1 0 0,-1 1-1 0 0,1-2 0 0 0,0 2 1 0 0,0-1-1 0 0,-2 1 0 0 0,0-3 1 0 0,-1-11 401 0 0,0 1-297 0 0,0 0 0 0 0,1-1 0 0 0,1-25 0 0 0,1 33-260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5"/>
    </inkml:context>
    <inkml:brush xml:id="br0">
      <inkml:brushProperty name="width" value="0.025" units="cm"/>
      <inkml:brushProperty name="height" value="0.025" units="cm"/>
      <inkml:brushProperty name="color" value="#A00C1A"/>
    </inkml:brush>
  </inkml:definitions>
  <inkml:trace contextRef="#ctx0" brushRef="#br0">29 240 7736 0 0,'0'0'6462'0'0,"-15"-24"-6012"0"0,8-21-88 0 0,6 30-249 0 0,-2 0 0 0 0,1 0 0 0 0,2 0 0 0 0,0 0 0 0 0,2-16 0 0 0,9-23 148 0 0,-10 45-178 0 0,-1 8-59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6"/>
    </inkml:context>
    <inkml:brush xml:id="br0">
      <inkml:brushProperty name="width" value="0.025" units="cm"/>
      <inkml:brushProperty name="height" value="0.025" units="cm"/>
      <inkml:brushProperty name="color" value="#A00C1A"/>
    </inkml:brush>
  </inkml:definitions>
  <inkml:trace contextRef="#ctx0" brushRef="#br0">279 454 8936 0 0,'0'0'1942'0'0,"-2"-38"-754"0"0,-1 28-979 0 0,1 0-1 0 0,-1 0 0 0 0,0 0 1 0 0,-2 2-1 0 0,-6-15 1 0 0,6 13-135 0 0,-1-2 1 0 0,1 1 0 0 0,-4-19 0 0 0,7 24-50 0 0,1 0 0 0 0,-2 1 0 0 0,1-1 0 0 0,-1 0 1 0 0,0 0-1 0 0,-7-5 0 0 0,-6-18 45 0 0,15 26-57 0 0,-1 1-1 0 0,-1-1 1 0 0,1 1-1 0 0,1-1 0 0 0,-2 1 1 0 0,1 0-1 0 0,-1-1 1 0 0,0 0-1 0 0,1 2 0 0 0,-1 0 1 0 0,-6-5-1 0 0,-9-7 49 0 0,-56-39 613 0 0,68 47-623 0 0,-1-3 0 0 0,3 1 0 0 0,-3 0 0 0 0,2 0 0 0 0,1 0 0 0 0,-1 0-1 0 0,2-2 1 0 0,-2 0 0 0 0,2 2 0 0 0,0-1 0 0 0,-2-14 0 0 0,5 18-40 0 0,2 1-3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35.587"/>
    </inkml:context>
    <inkml:brush xml:id="br0">
      <inkml:brushProperty name="width" value="0.025" units="cm"/>
      <inkml:brushProperty name="height" value="0.025" units="cm"/>
      <inkml:brushProperty name="color" value="#A00C1A"/>
    </inkml:brush>
  </inkml:definitions>
  <inkml:trace contextRef="#ctx0" brushRef="#br0">1 179 7936 0 0,'0'0'3936'0'0,"3"-17"-3779"0"0,2 3-95 0 0,-4 11-38 0 0,-1-2 1 0 0,2 3-1 0 0,-2-1 0 0 0,2-2 0 0 0,-2 3 1 0 0,0-3-1 0 0,0 2 0 0 0,0 0 1 0 0,0-1-1 0 0,0-3 0 0 0,1 1 129 0 0,2 1-1 0 0,1-1 1 0 0,-1 0-1 0 0,1 0 1 0 0,0 2-1 0 0,0-2 1 0 0,9-5-1 0 0,14-24 451 0 0,-24 31-588 0 0,-1 3-13 0 0,-2 1-1 0 0,1-2 0 0 0,-1 1 1 0 0,2-1-1 0 0,-2 2 1 0 0,1-1-1 0 0,1 0 0 0 0,-2 1 1 0 0,2-2-1 0 0,-1 2 0 0 0,1-1 1 0 0,-2 1-1 0 0,1-2 0 0 0,1 2 1 0 0,-1 0-1 0 0,1-1 1 0 0,-2 1-1 0 0,5-2 0 0 0,-5 1-41 0 0,-8 4 2 0 0,-6 10 61 0 0,12-12-17 0 0,0 1-1 0 0,1-1 0 0 0,-1 0 1 0 0,1 1-1 0 0,-1-1 0 0 0,1 1 1 0 0,-1-1-1 0 0,0 1 1 0 0,-1-1-1 0 0,2-1 0 0 0,-6 3 1 0 0,-16 26 130 0 0,21-27-61 0 0,-1 3 0 0 0,1-1 1 0 0,1-1-1 0 0,-1 1 0 0 0,1 1 1 0 0,1-3-1 0 0,-2 3 0 0 0,2-1 1 0 0,-2 6-1 0 0,-2 29 196 0 0,4-39-271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6"/>
    </inkml:context>
    <inkml:brush xml:id="br0">
      <inkml:brushProperty name="width" value="0.025" units="cm"/>
      <inkml:brushProperty name="height" value="0.025" units="cm"/>
      <inkml:brushProperty name="color" value="#A00C1A"/>
    </inkml:brush>
  </inkml:definitions>
  <inkml:trace contextRef="#ctx0" brushRef="#br0">2 410 112 0 0,'0'0'4867'0'0,"43"0"-3568"0"0,-32-2 2731 0 0,55 4-874 0 0,-12-13-1102 0 0,-30 3-1655 0 0,-22 8-340 0 0,1 0-1 0 0,-1-2 1 0 0,1 2 0 0 0,-1-2-1 0 0,1 2 1 0 0,-1-1 0 0 0,1 1-1 0 0,-1-2 1 0 0,-1 1 0 0 0,3-1-1 0 0,-3 2 1 0 0,1-2 0 0 0,0 1-1 0 0,-1-1 1 0 0,4-4-1 0 0,20-18 382 0 0,-24 20-392 0 0,1 1-1 0 0,0 2 0 0 0,-1-3 1 0 0,-1 3-1 0 0,2-2 0 0 0,0-1 1 0 0,-2 1-1 0 0,0 2 0 0 0,1-3 1 0 0,-1 1-1 0 0,0-5 160 0 0,13-40 872 0 0,-11 42-1006 0 0,0-2-1 0 0,-2 1 1 0 0,1-1-1 0 0,-1 2 1 0 0,0-1 0 0 0,0-1-1 0 0,-1-9 1 0 0,-1-7 350 0 0,2 14-222 0 0,0 2-1 0 0,0-2 1 0 0,2 1 0 0 0,-1 1-1 0 0,4-18 1 0 0,18-24 667 0 0,-21 47-852 0 0,-1 0-1 0 0,3 0 0 0 0,-3 0 0 0 0,1-1 0 0 0,1 1 1 0 0,-1 2-1 0 0,1-3 0 0 0,0 1 0 0 0,-1 2 1 0 0,1-1-1 0 0,1-1 0 0 0,-1 1 0 0 0,5-3 0 0 0,4 4 14 0 0,-1-2-1 0 0,2 3 0 0 0,-1-2 1 0 0,-1 2-1 0 0,1 0 0 0 0,1 0 1 0 0,11 3-1 0 0,-17 0 5 0 0,1 2 0 0 0,-1-2 0 0 0,-1 2 0 0 0,1 0 0 0 0,-1 0 0 0 0,1 1 0 0 0,-1-1 0 0 0,1 1 0 0 0,-2 1 0 0 0,0-1 0 0 0,0 1 0 0 0,5 7 0 0 0,-2 49-129 0 0,-2 46 552 0 0,-4-103-405 0 0,-2-1 0 0 0,2 1 0 0 0,-1 1 0 0 0,1-1 0 0 0,0 1 0 0 0,-1-3 0 0 0,2 3 0 0 0,4 6 0 0 0,8 19 92 0 0,-15-31-138 0 0,1 2 0 0 0,-1 1 0 0 0,2-1 1 0 0,0-2-1 0 0,-1 3 0 0 0,1-1 0 0 0,0-1 1 0 0,-1 1-1 0 0,1-2 0 0 0,0 1 1 0 0,-1 1-1 0 0,1-1 0 0 0,1-1 0 0 0,-1 3 1 0 0,1-3-1 0 0,-1 1 0 0 0,1-1 0 0 0,-1 1 1 0 0,1-2-1 0 0,5 3 0 0 0,15 10-153 0 0,-21-11 130 0 0,-1-1 0 0 0,3 1 0 0 0,-3-1 0 0 0,1 1 0 0 0,1-2 1 0 0,-1 2-1 0 0,1-1 0 0 0,-1-1 0 0 0,1 2 0 0 0,-1-2 0 0 0,1 0 0 0 0,-1 1 0 0 0,4-1 1 0 0,42 0 71 0 0,6 2-3279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7"/>
    </inkml:context>
    <inkml:brush xml:id="br0">
      <inkml:brushProperty name="width" value="0.025" units="cm"/>
      <inkml:brushProperty name="height" value="0.025" units="cm"/>
      <inkml:brushProperty name="color" value="#A00C1A"/>
    </inkml:brush>
  </inkml:definitions>
  <inkml:trace contextRef="#ctx0" brushRef="#br0">3 37 5824 0 0,'0'0'3972'0'0,"41"-5"-2624"0"0,-25 5-995 0 0,-11 0-272 0 0,-1 2 0 0 0,-1-2 1 0 0,0 0-1 0 0,0 0 0 0 0,2 0 0 0 0,-1-2 1 0 0,-1 2-1 0 0,0-1 0 0 0,0 1 0 0 0,1-2 0 0 0,4 1 1 0 0,-3-1 30 0 0,0 0 0 0 0,0 1 0 0 0,0 1 0 0 0,0-2 0 0 0,-1 2 0 0 0,1 0 0 0 0,7 0 0 0 0,-6 0-18 0 0,-6 0-59 0 0,7-3 92 0 0,0 1 1 0 0,1-1 0 0 0,-2 2-1 0 0,2-1 1 0 0,12-1-1 0 0,5-2 185 0 0,-47 8-376 0 0,-30 4-148 0 0,11-6 178 0 0,-52 4-1257 0 0,70-5 1039 0 0,23 0 240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8"/>
    </inkml:context>
    <inkml:brush xml:id="br0">
      <inkml:brushProperty name="width" value="0.025" units="cm"/>
      <inkml:brushProperty name="height" value="0.025" units="cm"/>
      <inkml:brushProperty name="color" value="#A00C1A"/>
    </inkml:brush>
  </inkml:definitions>
  <inkml:trace contextRef="#ctx0" brushRef="#br0">1 10 13648 0 0,'0'0'310'0'0,"8"47"2717"0"0,7-17-2210 0 0,-10-24-741 0 0,5 12 318 0 0,-10-18-339 0 0,0 2-1 0 0,1-1 0 0 0,-1 1 1 0 0,2-1-1 0 0,-2-1 1 0 0,2 2-1 0 0,-2 0 0 0 0,1-2 1 0 0,1 1-1 0 0,-2 1 0 0 0,2-2 1 0 0,-1 1-1 0 0,1-1 0 0 0,-2 2 1 0 0,1-2-1 0 0,1 2 1 0 0,0-2-1 0 0,-1 1 0 0 0,1-1 1 0 0,1 2-1 0 0,2-2 114 0 0,-1 1 1 0 0,0 1-1 0 0,1-2 0 0 0,0 2 0 0 0,0-2 0 0 0,0 0 1 0 0,0 0-1 0 0,7 0 0 0 0,-11 0-111 0 0,2 0-1 0 0,-1 0 0 0 0,0-2 1 0 0,1 2-1 0 0,-1 0 0 0 0,1 0 1 0 0,-1-2-1 0 0,-1 2 0 0 0,2-1 1 0 0,-1 1-1 0 0,0-2 0 0 0,-1 1 1 0 0,1-1-1 0 0,1 2 1 0 0,-1-2-1 0 0,0 1 0 0 0,-1-1 1 0 0,1 1-1 0 0,1-4 0 0 0,38-51 1255 0 0,-34-2-871 0 0,-7 58-431 0 0,3 0 23 0 0,-1 0-24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59"/>
    </inkml:context>
    <inkml:brush xml:id="br0">
      <inkml:brushProperty name="width" value="0.025" units="cm"/>
      <inkml:brushProperty name="height" value="0.025" units="cm"/>
      <inkml:brushProperty name="color" value="#A00C1A"/>
    </inkml:brush>
  </inkml:definitions>
  <inkml:trace contextRef="#ctx0" brushRef="#br0">249 0 20631 0 0,'0'0'167'0'0,"-13"8"82"0"0,13-3-249 0 0,1-2 0 0 0,-1 2 0 0 0,0-2 0 0 0,0 0 0 0 0,0 2 0 0 0,0-2 0 0 0,0 2 0 0 0,0-2 0 0 0,0 2 0 0 0,-1-2 0 0 0,-1 1 0 0 0,2 0 0 0 0,-1 0 0 0 0,-1-1 0 0 0,0 2 0 0 0,1-2 0 0 0,-1 0 0 0 0,-1 0 0 0 0,-2 4 0 0 0,3-3-2 0 0,-1 0 1 0 0,0-1-1 0 0,-1 0 0 0 0,-1 0 0 0 0,2 0 0 0 0,0 1 0 0 0,-5 2 0 0 0,-19 13-7 0 0,24-16 20 0 0,0-1 0 0 0,0 1 0 0 0,-1-1 0 0 0,1-1 0 0 0,-2 3 0 0 0,2-3 0 0 0,0-1 0 0 0,-2 2 0 0 0,1 0 0 0 0,-5-1 0 0 0,-23 9 51 0 0,19-4-5 0 0,0-1-1 0 0,0 0 1 0 0,-28 4 0 0 0,41-9-51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0"/>
    </inkml:context>
    <inkml:brush xml:id="br0">
      <inkml:brushProperty name="width" value="0.025" units="cm"/>
      <inkml:brushProperty name="height" value="0.025" units="cm"/>
      <inkml:brushProperty name="color" value="#A00C1A"/>
    </inkml:brush>
  </inkml:definitions>
  <inkml:trace contextRef="#ctx0" brushRef="#br0">6 2 6632 0 0,'0'0'8888'0'0,"-5"50"-8216"0"0,5-45-534 0 0,0-2 1 0 0,0 0 0 0 0,0 2 0 0 0,0-2 0 0 0,0 2-1 0 0,2-2 1 0 0,-2 0 0 0 0,1 2 0 0 0,-1-2 0 0 0,2 0 0 0 0,0 1-1 0 0,-1-1 1 0 0,1 2 0 0 0,-1-2 0 0 0,3 0 0 0 0,-3 0 0 0 0,1 0-1 0 0,1-1 1 0 0,-1 1 0 0 0,1 0 0 0 0,1 1 0 0 0,-1-3 0 0 0,5 6-1 0 0,2 1 269 0 0,-9-7-355 0 0,1-1-1 0 0,-2 2 1 0 0,2-1 0 0 0,-1 1 0 0 0,1 0-1 0 0,0-2 1 0 0,-1 1 0 0 0,1 1-1 0 0,0-2 1 0 0,1 2 0 0 0,-1-2 0 0 0,-1 1-1 0 0,1-1 1 0 0,-1 0 0 0 0,1 0-1 0 0,1 2 1 0 0,-1-2 0 0 0,0 0-1 0 0,-1 0 1 0 0,1 0 0 0 0,1 0 0 0 0,-1 0-1 0 0,-1 0 1 0 0,1-2 0 0 0,1 2-1 0 0,-1 0 1 0 0,0 0 0 0 0,-1-1 0 0 0,1 1-1 0 0,0-2 1 0 0,3-1 0 0 0,8-2 279 0 0,23-16 275 0 0,-36 19-570 0 0,1 2-4 0 0,1-1 1 0 0,0-1-1 0 0,-1-1 0 0 0,1 1 1 0 0,0 1-1 0 0,-1-1 1 0 0,1 1-1 0 0,-1-3 0 0 0,1 3 1 0 0,0-1-1 0 0,-2-1 0 0 0,1 1 1 0 0,-1-1-1 0 0,2 2 1 0 0,-2-3-1 0 0,2 0 0 0 0,3-11 125 0 0,-2 9-113 0 0,-2 1 0 0 0,1-1 0 0 0,0 1 0 0 0,-1-2 0 0 0,1 1 1 0 0,-2-1-1 0 0,0 3 0 0 0,2-11 0 0 0,-4 15-43 0 0,2 0 1 0 0,0 0 0 0 0,0 0-1 0 0,0 0 1 0 0,0 0-1 0 0,0 0 1 0 0,0 0-1 0 0,-2 0 1 0 0,2 0-1 0 0,0 0 1 0 0,0 0-1 0 0,0 0 1 0 0,0 0-1 0 0,0 0 1 0 0,0 0-1 0 0,0 0 1 0 0,0 0-1 0 0,-1 0 1 0 0,1 0-1 0 0,0 0 1 0 0,0 0-1 0 0,0 0 1 0 0,0 0 0 0 0,0 0-1 0 0,0-1 1 0 0,0 1-1 0 0,0 0 1 0 0,0 0-1 0 0,0 0 1 0 0,0 0-1 0 0,0 0 1 0 0,0 0-1 0 0,0 0 1 0 0,-2-2-1 0 0,2 2 1 0 0,0 0-1 0 0,0 0 1 0 0,0 0-1 0 0,0 0 1 0 0,0 0-1 0 0,0 0 1 0 0,0 0-1 0 0,0-2 1 0 0,0 2-1 0 0,0 0 1 0 0,2 0 0 0 0,-2 0-1 0 0,0 0 1 0 0,0 0-1 0 0,0 0 1 0 0,0 0-1 0 0,0 0 1 0 0,0-1-1 0 0,0 1 1 0 0,0 0-1 0 0,0 0 1 0 0,0 0-1 0 0,0 0 1 0 0,0 0-1 0 0,0 0 1 0 0,0 0-1 0 0,1 0 1 0 0,-1 0-1 0 0,0 0 1 0 0,0 0-1 0 0,0 0 1 0 0,0-2 0 0 0,0 2-1 0 0,0 0 1 0 0,2 0 4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6 3 12864 0 0,'0'0'3290'0'0,"-5"42"-2051"0"0,7-36-1107 0 0,1-1 1 0 0,-1 0-1 0 0,1 1 1 0 0,-2-1-1 0 0,3 0 1 0 0,-1 0-1 0 0,5 4 1 0 0,64 31 1511 0 0,-14-21-676 0 0,-47-15-897 0 0,29 4 448 0 0,-37-8-511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1"/>
    </inkml:context>
    <inkml:brush xml:id="br0">
      <inkml:brushProperty name="width" value="0.025" units="cm"/>
      <inkml:brushProperty name="height" value="0.025" units="cm"/>
      <inkml:brushProperty name="color" value="#A00C1A"/>
    </inkml:brush>
  </inkml:definitions>
  <inkml:trace contextRef="#ctx0" brushRef="#br0">1 1 3712 0 0,'0'0'4878'0'0,"33"22"-2984"0"0,-32-15-1697 0 0,3-1 0 0 0,-3 1 0 0 0,3-1 0 0 0,-1-1 1 0 0,0 1-1 0 0,7 7 0 0 0,11 26 255 0 0,17 31 910 0 0,-13-35-601 0 0,1-3-248 0 0,-16-12 209 0 0,0-1 1 0 0,-1 2-1 0 0,0-2 1 0 0,10 44 0 0 0,-7-19-76 0 0,-9-34-561 0 0,0 1 0 0 0,1 1 0 0 0,-3-1 0 0 0,1 0 0 0 0,1 11-1 0 0,10 111 210 0 0,2 34-214 0 0,-13-111 105 0 0,-2-56-172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2"/>
    </inkml:context>
    <inkml:brush xml:id="br0">
      <inkml:brushProperty name="width" value="0.025" units="cm"/>
      <inkml:brushProperty name="height" value="0.025" units="cm"/>
      <inkml:brushProperty name="color" value="#A00C1A"/>
    </inkml:brush>
  </inkml:definitions>
  <inkml:trace contextRef="#ctx0" brushRef="#br0">271 553 8936 0 0,'0'0'4446'0'0,"0"-48"-4132"0"0,-12 1 124 0 0,11 41-378 0 0,-1-1 0 0 0,2-1-1 0 0,-1 2 1 0 0,-3 0 0 0 0,3-1 0 0 0,-6-6 0 0 0,4 5 312 0 0,-2 2-1 0 0,0 0 1 0 0,0-1 0 0 0,0 2 0 0 0,-1-1-1 0 0,1 1 1 0 0,-2-1 0 0 0,0 1 0 0 0,3 0 0 0 0,-5 0-1 0 0,-10-6 1 0 0,10 8-143 0 0,1-2-1 0 0,2 2 1 0 0,-2-2-1 0 0,1-1 1 0 0,0 1 0 0 0,1-2-1 0 0,-1 3 1 0 0,-7-12-1 0 0,-8-5 218 0 0,9 8-317 0 0,10 11-227 0 0,0-1-1 0 0,-1 0 1 0 0,3 0-1 0 0,-3 1 0 0 0,1-1 1 0 0,1-2-1 0 0,-1 2 1 0 0,2 0-1 0 0,-3-1 1 0 0,1-5-1 0 0,-15-68 1624 0 0,15 62-1397 0 0,3 1 0 0 0,-2 0 0 0 0,4-22 0 0 0,-1-4-1 0 0,-1 37-110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3"/>
    </inkml:context>
    <inkml:brush xml:id="br0">
      <inkml:brushProperty name="width" value="0.025" units="cm"/>
      <inkml:brushProperty name="height" value="0.025" units="cm"/>
      <inkml:brushProperty name="color" value="#A00C1A"/>
    </inkml:brush>
  </inkml:definitions>
  <inkml:trace contextRef="#ctx0" brushRef="#br0">290 2 6824 0 0,'0'0'3657'0'0,"-28"46"-1104"0"0,-24 49-1075 0 0,35-56-1089 0 0,16-33-354 0 0,-1-1 1 0 0,1 0-1 0 0,-1 1 0 0 0,-1-1 1 0 0,1 0-1 0 0,-1-1 0 0 0,-1 1 1 0 0,1 0-1 0 0,-5 6 0 0 0,3-4 0 0 0,0 1 0 0 0,2 0 0 0 0,-2 0-1 0 0,2 0 1 0 0,-1 0 0 0 0,3 0 0 0 0,-3 0 0 0 0,1 14-1 0 0,-8 15 605 0 0,1 8-108 0 0,10-40-496 0 0,0 0-1 0 0,-2-1 1 0 0,2 1 0 0 0,-1 0-1 0 0,-1 0 1 0 0,0 0 0 0 0,1-1-1 0 0,-1 1 1 0 0,0 0 0 0 0,-1-2-1 0 0,1 2 1 0 0,-1 0 0 0 0,-5 5-1 0 0,6-7-3 0 0,-1 0 0 0 0,1 0 0 0 0,-1 0-1 0 0,2 1 1 0 0,-1-1 0 0 0,0 0 0 0 0,1 0 0 0 0,1 2 0 0 0,-2-2-1 0 0,0 0 1 0 0,2 2 0 0 0,-1-2 0 0 0,1 1 0 0 0,0 0-1 0 0,0 4 1 0 0,0-1-11 0 0,-2-2-1 0 0,2-1 1 0 0,-2 3-1 0 0,2-2 1 0 0,-1 0-1 0 0,-1-1 1 0 0,-3 9-1 0 0,2-5 1 0 0,0 2 0 0 0,-1-2 0 0 0,1 1 0 0 0,1 1 0 0 0,-1 14 0 0 0,-2 5 58 0 0,0 21 460 0 0,7-42-494 0 0,-4 0 0 0 0,2 0 1 0 0,0 0-1 0 0,-1 0 0 0 0,-1 0 0 0 0,0 0 1 0 0,-4 8-1 0 0,4-7-45 0 0,-1 3 1 0 0,1-3-1 0 0,1 2 1 0 0,1-1-1 0 0,-2 1 1 0 0,2-1-1 0 0,2 14 1 0 0,3 5 722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4"/>
    </inkml:context>
    <inkml:brush xml:id="br0">
      <inkml:brushProperty name="width" value="0.025" units="cm"/>
      <inkml:brushProperty name="height" value="0.025" units="cm"/>
      <inkml:brushProperty name="color" value="#A00C1A"/>
    </inkml:brush>
  </inkml:definitions>
  <inkml:trace contextRef="#ctx0" brushRef="#br0">268 0 8840 0 0,'0'0'3074'0'0,"3"30"-2419"0"0,-1-15-375 0 0,-2-9-145 0 0,1 1 0 0 0,-1-2 0 0 0,0 1-1 0 0,0 0 1 0 0,0 1 0 0 0,-1-2 0 0 0,-1 7 0 0 0,-8 24 794 0 0,10-30-857 0 0,-2-1-1 0 0,1 0 1 0 0,1 0 0 0 0,-2-1-1 0 0,1 1 1 0 0,-1 0-1 0 0,-1 0 1 0 0,1 0-1 0 0,-6 6 1 0 0,6-8 10 0 0,0 0 0 0 0,1-1 0 0 0,-1 1 0 0 0,1 0 1 0 0,-1 0-1 0 0,0 1 0 0 0,1-1 0 0 0,-1 5 0 0 0,0-5-43 0 0,2 0 0 0 0,-1-1-1 0 0,1 1 1 0 0,-2-1 0 0 0,0 1 0 0 0,1 0-1 0 0,-1-1 1 0 0,1 1 0 0 0,-1-2-1 0 0,-3 6 1 0 0,-54 55 789 0 0,10-18 74 0 0,1-1-288 0 0,47-41-642 0 0,-29 34-5 0 0,23-3 293 0 0,7-33-247 0 0,-4 14 84 0 0,2 0 0 0 0,-1 1-1 0 0,1-1 1 0 0,2 30 0 0 0,0-41-92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5"/>
    </inkml:context>
    <inkml:brush xml:id="br0">
      <inkml:brushProperty name="width" value="0.025" units="cm"/>
      <inkml:brushProperty name="height" value="0.025" units="cm"/>
      <inkml:brushProperty name="color" value="#A00C1A"/>
    </inkml:brush>
  </inkml:definitions>
  <inkml:trace contextRef="#ctx0" brushRef="#br0">2 3 1896 0 0,'0'0'6641'0'0,"26"24"-5098"0"0,14 47-283 0 0,-19-49-488 0 0,-11-14-68 0 0,-5 0-208 0 0,-2 3-25 0 0,-3-3-189 0 0,7 23 515 0 0,12 12-102 0 0,4 4-242 0 0,-8-14-185 0 0,-12-28-239 0 0,0 0-1 0 0,1 0 0 0 0,-3-1 1 0 0,3 1-1 0 0,-3 0 0 0 0,1 1 1 0 0,1 6-1 0 0,5 50 276 0 0,-6-57-282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6"/>
    </inkml:context>
    <inkml:brush xml:id="br0">
      <inkml:brushProperty name="width" value="0.025" units="cm"/>
      <inkml:brushProperty name="height" value="0.025" units="cm"/>
      <inkml:brushProperty name="color" value="#A00C1A"/>
    </inkml:brush>
  </inkml:definitions>
  <inkml:trace contextRef="#ctx0" brushRef="#br0">307 2 4416 0 0,'0'0'5293'0'0,"-30"45"-2938"0"0,27-42-2284 0 0,0 2 0 0 0,0-2 0 0 0,-1 2 0 0 0,1 0 0 0 0,1 0 0 0 0,-1-1 0 0 0,2 1 0 0 0,-1 2 0 0 0,0-3 0 0 0,-1 6 0 0 0,-17 36 564 0 0,19-44-569 0 0,-3 1 38 0 0,-1 2-1 0 0,2 2 1 0 0,0-3 0 0 0,0 1-1 0 0,-1 0 1 0 0,3 1-1 0 0,-3-1 1 0 0,3 2 0 0 0,-4 9-1 0 0,3-10-6 0 0,-1 0 0 0 0,1 1 0 0 0,-1-2 0 0 0,0 1 0 0 0,-5 10 0 0 0,4-13-35 0 0,1 2 0 0 0,0 0 0 0 0,1 0 0 0 0,-1 0 0 0 0,1-1 0 0 0,0 1 0 0 0,1 0 0 0 0,-1 0 1 0 0,1 0-1 0 0,-1-1 0 0 0,2 11 0 0 0,-18 14 342 0 0,16-23-341 0 0,1-1 0 0 0,-3 1 0 0 0,3-1 1 0 0,-3 2-1 0 0,1-3 0 0 0,0 1 0 0 0,0 0 0 0 0,-1 1 1 0 0,-6 4-1 0 0,7-7 3 0 0,2 0 0 0 0,-1 1 1 0 0,0-1-1 0 0,1 0 0 0 0,-1 0 0 0 0,0 0 1 0 0,2 1-1 0 0,-1 0 0 0 0,1 0 0 0 0,-2-1 1 0 0,2 0-1 0 0,0 0 0 0 0,0 9 0 0 0,0-8-38 0 0,-2 1 0 0 0,2 0 0 0 0,0-2 0 0 0,-1 2 0 0 0,1 0 0 0 0,-2-2 0 0 0,1 2 0 0 0,-1 0 0 0 0,-3 4-1 0 0,3-4-16 0 0,-1 1 0 0 0,0 1-1 0 0,1-1 1 0 0,0 1-1 0 0,1-3 1 0 0,-1 3-1 0 0,1-1 1 0 0,1 1-1 0 0,-2 1 1 0 0,2 8-1 0 0,-21 46-652 0 0,16-18 121 0 0,-5 16 515 0 0,8-48-105 0 0,-1 1 0 0 0,1-2 0 0 0,1 0 0 0 0,1 2 0 0 0,-2 0-1 0 0,4 12 1 0 0,-2 3 63 0 0,0-24 40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7"/>
    </inkml:context>
    <inkml:brush xml:id="br0">
      <inkml:brushProperty name="width" value="0.025" units="cm"/>
      <inkml:brushProperty name="height" value="0.025" units="cm"/>
      <inkml:brushProperty name="color" value="#A00C1A"/>
    </inkml:brush>
  </inkml:definitions>
  <inkml:trace contextRef="#ctx0" brushRef="#br0">1 0 4312 0 0,'2'2'283'0'0,"-1"-1"1"0"0,1 1-1 0 0,0-1 0 0 0,-1-1 1 0 0,1 2-1 0 0,-1 0 0 0 0,-1-1 1 0 0,2 1-1 0 0,0-1 0 0 0,-1 1 1 0 0,-1 1-1 0 0,2-1 0 0 0,-2-1 1 0 0,2 1-1 0 0,-2 0 0 0 0,1-1 1 0 0,-1 2-1 0 0,0-1 0 0 0,2 0 1 0 0,-2 1-1 0 0,0-2 0 0 0,0 1 1 0 0,0 0-1 0 0,0 1 0 0 0,0-2 1 0 0,-2 1-1 0 0,2 1 0 0 0,0-1 1 0 0,0 0-1 0 0,-1-1 0 0 0,-1 4 1 0 0,-1 11 401 0 0,-1 0-297 0 0,1 0 0 0 0,2 0 0 0 0,-1 29 0 0 0,2-37-260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8"/>
    </inkml:context>
    <inkml:brush xml:id="br0">
      <inkml:brushProperty name="width" value="0.025" units="cm"/>
      <inkml:brushProperty name="height" value="0.025" units="cm"/>
      <inkml:brushProperty name="color" value="#A00C1A"/>
    </inkml:brush>
  </inkml:definitions>
  <inkml:trace contextRef="#ctx0" brushRef="#br0">31 3 7736 0 0,'0'0'6462'0'0,"-17"27"-6012"0"0,11 23-88 0 0,4-32-249 0 0,-1-2 0 0 0,1 1 0 0 0,2-1 0 0 0,0 2 0 0 0,2 16 0 0 0,9 26 148 0 0,-9-50-178 0 0,-2-8-59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69"/>
    </inkml:context>
    <inkml:brush xml:id="br0">
      <inkml:brushProperty name="width" value="0.025" units="cm"/>
      <inkml:brushProperty name="height" value="0.025" units="cm"/>
      <inkml:brushProperty name="color" value="#A00C1A"/>
    </inkml:brush>
  </inkml:definitions>
  <inkml:trace contextRef="#ctx0" brushRef="#br0">289 3 8936 0 0,'0'0'1942'0'0,"-2"42"-754"0"0,-1-31-979 0 0,1 0-1 0 0,-1 0 0 0 0,0 1 1 0 0,-2-3-1 0 0,-7 17 1 0 0,8-15-135 0 0,-3 2 1 0 0,2 0 0 0 0,-5 20 0 0 0,9-26-50 0 0,-1-1 0 0 0,-1 1 0 0 0,1-1 0 0 0,-1 0 1 0 0,-1 1-1 0 0,-5 6 0 0 0,-8 19 45 0 0,16-29-57 0 0,-1 0-1 0 0,-1 0 1 0 0,1-1-1 0 0,0 1 0 0 0,-1 0 1 0 0,1-1-1 0 0,-1 1 1 0 0,0 0-1 0 0,1-1 0 0 0,-1 0 1 0 0,-7 4-1 0 0,-8 8 49 0 0,-59 44 613 0 0,70-51-623 0 0,1 1 0 0 0,1 0 0 0 0,-2 0 0 0 0,3 0 0 0 0,-1 0 0 0 0,0 0-1 0 0,1 1 1 0 0,-1 1 0 0 0,2-2 0 0 0,0 2 0 0 0,-2 14 0 0 0,5-20-40 0 0,2 0-3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3-01-22T14:22:51.370"/>
    </inkml:context>
    <inkml:brush xml:id="br0">
      <inkml:brushProperty name="width" value="0.025" units="cm"/>
      <inkml:brushProperty name="height" value="0.025" units="cm"/>
      <inkml:brushProperty name="color" value="#A00C1A"/>
    </inkml:brush>
  </inkml:definitions>
  <inkml:trace contextRef="#ctx0" brushRef="#br0">1 1 7936 0 0,'0'0'3936'0'0,"3"19"-3779"0"0,2-3-95 0 0,-3-13-38 0 0,-2 2 1 0 0,1-2-1 0 0,-1 1 0 0 0,2 1 0 0 0,-2-2 1 0 0,0 2-1 0 0,0-2 0 0 0,0 0 1 0 0,0 2-1 0 0,0 3 0 0 0,2-2 129 0 0,1 1-1 0 0,0-1 1 0 0,1 0-1 0 0,1 1 1 0 0,-2-2-1 0 0,2 1 1 0 0,8 7-1 0 0,15 25 451 0 0,-25-33-588 0 0,-1-3-13 0 0,-2-2-1 0 0,1 1 0 0 0,-1 1 1 0 0,2 0-1 0 0,-2-2 1 0 0,2 1-1 0 0,-1 1 0 0 0,-1-2 1 0 0,2 1-1 0 0,-1-1 0 0 0,1 2 1 0 0,-2-2-1 0 0,2 2 0 0 0,-1-2 1 0 0,1 0-1 0 0,0 1 1 0 0,-2-1-1 0 0,5 2 0 0 0,-5-1-41 0 0,-9-4 2 0 0,-5-11 61 0 0,12 12-17 0 0,0 1-1 0 0,1-1 0 0 0,-1 0 1 0 0,0 1-1 0 0,1-1 0 0 0,-1 1 1 0 0,1-1-1 0 0,-1 0 1 0 0,-1 1-1 0 0,1 1 0 0 0,-5-3 1 0 0,-17-30 130 0 0,22 30-61 0 0,-1-2 0 0 0,1 1 1 0 0,1 0-1 0 0,-1 0 0 0 0,0-1 1 0 0,2 2-1 0 0,-1-2 0 0 0,1 0 1 0 0,-2-6-1 0 0,-3-33 196 0 0,5 44-271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3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4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6:53.75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0"/>
    </inkml:context>
    <inkml:brush xml:id="br0">
      <inkml:brushProperty name="width" value="0.025" units="cm"/>
      <inkml:brushProperty name="height" value="0.025" units="cm"/>
      <inkml:brushProperty name="color" value="#B2626F"/>
    </inkml:brush>
  </inkml:definitions>
  <inkml:trace contextRef="#ctx0" brushRef="#br0">1 109 8240 0 0,'0'0'4241'0'0,"36"1"-3170"0"0,12-7-720 0 0,-31 3-285 0 0,90-19 486 0 0,-99 21-529 0 0,0 1 0 0 0,0 0 0 0 0,1 0 0 0 0,-1 0-1 0 0,11 3 1 0 0,29 0 55 0 0,-9-12 201 0 0,-34 7-189 0 0,0 1 1 0 0,0-1 0 0 0,1 1 0 0 0,-1 0 0 0 0,0 1-1 0 0,1-1 1 0 0,-1 1 0 0 0,10 0 0 0 0,-11 1-13 0 0,0-1 1 0 0,0 0 0 0 0,-1-1 0 0 0,1 1 0 0 0,0-1 0 0 0,3 0 0 0 0,16-3 168 0 0,12 0 239 0 0,-29 2-397 0 0,1 1-1 0 0,-1 1 0 0 0,1-1 0 0 0,11 1 0 0 0,-7 0 12 0 0,0-1 0 0 0,0 0 0 0 0,0 0 0 0 0,0-1 0 0 0,19-6 0 0 0,-20 5-65 0 0,0 1-1 0 0,1 0 1 0 0,-1 0 0 0 0,1 1-1 0 0,20 0 1 0 0,-8 0 10 0 0,0-1 0 0 0,30-7 0 0 0,-52 9-44 0 0,64-6 286 0 0,-23 3-158 0 0,16 0 54 0 0,-43 1-158 0 0,1 0 1 0 0,0 2-1 0 0,28 1 1 0 0,-6 0-7 0 0,68 6 94 0 0,-16 1-47 0 0,-85-8-66 0 0,1 1 1 0 0,0 1 0 0 0,0-1 0 0 0,0 1-1 0 0,-1 0 1 0 0,1 0 0 0 0,-1 1 0 0 0,9 4-1 0 0,-13-6 0 0 0,-1-1 0 0 0,1 0 0 0 0,-1 1 0 0 0,0-1 0 0 0,1 1 0 0 0,-1-1 0 0 0,0 0 0 0 0,1 1 0 0 0,-1-1 0 0 0,0 1 0 0 0,1-1 0 0 0,-1 1 0 0 0,0-1 0 0 0,0 1 0 0 0,0-1 0 0 0,0 1 0 0 0,1-1 0 0 0,-1 1 0 0 0,0-1 0 0 0,0 1 0 0 0,0-1 0 0 0,0 1 0 0 0,0-1 0 0 0,0 1 0 0 0,0 0 0 0 0,0-1 0 0 0,0 1 0 0 0,-1 0 0 0 0,-9 18 0 0 0,5-14 0 0 0,1 0 0 0 0,-1 0 0 0 0,0-1 0 0 0,-8 6 0 0 0,-3 1 87 0 0,0-2-1 0 0,-2 0 1 0 0,1 0-1 0 0,-1-2 1 0 0,0 0-1 0 0,0-1 1 0 0,-1-1 0 0 0,-30 4-1 0 0,40-8 142 0 0,0 1 0 0 0,0 0-1 0 0,1 1 1 0 0,-17 6 0 0 0,17-5-111 0 0,-1-1-1 0 0,0 0 1 0 0,1 0 0 0 0,-19 2 0 0 0,20-4-34 0 0,-10 0-167 0 0,1 1 0 0 0,-1 0 0 0 0,-26 8 1 0 0,-10 8-175 0 0,7-12 145 0 0,38-4 98 0 0,0-2 0 0 0,0 1 0 0 0,0-1 0 0 0,0 0 0 0 0,-15-2 0 0 0,-7 0-20 0 0,22 2 33 0 0,-3 0-13 0 0,0-1 0 0 0,0 2 0 0 0,0-1 0 0 0,0 2 0 0 0,1-1 0 0 0,-1 2 0 0 0,0-1-1 0 0,-20 9 1 0 0,22-6 13 0 0,5-4-1 0 0,-1 1 0 0 0,1 1 0 0 0,0-1 0 0 0,0 0 0 0 0,0 1 0 0 0,1 0 0 0 0,-1 0 0 0 0,1 0 0 0 0,-4 4 0 0 0,-30 45 3 0 0,33-47 0 0 0,0 0 0 0 0,-1 0 0 0 0,1 0 0 0 0,-1 0 0 0 0,0-1 0 0 0,0 0 0 0 0,0 0 0 0 0,-8 4 0 0 0,-14 10 19 0 0,0-2 1 0 0,-40 16-1 0 0,53-26-4 0 0,0-1 1 0 0,-1 0 0 0 0,0-1 0 0 0,-25 4-1 0 0,33-7-15 0 0,0 1 0 0 0,0 0 0 0 0,0 0 0 0 0,0 1 0 0 0,-8 4 0 0 0,-4 1 0 0 0,12-5 0 0 0,-1-1 0 0 0,1 0 0 0 0,-1 0 0 0 0,1-1 0 0 0,-1 0 0 0 0,-12 0 0 0 0,14 0 28 0 0,0 0-1 0 0,0 0 0 0 0,0 1 0 0 0,0-1 0 0 0,-6 4 1 0 0,-10 2 40 0 0,18-6-60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1"/>
    </inkml:context>
    <inkml:brush xml:id="br0">
      <inkml:brushProperty name="width" value="0.025" units="cm"/>
      <inkml:brushProperty name="height" value="0.025" units="cm"/>
      <inkml:brushProperty name="color" value="#B2626F"/>
    </inkml:brush>
  </inkml:definitions>
  <inkml:trace contextRef="#ctx0" brushRef="#br0">19 120 9144 0 0,'0'0'3516'0'0,"31"-4"-600"0"0,86-22-2388 0 0,-94 19-560 0 0,1 1 0 0 0,34-3 1 0 0,-48 8 16 0 0,0-1 1 0 0,0 0-1 0 0,-1 0 0 0 0,1-1 1 0 0,13-6-1 0 0,-9 4 11 0 0,1-1 0 0 0,-1 1 0 0 0,1 1 0 0 0,0 1 0 0 0,31-3 0 0 0,8-2 440 0 0,-38 5-154 0 0,1 0-1 0 0,19 1 1 0 0,-7 0 238 0 0,-21 1-438 0 0,0 1 1 0 0,-1 0-1 0 0,1 0 1 0 0,0 0-1 0 0,9 3 1 0 0,-9-2-47 0 0,-1 0 0 0 0,1 0 0 0 0,0 0 1 0 0,0-1-1 0 0,0 0 0 0 0,13-3 0 0 0,-15 2-32 0 0,0 1 0 0 0,-1-1-1 0 0,1 1 1 0 0,-1 0 0 0 0,1 1-1 0 0,0-1 1 0 0,7 3 0 0 0,-7-2-1 0 0,0 0 0 0 0,1-1 1 0 0,-1 1-1 0 0,0-1 0 0 0,10-1 0 0 0,-10 2-3 0 0,1 0 0 0 0,-1 1 0 0 0,1 0 0 0 0,-1 0 0 0 0,10 4 0 0 0,58 20 34 0 0,-42-15 69 0 0,-1 1 0 0 0,46 24 0 0 0,-69-32-86 0 0,-1 1 0 0 0,1-1 1 0 0,-1 1-1 0 0,0 0 0 0 0,0 1 0 0 0,-1 0 0 0 0,9 9 0 0 0,-11-10-11 0 0,-1 0 0 0 0,0 0 0 0 0,0 0-1 0 0,0 1 1 0 0,-1-1 0 0 0,0 1-1 0 0,0-1 1 0 0,0 1 0 0 0,-1 0 0 0 0,0 0-1 0 0,0 0 1 0 0,0 0 0 0 0,-1 0 0 0 0,0 0-1 0 0,0 0 1 0 0,-1 8 0 0 0,0-10 3 0 0,-1-1 1 0 0,1 1-1 0 0,-1-1 0 0 0,0 0 1 0 0,1 0-1 0 0,-1 1 1 0 0,-1-1-1 0 0,1-1 1 0 0,0 1-1 0 0,-1 0 0 0 0,1 0 1 0 0,-1-1-1 0 0,0 1 1 0 0,-3 1-1 0 0,-5 3 107 0 0,1-1 0 0 0,-23 8 0 0 0,-6 4 179 0 0,32-15-236 0 0,0 0 1 0 0,0 0 0 0 0,-1 0 0 0 0,1-1-1 0 0,-1 0 1 0 0,0-1 0 0 0,-8 1-1 0 0,-59 0 261 0 0,59-2-253 0 0,5 0-104 0 0,0-1 0 0 0,1-1 0 0 0,-1 0-1 0 0,-16-5 1 0 0,-23-3-65 0 0,38 8 98 0 0,1 1 1 0 0,-1 0-1 0 0,0 1 1 0 0,-14 1-1 0 0,17 1 4 0 0,0 0 0 0 0,0 1 0 0 0,1 0 0 0 0,-1 0 0 0 0,1 0 0 0 0,0 1 0 0 0,0 1 0 0 0,0 0 0 0 0,0 0 0 0 0,1 0 0 0 0,0 1 0 0 0,-8 7 0 0 0,-11 18 6 0 0,21-25 3 0 0,0 1-1 0 0,0-1 0 0 0,-1 0 0 0 0,1 0 1 0 0,-2 0-1 0 0,-9 7 0 0 0,-85 56 96 0 0,19-34-72 0 0,75-31-27 0 0,0-1 0 0 0,-1 1 0 0 0,1-1 0 0 0,-1-1-1 0 0,0 1 1 0 0,0-1 0 0 0,0-1 0 0 0,0 0 0 0 0,-13 1-1 0 0,-72 9 60 0 0,81-11 10 0 0,1 2-1 0 0,-1-1 0 0 0,-19 7 1 0 0,20-5 5 0 0,-1 0 1 0 0,1-1 0 0 0,-23 1-1 0 0,29-3-15 0 0,4 0-7 0 0,0 0 0 0 0,-1 0 0 0 0,1 0 0 0 0,-1 0 0 0 0,1 0 0 0 0,0 0 0 0 0,-1 0 0 0 0,1 1 0 0 0,0-1 0 0 0,-1 0 0 0 0,0 2 0 0 0,0-1-1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2"/>
    </inkml:context>
    <inkml:brush xml:id="br0">
      <inkml:brushProperty name="width" value="0.025" units="cm"/>
      <inkml:brushProperty name="height" value="0.025" units="cm"/>
      <inkml:brushProperty name="color" value="#B2626F"/>
    </inkml:brush>
  </inkml:definitions>
  <inkml:trace contextRef="#ctx0" brushRef="#br0">0 89 7736 0 0,'0'0'4554'0'0,"36"-11"-3459"0"0,29-13 100 0 0,-40 14-913 0 0,-8 4-141 0 0,0 0 0 0 0,1 2 0 0 0,0 0 0 0 0,0 1-1 0 0,0 1 1 0 0,0 0 0 0 0,21 2 0 0 0,-19 0 276 0 0,-1-2 0 0 0,0 0 0 0 0,35-8 0 0 0,-47 9-305 0 0,-1 0 1 0 0,1 1-1 0 0,-1 0 1 0 0,1 0-1 0 0,0 1 1 0 0,-1-1-1 0 0,12 4 1 0 0,25 2 340 0 0,-22-5-391 0 0,0 1 0 0 0,-1 2-1 0 0,29 7 1 0 0,-5-1-56 0 0,5 1 60 0 0,-20 1-2 0 0,-25-9-59 0 0,0-1 0 0 0,1 0-1 0 0,-1 0 1 0 0,0-1 0 0 0,1 1 0 0 0,0-1 0 0 0,5 1-1 0 0,-4 0 8 0 0,0 1 0 0 0,0 0 0 0 0,-1 0 0 0 0,1 1 0 0 0,-1 0-1 0 0,0 0 1 0 0,5 5 0 0 0,-4 24 52 0 0,-4-28-58 0 0,-1 1-1 0 0,0-1 1 0 0,0 0 0 0 0,-1 0-1 0 0,1 1 1 0 0,-1-1 0 0 0,-1 0-1 0 0,1 1 1 0 0,-1-1 0 0 0,1 0-1 0 0,-1 1 1 0 0,-1-1 0 0 0,1 0-1 0 0,-1 0 1 0 0,0 0 0 0 0,0 0-1 0 0,0 0 1 0 0,-1-1 0 0 0,-3 6-1 0 0,5-8-4 0 0,-1 2 8 0 0,0 1 0 0 0,-1 0-1 0 0,0-1 1 0 0,1 0 0 0 0,-1 1 0 0 0,-1-1 0 0 0,1 0 0 0 0,-1 0 0 0 0,1-1 0 0 0,-1 1 0 0 0,0-1 0 0 0,-1 0 0 0 0,1 0 0 0 0,-7 3 0 0 0,-64 38 250 0 0,62-38-193 0 0,1 1 0 0 0,0 0 1 0 0,-14 13-1 0 0,16-12-23 0 0,-1-1-1 0 0,0 0 0 0 0,0-1 1 0 0,-17 8-1 0 0,-17 17 126 0 0,34-26-128 0 0,0-1 0 0 0,-1 0 0 0 0,0-1 0 0 0,0 0 0 0 0,-13 2 0 0 0,23-5-35 0 0,0 0 0 0 0,0 0 0 0 0,0 0 0 0 0,0 1-1 0 0,1-1 1 0 0,-1 1 0 0 0,0-1 0 0 0,0 1 0 0 0,0 0 0 0 0,1 0 0 0 0,-3 1 0 0 0,3-1 1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3"/>
    </inkml:context>
    <inkml:brush xml:id="br0">
      <inkml:brushProperty name="width" value="0.025" units="cm"/>
      <inkml:brushProperty name="height" value="0.025" units="cm"/>
      <inkml:brushProperty name="color" value="#B2626F"/>
    </inkml:brush>
  </inkml:definitions>
  <inkml:trace contextRef="#ctx0" brushRef="#br0">6 301 6824 0 0,'0'0'3640'0'0,"-5"1"-768"0"0,21 11-1866 0 0,-15-10-906 0 0,1-1 1 0 0,0 1 0 0 0,0-1-1 0 0,0 1 1 0 0,0-1 0 0 0,0 0-1 0 0,0 1 1 0 0,4 0 0 0 0,79 29 608 0 0,7 6-482 0 0,-88-35-219 0 0,7 3 50 0 0,0 0 1 0 0,18 12 0 0 0,-25-15-36 0 0,1 1 0 0 0,-1-1 0 0 0,1-1 0 0 0,0 1 0 0 0,0-1 0 0 0,0 1 0 0 0,-1-1 0 0 0,8 0-1 0 0,25 8 189 0 0,7 3 44 0 0,-36-11-134 0 0,1 1 1 0 0,-1 1-1 0 0,0-1 0 0 0,13 7 0 0 0,-12-5-50 0 0,-1-1 0 0 0,1 0-1 0 0,12 3 1 0 0,9 2 47 0 0,92 27 232 0 0,-93-28-157 0 0,101 29 758 0 0,-25-8-677 0 0,-43-19-146 0 0,23 13-177 0 0,-71-18 40 0 0,1-1 0 0 0,22 2 1 0 0,22 6-13 0 0,-45-7 21 0 0,1-1 0 0 0,0 0 0 0 0,0-1 0 0 0,19 1 0 0 0,72 0 787 0 0,6-8-59 0 0,-48-5-227 0 0,-59 10-462 0 0,0-1 0 0 0,0 0-1 0 0,0-1 1 0 0,0 1-1 0 0,5-3 1 0 0,9-3 36 0 0,3 1 40 0 0,-12 3 20 0 0,-1 1-1 0 0,0-1 1 0 0,1 2-1 0 0,16-2 1 0 0,4-7 71 0 0,-15 3-137 0 0,1 1 25 0 0,-11 4-52 0 0,0 0 1 0 0,0 0-1 0 0,1 0 0 0 0,-1 1 1 0 0,0 0-1 0 0,9 0 0 0 0,-28-29 22 0 0,12 24-55 0 0,0 1 0 0 0,1-1 0 0 0,-1 0 0 0 0,2-1 0 0 0,-1 1-1 0 0,1 0 1 0 0,0 0 0 0 0,0 0 0 0 0,0 0 0 0 0,2-6 0 0 0,-1 8-7 0 0,0 1 1 0 0,0 0-1 0 0,1 0 1 0 0,-1 0-1 0 0,1 0 1 0 0,-1 0-1 0 0,1 0 1 0 0,0 1-1 0 0,0-1 1 0 0,0 1 0 0 0,1-1-1 0 0,-1 1 1 0 0,1 0-1 0 0,-1 0 1 0 0,1 0-1 0 0,0 0 1 0 0,-1 0-1 0 0,1 0 1 0 0,0 1-1 0 0,0-1 1 0 0,1 1-1 0 0,-1 0 1 0 0,0 0-1 0 0,0 0 1 0 0,0 1 0 0 0,1-1-1 0 0,-1 1 1 0 0,0-1-1 0 0,1 1 1 0 0,4 1-1 0 0,-3-2-2 0 0,0 0 0 0 0,0 0 0 0 0,0 0 0 0 0,0-1 0 0 0,0 0 0 0 0,-1 0 0 0 0,1 0 0 0 0,0 0 0 0 0,5-5 0 0 0,-3 3 0 0 0,-1 1 0 0 0,1-1 0 0 0,0 1 0 0 0,7-2 0 0 0,-6 2 0 0 0,1 1 0 0 0,-1-2 0 0 0,0 1 0 0 0,0-1 0 0 0,0-1 0 0 0,-1 1 0 0 0,1-1 0 0 0,10-10 0 0 0,-6 6 0 0 0,-2 0 0 0 0,1-1 0 0 0,-1 0 0 0 0,-1-1 0 0 0,0 0 0 0 0,0 0 0 0 0,-1-1 0 0 0,7-14 0 0 0,-9-8 0 0 0,-5 30 0 0 0,0-1 0 0 0,-1 0 0 0 0,0 0 0 0 0,1 0 0 0 0,-2 0 0 0 0,1 0 0 0 0,0 1 0 0 0,-1-1 0 0 0,0 0 0 0 0,0 0 0 0 0,0 1 0 0 0,-1-1 0 0 0,0 0 0 0 0,0 1 0 0 0,-4-8 0 0 0,1 6 0 0 0,0 0 0 0 0,0 1 0 0 0,0 0 0 0 0,0 0 0 0 0,-1 0 0 0 0,0 1 0 0 0,0 0 0 0 0,0 0 0 0 0,-13-6 0 0 0,-9-1-28 0 0,0 1 0 0 0,0 1-1 0 0,-1 2 1 0 0,-47-7 0 0 0,16 4 3 0 0,45 7-1 0 0,0 2 1 0 0,-17 0 0 0 0,-18-2-27 0 0,20 1-10 0 0,-55 2 1 0 0,33 1 22 0 0,3-2 22 0 0,25 0-7 0 0,-47 3 1 0 0,57-1 23 0 0,0 0 0 0 0,-24-3 0 0 0,-2 0 0 0 0,-9 9 0 0 0,41-6 0 0 0,1 1 0 0 0,-1 0 0 0 0,1 1 0 0 0,-1-1 0 0 0,1 1 0 0 0,-11 7 0 0 0,-3 0 0 0 0,-18 13 0 0 0,34-19 0 0 0,0 0 0 0 0,0-1 0 0 0,-1 1 0 0 0,0-1 0 0 0,1-1 0 0 0,-1 1 0 0 0,0-1 0 0 0,0 0 0 0 0,0 0 0 0 0,-8 0 0 0 0,10-1 0 0 0,0 1 0 0 0,0-1 0 0 0,-1 1 0 0 0,1 0 0 0 0,0 0 0 0 0,0 0 0 0 0,1 0 0 0 0,-5 3 0 0 0,-15 9 0 0 0,-39 19 0 0 0,58-32 0 0 0,0 0 0 0 0,0 0 0 0 0,-1 0 0 0 0,1-1 0 0 0,0 1 0 0 0,-1-1 0 0 0,1 0 0 0 0,0 0 0 0 0,-1 0 0 0 0,1-1 0 0 0,0 0 0 0 0,-6-1 0 0 0,-7-3 0 0 0,-27-13 0 0 0,-29-16 0 0 0,-34 0 0 0 0,96 31 0 0 0,0 1 0 0 0,0 0 0 0 0,0 1 0 0 0,-14 0 0 0 0,17 2 0 0 0,-1 0 0 0 0,1 0 0 0 0,0 1 0 0 0,0 0 0 0 0,-11 4 0 0 0,-21 5 0 0 0,-8-6 0 0 0,-14 2 0 0 0,38-2 0 0 0,12-3 0 0 0,1 1 0 0 0,-21 7 0 0 0,-83 37 0 0 0,61-27 0 0 0,26-12 0 0 0,21-4 0 0 0,3-2 0 0 0,1 0 0 0 0,-1 0 0 0 0,1 1 0 0 0,-1-1 0 0 0,1 1 0 0 0,0 0 0 0 0,0 0 0 0 0,-3 3 0 0 0,5-2 0 0 0,0-1 0 0 0,0 1 0 0 0,0 0 0 0 0,0-1 0 0 0,1 1 0 0 0,-1 0 0 0 0,1 0 0 0 0,0 0 0 0 0,0-1 0 0 0,1 1 0 0 0,-1 0 0 0 0,2 5 0 0 0,0 13 0 0 0,-2-20 0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4"/>
    </inkml:context>
    <inkml:brush xml:id="br0">
      <inkml:brushProperty name="width" value="0.025" units="cm"/>
      <inkml:brushProperty name="height" value="0.025" units="cm"/>
      <inkml:brushProperty name="color" value="#B2626F"/>
    </inkml:brush>
  </inkml:definitions>
  <inkml:trace contextRef="#ctx0" brushRef="#br0">0 415 4216 0 0,'0'0'1368'0'0,"5"11"-495"0"0,56 14 900 0 0,-39-18-1036 0 0,31 13 0 0 0,-35-12-523 0 0,1-2-1 0 0,27 8 1 0 0,21-8 391 0 0,-57-4-260 0 0,1-1 0 0 0,0 0 0 0 0,-1-1 0 0 0,23-2-1 0 0,0 1 364 0 0,-24 0-534 0 0,0 0 1 0 0,-1 0-1 0 0,1-1 0 0 0,0 0 0 0 0,14-6 1 0 0,4-7 134 0 0,-22 12-251 0 0,0 0-1 0 0,1 0 1 0 0,-1 0-1 0 0,1 1 0 0 0,-1 0 1 0 0,1 0-1 0 0,0 0 1 0 0,-1 1-1 0 0,10-1 1 0 0,-8 1 34 0 0,0 0 1 0 0,0 0 0 0 0,0 0 0 0 0,9-4 0 0 0,-9 3-34 0 0,0 0 0 0 0,-1 1 1 0 0,1 0-1 0 0,10-1 1 0 0,-15 2 24 0 0,1-1 1 0 0,0 0 0 0 0,0 1-1 0 0,0-1 1 0 0,-1 0-1 0 0,1-1 1 0 0,0 1-1 0 0,-1 0 1 0 0,1-1 0 0 0,-1 0-1 0 0,1 1 1 0 0,3-5-1 0 0,-4 4-2 0 0,1 0-1 0 0,-1 0 0 0 0,1 0 1 0 0,0 0-1 0 0,0 0 1 0 0,0 1-1 0 0,0-1 0 0 0,0 1 1 0 0,0 0-1 0 0,0 0 0 0 0,0 0 1 0 0,0 0-1 0 0,4 0 0 0 0,35 1 790 0 0,-41 0-836 0 0,28 0 298 0 0,-15 5-278 0 0,0 1-1 0 0,-1 1 1 0 0,0 0 0 0 0,-1 1-1 0 0,14 10 1 0 0,-20-15-49 0 0,-1 0 0 0 0,0 0 0 0 0,1-1 0 0 0,0 0 0 0 0,0 0 0 0 0,0 0 0 0 0,0 0 0 0 0,0-1 0 0 0,0 0 0 0 0,0-1 0 0 0,6 1 0 0 0,-9 0 0 0 0,-1 0 0 0 0,1 0 0 0 0,-1 0 0 0 0,1 1 0 0 0,-1-1 0 0 0,0 1-1 0 0,1 0 1 0 0,1 2 0 0 0,9 6 13 0 0,-4-5 10 0 0,0-1 0 0 0,0 0 1 0 0,0 0-1 0 0,1-1 0 0 0,-1 0 0 0 0,1 0 0 0 0,0-1 1 0 0,11 1-1 0 0,42 3 268 0 0,54 1 48 0 0,-46-20-297 0 0,-66 13-47 0 0,109-4 80 0 0,-4-8 69 0 0,-77 10 51 0 0,0 1-1 0 0,55 8 1 0 0,-44-3-64 0 0,47-2 1 0 0,-83-2-128 0 0,5-1 8 0 0,0 0 1 0 0,-1-1-1 0 0,15-4 1 0 0,-18 3-12 0 0,1 1 0 0 0,0 0 0 0 0,0 1 0 0 0,0 0 0 0 0,1 1 0 0 0,12 1 0 0 0,-10-1 0 0 0,0 0 0 0 0,0 0 0 0 0,0-1 1 0 0,0-1-1 0 0,-1 0 0 0 0,1-1 1 0 0,16-6-1 0 0,-13 5-6 0 0,-1 0 0 0 0,1 0 0 0 0,-1 2-1 0 0,20-1 1 0 0,-18 2-1 0 0,-1-1 0 0 0,0 0 0 0 0,0-1-1 0 0,27-8 1 0 0,-24 5-22 0 0,1 1-1 0 0,-1 1 1 0 0,1 0-1 0 0,24 0 1 0 0,-38 1 14 0 0,0 1 0 0 0,-1-2 0 0 0,1 1 1 0 0,-1 0-1 0 0,0-1 0 0 0,0 0 0 0 0,5-5 0 0 0,-9 8 8 0 0,0 0 0 0 0,0 0 0 0 0,-1 0 0 0 0,1 0 0 0 0,0 0 0 0 0,0 0 0 0 0,0 0 0 0 0,-1 0 0 0 0,1 0 0 0 0,-1-1 0 0 0,1 1 0 0 0,-1 0 0 0 0,1 0 0 0 0,-1-1 0 0 0,0 1 0 0 0,0 0 0 0 0,1-1 0 0 0,-1 1 0 0 0,0 0 0 0 0,0-1 0 0 0,0 1 0 0 0,0 0 0 0 0,-1 0 0 0 0,1-2 0 0 0,-1 0 0 0 0,0 1 0 0 0,-1-1 0 0 0,1 1 0 0 0,0 0 0 0 0,-1 0 0 0 0,1-1 0 0 0,-1 1 0 0 0,0 0 0 0 0,0 0 0 0 0,0 0 0 0 0,-3-2 0 0 0,-7-4 0 0 0,0 0 0 0 0,0 1 0 0 0,-21-9 0 0 0,31 15 0 0 0,-163-66 0 0 0,144 59 0 0 0,0 1 0 0 0,-23-5 0 0 0,-11-4 0 0 0,-46-5 0 0 0,82 16 0 0 0,-35-3 1 0 0,-2-1-3 0 0,-165-48-77 0 0,183 46 79 0 0,-71-10 0 0 0,2 1 0 0 0,92 17 0 0 0,-1 1 0 0 0,-31 0 0 0 0,29 1 0 0 0,-34-4 0 0 0,11-2 19 0 0,0 3 0 0 0,-63 0-1 0 0,63-1 110 0 0,34 4-70 0 0,-1 0 1 0 0,1 0 0 0 0,0 0 0 0 0,0 1-1 0 0,-1 0 1 0 0,-6 1 0 0 0,-19 1 6 0 0,26-2-30 0 0,0 0 0 0 0,0 1 0 0 0,-14 2 0 0 0,-26 4 66 0 0,37-7-83 0 0,1 1 0 0 0,-1 1 0 0 0,-13 3 1 0 0,-24 9 6 0 0,28-9-7 0 0,1 1 0 0 0,-1 1 1 0 0,-25 12-1 0 0,-15 9 88 0 0,25-15-46 0 0,-41 19 54 0 0,41-18-96 0 0,24-10-4 0 0,0 0-1 0 0,0 0 1 0 0,-10 8-1 0 0,11-8-5 0 0,0 1 0 0 0,0-1-1 0 0,0-1 1 0 0,-14 4-1 0 0,-9 4 27 0 0,-57 27 38 0 0,59-25-52 0 0,15-8 3 0 0,0 1-1 0 0,-24 16 1 0 0,28-15-23 0 0,-1 0 0 0 0,0-1 0 0 0,-16 6 0 0 0,25-10 0 0 0,0-1 0 0 0,0 1 0 0 0,0 0 0 0 0,0 0 0 0 0,0 0 0 0 0,1 1 0 0 0,-1-1 0 0 0,-2 4 0 0 0,-16 13 0 0 0,20-19 0 0 0,0 1 0 0 0,-1 0 0 0 0,1-1 0 0 0,0 1 0 0 0,0 0 0 0 0,0 0 0 0 0,0 0 0 0 0,-1 0 0 0 0,1 0 0 0 0,1 1 0 0 0,-1-1 0 0 0,0 0 0 0 0,0 0 0 0 0,-1 3 0 0 0,2-2 0 0 0,0-1 0 0 0,0 1 0 0 0,1 0 0 0 0,-1-1 0 0 0,1 1 0 0 0,-1 0 0 0 0,1-1 0 0 0,-1 1 0 0 0,1-1 0 0 0,0 1 0 0 0,0-1 0 0 0,-1 1 0 0 0,3 1 0 0 0,-1-1 0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5"/>
    </inkml:context>
    <inkml:brush xml:id="br0">
      <inkml:brushProperty name="width" value="0.025" units="cm"/>
      <inkml:brushProperty name="height" value="0.025" units="cm"/>
      <inkml:brushProperty name="color" value="#B2626F"/>
    </inkml:brush>
  </inkml:definitions>
  <inkml:trace contextRef="#ctx0" brushRef="#br0">1 225 6520 0 0,'0'0'3342'0'0,"15"21"-2511"0"0,-12-17-675 0 0,1 0-1 0 0,0 0 1 0 0,0 0-1 0 0,0-1 1 0 0,1 0 0 0 0,-1 0-1 0 0,1 0 1 0 0,0 0 0 0 0,8 3-1 0 0,20 11 170 0 0,-21-9-156 0 0,1-1-1 0 0,19 8 0 0 0,-18-9-53 0 0,0 0-1 0 0,12 10 0 0 0,-14-8 115 0 0,-8-5-137 0 0,1 0 0 0 0,-1 0-1 0 0,1 0 1 0 0,-1-1 0 0 0,1 1 0 0 0,0-1-1 0 0,0-1 1 0 0,8 3 0 0 0,-7-2 60 0 0,-1-1 1 0 0,1 1-1 0 0,-1 0 0 0 0,1 0 1 0 0,-1 1-1 0 0,9 5 1 0 0,34 14 874 0 0,49 14-282 0 0,-82-31-524 0 0,34 14 236 0 0,55 16-220 0 0,-90-31-237 0 0,1 0 0 0 0,0-1 0 0 0,27 3 0 0 0,-24-4 0 0 0,34 8 0 0 0,-30-4 0 0 0,-8-1 0 0 0,0-1 0 0 0,0-1 0 0 0,0 0 0 0 0,1-1 0 0 0,18 1 0 0 0,-26-2 0 0 0,-1 0 1 0 0,0 0-1 0 0,1 1 0 0 0,7 2 0 0 0,8 3 25 0 0,5-1 13 0 0,51 13 373 0 0,-67-16-279 0 0,-1-1 0 0 0,1 0 1 0 0,18 0-1 0 0,1 1 38 0 0,168 7 528 0 0,-141-6-603 0 0,-39-3 9 0 0,0 0 0 0 0,35-2 0 0 0,2-3 133 0 0,59 2 0 0 0,-67 3-84 0 0,-25-2 80 0 0,0 0 1 0 0,37-8 0 0 0,23-11 231 0 0,-71 17-410 0 0,0-1 0 0 0,0 0 0 0 0,-1-1 0 0 0,0 0-1 0 0,0 0 1 0 0,0-1 0 0 0,16-13 0 0 0,-14 10 19 0 0,-6 6-36 0 0,-1-1 1 0 0,1 0 0 0 0,-1 0 0 0 0,0-1 0 0 0,0 1-1 0 0,7-11 1 0 0,-1 1 25 0 0,-10 14-57 0 0,-1-1 0 0 0,1 1 0 0 0,-1-1 0 0 0,1 1 0 0 0,-1-1 0 0 0,1 1 0 0 0,-1-1 0 0 0,1 1 0 0 0,-1-1 0 0 0,1 0 0 0 0,-1 1 0 0 0,1-1 0 0 0,-1 0 0 0 0,0 1 0 0 0,0-1 0 0 0,1 0 0 0 0,-1 1 0 0 0,0-1 0 0 0,0 0 0 0 0,0 0 0 0 0,0 0 0 0 0,0 1 0 0 0,0-1 0 0 0,0 0 0 0 0,0 0 0 0 0,0 1 0 0 0,0-1 0 0 0,0 0 0 0 0,0 0 0 0 0,0 1 0 0 0,-1-1 0 0 0,1 0 1 0 0,0 1-1 0 0,-1-1 0 0 0,1 0 0 0 0,0 1 0 0 0,-1-1 0 0 0,0 0 0 0 0,-3-5 15 0 0,0 0 0 0 0,-1 1 0 0 0,0-1 0 0 0,0 1 0 0 0,-1 0 0 0 0,1 1 1 0 0,-1 0-1 0 0,0-1 0 0 0,-10-4 0 0 0,6 4-4 0 0,0 0 1 0 0,0 1-1 0 0,-16-4 1 0 0,15 5-1 0 0,1-1 1 0 0,-1 0-1 0 0,-12-7 1 0 0,3 1 20 0 0,0 1 0 0 0,-1 0 1 0 0,0 2-1 0 0,-30-7 0 0 0,-62-21 88 0 0,69 20-67 0 0,4 0-16 0 0,-21-7-3 0 0,47 18-34 0 0,-1-2 0 0 0,1 0-1 0 0,-13-8 1 0 0,9 5 6 0 0,-81-32 49 0 0,40 18-29 0 0,50 19-30 0 0,0 0 0 0 0,0 1 1 0 0,-1 0-1 0 0,1 1 0 0 0,-1 0 1 0 0,0 0-1 0 0,-18 0 0 0 0,-21 3-3 0 0,9 13 0 0 0,20-10 0 0 0,-1 0 0 0 0,1-2 0 0 0,-40 1 0 0 0,50-3 0 0 0,0 0 0 0 0,0-1-1 0 0,0 0 1 0 0,-16-3 0 0 0,23 3 1 0 0,0-1 0 0 0,0 1 0 0 0,0 0 0 0 0,0-1 0 0 0,0 0 0 0 0,0 1 0 0 0,0-1 0 0 0,1 0 0 0 0,-1-1 0 0 0,1 1-1 0 0,-1 0 1 0 0,1-1 0 0 0,0 1 0 0 0,0-1 0 0 0,0 0 0 0 0,0 0 0 0 0,-2-4 0 0 0,2 2 1 0 0,1 3 2 0 0,0 0 1 0 0,-1 0 0 0 0,1-1 0 0 0,0 1 0 0 0,1-1 0 0 0,-1 1 0 0 0,0-1 0 0 0,1 1 0 0 0,0-1 0 0 0,-1-4 0 0 0,1 5-3 0 0,-1 0 0 0 0,0 1 0 0 0,0-1 0 0 0,1 0 0 0 0,-1 1 0 0 0,0-1 0 0 0,0 1 0 0 0,-1-1 0 0 0,1 1 0 0 0,0 0-1 0 0,0-1 1 0 0,-1 1 0 0 0,1 0 0 0 0,-1 0 0 0 0,-1-1 0 0 0,-24-16-1 0 0,15 14-1 0 0,1 1 0 0 0,-1 0 0 0 0,1 1 0 0 0,-1 0 0 0 0,0 1 0 0 0,0 0 0 0 0,0 1 0 0 0,0 0 0 0 0,-19 3 0 0 0,-84 8 0 0 0,99-9 0 0 0,0 1 0 0 0,-17 5 0 0 0,5-1 0 0 0,-68 16 0 0 0,6 2 0 0 0,-3 9 0 0 0,81-28 0 0 0,-1 0 0 0 0,1 0 0 0 0,0 1 0 0 0,-13 10 0 0 0,18-13 0 0 0,1 1 0 0 0,0 1 0 0 0,0-1 0 0 0,1 1 0 0 0,-1 0 0 0 0,1 0 0 0 0,1 0 0 0 0,-9 14 0 0 0,12-16 0 0 0,0 0 0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6"/>
    </inkml:context>
    <inkml:brush xml:id="br0">
      <inkml:brushProperty name="width" value="0.025" units="cm"/>
      <inkml:brushProperty name="height" value="0.025" units="cm"/>
      <inkml:brushProperty name="color" value="#B2626F"/>
    </inkml:brush>
  </inkml:definitions>
  <inkml:trace contextRef="#ctx0" brushRef="#br0">0 227 4816 0 0,'0'0'136'0'0,"32"-7"850"0"0,-13 3 307 0 0,0-1-1 0 0,33-12 1 0 0,-42 13-1157 0 0,0 1 1 0 0,1 1-1 0 0,-1 0 1 0 0,12-1 0 0 0,12-3 113 0 0,-10 2-27 0 0,0 0-1 0 0,0 1 1 0 0,28 1 0 0 0,-23-1 193 0 0,-23 2-186 0 0,-1 0 1 0 0,0 0-1 0 0,1 1 0 0 0,10 0 1 0 0,5 2 432 0 0,40-2 0 0 0,-3 1-29 0 0,22 4-106 0 0,-73-5-486 0 0,-1 1 0 0 0,1 0 0 0 0,-1 1 0 0 0,0-1 0 0 0,10 4 0 0 0,-10-2 88 0 0,1-1 0 0 0,-1 0-1 0 0,1-1 1 0 0,-1 0 0 0 0,12 1-1 0 0,1 1 454 0 0,-17-3-472 0 0,1 1 0 0 0,0-1 1 0 0,-1 0-1 0 0,1 1 0 0 0,0-1 0 0 0,-1 0 1 0 0,1 0-1 0 0,5-2 0 0 0,10 0 300 0 0,-14 1-358 0 0,0 1 0 0 0,0-1-1 0 0,0 0 1 0 0,0 0 0 0 0,0 0-1 0 0,6-3 1 0 0,63-27 410 0 0,-66 27-378 0 0,-1 0 0 0 0,0-1 1 0 0,9-9-1 0 0,1 0 102 0 0,-4 4-81 0 0,-11 8-82 0 0,1 0 0 0 0,0 0-1 0 0,0 0 1 0 0,0 0 0 0 0,0 0 0 0 0,0 1 0 0 0,1-1 0 0 0,-1 1 0 0 0,0-1-1 0 0,1 1 1 0 0,-1 0 0 0 0,1 0 0 0 0,0 0 0 0 0,3 0 0 0 0,-3 0 7 0 0,0 0 0 0 0,0 0 0 0 0,0 0 1 0 0,-1 0-1 0 0,1-1 0 0 0,0 1 0 0 0,0-1 0 0 0,3-2 1 0 0,8-4 100 0 0,8-1 76 0 0,1 1 0 0 0,0 2 0 0 0,41-7 0 0 0,-37 10-25 0 0,46 3 0 0 0,10 0 228 0 0,-2-9 151 0 0,109 15 268 0 0,-166-4-780 0 0,33 4 1 0 0,-3 1 0 0 0,-43-6-42 0 0,0 0 0 0 0,-1 1 0 0 0,1 0 0 0 0,0 0 0 0 0,-1 1 0 0 0,1 1 0 0 0,-1 0 0 0 0,0 0 0 0 0,13 8 0 0 0,-20-10-8 0 0,-1 0 0 0 0,0 0 0 0 0,0 0 0 0 0,0 0 0 0 0,-1 0 0 0 0,1 0 0 0 0,0 1 0 0 0,-1-1 0 0 0,1 0 0 0 0,-1 1 1 0 0,0 0-1 0 0,0-1 0 0 0,0 1 0 0 0,1 5 0 0 0,-1-3 1 0 0,0 1 0 0 0,0 0 0 0 0,-1-1 0 0 0,0 1 0 0 0,0-1 0 0 0,-1 12 0 0 0,0-15-2 0 0,-1 1 0 0 0,1-1 0 0 0,0 0 0 0 0,-1 0 0 0 0,1 1 0 0 0,-1-1 0 0 0,0 0 0 0 0,1-1 0 0 0,-1 1 0 0 0,0 0 0 0 0,0 0 0 0 0,0-1 0 0 0,-1 1 0 0 0,-2 1 0 0 0,-33 17 0 0 0,31-17-1 0 0,1-1 0 0 0,-1 0 1 0 0,0 0-1 0 0,0-1 0 0 0,1 1 0 0 0,-1-2 0 0 0,0 1 0 0 0,-10-1 0 0 0,-3-2-3 0 0,-32-7 0 0 0,52 9 4 0 0,-3 0-2 0 0,-1 0 1 0 0,1 0-1 0 0,0 0 0 0 0,0 1 0 0 0,0-1 0 0 0,0 1 1 0 0,-1-1-1 0 0,1 1 0 0 0,0 0 0 0 0,0 0 0 0 0,1 1 1 0 0,-1-1-1 0 0,0 1 0 0 0,0-1 0 0 0,0 1 0 0 0,1 0 1 0 0,-1 0-1 0 0,1 0 0 0 0,0 0 0 0 0,0 0 0 0 0,-1 1 1 0 0,1-1-1 0 0,1 1 0 0 0,-1-1 0 0 0,0 1 0 0 0,1 0 0 0 0,-1 0 1 0 0,1 0-1 0 0,0 0 0 0 0,-2 5 0 0 0,3 24-24 0 0,1-29 23 0 0,-1 0 0 0 0,1 0-1 0 0,-1 0 1 0 0,0 0 0 0 0,0 0-1 0 0,0 0 1 0 0,-1 0 0 0 0,1-1 0 0 0,-1 1-1 0 0,0 0 1 0 0,1 0 0 0 0,-1 0 0 0 0,-2 3-1 0 0,-2 5-3 0 0,-1 0-1 0 0,0 0 1 0 0,0-1-1 0 0,-1 1 1 0 0,-1-2-1 0 0,0 1 1 0 0,0-1 0 0 0,-1 0-1 0 0,0 0 1 0 0,0-1-1 0 0,-1-1 1 0 0,0 0-1 0 0,0 0 1 0 0,-15 7-1 0 0,0-4 6 0 0,13-5-1 0 0,0-1 0 0 0,1 2 1 0 0,0 0-1 0 0,-18 11 0 0 0,23-12 3 0 0,-1-1 0 0 0,0 0 0 0 0,0 0 0 0 0,0-1 0 0 0,0 1 0 0 0,-11 2 0 0 0,8-3 0 0 0,1 0 0 0 0,0 1 0 0 0,-15 9 0 0 0,17-10 0 0 0,0 0 0 0 0,1 0 0 0 0,-1-1 0 0 0,0 0 0 0 0,0 0 0 0 0,0-1 0 0 0,-11 2 0 0 0,-25 5 0 0 0,30-5 0 0 0,-1-1 0 0 0,1 0 0 0 0,-1-1 0 0 0,1-1 0 0 0,-1 0 0 0 0,1-1 0 0 0,-26-5 0 0 0,-4 1 0 0 0,28 4 0 0 0,-1-1 0 0 0,0 0 0 0 0,1-1 0 0 0,0 0 0 0 0,-1-1 0 0 0,2-1 0 0 0,-1-1 0 0 0,-21-11 0 0 0,-5-3 0 0 0,33 17 0 0 0,0 0 0 0 0,1-1 0 0 0,-1 0 0 0 0,1 0 0 0 0,0-1 0 0 0,-11-9 0 0 0,-4-5 0 0 0,-25-18 0 0 0,35 28 0 0 0,3 3 0 0 0,0 0 0 0 0,0 0 0 0 0,-1 1 0 0 0,1 1 0 0 0,-1-1 0 0 0,0 2 0 0 0,-1-1 0 0 0,1 1 0 0 0,-15-2 0 0 0,-5 2 0 0 0,1 1 0 0 0,-32 3 0 0 0,-38-3 0 0 0,84 0 0 0 0,0-1 0 0 0,1-1 0 0 0,-1 0 0 0 0,1-1 0 0 0,0 0 0 0 0,0-1 0 0 0,1-1 0 0 0,-13-8 0 0 0,17 7 1 0 0,0 0 1 0 0,1 0-1 0 0,0-1 0 0 0,0-1 0 0 0,-7-11 1 0 0,5 8-2 0 0,2 1 9 0 0,2 1-1 0 0,-1-1 0 0 0,1-1 0 0 0,-6-20 1 0 0,11 32-3 0 0,1 0-6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7"/>
    </inkml:context>
    <inkml:brush xml:id="br0">
      <inkml:brushProperty name="width" value="0.025" units="cm"/>
      <inkml:brushProperty name="height" value="0.025" units="cm"/>
      <inkml:brushProperty name="color" value="#B2626F"/>
    </inkml:brush>
  </inkml:definitions>
  <inkml:trace contextRef="#ctx0" brushRef="#br0">593 41 4008 0 0,'0'0'11033'0'0,"-6"-14"-10554"0"0,-2 10-470 0 0,0 0 1 0 0,0 1 0 0 0,0 0 0 0 0,0 0 0 0 0,-1 0 0 0 0,1 1-1 0 0,-17-1 1 0 0,9 2-43 0 0,-1 0-1 0 0,0 2 0 0 0,-18 3 1 0 0,-59 8-119 0 0,68-8 152 0 0,16-4 7 0 0,0 2 1 0 0,0-1-1 0 0,0 2 1 0 0,0-1-1 0 0,-13 6 1 0 0,-10 1 34 0 0,28-9-35 0 0,0 1-1 0 0,0 0 1 0 0,0 1 0 0 0,0-1 0 0 0,1 1-1 0 0,-7 3 1 0 0,-33 10 49 0 0,37-13 149 0 0,0 1-1 0 0,0 1 1 0 0,0-1-1 0 0,1 1 0 0 0,0 0 1 0 0,-1 1-1 0 0,2 0 1 0 0,-8 6-1 0 0,-18 22 1255 0 0,29-31-1400 0 0,1 0 1 0 0,-1 0 0 0 0,1 0-1 0 0,0 0 1 0 0,0 1 0 0 0,0-1-1 0 0,0 0 1 0 0,0 1 0 0 0,1-1-1 0 0,-1 1 1 0 0,1-1-1 0 0,-1 1 1 0 0,1-1 0 0 0,0 1-1 0 0,0-1 1 0 0,0 1 0 0 0,0-1-1 0 0,0 1 1 0 0,1-1 0 0 0,-1 1-1 0 0,1-1 1 0 0,0 0-1 0 0,0 1 1 0 0,0-1 0 0 0,1 4-1 0 0,8 9 213 0 0,-9-13-255 0 0,-1 0 1 0 0,1 0-1 0 0,0-1 0 0 0,0 1 1 0 0,1 0-1 0 0,-1-1 0 0 0,0 1 1 0 0,0-1-1 0 0,1 1 1 0 0,-1-1-1 0 0,1 0 0 0 0,1 2 1 0 0,7 3 38 0 0,-4-1-20 0 0,0-1 0 0 0,1 0 0 0 0,0 0 0 0 0,0-1 0 0 0,0 0 0 0 0,12 4 0 0 0,8 1 36 0 0,34 7 114 0 0,-39-13-121 0 0,0-1 0 0 0,40-3-1 0 0,-6 0 85 0 0,-45 1 42 0 0,0 0 0 0 0,0-1 0 0 0,-1-1-1 0 0,16-4 1 0 0,1-1-49 0 0,-7 3 84 0 0,1 0-162 0 0,0-1 0 0 0,21-8-1 0 0,-34 9-27 0 0,0 0 0 0 0,-1 0-1 0 0,1 0 1 0 0,11-12 0 0 0,6-5 89 0 0,-21 18-75 0 0,0 0-1 0 0,-1 0 0 0 0,1 0 0 0 0,-1 0 0 0 0,0 0 1 0 0,0-1-1 0 0,-1 1 0 0 0,1-1 0 0 0,-1 0 1 0 0,0 0-1 0 0,0 0 0 0 0,1-6 0 0 0,-3 8-34 0 0,1 1-1 0 0,-1 0 0 0 0,0 0 1 0 0,1 0-1 0 0,-1-1 1 0 0,0 1-1 0 0,0 0 1 0 0,-1 0-1 0 0,1 0 0 0 0,0-1 1 0 0,-1 1-1 0 0,0 0 1 0 0,1 0-1 0 0,-1 0 0 0 0,0 0 1 0 0,0 0-1 0 0,-1-3 1 0 0,-2 0 41 0 0,0-1 0 0 0,0 1 1 0 0,0 0-1 0 0,-6-6 1 0 0,5 6-34 0 0,0 0 1 0 0,0 1 0 0 0,-1 0-1 0 0,1 0 1 0 0,-1 0 0 0 0,0 1-1 0 0,0 0 1 0 0,-1 0 0 0 0,1 0-1 0 0,0 1 1 0 0,-1 0 0 0 0,0 0-1 0 0,1 1 1 0 0,-1-1 0 0 0,-10 1-1 0 0,8 1-15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8"/>
    </inkml:context>
    <inkml:brush xml:id="br0">
      <inkml:brushProperty name="width" value="0.025" units="cm"/>
      <inkml:brushProperty name="height" value="0.025" units="cm"/>
      <inkml:brushProperty name="color" value="#B2626F"/>
    </inkml:brush>
  </inkml:definitions>
  <inkml:trace contextRef="#ctx0" brushRef="#br0">1 485 7528 0 0,'0'0'2481'0'0,"32"-13"-364"0"0,43-12-443 0 0,-68 23-1599 0 0,7-2 72 0 0,0 0-1 0 0,0 1 1 0 0,0 1 0 0 0,18-1 0 0 0,-25 3-53 0 0,0-1 0 0 0,1 0 0 0 0,-1 0 0 0 0,0-1 0 0 0,0 0 0 0 0,7-3 0 0 0,19-5 319 0 0,-6 3 479 0 0,-16 4-552 0 0,-1 1 0 0 0,1 0 0 0 0,0 0 0 0 0,12 0-1 0 0,-21 2-279 0 0,-1-1 0 0 0,0 1 0 0 0,1 0 0 0 0,-1-1 0 0 0,0 1 0 0 0,1 0-1 0 0,-1-1 1 0 0,0 0 0 0 0,1 1 0 0 0,-1-1 0 0 0,0 0 0 0 0,0 0-1 0 0,0 0 1 0 0,0 1 0 0 0,0-1 0 0 0,0 0 0 0 0,0 0 0 0 0,0-1 0 0 0,0 1-1 0 0,1-2 1 0 0,5-5 237 0 0,1 1-63 0 0,-7 6-154 0 0,1 0-1 0 0,-1 0 0 0 0,1 0 0 0 0,-1 0 1 0 0,0 0-1 0 0,1-1 0 0 0,-1 1 0 0 0,0-1 1 0 0,0 1-1 0 0,0 0 0 0 0,0-1 0 0 0,0 0 0 0 0,1-2 1 0 0,-2 4 1 0 0,7-33 1298 0 0,-10-19-34 0 0,21 27-664 0 0,-16 21-642 0 0,-1 0 0 0 0,1-1 0 0 0,0 1 0 0 0,0 0 0 0 0,0 0 0 0 0,1 0 0 0 0,0 1 0 0 0,-1-1 0 0 0,1 0 0 0 0,0 1 0 0 0,1 0 0 0 0,-1 0 1 0 0,1 0-1 0 0,3-3 0 0 0,116-30 257 0 0,-92 25-289 0 0,-20 6-5 0 0,0 1 1 0 0,21-4-1 0 0,124-26 77 0 0,-23 5-54 0 0,-67 21-25 0 0,-41 6 0 0 0,22-4 0 0 0,-20 3 0 0 0,32-1 0 0 0,15-3 0 0 0,0 0 0 0 0,-58 5 0 0 0,-1 1 0 0 0,1 1 0 0 0,0 0 0 0 0,29 5 0 0 0,22 0 0 0 0,-13 2 0 0 0,-10 2 0 0 0,-38-8 0 0 0,-6-1 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79"/>
    </inkml:context>
    <inkml:brush xml:id="br0">
      <inkml:brushProperty name="width" value="0.025" units="cm"/>
      <inkml:brushProperty name="height" value="0.025" units="cm"/>
      <inkml:brushProperty name="color" value="#B2626F"/>
    </inkml:brush>
  </inkml:definitions>
  <inkml:trace contextRef="#ctx0" brushRef="#br0">9 338 5824 0 0,'0'0'1462'0'0,"-8"-3"1156"0"0,12 4-2259 0 0,-1 0 1 0 0,1 0 0 0 0,0 0 0 0 0,-1 1-1 0 0,7 3 1 0 0,6 2 852 0 0,38 20 632 0 0,-45-23-1720 0 0,0-1 0 0 0,-1 1 0 0 0,10 7 0 0 0,19 8 535 0 0,-18-11-407 0 0,-8-4-54 0 0,0 1 1 0 0,1-1-1 0 0,-1-1 1 0 0,1 0-1 0 0,14 1 0 0 0,-24-3-177 0 0,1-1 0 0 0,0 1-1 0 0,-1 0 1 0 0,1 0-1 0 0,0 0 1 0 0,-1 0-1 0 0,1 0 1 0 0,-1 1-1 0 0,0-1 1 0 0,3 3-1 0 0,-3-2 0 0 0,1-1-1 0 0,-1 1 0 0 0,1-1 0 0 0,-1 1 0 0 0,0-1 0 0 0,1 0 0 0 0,0 0 0 0 0,-1 0 0 0 0,1 0 0 0 0,4 0 0 0 0,-3 0-18 0 0,0 0 0 0 0,-1 0-1 0 0,1 0 1 0 0,0 0-1 0 0,0 1 1 0 0,-1-1 0 0 0,7 5-1 0 0,18 7 3 0 0,-14-9-5 0 0,-1 0-1 0 0,19 9 0 0 0,-27-11 11 0 0,-1-1-1 0 0,1 0 0 0 0,0 0 0 0 0,-1 0 0 0 0,1 0 0 0 0,8-1 0 0 0,19 4 31 0 0,6 8 129 0 0,-3 0 13 0 0,47 8 0 0 0,-49-11-169 0 0,-26-7-15 0 0,0 0 1 0 0,1 0 0 0 0,-1-1 0 0 0,15 2 0 0 0,-17-3 0 0 0,-1 1 0 0 0,1 1 0 0 0,-1-1 0 0 0,1 1 0 0 0,5 2-1 0 0,8 3-3 0 0,-7-4 5 0 0,0-1-1 0 0,19 1 1 0 0,-20-2 0 0 0,1 0 0 0 0,0 1 0 0 0,13 4-1 0 0,15 7 3 0 0,55 17 0 0 0,-77-26 0 0 0,4 1 0 0 0,32 11 0 0 0,-26-6-5 0 0,1-1 0 0 0,45 8-1 0 0,131 27-10 0 0,-160-33 15 0 0,-19-4-2 0 0,30 3 1 0 0,69 13-32 0 0,-110-23 330 0 0,0 0 0 0 0,18-2 0 0 0,8 0 210 0 0,-1-6-216 0 0,-23 5-214 0 0,-13 1-58 0 0,0 1-1 0 0,-1 0 0 0 0,1-1 0 0 0,0 1 0 0 0,0-1 1 0 0,-1 0-1 0 0,1 0 0 0 0,-1 0 0 0 0,1 0 1 0 0,3-5-1 0 0,20-26 112 0 0,-27 31-125 0 0,0 1-1 0 0,0 0 1 0 0,0-1-1 0 0,0 1 1 0 0,0 0-1 0 0,0 0 1 0 0,0 0-1 0 0,0 0 1 0 0,-1 0-1 0 0,1 0 1 0 0,0 0-1 0 0,-1 0 1 0 0,1 0 0 0 0,-3 0-1 0 0,0-2 4 0 0,-97-61 173 0 0,11 28 591 0 0,63 22-433 0 0,1-1 1 0 0,0-1 0 0 0,-42-35-1 0 0,51 36-337 0 0,-1 1 0 0 0,-1 0 0 0 0,-21-11 0 0 0,38 23-36 0 0,0 0 0 0 0,0 0 0 0 0,0 0 0 0 0,0-1 0 0 0,0 1 0 0 0,0 0 0 0 0,1-1 0 0 0,-1 1 1 0 0,1-1-1 0 0,-2-4 0 0 0,-10-15-35 0 0,-18-26 45 0 0,23 34 17 0 0,-1 1 0 0 0,-10-12-1 0 0,-6-6 22 0 0,-31-33 29 0 0,-10-12 315 0 0,58 67-227 0 0,-11-12 272 0 0,-30-28 0 0 0,39 41-343 0 0,0 1 1 0 0,-1 0-1 0 0,0 0 1 0 0,0 1-1 0 0,0 0 1 0 0,-1 1-1 0 0,0 1 1 0 0,0 0-1 0 0,0 0 1 0 0,-20-2-1 0 0,15 2-15 0 0,5 1-27 0 0,0 1-1 0 0,1 0 1 0 0,-1 1 0 0 0,-14 0 0 0 0,14 2-9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0"/>
    </inkml:context>
    <inkml:brush xml:id="br0">
      <inkml:brushProperty name="width" value="0.025" units="cm"/>
      <inkml:brushProperty name="height" value="0.025" units="cm"/>
      <inkml:brushProperty name="color" value="#B2626F"/>
    </inkml:brush>
  </inkml:definitions>
  <inkml:trace contextRef="#ctx0" brushRef="#br0">0 1 7936 0 0,'0'0'3536'0'0,"25"9"-2002"0"0,23 15 397 0 0,16 7-1062 0 0,-32-5 48 0 0,-27-21-751 0 0,1 0 0 0 0,0 0-1 0 0,13 7 1 0 0,48 30 751 0 0,-41-25-592 0 0,-21-13-238 0 0,0 0 1 0 0,0-1-1 0 0,1 0 1 0 0,-1 0-1 0 0,12 5 1 0 0,-11-6-7 0 0,3 4 17 0 0,-3-1-39 0 0,-1-2-19 0 0,-1-1 1 0 0,-1-1-11 0 0,22 6 4 0 0,10 9 67 0 0,11 2-19 0 0,3 0-620 0 0,-14-4 60 0 0,10 3 304 0 0,-26-12 70 0 0,71 16-336 0 0,-71-17 227 0 0,35 13 0 0 0,13 3-491 0 0,20 3 122 0 0,9 2 437 0 0,-80-22 128 0 0,2 1 338 0 0,0-2-1 0 0,24 2 1 0 0,-32-4-176 0 0,0 1 0 0 0,0 1 0 0 0,14 3 0 0 0,20 4 267 0 0,-12-6-71 0 0,73 3 334 0 0,-23 1-341 0 0,25-9-175 0 0,-78 2-126 0 0,-26 0-33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1"/>
    </inkml:context>
    <inkml:brush xml:id="br0">
      <inkml:brushProperty name="width" value="0.025" units="cm"/>
      <inkml:brushProperty name="height" value="0.025" units="cm"/>
      <inkml:brushProperty name="color" value="#B2626F"/>
    </inkml:brush>
  </inkml:definitions>
  <inkml:trace contextRef="#ctx0" brushRef="#br0">1 197 5120 0 0,'0'0'1454'0'0,"28"5"45"0"0,-24-6-1358 0 0,0 1-1 0 0,0-1 1 0 0,0 0-1 0 0,0 0 1 0 0,-1 0-1 0 0,1 0 1 0 0,0-1-1 0 0,0 1 1 0 0,4-4 0 0 0,21-7 834 0 0,-25 11-933 0 0,0 0 0 0 0,0-1 0 0 0,0 0 0 0 0,-1 1 0 0 0,1-1-1 0 0,-1-1 1 0 0,5-2 0 0 0,-5 2-2 0 0,1 0 0 0 0,-1 1 1 0 0,1 0-1 0 0,0 0 0 0 0,0 0 0 0 0,7-3 0 0 0,-2 3 147 0 0,-1 0 1 0 0,0-1-1 0 0,0-1 0 0 0,-1 1 0 0 0,1-1 0 0 0,-1-1 0 0 0,0 1 0 0 0,13-11 0 0 0,2-1 665 0 0,7-7 135 0 0,-25 20-939 0 0,-1-1 1 0 0,1 0 0 0 0,0 1-1 0 0,0 0 1 0 0,0 0-1 0 0,0 0 1 0 0,1 0-1 0 0,-1 1 1 0 0,1 0 0 0 0,0 0-1 0 0,0 0 1 0 0,-1 0-1 0 0,10-1 1 0 0,18-2 45 0 0,-25 5-89 0 0,0-1 0 0 0,0 0 0 0 0,-1-1 1 0 0,12-3-1 0 0,-13 4 67 0 0,0-1 0 0 0,1 1 0 0 0,-1 1 0 0 0,0-1 0 0 0,0 1 0 0 0,0 0 0 0 0,0 0 0 0 0,1 0 0 0 0,-1 1 0 0 0,0 0 0 0 0,8 2 0 0 0,49 7 1142 0 0,-28-7-988 0 0,-34-3-188 0 0,30 0 458 0 0,-24 0-441 0 0,-1-1 0 0 0,1 1 0 0 0,-1-1 0 0 0,0 0 0 0 0,0 0-1 0 0,1 0 1 0 0,6-4 0 0 0,-2 5-46 0 0,-8 0-9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2"/>
    </inkml:context>
    <inkml:brush xml:id="br0">
      <inkml:brushProperty name="width" value="0.025" units="cm"/>
      <inkml:brushProperty name="height" value="0.025" units="cm"/>
      <inkml:brushProperty name="color" value="#B2626F"/>
    </inkml:brush>
  </inkml:definitions>
  <inkml:trace contextRef="#ctx0" brushRef="#br0">87 4 488 0 0,'0'0'1899'0'0,"-23"-3"1543"0"0,-9 30-1142 0 0,31-26-2244 0 0,-1-1 1 0 0,0 1-1 0 0,0 0 0 0 0,1 0 1 0 0,-1 0-1 0 0,0 0 0 0 0,1 0 1 0 0,-1 0-1 0 0,1 1 0 0 0,-1-1 1 0 0,1 0-1 0 0,0 1 0 0 0,0-1 1 0 0,0 1-1 0 0,-1-1 0 0 0,1 1 1 0 0,1 0-1 0 0,-1-1 0 0 0,0 1 0 0 0,0 0 1 0 0,1 0-1 0 0,-1 0 0 0 0,1 0 1 0 0,-1 2-1 0 0,1-4-9 0 0,0 0-5 0 0,0 0 0 0 0,-1 1 0 0 0,1-1 0 0 0,0 1 0 0 0,0-1 0 0 0,0 0 0 0 0,0 1 0 0 0,0-1 0 0 0,0 1 0 0 0,0-1 0 0 0,0 0 0 0 0,0 1 1 0 0,0-1-1 0 0,0 0 0 0 0,0 1 0 0 0,0-1 0 0 0,0 1 0 0 0,0-1 0 0 0,1 0 0 0 0,-1 1 0 0 0,0-1 0 0 0,0 0 0 0 0,0 1 0 0 0,1-1 0 0 0,-1 0 0 0 0,0 1 0 0 0,0-1 0 0 0,1 0 1 0 0,-1 1-1 0 0,1-1 0 0 0,12 14 900 0 0,-4-4-126 0 0,24 16 1458 0 0,40 24-1041 0 0,-66-44-1104 0 0,1-2 0 0 0,0 1-1 0 0,0-1 1 0 0,0 0 0 0 0,16 5 0 0 0,-14-5-24 0 0,0 1-1 0 0,0 0 0 0 0,-1 1 1 0 0,16 11-1 0 0,-23-15-87 0 0,12 6 21 0 0,0 0 0 0 0,0-1 0 0 0,1-1 0 0 0,26 9 0 0 0,-18-7-23 0 0,-18-6-12 0 0,0 0 3 0 0,0-1 1 0 0,0 1 0 0 0,-1-1-1 0 0,1 0 1 0 0,0 0 0 0 0,10 0-1 0 0,-10 0 8 0 0,1 0-1 0 0,-1 1 1 0 0,0-1-1 0 0,1 1 1 0 0,-1 0-1 0 0,0 0 1 0 0,0 1-1 0 0,5 3 1 0 0,-7-4 3 0 0,1 0 1 0 0,0 0 0 0 0,-1-1-1 0 0,1 1 1 0 0,0-1 0 0 0,0 1-1 0 0,-1-1 1 0 0,1 0-1 0 0,0-1 1 0 0,0 1 0 0 0,0-1-1 0 0,0 1 1 0 0,6-2-1 0 0,-10 1-9 0 0,31 6 119 0 0,72 30 375 0 0,-24-8-292 0 0,23-1-113 0 0,-32-7-59 0 0,16 4 12 0 0,-42-21-50 0 0,-35-3 0 0 0,0 1 0 0 0,0 0 0 0 0,0 0 0 0 0,16 4 0 0 0,-4 1 0 0 0,30 4 0 0 0,-33-6 0 0 0,1-1 0 0 0,23 10 0 0 0,-35-12 0 0 0,-1 0 0 0 0,1 0 0 0 0,-1-1 0 0 0,1 0 0 0 0,-1 0 0 0 0,12-2 0 0 0,5 1 0 0 0,47 1 0 0 0,-31-4-1842 0 0,-38 4 1804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3"/>
    </inkml:context>
    <inkml:brush xml:id="br0">
      <inkml:brushProperty name="width" value="0.025" units="cm"/>
      <inkml:brushProperty name="height" value="0.025" units="cm"/>
      <inkml:brushProperty name="color" value="#B2626F"/>
    </inkml:brush>
  </inkml:definitions>
  <inkml:trace contextRef="#ctx0" brushRef="#br0">0 42 1496 0 0,'0'0'2183'0'0,"27"-7"-614"0"0,-11 2-1073 0 0,2 0 1 0 0,19-3-1 0 0,-13 5-238 0 0,0 2 1 0 0,34 1-1 0 0,16-8 1164 0 0,33 4-60 0 0,-6 14-897 0 0,24-3 699 0 0,-119-6-1109 0 0,0-1 0 0 0,-1 0 1 0 0,1 0-1 0 0,0-1 0 0 0,-1 0 1 0 0,1 0-1 0 0,-1 0 0 0 0,9-3 0 0 0,-8 4-15 0 0,-1 0-1 0 0,1 0 1 0 0,-1 0-1 0 0,0 1 1 0 0,1-1-1 0 0,-1 2 1 0 0,1-1-1 0 0,-1 0 1 0 0,8 5 0 0 0,7 0 39 0 0,-1 3-8 0 0,-17-7-63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4"/>
    </inkml:context>
    <inkml:brush xml:id="br0">
      <inkml:brushProperty name="width" value="0.025" units="cm"/>
      <inkml:brushProperty name="height" value="0.025" units="cm"/>
      <inkml:brushProperty name="color" value="#B2626F"/>
    </inkml:brush>
  </inkml:definitions>
  <inkml:trace contextRef="#ctx0" brushRef="#br0">0 25 2400 0 0,'0'0'1184'0'0,"33"-3"311"0"0,-28 3-1254 0 0,0-1 0 0 0,-1 0 0 0 0,1 0 1 0 0,-1 0-1 0 0,9-3 0 0 0,-9 2-126 0 0,1 1-1 0 0,0-1 0 0 0,-1 1 0 0 0,1 0 1 0 0,10-1-1 0 0,55-3 186 0 0,1 6-77 0 0,-39-1 214 0 0,15 8 1320 0 0,-35-5-1464 0 0,72 8 1526 0 0,-9 7-814 0 0,-36-8-730 0 0,-28-6-201 0 0,1-1 0 0 0,17 3 1 0 0,-1-5 41 0 0,33-2 0 0 0,-12-1-20 0 0,-39 2-86 0 0,0-2 1 0 0,0 1 0 0 0,11-4 0 0 0,-11 3 0 0 0,0 0 0 0 0,0 0 0 0 0,11 1 1 0 0,27-2-9 0 0,16 0 2 0 0,-40 5-5 0 0,-12-2 0 0 0,-1 1 0 0 0,1 0 0 0 0,-1 0 0 0 0,20 6 0 0 0,100 33 0 0 0,-64-18 0 0 0,-65-21 0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5"/>
    </inkml:context>
    <inkml:brush xml:id="br0">
      <inkml:brushProperty name="width" value="0.025" units="cm"/>
      <inkml:brushProperty name="height" value="0.025" units="cm"/>
      <inkml:brushProperty name="color" value="#B2626F"/>
    </inkml:brush>
  </inkml:definitions>
  <inkml:trace contextRef="#ctx0" brushRef="#br0">0 248 7136 0 0,'0'0'5348'0'0,"27"-24"-4512"0"0,-20 20-698 0 0,-1 0 1 0 0,1 1 0 0 0,0 0 0 0 0,11-4 0 0 0,17-8 123 0 0,-17 4-55 0 0,-15 8-146 0 0,0 1 0 0 0,1 0 0 0 0,0-1 0 0 0,-1 2 0 0 0,1-1-1 0 0,0 0 1 0 0,8-2 0 0 0,-5 1 44 0 0,1 0 0 0 0,-1-1 1 0 0,0 0-1 0 0,0-1 0 0 0,6-5 0 0 0,-1 2 189 0 0,1 0 0 0 0,-1 1 0 0 0,20-9 0 0 0,36-6 627 0 0,13-7 212 0 0,-64 22-1014 0 0,22-5 212 0 0,52 5 82 0 0,-68 2-247 0 0,-12 2-75 0 0,1 1-1 0 0,0 1 1 0 0,-1 0-1 0 0,24 0 1 0 0,26 8 366 0 0,-48-4-376 0 0,0-2 0 0 0,17 2 0 0 0,24 2 51 0 0,33 6 82 0 0,21 9-15 0 0,-63-6-131 0 0,-35-10-58 0 0,0 0 0 0 0,1-1 0 0 0,18 3 0 0 0,-21-4 2 0 0,-1-1-1 0 0,1 1 1 0 0,11 5 0 0 0,20 4 26 0 0,13-1-23 0 0,-7 5-116 0 0,-37-12-30 0 0,8 3-71 0 0,0 0 0 0 0,19 12 1 0 0,-33-17 179 0 0,-1-1 0 0 0,1 1 0 0 0,-1 1 0 0 0,1-1 0 0 0,-1 0 0 0 0,0 0 0 0 0,0 0 0 0 0,1 1 0 0 0,-1-1 0 0 0,0 1 1 0 0,0-1-1 0 0,0 1 0 0 0,0-1 0 0 0,-1 1 0 0 0,1 0 0 0 0,0-1 0 0 0,-1 1 0 0 0,1 0 0 0 0,-1 0 0 0 0,1-1 0 0 0,-1 1 0 0 0,0 0 0 0 0,0 0 0 0 0,0-1 1 0 0,0 1-1 0 0,0 3 0 0 0,0-2 4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6"/>
    </inkml:context>
    <inkml:brush xml:id="br0">
      <inkml:brushProperty name="width" value="0.025" units="cm"/>
      <inkml:brushProperty name="height" value="0.025" units="cm"/>
      <inkml:brushProperty name="color" value="#B2626F"/>
    </inkml:brush>
  </inkml:definitions>
  <inkml:trace contextRef="#ctx0" brushRef="#br0">0 0 11856 0 0,'0'0'0'0'0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7"/>
    </inkml:context>
    <inkml:brush xml:id="br0">
      <inkml:brushProperty name="width" value="0.025" units="cm"/>
      <inkml:brushProperty name="height" value="0.025" units="cm"/>
      <inkml:brushProperty name="color" value="#B2626F"/>
    </inkml:brush>
  </inkml:definitions>
  <inkml:trace contextRef="#ctx0" brushRef="#br0">0 639 4912 0 0,'0'0'10096'0'0,"33"-15"-10056"0"0,19-29-56 0 0,-47 40 16 0 0,1 0 0 0 0,-1 0 0 0 0,0 0 0 0 0,1 1 0 0 0,9-4 0 0 0,-8 4 0 0 0,-1-1 0 0 0,1 1 0 0 0,-1-1 0 0 0,7-6 0 0 0,24-20 89 0 0,13-12 63 0 0,-31 26-33 0 0,-15 14-81 0 0,-1-1 1 0 0,1 0-1 0 0,-1 0 0 0 0,0 0 1 0 0,0-1-1 0 0,0 1 0 0 0,0-1 1 0 0,0 1-1 0 0,2-6 1 0 0,-1 3 83 0 0,1-1 1 0 0,0 1 0 0 0,0 1 0 0 0,0-1-1 0 0,0 1 1 0 0,1-1 0 0 0,7-4 0 0 0,-2 1 48 0 0,5-3 236 0 0,-12 9-310 0 0,0 0 0 0 0,0 0 0 0 0,-1 0 0 0 0,1 0 0 0 0,-1-1 0 0 0,4-3 0 0 0,-6 4-45 0 0,1 1 0 0 0,0 0-1 0 0,1 0 1 0 0,-1 1 0 0 0,0-1-1 0 0,1 0 1 0 0,-1 1 0 0 0,1-1 0 0 0,-1 1-1 0 0,1 0 1 0 0,-1 0 0 0 0,1 0-1 0 0,0 0 1 0 0,4 0 0 0 0,-4 0-19 0 0,0 1 0 0 0,-1-1 0 0 0,1 0 0 0 0,0 0 0 0 0,0 0 0 0 0,-1 0 0 0 0,1-1 1 0 0,-1 1-1 0 0,1-1 0 0 0,-1 1 0 0 0,0-1 0 0 0,0 0 0 0 0,1 0 0 0 0,1-3 0 0 0,0 0 55 0 0,0-1-1 0 0,0 1 1 0 0,0 0-1 0 0,1 0 1 0 0,0 1-1 0 0,0-1 1 0 0,0 1-1 0 0,0 0 0 0 0,1 1 1 0 0,-1-1-1 0 0,12-4 1 0 0,-11 5-25 0 0,-1 0 1 0 0,0 0 0 0 0,0-1-1 0 0,0 1 1 0 0,-1-1 0 0 0,1 0-1 0 0,-1-1 1 0 0,7-8 0 0 0,11-11 164 0 0,-19 23-215 0 0,-1 0 0 0 0,0 0 0 0 0,1 0 1 0 0,-1 0-1 0 0,1 1 0 0 0,0-1 0 0 0,-1 1 0 0 0,1-1 0 0 0,-1 1 0 0 0,1 0 0 0 0,4 0 0 0 0,17-2 62 0 0,-20 0-59 0 0,0 0-1 0 0,-1 1 1 0 0,1-2-1 0 0,-1 1 1 0 0,1 0 0 0 0,-1-1-1 0 0,1 1 1 0 0,2-5-1 0 0,-3 4-4 0 0,1 0 0 0 0,0 0 0 0 0,-1 0 0 0 0,1 1-1 0 0,5-4 1 0 0,25-5 41 0 0,-27 10-39 0 0,-1-1-1 0 0,0 0 1 0 0,1 0-1 0 0,-1-1 1 0 0,6-3-1 0 0,-6 3-6 0 0,-1 0 1 0 0,1 0-1 0 0,0 1 0 0 0,0-1 1 0 0,0 1-1 0 0,0 1 0 0 0,0-1 1 0 0,0 1-1 0 0,0 0 0 0 0,0 1 1 0 0,1-1-1 0 0,-1 1 0 0 0,9 1 1 0 0,-8-1-7 0 0,-3 0 2 0 0,1-1 0 0 0,0 0-1 0 0,-1 0 1 0 0,1 0 0 0 0,0 0 0 0 0,-1-1-1 0 0,0 0 1 0 0,8-4 0 0 0,-8 4 0 0 0,0 0 0 0 0,1 0 0 0 0,-1 0 0 0 0,1 0 0 0 0,0 1 0 0 0,0 0 0 0 0,-1 0 0 0 0,10-1 0 0 0,18-1 7 0 0,-25 2-7 0 0,1 0 1 0 0,-1 1 0 0 0,1 0 0 0 0,10 1-1 0 0,-6 2-2 0 0,-1 0 0 0 0,0 2 0 0 0,17 8 0 0 0,-26-12 0 0 0,1 1 0 0 0,-1 0 0 0 0,0-1 0 0 0,0 1 0 0 0,0 0 0 0 0,0 0 0 0 0,0 0 0 0 0,0 1 0 0 0,-1-1 0 0 0,1 0 0 0 0,-1 1 0 0 0,0-1 0 0 0,1 1 0 0 0,-1-1 0 0 0,0 1 0 0 0,0 0 0 0 0,-1-1 0 0 0,1 1 0 0 0,-1 0 0 0 0,1 0 0 0 0,-1-1 0 0 0,0 1 0 0 0,0 0 0 0 0,0 0 0 0 0,0 0 0 0 0,0 0 0 0 0,-1-1 0 0 0,1 1 0 0 0,-1 0 0 0 0,0-1 0 0 0,0 1 0 0 0,0 0 0 0 0,0-1 0 0 0,0 1 0 0 0,-1-1 0 0 0,1 1 0 0 0,-1-1 0 0 0,0 0 0 0 0,1 0 0 0 0,-1 0 0 0 0,0 0 0 0 0,0 0 0 0 0,-3 2 0 0 0,-95 61 0 0 0,-22 16 0 0 0,23 3 16 0 0,94-79-11 0 0,1 0 0 0 0,0 1 0 0 0,0-1 0 0 0,0 1 0 0 0,0 0 0 0 0,1 0 0 0 0,0 0 0 0 0,1 0 0 0 0,-3 9 0 0 0,-14 26 17 0 0,17-36-17 0 0,0 0 0 0 0,0 0 0 0 0,0 0 0 0 0,1 0 0 0 0,0 0 0 0 0,0 1-1 0 0,0-1 1 0 0,1 0 0 0 0,0 1 0 0 0,0 9 0 0 0,0-6-3 0 0,0-7-2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8"/>
    </inkml:context>
    <inkml:brush xml:id="br0">
      <inkml:brushProperty name="width" value="0.025" units="cm"/>
      <inkml:brushProperty name="height" value="0.025" units="cm"/>
      <inkml:brushProperty name="color" value="#B2626F"/>
    </inkml:brush>
  </inkml:definitions>
  <inkml:trace contextRef="#ctx0" brushRef="#br0">1 266 10656 0 0,'0'0'3648'0'0,"35"-4"-2506"0"0,-21-1-949 0 0,-1 1-1 0 0,1 1 0 0 0,0 0 1 0 0,0 1-1 0 0,0 1 0 0 0,17-1 1 0 0,-27 3-175 0 0,1-1 0 0 0,-1 0 0 0 0,0 0 0 0 0,1 0 0 0 0,-1 0 0 0 0,0-1 0 0 0,0 1 0 0 0,0-1 0 0 0,1 0 0 0 0,-1-1 0 0 0,0 1 0 0 0,0-1 0 0 0,-1 0 0 0 0,1 0 0 0 0,0 0 0 0 0,0 0 0 0 0,-1-1 0 0 0,6-4 0 0 0,-2 1 19 0 0,-1 0 0 0 0,0-1 0 0 0,0 0 0 0 0,-1 0 0 0 0,7-10 0 0 0,26-32 637 0 0,-38 47-633 0 0,1 1 0 0 0,0 0 0 0 0,-1-1 0 0 0,1 1 0 0 0,0-1 0 0 0,-1 1 0 0 0,0-1 0 0 0,1 1 0 0 0,-1-1 0 0 0,0 0 0 0 0,0 1 0 0 0,0-1 0 0 0,0 1-1 0 0,-1-4 1 0 0,1-5 457 0 0,0 10-442 0 0,0-27 608 0 0,-7 6-426 0 0,6 19-194 0 0,1 1 0 0 0,-1-1 1 0 0,0 1-1 0 0,0-1 0 0 0,1 0 0 0 0,-1 0 0 0 0,1 1 0 0 0,0-1 1 0 0,-1 0-1 0 0,1 0 0 0 0,0 0 0 0 0,0 1 0 0 0,1-5 0 0 0,4 1 108 0 0,-5 4-128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89"/>
    </inkml:context>
    <inkml:brush xml:id="br0">
      <inkml:brushProperty name="width" value="0.025" units="cm"/>
      <inkml:brushProperty name="height" value="0.025" units="cm"/>
      <inkml:brushProperty name="color" value="#B2626F"/>
    </inkml:brush>
  </inkml:definitions>
  <inkml:trace contextRef="#ctx0" brushRef="#br0">298 1 6128 0 0,'0'0'7145'0'0,"1"17"-6589"0"0,-9 1-519 0 0,7-14-31 0 0,0-1 1 0 0,-1 0 0 0 0,1 0 0 0 0,-1 0-1 0 0,1 0 1 0 0,-1-1 0 0 0,-4 6 0 0 0,-3 8 9 0 0,8-15-14 0 0,1 1 0 0 0,-1-1-1 0 0,1 0 1 0 0,-1 1 0 0 0,1-1-1 0 0,-1 0 1 0 0,0 0 0 0 0,0 0-1 0 0,0 1 1 0 0,1-1-1 0 0,-1 0 1 0 0,0 0 0 0 0,0 0-1 0 0,0 0 1 0 0,-1-1 0 0 0,1 1-1 0 0,0 0 1 0 0,-2 1 0 0 0,1-1 31 0 0,0 0 1 0 0,0 1-1 0 0,1-1 1 0 0,-1 1-1 0 0,1-1 1 0 0,-1 1-1 0 0,1 0 1 0 0,0-1 0 0 0,0 1-1 0 0,0 0 1 0 0,-1 0-1 0 0,2 0 1 0 0,-2 2-1 0 0,-10 15 284 0 0,4-12 190 0 0,0 0 0 0 0,-16 9 0 0 0,-1 1 81 0 0,21-14-391 0 0,0 0 0 0 0,-1-1 0 0 0,0 1 0 0 0,1-1 0 0 0,-1 0 0 0 0,0 0-1 0 0,0-1 1 0 0,-8 2 0 0 0,-2 1 241 0 0,-17 6 533 0 0,-18 5 202 0 0,46-15-1119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0"/>
    </inkml:context>
    <inkml:brush xml:id="br0">
      <inkml:brushProperty name="width" value="0.025" units="cm"/>
      <inkml:brushProperty name="height" value="0.025" units="cm"/>
      <inkml:brushProperty name="color" value="#B2626F"/>
    </inkml:brush>
  </inkml:definitions>
  <inkml:trace contextRef="#ctx0" brushRef="#br0">656 8 5224 0 0,'0'0'9853'0'0,"-6"-8"-9188"0"0,-19 11-215 0 0,0 1-1 0 0,-35 11 0 0 0,54-13-414 0 0,1 0 0 0 0,0 1-1 0 0,0 0 1 0 0,0 0 0 0 0,0 0-1 0 0,-5 6 1 0 0,6-5-21 0 0,-1-1 0 0 0,1 0 0 0 0,0 0 1 0 0,-1 0-1 0 0,0 0 0 0 0,1-1 0 0 0,-11 4 0 0 0,11-5-10 0 0,-1 1 0 0 0,1 0 1 0 0,0 0-1 0 0,0 1 0 0 0,0-1 0 0 0,1 1 0 0 0,-1 0 1 0 0,0 0-1 0 0,1 0 0 0 0,0 0 0 0 0,-3 5 0 0 0,-22 16 45 0 0,9-1 48 0 0,4-5 68 0 0,-16 11 669 0 0,18-19-574 0 0,7-6-156 0 0,0 0 1 0 0,0 1-1 0 0,0 0 0 0 0,1 0 1 0 0,-1 1-1 0 0,-8 11 0 0 0,10-11-65 0 0,-1-1-1 0 0,0 0 1 0 0,0-1-1 0 0,0 1 0 0 0,-6 3 1 0 0,-5 5 113 0 0,12-10-114 0 0,0 1 1 0 0,-1 0 0 0 0,0 0 0 0 0,0-1 1 0 0,0 1-1 0 0,-6 2 0 0 0,7-4-24 0 0,0 0 0 0 0,0 1 1 0 0,0-1-1 0 0,0 1 0 0 0,1 0 0 0 0,-1 0 0 0 0,-3 4 0 0 0,-11 8 56 0 0,-36 40 56 0 0,51-52-121 0 0,0 0-1 0 0,0 0 1 0 0,1 1 0 0 0,-1-1 0 0 0,1 1-1 0 0,0-1 1 0 0,-3 6 0 0 0,-3 6 5 0 0,5-8 13 0 0,-1-1 0 0 0,1 1-1 0 0,0 1 1 0 0,1-1 0 0 0,-3 10-1 0 0,4-13-10 0 0,1 0-1 0 0,-1 0 0 0 0,1 1 0 0 0,-1-1 0 0 0,1 0 0 0 0,0 0 1 0 0,1 0-1 0 0,-1 0 0 0 0,1 1 0 0 0,0-1 0 0 0,2 6 0 0 0,19 24 156 0 0,-17-28-149 0 0,0 0 0 0 0,0 0 0 0 0,0-1 0 0 0,0 1 0 0 0,11 6 0 0 0,8 9 61 0 0,-15-14-69 0 0,0-1-1 0 0,1 0 1 0 0,-1 0 0 0 0,2-1 0 0 0,15 6 0 0 0,-22-9-6 0 0,109 39 45 0 0,-100-38-50 0 0,1 0-1 0 0,0 0 1 0 0,-1-1 0 0 0,1-1 0 0 0,0 0 0 0 0,23-2-1 0 0,16-7 1 0 0,58-18 0 0 0,-56 13 0 0 0,-38 8 0 0 0,32-14 0 0 0,-36 13 0 0 0,0 1 0 0 0,1 0 0 0 0,-1 1 0 0 0,18-3 0 0 0,-25 6 0 0 0,1-1 0 0 0,-1 0 0 0 0,0-1 0 0 0,0 1 0 0 0,0-1 0 0 0,-1-1 0 0 0,1 1 0 0 0,0-1 0 0 0,5-5 0 0 0,30-17 0 0 0,-17 17 22 0 0,1 0-1 0 0,30-6 1 0 0,11-4 9 0 0,-30 4-25 0 0,-26 11-4 0 0,-1 0 0 0 0,1 0 0 0 0,0 1 0 0 0,11-2 0 0 0,83-21 14 0 0,-85 22-16 0 0,-1-1 0 0 0,0-1 0 0 0,17-8 0 0 0,21-7 0 0 0,-47 18 0 0 0,13-3 0 0 0,0-2 0 0 0,24-11 0 0 0,-42 17 0 0 0,13-8 0 0 0,1 1 0 0 0,0 1 0 0 0,38-12 0 0 0,-46 17 0 0 0,-1-1 0 0 0,0 0 0 0 0,0 0 0 0 0,11-8 0 0 0,7-3 0 0 0,-1 1 9 0 0,-16 8-1 0 0,0 1 0 0 0,0 0 0 0 0,1 0 0 0 0,0 1 0 0 0,19-4 1 0 0,-21 6 4 0 0,0-1 0 0 0,0 1 0 0 0,0-2 0 0 0,0 1 0 0 0,11-7 0 0 0,-18 10-13 0 0,-2-1 0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1"/>
    </inkml:context>
    <inkml:brush xml:id="br0">
      <inkml:brushProperty name="width" value="0.025" units="cm"/>
      <inkml:brushProperty name="height" value="0.025" units="cm"/>
      <inkml:brushProperty name="color" value="#B2626F"/>
    </inkml:brush>
  </inkml:definitions>
  <inkml:trace contextRef="#ctx0" brushRef="#br0">851 1 6224 0 0,'0'0'6160'0'0,"-2"1"-5696"0"0,-8 5 20 0 0,0 0-1 0 0,0-1 1 0 0,-19 7 0 0 0,-26 14 355 0 0,30-11-614 0 0,-65 37-98 0 0,54-33-112 0 0,25-13 7 0 0,0 0 0 0 0,0 0 0 0 0,0-2 0 0 0,-1 1 0 0 0,-15 3 0 0 0,15-5 83 0 0,0 0 1 0 0,0 1-1 0 0,1 0 0 0 0,-14 8 0 0 0,12-7 71 0 0,1 0 0 0 0,-1-1 0 0 0,0-1 0 0 0,-22 3 0 0 0,10-1 88 0 0,16-2-90 0 0,0 0 0 0 0,-1 0 0 0 0,2 1 0 0 0,-12 7 0 0 0,4-3 20 0 0,7-3-75 0 0,0-1 0 0 0,-1 0-1 0 0,1-1 1 0 0,-1 0 0 0 0,-12 2-1 0 0,-62 16 396 0 0,76-19-472 0 0,0 1 1 0 0,0-1-1 0 0,0 1 0 0 0,0 1 1 0 0,-11 7-1 0 0,16-9-19 0 0,0 0 0 0 0,0 0-1 0 0,0 1 1 0 0,0 0 0 0 0,0 0-1 0 0,1-1 1 0 0,-1 1 0 0 0,1 1-1 0 0,0-1 1 0 0,0 0 0 0 0,-3 7-1 0 0,6-9-14 0 0,-1 0 0 0 0,1 0 0 0 0,-1 0 0 0 0,1 0 0 0 0,0 0 0 0 0,-1 0 1 0 0,1-1-1 0 0,0 1 0 0 0,0 0 0 0 0,0 0 0 0 0,-1 0 0 0 0,1-1 0 0 0,0 1 0 0 0,0 0 0 0 0,0-1 0 0 0,0 1 0 0 0,0-1 0 0 0,0 1 0 0 0,0-1 0 0 0,0 0 0 0 0,0 1 0 0 0,1-1 0 0 0,-1 0 0 0 0,2 0 0 0 0,34 4 192 0 0,-24-3-217 0 0,65 4 241 0 0,29 3 56 0 0,-66-1-20 0 0,76 3 0 0 0,-40 0-114 0 0,-58-9-118 0 0,0 1 0 0 0,26 5 0 0 0,-15-1-2 0 0,74 10 45 0 0,-30 7-38 0 0,-48-14-33 0 0,-23-8 0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2"/>
    </inkml:context>
    <inkml:brush xml:id="br0">
      <inkml:brushProperty name="width" value="0.025" units="cm"/>
      <inkml:brushProperty name="height" value="0.025" units="cm"/>
      <inkml:brushProperty name="color" value="#B2626F"/>
    </inkml:brush>
  </inkml:definitions>
  <inkml:trace contextRef="#ctx0" brushRef="#br0">1 112 10848 0 0,'0'0'2294'0'0,"27"-5"36"0"0,27 0-1611 0 0,-41 3-505 0 0,0 0 0 0 0,0 1 0 0 0,14 1 0 0 0,-15 0-214 0 0,0-1 0 0 0,-1 0 0 0 0,1 0 0 0 0,17-5 0 0 0,-16 3 0 0 0,0 0 0 0 0,27-1 0 0 0,15-5 48 0 0,-46 8-21 0 0,0 0-1 0 0,0 0 0 0 0,15-5 0 0 0,23-3 103 0 0,9 4 101 0 0,-31 3-114 0 0,37-1-1 0 0,-54 4-102 0 0,-5-1-8 0 0,-1 1-1 0 0,1-1 1 0 0,0 0 0 0 0,0 0-1 0 0,0 0 1 0 0,0 0 0 0 0,0-1 0 0 0,0 1-1 0 0,0-1 1 0 0,0 0 0 0 0,0 0-1 0 0,-1 0 1 0 0,1 0 0 0 0,0 0-1 0 0,3-3 1 0 0,1 0 5 0 0,1 1 0 0 0,-1 1 0 0 0,1-1-1 0 0,-1 1 1 0 0,1 0 0 0 0,0 1 0 0 0,0 0 0 0 0,0 0-1 0 0,10 1 1 0 0,5-2 4 0 0,82-6 241 0 0,-75 6-37 0 0,1 1 0 0 0,0 2 1 0 0,54 7-1 0 0,53 0 401 0 0,-80-8-121 0 0,-45-1-429 0 0,0 1 0 0 0,0 0-1 0 0,22 3 1 0 0,-21 1-4 0 0,3-1 28 0 0,33 4 0 0 0,3 2-52 0 0,-27-4-28 0 0,21-1-37 0 0,-36-5 16 0 0,0 2 0 0 0,0 0 0 0 0,14 3 0 0 0,32 5-8 0 0,-50-8 16 0 0,0 0 0 0 0,0 1 0 0 0,0 1 0 0 0,8 2 0 0 0,-9-2 0 0 0,1 0 0 0 0,0-1 0 0 0,0 0 0 0 0,8 1 0 0 0,-1-2-2 0 0,-1 1-1 0 0,0 1 0 0 0,0 0 1 0 0,0 1-1 0 0,0 0 0 0 0,0 1 1 0 0,-1 0-1 0 0,22 13 0 0 0,-31-16-10 0 0,-1-1 10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3"/>
    </inkml:context>
    <inkml:brush xml:id="br0">
      <inkml:brushProperty name="width" value="0.025" units="cm"/>
      <inkml:brushProperty name="height" value="0.025" units="cm"/>
      <inkml:brushProperty name="color" value="#B2626F"/>
    </inkml:brush>
  </inkml:definitions>
  <inkml:trace contextRef="#ctx0" brushRef="#br0">251 1 96 0 0,'0'0'16'0'0,"-31"8"424"0"0,27-8-373 0 0,0 0 0 0 0,0 1-1 0 0,1 0 1 0 0,-1 0 0 0 0,0 0 0 0 0,-6 3-1 0 0,7-2 46 0 0,-1-1 0 0 0,0 0 0 0 0,0 1-1 0 0,0-1 1 0 0,-1-1 0 0 0,-7 2-1 0 0,4-2 540 0 0,-1 1 1 0 0,1 0-1 0 0,-1 1 0 0 0,1 0 0 0 0,0 0 1 0 0,-13 6-1 0 0,2-3 452 0 0,-6 2-348 0 0,23-6-693 0 0,0 0-1 0 0,0 0 0 0 0,0 0 0 0 0,0 1 0 0 0,1-1 0 0 0,-1 0 0 0 0,0 1 0 0 0,1 0 0 0 0,-1-1 0 0 0,1 1 1 0 0,0 0-1 0 0,-1 0 0 0 0,-1 4 0 0 0,0-1 18 0 0,2-4-18 0 0,0 0 1 0 0,1 1-1 0 0,-1-1 0 0 0,0 0 0 0 0,0 1 1 0 0,1-1-1 0 0,-1 0 0 0 0,1 1 0 0 0,-1-1 1 0 0,1 1-1 0 0,0-1 0 0 0,0 1 0 0 0,0-1 1 0 0,-1 1-1 0 0,1-1 0 0 0,0 1 0 0 0,1 1 1 0 0,0-1-18 0 0,-1-1 0 0 0,1 0 0 0 0,0 1 0 0 0,0-1 0 0 0,0 0 0 0 0,1 1 0 0 0,-1-1 0 0 0,0 0 0 0 0,0 0 0 0 0,1 0 1 0 0,-1 0-1 0 0,0 0 0 0 0,1 0 0 0 0,-1 0 0 0 0,1-1 0 0 0,1 2 0 0 0,20 7 438 0 0,9 4 57 0 0,-27-9-360 0 0,0-1 0 0 0,0 0 0 0 0,1 0 0 0 0,-1 0 0 0 0,1-1 0 0 0,0 1 0 0 0,-1-1 0 0 0,9 1 0 0 0,23 6 1177 0 0,20 1-360 0 0,-23-3-792 0 0,-21-4-170 0 0,-1-1-1 0 0,1 1 0 0 0,18-1 0 0 0,-18-1-32 0 0,1 0 0 0 0,-1 1 0 0 0,0 1 0 0 0,0 0 1 0 0,18 7-1 0 0,-12-3-27 0 0,28 4 0 0 0,-38-9 21 0 0,11 1-9 0 0,37 2 0 0 0,-54-4 14 0 0,1 0 0 0 0,0-1 0 0 0,-1 1 0 0 0,1 1 0 0 0,-1-1 0 0 0,0 0 0 0 0,5 3 0 0 0,16 6 0 0 0,44 8 1 0 0,-53-12-21 0 0,0-2-1 0 0,0 0 1 0 0,1 0-1 0 0,0-2 1 0 0,20 2-1 0 0,-5-3 4 0 0,-23-1 10 0 0,0 1 0 0 0,0-1 0 0 0,0 0 0 0 0,0-1 0 0 0,0 0 0 0 0,0 0-1 0 0,0 0 1 0 0,0-1 0 0 0,11-5 0 0 0,76-28-55 0 0,-89 34 42 0 0,0 0 0 0 0,0 1 1 0 0,1 0-1 0 0,-1 0 1 0 0,1 0-1 0 0,-1 1 1 0 0,0-1-1 0 0,1 2 1 0 0,9 2-1 0 0,-7-2-16 0 0,6 3-14 0 0,0 0 0 0 0,0 1 0 0 0,0 1 1 0 0,-1 1-1 0 0,0 0 0 0 0,18 13 0 0 0,-11-7-119 0 0,34 17 0 0 0,-49-28 45 0 0,0-1 1 0 0,1 0-1 0 0,-1 0 0 0 0,1 0 1 0 0,-1-1-1 0 0,12 1 1 0 0,48 6-715 0 0,-20-6 634 0 0,-29 0 160 0 0,0-1 0 0 0,23-3 0 0 0,24-1 395 0 0,-42 2 51 0 0,-1 0 0 0 0,41-9 1 0 0,-19 2-200 0 0,1 2 0 0 0,-1 2 0 0 0,81 3 0 0 0,-77 1-145 0 0,-18-5 24 0 0,-27 5-66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4"/>
    </inkml:context>
    <inkml:brush xml:id="br0">
      <inkml:brushProperty name="width" value="0.025" units="cm"/>
      <inkml:brushProperty name="height" value="0.025" units="cm"/>
      <inkml:brushProperty name="color" value="#B2626F"/>
    </inkml:brush>
  </inkml:definitions>
  <inkml:trace contextRef="#ctx0" brushRef="#br0">1299 0 3408 0 0,'0'0'2089'0'0,"-30"2"-448"0"0,-42-2-1098 0 0,51 3-417 0 0,12-2-89 0 0,1 0 0 0 0,-1 0 0 0 0,-13-1-1 0 0,20-1 6 0 0,-7 0 153 0 0,1 0 1 0 0,-1 1-1 0 0,1-1 0 0 0,0 2 1 0 0,-1-1-1 0 0,1 1 1 0 0,0 0-1 0 0,-10 3 0 0 0,5 0 186 0 0,1-1-1 0 0,-1-1 1 0 0,0-1 0 0 0,0 1-1 0 0,0-2 1 0 0,-18-1-1 0 0,6 1 196 0 0,-12 8 270 0 0,14-2-629 0 0,-11 4 139 0 0,27-7-293 0 0,0-1 0 0 0,0 0-1 0 0,0 0 1 0 0,-11 1-1 0 0,5-1 58 0 0,0 0 1 0 0,-21 7-1 0 0,-9 1 191 0 0,38-9-270 0 0,0 1 0 0 0,-1 0 0 0 0,1 0-1 0 0,0 0 1 0 0,1 0 0 0 0,-1 1 0 0 0,0 0 0 0 0,-7 6 0 0 0,-19 9 339 0 0,-26 8-39 0 0,17-7-46 0 0,-3 12 1009 0 0,38-30-1196 0 0,1 1-1 0 0,-1-1 1 0 0,1 0-1 0 0,-1 0 1 0 0,-7 1-1 0 0,-15 3 137 0 0,21-4-190 0 0,1 1 0 0 0,-1-2 0 0 0,0 1 0 0 0,0-1 0 0 0,0 0 0 0 0,0 0-1 0 0,-7-1 1 0 0,7 0-20 0 0,-1 0 1 0 0,1 1-1 0 0,0 0 0 0 0,0 0 0 0 0,0 1 0 0 0,0 0 0 0 0,-8 2 0 0 0,3 1 40 0 0,1 1 0 0 0,0 0 0 0 0,0 0 0 0 0,-12 10 0 0 0,13-8-19 0 0,0-1-1 0 0,-1-1 0 0 0,0 1 0 0 0,-13 4 1 0 0,-29 15 135 0 0,29-13-87 0 0,18-9-74 0 0,1 0 0 0 0,-1 0-1 0 0,1 1 1 0 0,-1 0 0 0 0,-4 5 0 0 0,5-5 4 0 0,0 0 0 0 0,0 0 0 0 0,0 0 0 0 0,-1-1 0 0 0,-6 5 0 0 0,6-4 93 0 0,4-4-110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5"/>
    </inkml:context>
    <inkml:brush xml:id="br0">
      <inkml:brushProperty name="width" value="0.025" units="cm"/>
      <inkml:brushProperty name="height" value="0.025" units="cm"/>
      <inkml:brushProperty name="color" value="#B2626F"/>
    </inkml:brush>
  </inkml:definitions>
  <inkml:trace contextRef="#ctx0" brushRef="#br0">841 421 4416 0 0,'0'0'8680'0'0,"31"-16"-7658"0"0,11-7-540 0 0,-31 19-479 0 0,-6 3 1 0 0,0-1 0 0 0,0 1 0 0 0,0-2 0 0 0,0 1 0 0 0,0 0 0 0 0,-1-1-1 0 0,1 0 1 0 0,6-5 0 0 0,-6 3-18 0 0,0 0-1 0 0,0 0 0 0 0,0 1 1 0 0,9-5-1 0 0,-8 5 1 0 0,0 0 0 0 0,0 0 0 0 0,-1-1-1 0 0,9-9 1 0 0,-9 11 10 0 0,-1 0 0 0 0,1 0 1 0 0,-1 0-1 0 0,1 0 0 0 0,0 1 0 0 0,0 0 0 0 0,0 0 0 0 0,0 0 0 0 0,1 0 0 0 0,-1 1 0 0 0,6-1 1 0 0,2-1 62 0 0,0-1 0 0 0,-1 0 1 0 0,1-1-1 0 0,11-6 1 0 0,39-26 612 0 0,-61 36-654 0 0,0-1 1 0 0,0 0-1 0 0,0 1 0 0 0,0-1 1 0 0,-1 0-1 0 0,1 0 1 0 0,0 0-1 0 0,1-3 0 0 0,12-12 54 0 0,-14 17-67 0 0,2-2 29 0 0,0 0-1 0 0,-1 0 1 0 0,1 0 0 0 0,-1 0 0 0 0,1 0 0 0 0,-1 0 0 0 0,0-1-1 0 0,0 1 1 0 0,0-1 0 0 0,0 0 0 0 0,2-4 0 0 0,-4 6-6 0 0,0-1 0 0 0,-1 1 0 0 0,1-1 0 0 0,0 1 0 0 0,-1-1 0 0 0,1 1 0 0 0,-1 0 0 0 0,0-1 0 0 0,1 1 0 0 0,-1 0 0 0 0,0 0 0 0 0,0-1 0 0 0,0 1 0 0 0,0 0 0 0 0,0 0 0 0 0,-2-2 0 0 0,-17-16 689 0 0,16 16-687 0 0,1 0-1 0 0,-1 0 1 0 0,0 1-1 0 0,0-1 1 0 0,0 1-1 0 0,-1 0 1 0 0,1 0-1 0 0,0 0 1 0 0,-1 0-1 0 0,1 1 1 0 0,-1 0-1 0 0,0 0 1 0 0,-5 0-1 0 0,-76-16-227 0 0,42 11 57 0 0,14 2 55 0 0,-37-1-1 0 0,43 4 71 0 0,1-2 0 0 0,0 0-1 0 0,-25-8 1 0 0,33 8 6 0 0,-1 1-1 0 0,0 1 1 0 0,1 1-1 0 0,-19 1 1 0 0,0 0-1 0 0,-175-10-253 0 0,203 10 179 0 0,0 0-1 0 0,1 0 1 0 0,-1 1-1 0 0,0-1 1 0 0,1 1-1 0 0,-8 4 1 0 0,-15 4-135 0 0,15-6 181 0 0,0 0 1 0 0,1 1-1 0 0,0 0 1 0 0,0 1-1 0 0,0 1 1 0 0,-12 8 0 0 0,10-7 20 0 0,-1 0 1 0 0,-25 9 0 0 0,-16 8-19 0 0,43-17 43 0 0,-1 0 1 0 0,1 1 0 0 0,1 1-1 0 0,-12 10 1 0 0,2 0 179 0 0,12-11 224 0 0,1 1-1 0 0,-12 14 1 0 0,-30 47 994 0 0,28-23-114 0 0,20-43-1218 0 0,0-1-1 0 0,0 0 1 0 0,1 1 0 0 0,0 0 0 0 0,0-1 0 0 0,0 1 0 0 0,-1 8-1 0 0,3-12-64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6"/>
    </inkml:context>
    <inkml:brush xml:id="br0">
      <inkml:brushProperty name="width" value="0.025" units="cm"/>
      <inkml:brushProperty name="height" value="0.025" units="cm"/>
      <inkml:brushProperty name="color" value="#B2626F"/>
    </inkml:brush>
  </inkml:definitions>
  <inkml:trace contextRef="#ctx0" brushRef="#br0">1 0 7328 0 0,'0'0'3208'0'0,"4"33"-1860"0"0,-5 10-1177 0 0,1-21 15 0 0,0-22-107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7"/>
    </inkml:context>
    <inkml:brush xml:id="br0">
      <inkml:brushProperty name="width" value="0.025" units="cm"/>
      <inkml:brushProperty name="height" value="0.025" units="cm"/>
      <inkml:brushProperty name="color" value="#B2626F"/>
    </inkml:brush>
  </inkml:definitions>
  <inkml:trace contextRef="#ctx0" brushRef="#br0">1 1 2704 0 0,'0'0'6264'0'0,"29"14"-5423"0"0,-19-11-636 0 0,0-1 0 0 0,0-1 0 0 0,0 0-1 0 0,1 0 1 0 0,-1-1 0 0 0,13-1 0 0 0,-9 1 20 0 0,0 0 0 0 0,22 2 0 0 0,1 8 351 0 0,-7-11-238 0 0,-17 0-166 0 0,1 1 0 0 0,-1 1 0 0 0,1 0 1 0 0,14 3-1 0 0,55 7 583 0 0,-68-10-690 0 0,-11 0-52 0 0,-1-1-1 0 0,1 0 0 0 0,-1 1 0 0 0,0 0 0 0 0,1 0 0 0 0,-1 0 0 0 0,4 2 0 0 0,11 1 378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8"/>
    </inkml:context>
    <inkml:brush xml:id="br0">
      <inkml:brushProperty name="width" value="0.025" units="cm"/>
      <inkml:brushProperty name="height" value="0.025" units="cm"/>
      <inkml:brushProperty name="color" value="#B2626F"/>
    </inkml:brush>
  </inkml:definitions>
  <inkml:trace contextRef="#ctx0" brushRef="#br0">0 1 6128 0 0,'0'0'1985'0'0,"26"10"-1053"0"0,41-1-79 0 0,6 3-351 0 0,-29-9 156 0 0,-8 0 38 0 0,37 3 1718 0 0,-33-1-1316 0 0,-28-4-804 0 0,0 0-1 0 0,-1 1 1 0 0,16 4 0 0 0,-20-2-114 0 0,-6-3-154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99"/>
    </inkml:context>
    <inkml:brush xml:id="br0">
      <inkml:brushProperty name="width" value="0.025" units="cm"/>
      <inkml:brushProperty name="height" value="0.025" units="cm"/>
      <inkml:brushProperty name="color" value="#B2626F"/>
    </inkml:brush>
  </inkml:definitions>
  <inkml:trace contextRef="#ctx0" brushRef="#br0">0 66 96 0 0,'0'0'5898'0'0,"33"-7"-4747"0"0,-18 4-745 0 0,0 1-1 0 0,1 0 1 0 0,20 1 0 0 0,54-3 2232 0 0,-86 4-2371 0 0,1-1-1 0 0,-1 1 0 0 0,1-1 1 0 0,-1 0-1 0 0,0-1 0 0 0,7-2 0 0 0,-7 2-108 0 0,1 0 1 0 0,-1 1-1 0 0,0 0 0 0 0,1 0 0 0 0,-1 0 0 0 0,8-1 0 0 0,73-5 1047 0 0,14-6-829 0 0,-69 9-336 0 0,-26 3-32 0 0,1 0 0 0 0,0 0 0 0 0,-1 1 1 0 0,1-1-1 0 0,0 1 0 0 0,-1 0 0 0 0,7 2 1 0 0,26-1 18 0 0,-32-1-20 0 0,1-1 0 0 0,-1 1 0 0 0,0 1-1 0 0,0-1 1 0 0,0 1 0 0 0,0 0 0 0 0,0 0 0 0 0,10 3 0 0 0,-6-2 927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0"/>
    </inkml:context>
    <inkml:brush xml:id="br0">
      <inkml:brushProperty name="width" value="0.025" units="cm"/>
      <inkml:brushProperty name="height" value="0.025" units="cm"/>
      <inkml:brushProperty name="color" value="#B2626F"/>
    </inkml:brush>
  </inkml:definitions>
  <inkml:trace contextRef="#ctx0" brushRef="#br0">1 207 96 0 0,'0'0'7896'0'0,"33"1"-5614"0"0,10-17-1114 0 0,-30 10-1030 0 0,-1 1 0 0 0,1 1-1 0 0,14-3 1 0 0,-9 5 216 0 0,-1-2 1 0 0,0 0-1 0 0,0 0 1 0 0,0-2-1 0 0,28-13 1 0 0,-31 12 237 0 0,0 0 0 0 0,0 1 0 0 0,0 1-1 0 0,19-5 1 0 0,-27 8-431 0 0,48-14 497 0 0,-40 10-471 0 0,-11 5-169 0 0,1 0-1 0 0,-1-1 1 0 0,0 1 0 0 0,0-1-1 0 0,0 0 1 0 0,4-3 0 0 0,29-28 147 0 0,-35 32-152 0 0,0 0 0 0 0,1-1 0 0 0,-1 1 0 0 0,0 0 0 0 0,1 0 0 0 0,0 0 0 0 0,-1 0 0 0 0,1 1 0 0 0,-1-1 0 0 0,1 0 0 0 0,0 1 0 0 0,0-1-1 0 0,-1 1 1 0 0,1 0 0 0 0,3-1 0 0 0,16-5 148 0 0,-19 5-155 0 0,2-2 34 0 0,-6 2-13 0 0,1 1-27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1"/>
    </inkml:context>
    <inkml:brush xml:id="br0">
      <inkml:brushProperty name="width" value="0.025" units="cm"/>
      <inkml:brushProperty name="height" value="0.025" units="cm"/>
      <inkml:brushProperty name="color" value="#B2626F"/>
    </inkml:brush>
  </inkml:definitions>
  <inkml:trace contextRef="#ctx0" brushRef="#br0">38 1 192 0 0,'0'0'1455'0'0,"-20"10"73"0"0,18-8-1428 0 0,0 0 1 0 0,1 0 0 0 0,-1 0 0 0 0,1 0 0 0 0,0 0 0 0 0,-1 0 0 0 0,1 1 0 0 0,0-1 0 0 0,0 0 0 0 0,0 1 0 0 0,1-1 0 0 0,-1 1 0 0 0,1-1 0 0 0,-1 1-1 0 0,1-1 1 0 0,0 1 0 0 0,0 0 0 0 0,0-1 0 0 0,0 1 0 0 0,0-1 0 0 0,1 1 0 0 0,-1-1 0 0 0,1 1 0 0 0,0-1 0 0 0,-1 1 0 0 0,1-1 0 0 0,0 0 0 0 0,0 1-1 0 0,1-1 1 0 0,-1 0 0 0 0,0 0 0 0 0,4 4 0 0 0,34 44 876 0 0,-34-45-718 0 0,0 1 0 0 0,0 0-1 0 0,-1 0 1 0 0,1 0 0 0 0,-1 0-1 0 0,-1 1 1 0 0,6 11 0 0 0,-6-13-119 0 0,0 0 1 0 0,0 0 0 0 0,0-1-1 0 0,1 0 1 0 0,-1 1 0 0 0,1-1 0 0 0,0 0-1 0 0,1-1 1 0 0,4 4 0 0 0,20 20 490 0 0,-25-22-514 0 0,1-1 0 0 0,0 1 0 0 0,0-1 0 0 0,0-1 0 0 0,0 1 0 0 0,11 5 0 0 0,14 9 540 0 0,3-1 369 0 0,-28-15-961 0 0,1 0-1 0 0,0 1 1 0 0,-1 0-1 0 0,1 0 1 0 0,7 6 0 0 0,-7-2-7 0 0,1 1 1 0 0,-1-1-1 0 0,0 1 0 0 0,0 0 1 0 0,-1 1-1 0 0,5 10 1 0 0,-5-12-42 0 0,0 1 1 0 0,0-1 0 0 0,0 0-1 0 0,12 12 1 0 0,-4-1 90 0 0,-12-16-89 0 0,0 0 0 0 0,1 1-1 0 0,-1-1 1 0 0,1 0 0 0 0,-1 0 0 0 0,1 0 0 0 0,0 0-1 0 0,2 2 1 0 0,24 28 216 0 0,8-5-135 0 0,-26-21-89 0 0,-6-4-4 0 0,0 0 0 0 0,1-1 1 0 0,-1 0-1 0 0,1 0 0 0 0,-1 0 1 0 0,1 0-1 0 0,-1 0 0 0 0,9-1 1 0 0,16 3 32 0 0,-25-2 10 0 0,1 0-1 0 0,-1-1 1 0 0,1 0 0 0 0,-1 0-1 0 0,1-1 1 0 0,-1 1-1 0 0,1-1 1 0 0,-1 0 0 0 0,1 0-1 0 0,-1 0 1 0 0,0-1-1 0 0,0 0 1 0 0,5-2 0 0 0,-4 2 81 0 0,1 0 1 0 0,-1 0-1 0 0,1 0 0 0 0,0 1 1 0 0,0-1-1 0 0,10 0 1 0 0,8-1 158 0 0,-20 2-265 0 0,0 0-1 0 0,-1 1 1 0 0,1-1 0 0 0,0 1 0 0 0,0 0-1 0 0,0 0 1 0 0,5 1 0 0 0,-5 0-24 0 0,1 0 1 0 0,0 0-1 0 0,-1 0 1 0 0,1 1-1 0 0,-1-1 1 0 0,0 1 0 0 0,1 0-1 0 0,-1 1 1 0 0,0-1-1 0 0,0 1 1 0 0,0 0-1 0 0,0-1 1 0 0,-1 2-1 0 0,1-1 1 0 0,-1 0-1 0 0,0 1 1 0 0,0 0-1 0 0,0-1 1 0 0,4 8-1 0 0,15 20-30 0 0,-12-19 28 0 0,-4-5 75 0 0,-1-1 0 0 0,2 0 0 0 0,-1-1 0 0 0,0 0 0 0 0,1 0 0 0 0,14 8 0 0 0,48 21 151 0 0,-63-31-232 0 0,9 2 39 0 0,1 0 1 0 0,-1-1-1 0 0,31 5 1 0 0,-30-7-11 0 0,6 1 119 0 0,0 0 0 0 0,0-2-1 0 0,0 0 1 0 0,0-2 0 0 0,37-5 0 0 0,86-11 307 0 0,-55 2 171 0 0,-51 3-322 0 0,-24 7-77 0 0,0 0 1 0 0,25-4-1 0 0,-31 7-220 0 0,-1 1 0 0 0,1-1 0 0 0,-1-1 0 0 0,0 0 0 0 0,0 0 0 0 0,14-8 0 0 0,-20 10 0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2"/>
    </inkml:context>
    <inkml:brush xml:id="br0">
      <inkml:brushProperty name="width" value="0.025" units="cm"/>
      <inkml:brushProperty name="height" value="0.025" units="cm"/>
      <inkml:brushProperty name="color" value="#B2626F"/>
    </inkml:brush>
  </inkml:definitions>
  <inkml:trace contextRef="#ctx0" brushRef="#br0">0 1 11048 0 0,'0'0'3460'0'0,"17"3"-3194"0"0,-7 4-284 0 0,0 0 0 0 0,0-1 0 0 0,0 0-1 0 0,0-1 1 0 0,19 6 0 0 0,16 4-430 0 0,17-2-65 0 0,-50-10 484 0 0,0 0 1 0 0,0 1-1 0 0,0 0 0 0 0,15 9 1 0 0,-19-9 242 0 0,0 0 0 0 0,0 0 0 0 0,14 3 0 0 0,-11-3 319 0 0,33 9 125 0 0,8 3-354 0 0,-38-12-150 0 0,-1-1 1 0 0,0-1 0 0 0,1 0 0 0 0,23-1 0 0 0,-33 4 78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3"/>
    </inkml:context>
    <inkml:brush xml:id="br0">
      <inkml:brushProperty name="width" value="0.025" units="cm"/>
      <inkml:brushProperty name="height" value="0.025" units="cm"/>
      <inkml:brushProperty name="color" value="#B2626F"/>
    </inkml:brush>
  </inkml:definitions>
  <inkml:trace contextRef="#ctx0" brushRef="#br0">0 1024 296 0 0,'0'0'105'0'0,"3"7"1575"0"0,1-9-1559 0 0,0-1 0 0 0,0 0 0 0 0,0 0 0 0 0,-1 0 0 0 0,0 0 0 0 0,1 0 0 0 0,-1-1 0 0 0,0 0 0 0 0,4-7 0 0 0,-2 4 20 0 0,14-17 666 0 0,22-23 1 0 0,-33 38-566 0 0,-1 4 193 0 0,-1-2 1 0 0,0 1-1 0 0,0-1 0 0 0,0 0 0 0 0,-1 0 1 0 0,7-13-1 0 0,19-45 1146 0 0,-28 59-1360 0 0,-1 0 0 0 0,0-1 0 0 0,0 1 0 0 0,2-13 0 0 0,-3 18-187 0 0,30-124 1627 0 0,-18 74-1318 0 0,-7 23-80 0 0,15-42-1 0 0,-17 59-184 0 0,0-1 0 0 0,-1-1 0 0 0,0 1-1 0 0,1-23 1 0 0,12-18 82 0 0,-12-4 58 0 0,0-20 131 0 0,-8 2 390 0 0,3 71-651 0 0,0 0 1 0 0,-1-1 0 0 0,1 1 0 0 0,-1 0-1 0 0,-3-6 1 0 0,-5-19 212 0 0,8 23-160 0 0,-1 0 0 0 0,0 1 1 0 0,0-1-1 0 0,0 1 0 0 0,0-1 1 0 0,-1 1-1 0 0,0 0 0 0 0,-7-7 1 0 0,11 11-96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4"/>
    </inkml:context>
    <inkml:brush xml:id="br0">
      <inkml:brushProperty name="width" value="0.025" units="cm"/>
      <inkml:brushProperty name="height" value="0.025" units="cm"/>
      <inkml:brushProperty name="color" value="#B2626F"/>
    </inkml:brush>
  </inkml:definitions>
  <inkml:trace contextRef="#ctx0" brushRef="#br0">0 1039 8136 0 0,'0'0'4216'0'0,"24"14"-3992"0"0,-23-14-228 0 0,0 0 0 0 0,1 0 0 0 0,-1 0 1 0 0,0 0-1 0 0,0 0 0 0 0,0 0 1 0 0,0 0-1 0 0,0 0 0 0 0,1 0 0 0 0,-1-1 1 0 0,0 1-1 0 0,0-1 0 0 0,0 1 1 0 0,0 0-1 0 0,0-1 0 0 0,0 0 0 0 0,0 1 1 0 0,0-1-1 0 0,0 0 0 0 0,0 1 0 0 0,0-1 1 0 0,-1 0-1 0 0,1 0 0 0 0,0 0 1 0 0,0 0-1 0 0,0-1 0 0 0,16-32-174 0 0,-5 10 105 0 0,29-40-127 0 0,-35 52 221 0 0,10-16 360 0 0,23-55-1 0 0,-39 81-366 0 0,48-116 1588 0 0,-17 36-1007 0 0,-24 65-544 0 0,-5 11-23 0 0,0 1 1 0 0,0-1 0 0 0,1 1-1 0 0,0-1 1 0 0,6-9 0 0 0,-5 9 7 0 0,0 0 0 0 0,0-1 0 0 0,-1 1 1 0 0,3-11-1 0 0,4-5 31 0 0,30-55-98 0 0,-19 26 22 0 0,26-43 726 0 0,-46 90-712 0 0,0 0 0 0 0,0 0 1 0 0,0 0-1 0 0,-1 0 0 0 0,1 0 0 0 0,-1 0 1 0 0,0-5-1 0 0,1-15 10 0 0,1 12-1 0 0,-1-1 0 0 0,0 1 0 0 0,0-1 0 0 0,-1 0 0 0 0,-1 1 0 0 0,-2-13 0 0 0,0 14 117 0 0,0 1 1 0 0,-2 0-1 0 0,1 0 1 0 0,-1 0-1 0 0,-9-13 1 0 0,12 20-90 0 0,-5-4 134 0 0,6 6-152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5"/>
    </inkml:context>
    <inkml:brush xml:id="br0">
      <inkml:brushProperty name="width" value="0.025" units="cm"/>
      <inkml:brushProperty name="height" value="0.025" units="cm"/>
      <inkml:brushProperty name="color" value="#B2626F"/>
    </inkml:brush>
  </inkml:definitions>
  <inkml:trace contextRef="#ctx0" brushRef="#br0">0 666 3616 0 0,'0'0'5624'0'0,"5"-18"-5591"0"0,2 6-12 0 0,-1-1 0 0 0,-1-1 0 0 0,6-17 0 0 0,-2 5 38 0 0,-1-2-3 0 0,-4 15 123 0 0,0 1-1 0 0,1-1 1 0 0,9-16-1 0 0,4-5 1008 0 0,-13 23-807 0 0,0 1 0 0 0,1-1 0 0 0,9-12 0 0 0,4-11 547 0 0,-2 3-452 0 0,-14 25-396 0 0,1 0 1 0 0,-1-1 0 0 0,-1 1 0 0 0,5-13-1 0 0,4-11 210 0 0,36-47 119 0 0,-43 71-398 0 0,0 0 1 0 0,0 1 0 0 0,0-1-1 0 0,1 1 1 0 0,5-5 0 0 0,16-19 28 0 0,4-5 10 0 0,-12 15-26 0 0,18-3 77 0 0,-35 21-94 0 0,0 0 1 0 0,0 0 0 0 0,0 0-1 0 0,0 1 1 0 0,0-1 0 0 0,0 0-1 0 0,0 1 1 0 0,0-1 0 0 0,0 1-1 0 0,1-1 1 0 0,-1 1-1 0 0,0 0 1 0 0,0-1 0 0 0,1 1-1 0 0,-1 0 1 0 0,0 0 0 0 0,0 0-1 0 0,1 0 1 0 0,-1 0 0 0 0,0 0-1 0 0,1 0 1 0 0,-1 1-1 0 0,0-1 1 0 0,0 0 0 0 0,0 1-1 0 0,1-1 1 0 0,-1 1 0 0 0,0-1-1 0 0,0 1 1 0 0,1 0 0 0 0,-1 0 4 0 0,0 0 0 0 0,0 0 1 0 0,1 0-1 0 0,-1-1 0 0 0,0 1 1 0 0,0 0-1 0 0,0-1 0 0 0,1 1 1 0 0,-1-1-1 0 0,0 1 0 0 0,1-1 1 0 0,-1 0-1 0 0,2 1 0 0 0,16 6 94 0 0,27 23 89 0 0,1 4-11 0 0,-45-32-142 0 0,-1 0-1 0 0,1-1 0 0 0,0 1 0 0 0,0-1 0 0 0,0 1 0 0 0,1-1 0 0 0,-1 0 0 0 0,3 2 16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6"/>
    </inkml:context>
    <inkml:brush xml:id="br0">
      <inkml:brushProperty name="width" value="0.025" units="cm"/>
      <inkml:brushProperty name="height" value="0.025" units="cm"/>
      <inkml:brushProperty name="color" value="#B2626F"/>
    </inkml:brush>
  </inkml:definitions>
  <inkml:trace contextRef="#ctx0" brushRef="#br0">124 451 6328 0 0,'0'0'4608'0'0,"-16"-1"-3176"0"0,10-3-1250 0 0,0 0 1 0 0,0 1 0 0 0,-1-1-1 0 0,-11-3 1 0 0,14 5-155 0 0,1 0 1 0 0,0 0-1 0 0,1 1 0 0 0,-1-2 1 0 0,0 1-1 0 0,1 0 0 0 0,-1-1 1 0 0,1 1-1 0 0,-1-1 0 0 0,1 0 1 0 0,0 1-1 0 0,0-1 0 0 0,1 0 1 0 0,-1 0-1 0 0,1-1 0 0 0,-1 1 1 0 0,1 0-1 0 0,0 0 0 0 0,-1-7 1 0 0,-8-11 65 0 0,9 19-71 0 0,0-1-1 0 0,-1 1 0 0 0,1-1 1 0 0,0 0-1 0 0,0 1 1 0 0,1-1-1 0 0,-1 0 1 0 0,0 0-1 0 0,1 0 0 0 0,-1-4 1 0 0,1-9 116 0 0,0 12-75 0 0,-1-1 0 0 0,1 1 0 0 0,0-1 0 0 0,1 0 1 0 0,-1 1-1 0 0,1-1 0 0 0,0 1 0 0 0,0-1 0 0 0,0 1 0 0 0,0-1 0 0 0,4-6 0 0 0,28-60 861 0 0,-27 60-701 0 0,-1 1-1 0 0,6-18 1 0 0,-1 2 98 0 0,22-59 417 0 0,-28 80-430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7"/>
    </inkml:context>
    <inkml:brush xml:id="br0">
      <inkml:brushProperty name="width" value="0.025" units="cm"/>
      <inkml:brushProperty name="height" value="0.025" units="cm"/>
      <inkml:brushProperty name="color" value="#B2626F"/>
    </inkml:brush>
  </inkml:definitions>
  <inkml:trace contextRef="#ctx0" brushRef="#br0">385 0 5016 0 0,'0'0'2745'0'0,"-13"37"902"0"0,8-18-3122 0 0,-1 0 1 0 0,-13 27-1 0 0,16-39-484 0 0,-36 77 62 0 0,1-26 92 0 0,26-41-157 0 0,11-17-23 0 0,0 3 61 0 0,-1-1 1 0 0,1 1 0 0 0,-1-1 0 0 0,0 0-1 0 0,1 0 1 0 0,-1 1 0 0 0,-1-1-1 0 0,1 0 1 0 0,0 0 0 0 0,0-1-1 0 0,-1 1 1 0 0,1 0 0 0 0,-1-1-1 0 0,1 0 1 0 0,-1 1 0 0 0,1-1-1 0 0,-1 0 1 0 0,-5 1 0 0 0,-12 21 498 0 0,17-21-463 0 0,0 0 0 0 0,1 0 0 0 0,-2-1 0 0 0,1 1 0 0 0,0-1 0 0 0,0 0 0 0 0,0 0 0 0 0,0 0-1 0 0,-1 0 1 0 0,1-1 0 0 0,-1 1 0 0 0,1-1 0 0 0,0 0 0 0 0,-6 0 0 0 0,6 0-30 0 0,-1 0 0 0 0,1-1 0 0 0,-1 1-1 0 0,1-1 1 0 0,-1 1 0 0 0,1-1 0 0 0,0 0-1 0 0,-1 0 1 0 0,1 0 0 0 0,0-1 0 0 0,0 1-1 0 0,-5-4 1 0 0,1 0 104 0 0,0 0 0 0 0,1-1 0 0 0,-9-9 0 0 0,15 14-163 0 0,0-1 0 0 0,-1 0 0 0 0,1 0 0 0 0,-1 1 0 0 0,0-1 0 0 0,1 1 0 0 0,-1-1 0 0 0,0 0 0 0 0,0 1 0 0 0,0-1-1 0 0,0 1 1 0 0,0 0 0 0 0,0-1 0 0 0,0 1 0 0 0,-1 0 0 0 0,1 0 0 0 0,0-1 0 0 0,-1 1 0 0 0,1 0 0 0 0,-1 1 0 0 0,1-1 0 0 0,-1 0 0 0 0,-1 0 0 0 0,-10-7 155 0 0,12 7-164 0 0,0 0 0 0 0,1 1 0 0 0,-1-1-1 0 0,0 0 1 0 0,1 0 0 0 0,-1 0-1 0 0,1 0 1 0 0,-1 0 0 0 0,1 0 0 0 0,0 0-1 0 0,-1 0 1 0 0,1 0 0 0 0,0 0-1 0 0,0 0 1 0 0,0 0 0 0 0,0 0 0 0 0,0 0-1 0 0,0 0 1 0 0,0 0 0 0 0,0 0-1 0 0,0 0 1 0 0,0 0 0 0 0,0 0 0 0 0,1 0-1 0 0,-1 0 1 0 0,0 0 0 0 0,2-2-1 0 0,-1 3 3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8"/>
    </inkml:context>
    <inkml:brush xml:id="br0">
      <inkml:brushProperty name="width" value="0.025" units="cm"/>
      <inkml:brushProperty name="height" value="0.025" units="cm"/>
      <inkml:brushProperty name="color" value="#B2626F"/>
    </inkml:brush>
  </inkml:definitions>
  <inkml:trace contextRef="#ctx0" brushRef="#br0">15 224 1896 0 0,'0'0'1069'0'0,"13"-30"1600"0"0,-12 26-2441 0 0,1 1-1 0 0,-1-1 1 0 0,1 1-1 0 0,-1 0 1 0 0,1 0-1 0 0,3-4 1 0 0,8-17 514 0 0,-7 18-534 0 0,1 1 0 0 0,-1-1 0 0 0,1 2 0 0 0,0-1 0 0 0,9-4 0 0 0,16-4 802 0 0,-14 8-419 0 0,8 1-8 0 0,-23 4-500 0 0,0-1 0 0 0,0 1 0 0 0,1 0-1 0 0,-1-1 1 0 0,0 1 0 0 0,0-1 0 0 0,0 0-1 0 0,0 0 1 0 0,0 0 0 0 0,3-2 0 0 0,-3 0 35 0 0,1 1 0 0 0,0 0-1 0 0,-1-1 1 0 0,1 2 0 0 0,0-1 0 0 0,0 0 0 0 0,5 0 0 0 0,-5 1-87 0 0,0-1 1 0 0,0 1-1 0 0,0-1 0 0 0,-1 1 0 0 0,1-1 1 0 0,-1 0-1 0 0,1 0 0 0 0,-1-1 0 0 0,4-2 1 0 0,-5 3-11 0 0,1 0 1 0 0,-1 0-1 0 0,1 1 0 0 0,-1-1 1 0 0,1 1-1 0 0,0-1 1 0 0,-1 1-1 0 0,1 0 1 0 0,0 0-1 0 0,0 0 1 0 0,6 0-1 0 0,7-4 224 0 0,-8 2-160 0 0,-5 2-26 0 0,0 0-1 0 0,0 0 1 0 0,0 0-1 0 0,1 0 1 0 0,-1 1-1 0 0,5-1 1 0 0,11-3 131 0 0,-18 4-182 0 0,1-1 1 0 0,-1 1-1 0 0,0-1 0 0 0,0 1 1 0 0,0-1-1 0 0,1 1 1 0 0,-1 0-1 0 0,0 0 1 0 0,0 0-1 0 0,1 0 1 0 0,-1 0-1 0 0,0 0 1 0 0,0 0-1 0 0,1 0 1 0 0,-1 0-1 0 0,0 0 1 0 0,0 1-1 0 0,1-1 1 0 0,-1 0-1 0 0,0 1 1 0 0,0-1-1 0 0,0 1 1 0 0,0-1-1 0 0,0 1 0 0 0,0 0 1 0 0,1 0-1 0 0,-1-1 1 0 0,-1 1-1 0 0,2 1 1 0 0,7 7 71 0 0,-8-9-55 0 0,0 1 1 0 0,0 0-1 0 0,0 0 1 0 0,0 0-1 0 0,0 0 1 0 0,-1 0 0 0 0,1 0-1 0 0,0 0 1 0 0,0 1-1 0 0,-1-1 1 0 0,1 0-1 0 0,-1 0 1 0 0,1 0-1 0 0,-1 1 1 0 0,1-1-1 0 0,-1 0 1 0 0,0 1-1 0 0,1-1 1 0 0,-1 2 0 0 0,0-3 38 0 0,-1 30-16 0 0,0-25-43 0 0,1-1 0 0 0,-1 1 0 0 0,0 0 1 0 0,0-1-1 0 0,-1 1 0 0 0,-2 5 1 0 0,-5 18 19 0 0,7-22-16 0 0,0 0-1 0 0,0 0 1 0 0,0 0-1 0 0,-1-1 1 0 0,0 0-1 0 0,0 1 1 0 0,-8 8-1 0 0,-10 20 23 0 0,-32 69 129 0 0,42-77 79 0 0,1-1 0 0 0,-9 38 0 0 0,13-38 157 0 0,-1-1-1 0 0,-17 41 1 0 0,21-59-393 0 0,0-1-1 0 0,0 1 1 0 0,0-1 0 0 0,0 0 0 0 0,-1-1-1 0 0,0 1 1 0 0,0-1 0 0 0,0 1 0 0 0,-1-1-1 0 0,0 0 1 0 0,1-1 0 0 0,-1 1 0 0 0,-10 4-1 0 0,14-7-1 0 0,-1-1 0 0 0,0 0 0 0 0,0 0 0 0 0,0 1 0 0 0,1-1 0 0 0,-1 0 0 0 0,0-1 0 0 0,0 1 0 0 0,1 0 0 0 0,-1 0 0 0 0,0-1 0 0 0,0 1 0 0 0,1-1 0 0 0,-1 1 0 0 0,0-1 0 0 0,1 0 0 0 0,-1 0 0 0 0,1 0 0 0 0,-3-1 0 0 0,1 0 1 0 0,1 0 0 0 0,0 0 0 0 0,0 0 0 0 0,0 0 0 0 0,0 0-1 0 0,0-1 1 0 0,0 1 0 0 0,0-1 0 0 0,1 1 0 0 0,-3-5-1 0 0,-13-39 331 0 0,-18-81 0 0 0,34 120-191 0 0,-2 0 0 0 0,1 1-1 0 0,-1-1 1 0 0,0 1-1 0 0,-6-10 1 0 0,3 6-7 0 0,-45-70 994 0 0,51 77-1098 0 0,-1 0 1 0 0,0 0 0 0 0,1-1-1 0 0,-1 1 1 0 0,1 0-1 0 0,0 0 1 0 0,0 0 0 0 0,0-1-1 0 0,0 1 1 0 0,1 0-1 0 0,1-6 1 0 0,12-33 98 0 0,7 9-70 0 0,-7 14-48 0 0,-13 17-11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09"/>
    </inkml:context>
    <inkml:brush xml:id="br0">
      <inkml:brushProperty name="width" value="0.025" units="cm"/>
      <inkml:brushProperty name="height" value="0.025" units="cm"/>
      <inkml:brushProperty name="color" value="#B2626F"/>
    </inkml:brush>
  </inkml:definitions>
  <inkml:trace contextRef="#ctx0" brushRef="#br0">1 705 2704 0 0,'0'0'2984'0'0,"-1"9"1106"0"0,31-84-2635 0 0,-26 62-1403 0 0,1 1 1 0 0,0 0-1 0 0,1 0 0 0 0,8-12 1 0 0,12-27 2 0 0,-21 41-9 0 0,0 0-1 0 0,13-16 0 0 0,-13 19 15 0 0,0 0 0 0 0,0-1-1 0 0,-1 0 1 0 0,0 0-1 0 0,4-11 1 0 0,-6 15 20 0 0,-1 1 1 0 0,1-1 0 0 0,0 1 0 0 0,0-1 0 0 0,0 1 0 0 0,4-5-1 0 0,-4 6 26 0 0,0-1-1 0 0,0 1 0 0 0,0-1 1 0 0,0 0-1 0 0,-1 1 0 0 0,1-1 0 0 0,-1 0 1 0 0,0 0-1 0 0,1 0 0 0 0,-2 0 1 0 0,2-6-1 0 0,8-31 603 0 0,-7 33-624 0 0,-1 0-1 0 0,-1 1 0 0 0,1-1 1 0 0,0-10-1 0 0,-1 12-21 0 0,0 0-1 0 0,1 0 0 0 0,0 0 0 0 0,-1 1 1 0 0,1-1-1 0 0,1 0 0 0 0,2-4 1 0 0,8-19 253 0 0,-8 10-150 0 0,-4 11-77 0 0,1 0-1 0 0,0 0 1 0 0,1 0 0 0 0,0 1-1 0 0,0-1 1 0 0,6-10-1 0 0,27-31 1065 0 0,-34 44-1033 0 0,1 1 1 0 0,0 0-1 0 0,0-1 0 0 0,0 1 0 0 0,0 1 1 0 0,0-1-1 0 0,1 0 0 0 0,0 1 1 0 0,-1 0-1 0 0,6-3 0 0 0,21-15 1264 0 0,-25 18-1368 0 0,-1 0 1 0 0,1 1-1 0 0,0-1 1 0 0,0 1 0 0 0,0 0-1 0 0,0 1 1 0 0,0-1-1 0 0,0 1 1 0 0,0 0-1 0 0,6 1 1 0 0,-2-1-9 0 0,0 2 11 0 0,-7-2-12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0"/>
    </inkml:context>
    <inkml:brush xml:id="br0">
      <inkml:brushProperty name="width" value="0.025" units="cm"/>
      <inkml:brushProperty name="height" value="0.025" units="cm"/>
      <inkml:brushProperty name="color" value="#B2626F"/>
    </inkml:brush>
  </inkml:definitions>
  <inkml:trace contextRef="#ctx0" brushRef="#br0">70 236 5016 0 0,'0'0'4400'0'0,"-16"8"-3031"0"0,14-8-1302 0 0,0 0 0 0 0,0 0 0 0 0,1-1 0 0 0,-1 1 0 0 0,0-1 0 0 0,1 0 0 0 0,-1 1 0 0 0,1-1 0 0 0,-1 0 0 0 0,1 0 0 0 0,-1 0 1 0 0,1 0-1 0 0,-1 0 0 0 0,1-1 0 0 0,0 1 0 0 0,0 0 0 0 0,0 0 0 0 0,0-1 0 0 0,0 1 0 0 0,0-1 0 0 0,0 1 0 0 0,0-1 0 0 0,0 1 0 0 0,1-1 0 0 0,-2-3 0 0 0,-10-15 5 0 0,11 19-34 0 0,0-1 1 0 0,1 1 0 0 0,-1-1 0 0 0,0 0 0 0 0,1 0-1 0 0,-1 0 1 0 0,1 1 0 0 0,-1-1 0 0 0,1 0-1 0 0,0 0 1 0 0,0 0 0 0 0,0 0 0 0 0,0 1 0 0 0,0-1-1 0 0,0 0 1 0 0,1 0 0 0 0,-1 0 0 0 0,1 0-1 0 0,-1 1 1 0 0,1-1 0 0 0,0 0 0 0 0,-1 0 0 0 0,1 1-1 0 0,0-1 1 0 0,0 1 0 0 0,1-2 0 0 0,6-16 506 0 0,-9 9 477 0 0,0 9-989 0 0,1 1 0 0 0,0-1 0 0 0,-1 0 0 0 0,1 1-1 0 0,0-1 1 0 0,0 0 0 0 0,0 1 0 0 0,0-1 0 0 0,0 0 0 0 0,0 0-1 0 0,0 1 1 0 0,0-1 0 0 0,0 0 0 0 0,0 1 0 0 0,0-1-1 0 0,0 0 1 0 0,0 0 0 0 0,0 1 0 0 0,1-1 0 0 0,-1-1 0 0 0,3-2 87 0 0,0-1 0 0 0,-1 0 0 0 0,1 1 0 0 0,7-7 0 0 0,1-3 175 0 0,3-12-12 0 0,-13 22-201 0 0,1 0-1 0 0,0 0 1 0 0,1 0 0 0 0,-1 0 0 0 0,6-7 0 0 0,-7 11 152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1"/>
    </inkml:context>
    <inkml:brush xml:id="br0">
      <inkml:brushProperty name="width" value="0.025" units="cm"/>
      <inkml:brushProperty name="height" value="0.025" units="cm"/>
      <inkml:brushProperty name="color" value="#B2626F"/>
    </inkml:brush>
  </inkml:definitions>
  <inkml:trace contextRef="#ctx0" brushRef="#br0">643 1 4216 0 0,'0'0'6609'0'0,"-11"6"-6218"0"0,-27 32 151 0 0,31-29-527 0 0,0 0 0 0 0,0-1 0 0 0,-1 0 0 0 0,0 0 1 0 0,-1-1-1 0 0,-11 9 0 0 0,10-9 267 0 0,0 1 0 0 0,-13 16 0 0 0,8-9-87 0 0,8-9 293 0 0,0 0 0 0 0,0-1 0 0 0,-10 6 0 0 0,9-6-151 0 0,0 0 1 0 0,1 0-1 0 0,-9 8 0 0 0,7-5-106 0 0,1-1-1 0 0,-2 0 1 0 0,1 0 0 0 0,-11 5-1 0 0,-34 14 424 0 0,46-22-538 0 0,6-3-101 0 0,1 0 1 0 0,0 0-1 0 0,0-1 0 0 0,-1 1 0 0 0,1 0 0 0 0,0-1 0 0 0,-1 0 0 0 0,1 1 0 0 0,-1-1 0 0 0,-2 1 0 0 0,-2 0 1 0 0,0 0-1 0 0,-1 0 1 0 0,1 1-1 0 0,0 0 1 0 0,0 0-1 0 0,0 1 1 0 0,-7 4-1 0 0,-4 1-11 0 0,-31 5 107 0 0,30-7-12 0 0,14-4-58 0 0,-1-1 0 0 0,1 0 0 0 0,0 1 0 0 0,0-2 0 0 0,0 1 0 0 0,-6 0-1 0 0,-27 15 184 0 0,30-14-121 0 0,0-1-1 0 0,-1 1 1 0 0,1-2-1 0 0,-8 1 0 0 0,15-1 42 0 0,0 0-136 0 0,-1 0 0 0 0,1 0 24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2"/>
    </inkml:context>
    <inkml:brush xml:id="br0">
      <inkml:brushProperty name="width" value="0.025" units="cm"/>
      <inkml:brushProperty name="height" value="0.025" units="cm"/>
      <inkml:brushProperty name="color" value="#B2626F"/>
    </inkml:brush>
  </inkml:definitions>
  <inkml:trace contextRef="#ctx0" brushRef="#br0">94 28 96 0 0,'-2'2'-313'0'0,"-8"9"2323"0"0,10-11-1935 0 0,0 0-1 0 0,0 0 1 0 0,0 0 0 0 0,0 0 0 0 0,0 0-1 0 0,-1 0 1 0 0,1 1 0 0 0,0-1 0 0 0,0 0-1 0 0,0 0 1 0 0,0 0 0 0 0,0 0 0 0 0,-1 0-1 0 0,1 0 1 0 0,0 0 0 0 0,0 0 0 0 0,0 0-1 0 0,0 0 1 0 0,-1 0 0 0 0,1 0 0 0 0,0 0-1 0 0,0 0 1 0 0,0 0 0 0 0,0 0 0 0 0,0 0-1 0 0,-1 0 1 0 0,1 0 0 0 0,0 0-1 0 0,0 0 1 0 0,0 0 0 0 0,0 0 0 0 0,-1 0-1 0 0,1 0 1 0 0,0 0 0 0 0,0 0 0 0 0,0-1-1 0 0,0 1 1 0 0,0 0 0 0 0,0 0 0 0 0,-1 0-1 0 0,1 0 1 0 0,0 0 0 0 0,0 0 0 0 0,0-1-1 0 0,0 1 1 0 0,0 0 0 0 0,0 0 0 0 0,0 0-1 0 0,0 0 1 0 0,0 0 0 0 0,0-1 0 0 0,0 1-1 0 0,0 0 1 0 0,0 0 0 0 0,0 0 0 0 0,0 0-1 0 0,0-1 1 0 0,0 1 0 0 0,0 0 0 0 0,0 0-1 0 0,0 0 1 0 0,0 0 0 0 0,0 0 0 0 0,0-1-1 0 0,0 1 1 0 0,0 0 0 0 0,0 0 0 0 0,0 0 337 0 0,9-13 2026 0 0,-7 10-2306 0 0,1 1-1 0 0,0 0 1 0 0,-1 0-1 0 0,1 0 1 0 0,1 0-1 0 0,-1 0 0 0 0,0 1 1 0 0,0-1-1 0 0,0 1 1 0 0,1 0-1 0 0,-1 0 1 0 0,1 0-1 0 0,-1 1 1 0 0,1-1-1 0 0,-1 1 0 0 0,1-1 1 0 0,-1 1-1 0 0,1 1 1 0 0,-1-1-1 0 0,1 0 1 0 0,-1 1-1 0 0,1-1 0 0 0,4 3 1 0 0,3-1 203 0 0,-9-2-202 0 0,1 0 0 0 0,0 0 0 0 0,-1 1 0 0 0,1-1 0 0 0,0 1 0 0 0,-1-1 0 0 0,1 1 0 0 0,-1 0 0 0 0,1 0 0 0 0,-1 1 0 0 0,0-1 0 0 0,1 0 0 0 0,-1 1 0 0 0,0 0 0 0 0,4 3 0 0 0,-4-2 34 0 0,0 0 0 0 0,0 0 1 0 0,-1 0-1 0 0,1 0 0 0 0,-1 1 0 0 0,0-1 1 0 0,0 1-1 0 0,0-1 0 0 0,0 1 1 0 0,-1-1-1 0 0,1 7 0 0 0,9 28 1131 0 0,-8 42 1371 0 0,-1-79-2650 0 0,-1 1 1 0 0,1-1-1 0 0,-1 0 1 0 0,1 0-1 0 0,0 0 1 0 0,0 0-1 0 0,-1 0 1 0 0,1 0-1 0 0,0 0 1 0 0,0 0-1 0 0,0 0 1 0 0,0-1-1 0 0,0 1 0 0 0,0 0 1 0 0,0-1-1 0 0,3 2 1 0 0,19 9 194 0 0,13 3 41 0 0,-34-14-248 0 0,-1 1-1 0 0,1-1 1 0 0,-1 1 0 0 0,0-1-1 0 0,1 1 1 0 0,-1 0 0 0 0,0 0-1 0 0,1-1 1 0 0,-1 1 0 0 0,0 0-1 0 0,0 0 1 0 0,0 0 0 0 0,0 0-1 0 0,0 0 1 0 0,0 0 0 0 0,0 1-1 0 0,0-1 1 0 0,0 0 0 0 0,-1 0 0 0 0,1 1-1 0 0,0-1 1 0 0,-1 1 0 0 0,1-1-1 0 0,-1 2 1 0 0,9 16 99 0 0,-6-13-76 0 0,1 0 1 0 0,-1 0-1 0 0,0 0 0 0 0,-1 0 0 0 0,1 1 0 0 0,-1-1 0 0 0,-1 1 0 0 0,1 0 0 0 0,-1 0 0 0 0,0-1 1 0 0,-1 12-1 0 0,7 29 26 0 0,-4-29-42 0 0,0 4-66 0 0,-1 34 0 0 0,-12 3-274 0 0,9-50 283 0 0,0 0 1 0 0,0 0 0 0 0,-1 0-1 0 0,-1 0 1 0 0,0 0 0 0 0,0 0-1 0 0,-6 11 1 0 0,-3 8-32 0 0,9-20 62 0 0,0-1-1 0 0,-1 0 1 0 0,1 0 0 0 0,-1 0 0 0 0,0 0-1 0 0,-1-1 1 0 0,-7 9 0 0 0,11-14 11 0 0,-1 0-1 0 0,1 1 1 0 0,-1-1-1 0 0,0 0 1 0 0,0 0-1 0 0,0 0 1 0 0,1 0-1 0 0,-1-1 1 0 0,0 1 0 0 0,0 0-1 0 0,0-1 1 0 0,0 1-1 0 0,0-1 1 0 0,0 0-1 0 0,-1 0 1 0 0,1 0 0 0 0,0 0-1 0 0,0 0 1 0 0,0 0-1 0 0,0 0 1 0 0,0-1-1 0 0,0 1 1 0 0,0-1-1 0 0,0 1 1 0 0,0-1 0 0 0,0 0-1 0 0,-2-1 1 0 0,-7-4 8 0 0,0 0 1 0 0,1-1-1 0 0,-16-12 1 0 0,4 2 47 0 0,-31-20 291 0 0,8-1-82 0 0,7-2-127 0 0,14 13-74 0 0,17 22-42 0 0,6 5-19 0 0,0 0 1 0 0,0-1-1 0 0,0 1 0 0 0,1-1 1 0 0,-1 1-1 0 0,0-1 1 0 0,0 1-1 0 0,1-1 1 0 0,-1 0-1 0 0,0 1 0 0 0,1-1 1 0 0,-1 0-1 0 0,0 0 1 0 0,1 1-1 0 0,-1-1 1 0 0,1 0-1 0 0,0 0 0 0 0,-1 0 1 0 0,1 0-1 0 0,-1-1 1 0 0,1 2 3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3"/>
    </inkml:context>
    <inkml:brush xml:id="br0">
      <inkml:brushProperty name="width" value="0.025" units="cm"/>
      <inkml:brushProperty name="height" value="0.025" units="cm"/>
      <inkml:brushProperty name="color" value="#B2626F"/>
    </inkml:brush>
  </inkml:definitions>
  <inkml:trace contextRef="#ctx0" brushRef="#br0">1 0 4312 0 0,'0'0'8710'0'0,"11"19"-8162"0"0,-6-18-531 0 0,-1 1-1 0 0,1 0 1 0 0,-1 0 0 0 0,0 1-1 0 0,1-1 1 0 0,-1 1-1 0 0,0 0 1 0 0,4 4 0 0 0,32 27-25 0 0,-40-34 8 0 0,2 2 48 0 0,0 0 0 0 0,-1 0 0 0 0,1 0 0 0 0,0-1 0 0 0,0 1 0 0 0,1-1 0 0 0,-1 1 0 0 0,0-1 0 0 0,0 0 0 0 0,1 0 0 0 0,-1 0 0 0 0,4 1 0 0 0,-5-1 4 0 0,0 0 1 0 0,0 0 0 0 0,0 0-1 0 0,0 0 1 0 0,0 0 0 0 0,0 0-1 0 0,0 1 1 0 0,0-1 0 0 0,0 0 0 0 0,0 0-1 0 0,-1 1 1 0 0,1-1 0 0 0,0 0-1 0 0,-1 1 1 0 0,1-1 0 0 0,-1 1-1 0 0,0-1 1 0 0,1 1 0 0 0,-1-1 0 0 0,0 3-1 0 0,4 10 112 0 0,-3-12-135 0 0,0 0-1 0 0,0 0 1 0 0,-1 0-1 0 0,1 0 1 0 0,-1 0-1 0 0,1 0 1 0 0,-1 0 0 0 0,1 1-1 0 0,-1-1 1 0 0,0 0-1 0 0,0 0 1 0 0,0 0-1 0 0,-1 1 1 0 0,1-1-1 0 0,0 0 1 0 0,-1 0 0 0 0,0 0-1 0 0,1 0 1 0 0,-1 0-1 0 0,-2 4 1 0 0,-2 3 114 0 0,0-1 0 0 0,-1 0 0 0 0,-9 11 0 0 0,11-14-128 0 0,-53 67 631 0 0,55-68-605 0 0,0-1 0 0 0,0 1 0 0 0,0 0-1 0 0,0 0 1 0 0,0 0 0 0 0,-1 7-1 0 0,-5 11 170 0 0,7-20-193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4"/>
    </inkml:context>
    <inkml:brush xml:id="br0">
      <inkml:brushProperty name="width" value="0.025" units="cm"/>
      <inkml:brushProperty name="height" value="0.025" units="cm"/>
      <inkml:brushProperty name="color" value="#B2626F"/>
    </inkml:brush>
  </inkml:definitions>
  <inkml:trace contextRef="#ctx0" brushRef="#br0">3 359 3408 0 0,'0'0'6904'0'0,"16"-37"-4591"0"0,8-16-1817 0 0,-13 29-472 0 0,2 1-1 0 0,0-1 1 0 0,18-22 0 0 0,-19 31-22 0 0,-6 5 3 0 0,1 1-1 0 0,0 0 1 0 0,1 0 0 0 0,0 1 0 0 0,9-7-1 0 0,45-27 255 0 0,-21 12 76 0 0,-39 29-298 0 0,1 1 0 0 0,-1-1 0 0 0,0 0 0 0 0,1 1 1 0 0,-1-1-1 0 0,1 1 0 0 0,-1 0 0 0 0,0-1 1 0 0,1 1-1 0 0,-1 0 0 0 0,1 1 0 0 0,-1-1 0 0 0,5 1 1 0 0,21 0 681 0 0,-2-3-220 0 0,-13 3-208 0 0,-11-1-258 0 0,1-1 1 0 0,0 1-1 0 0,0 0 0 0 0,-1 1 0 0 0,1-1 0 0 0,0 0 1 0 0,-1 1-1 0 0,1 0 0 0 0,0-1 0 0 0,-1 1 0 0 0,1 0 1 0 0,-1 0-1 0 0,1 1 0 0 0,-1-1 0 0 0,1 0 0 0 0,-1 1 1 0 0,0-1-1 0 0,0 1 0 0 0,0 0 0 0 0,4 4 0 0 0,5 2 104 0 0,-10-8-130 0 0,0 1 0 0 0,0-1 0 0 0,0 1-1 0 0,0-1 1 0 0,0 1 0 0 0,-1-1 0 0 0,1 1 0 0 0,0 0 0 0 0,0-1-1 0 0,-1 1 1 0 0,1 0 0 0 0,0 0 0 0 0,-1 0 0 0 0,1-1 0 0 0,-1 1-1 0 0,1 0 1 0 0,-1 0 0 0 0,1 0 0 0 0,-1 0 0 0 0,1 2-1 0 0,6 14 34 0 0,-6-14-20 0 0,1-1-1 0 0,-1 1 0 0 0,0 0 1 0 0,0-1-1 0 0,-1 1 0 0 0,1 0 1 0 0,0 0-1 0 0,-1 0 0 0 0,1 5 1 0 0,-3-2 109 0 0,1 1 0 0 0,-1-1 1 0 0,0 0-1 0 0,-1 0 0 0 0,0 0 0 0 0,1 0 1 0 0,-2 0-1 0 0,1-1 0 0 0,-1 1 0 0 0,0-1 1 0 0,-7 8-1 0 0,-6 10 33 0 0,-86 124 387 0 0,66-87-265 0 0,24-36-37 0 0,-32 41 0 0 0,-49 60-30 0 0,86-117-180 0 0,0 0-1 0 0,0-1 1 0 0,-16 11 0 0 0,9-7 51 0 0,-26 24 477 0 0,39-34-534 0 0,0 0 0 0 0,1 0 1 0 0,-1 0-1 0 0,0 0 0 0 0,0 0 0 0 0,0 0 0 0 0,0 0 0 0 0,0-1 1 0 0,0 1-1 0 0,0-1 0 0 0,0 1 0 0 0,-2-1 0 0 0,4 0-15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5"/>
    </inkml:context>
    <inkml:brush xml:id="br0">
      <inkml:brushProperty name="width" value="0.025" units="cm"/>
      <inkml:brushProperty name="height" value="0.025" units="cm"/>
      <inkml:brushProperty name="color" value="#B2626F"/>
    </inkml:brush>
  </inkml:definitions>
  <inkml:trace contextRef="#ctx0" brushRef="#br0">1 20 7432 0 0,'0'0'2726'0'0,"20"-19"-1700"0"0,-17 19-1023 0 0,1 1 0 0 0,-1 0 0 0 0,0-1 1 0 0,0 1-1 0 0,1 0 0 0 0,-1 1 0 0 0,5 2 0 0 0,-5-3 5 0 0,0 1 0 0 0,0-1 0 0 0,0 0 0 0 0,0 0 0 0 0,0 0 0 0 0,1 0 0 0 0,4 0 0 0 0,-4 0 188 0 0,-1-1 0 0 0,0 1 1 0 0,0 0-1 0 0,0 0 0 0 0,0 1 0 0 0,0-1 1 0 0,0 1-1 0 0,0-1 0 0 0,0 1 0 0 0,0 0 0 0 0,0 0 1 0 0,3 3-1 0 0,16 10 1692 0 0,11 5 135 0 0,-31-20-1989 0 0,-1 1 0 0 0,0 0-1 0 0,1 0 1 0 0,-1 0-1 0 0,0 0 1 0 0,0 0 0 0 0,0 0-1 0 0,0 1 1 0 0,0-1-1 0 0,0 0 1 0 0,0 1 0 0 0,-1-1-1 0 0,1 0 1 0 0,0 1-1 0 0,-1-1 1 0 0,1 1 0 0 0,-1-1-1 0 0,1 1 1 0 0,-1 1-1 0 0,11 30 311 0 0,-11-34-336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6"/>
    </inkml:context>
    <inkml:brush xml:id="br0">
      <inkml:brushProperty name="width" value="0.025" units="cm"/>
      <inkml:brushProperty name="height" value="0.025" units="cm"/>
      <inkml:brushProperty name="color" value="#B2626F"/>
    </inkml:brush>
  </inkml:definitions>
  <inkml:trace contextRef="#ctx0" brushRef="#br0">65 375 2808 0 0,'0'0'6257'0'0,"-14"4"-5388"0"0,12-6-800 0 0,1-1 0 0 0,-1 1 0 0 0,1-1 0 0 0,0 0 0 0 0,0 1 0 0 0,0-1 0 0 0,0 0 0 0 0,0-5 0 0 0,-3-4 6 0 0,-6-5 144 0 0,8 15-200 0 0,1 0-1 0 0,-1 0 0 0 0,1 0 0 0 0,0 0 0 0 0,0 0 0 0 0,0-1 0 0 0,0 1 0 0 0,0-1 0 0 0,-1-3 0 0 0,-4-18 141 0 0,5 21-61 0 0,-1 0 0 0 0,2 0 1 0 0,-1-1-1 0 0,0 1 0 0 0,0 0 1 0 0,1 0-1 0 0,0 0 1 0 0,0-1-1 0 0,0 1 0 0 0,0 0 1 0 0,0 0-1 0 0,0 0 1 0 0,1-1-1 0 0,0 1 0 0 0,0 0 1 0 0,0 0-1 0 0,2-5 1 0 0,-2 4 8 0 0,0 1 0 0 0,0-1 0 0 0,0 1 0 0 0,0-1 0 0 0,-1 0 1 0 0,1 1-1 0 0,-1-6 0 0 0,4-20 524 0 0,13-9 272 0 0,-13 29-637 0 0,1-1-1 0 0,5-19 1 0 0,-8 26-126 0 0,1 0 1 0 0,-1 0 0 0 0,1 0 0 0 0,0 0-1 0 0,0 0 1 0 0,5-3 0 0 0,1-2-59 0 0,12-17 168 0 0,-21 25-122 0 0,32-2 158 0 0,-27 2-161 0 0,-1 1 0 0 0,0-1-1 0 0,0 1 1 0 0,0 0-1 0 0,1 0 1 0 0,-1 1 0 0 0,0-1-1 0 0,7 4 1 0 0,-4 1 18 0 0,-7-5-128 0 0,1 0 0 0 0,-1-1 0 0 0,1 1 0 0 0,-1-1-1 0 0,1 1 1 0 0,0-1 0 0 0,-1 1 0 0 0,1-1 0 0 0,0 0 0 0 0,-1 1 0 0 0,1-1 0 0 0,0 0 0 0 0,0 0-1 0 0,-1 1 1 0 0,1-1 0 0 0,0 0 0 0 0,0 0 0 0 0,-1 0 0 0 0,1 0 0 0 0,1 0 0 0 0,0 3 15 0 0,-1 1-1 0 0,1-1 1 0 0,0 0 0 0 0,-1 1 0 0 0,0 0 0 0 0,0-1 0 0 0,0 1 0 0 0,0 6-1 0 0,-1-10-25 0 0,2 14 54 0 0,-2-13-22 0 0,0 1-1 0 0,0-1 1 0 0,0 0 0 0 0,0 1-1 0 0,1-1 1 0 0,-1 1 0 0 0,1-1-1 0 0,-1 0 1 0 0,1 1 0 0 0,-1-1 0 0 0,1 0-1 0 0,0 1 1 0 0,0-1 0 0 0,-1 0-1 0 0,3 2 1 0 0,0 3 2 0 0,0-1 0 0 0,0 1 0 0 0,0-1 1 0 0,-1 1-1 0 0,4 11 0 0 0,2 6 45 0 0,-8-10 14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7"/>
    </inkml:context>
    <inkml:brush xml:id="br0">
      <inkml:brushProperty name="width" value="0.025" units="cm"/>
      <inkml:brushProperty name="height" value="0.025" units="cm"/>
      <inkml:brushProperty name="color" value="#B2626F"/>
    </inkml:brush>
  </inkml:definitions>
  <inkml:trace contextRef="#ctx0" brushRef="#br0">94 453 2000 0 0,'0'0'5406'0'0,"-8"-38"-3740"0"0,2 26-1196 0 0,2 0 0 0 0,0 0 0 0 0,-4-20 0 0 0,5 20 180 0 0,0 0 1 0 0,-1 1-1 0 0,0-1 1 0 0,-8-14-1 0 0,4 9-26 0 0,-1 1-90 0 0,8 13-455 0 0,-1 1 1 0 0,1 0 0 0 0,-1-1-1 0 0,1 0 1 0 0,0 1 0 0 0,0-1-1 0 0,0 0 1 0 0,0 1 0 0 0,0-1-1 0 0,0-4 1 0 0,-3-9 427 0 0,4 14-481 0 0,-1 0 1 0 0,0 0-1 0 0,1 0 1 0 0,-1 0-1 0 0,1 0 1 0 0,0 0-1 0 0,0-1 1 0 0,0-3-1 0 0,0-93 598 0 0,0 96-619 0 0,1 0-1 0 0,0 0 1 0 0,-1 0-1 0 0,1 0 1 0 0,1 0-1 0 0,-1 0 0 0 0,0 1 1 0 0,0-1-1 0 0,1 0 1 0 0,0 1-1 0 0,-1-1 0 0 0,4-2 1 0 0,-4 5-4 0 0,0-1 1 0 0,-1 0 0 0 0,1 0-1 0 0,0 0 1 0 0,0 0 0 0 0,-1 0-1 0 0,1 0 1 0 0,-1 0 0 0 0,1 0-1 0 0,0 0 1 0 0,-1 0 0 0 0,0 0-1 0 0,1 0 1 0 0,-1-1 0 0 0,0 1 17 0 0,0 0 1 0 0,1 1-1 0 0,-1-1 1 0 0,0 0-1 0 0,0 1 1 0 0,1-1-1 0 0,-1 0 1 0 0,0 1-1 0 0,0-1 1 0 0,1 1-1 0 0,-1-1 1 0 0,1 0-1 0 0,-1 1 1 0 0,1-1-1 0 0,-1 1 1 0 0,1-1-1 0 0,-1 1 1 0 0,1-1-1 0 0,-1 1 1 0 0,1 0-1 0 0,-1-1 1 0 0,1 1-1 0 0,0 0 1 0 0,-1-1-1 0 0,1 1 1 0 0,0 0-1 0 0,-1 0 1 0 0,1 0-1 0 0,0 0 1 0 0,-1-1-1 0 0,1 1 1 0 0,0 0-1 0 0,0 0 1 0 0,-1 0-1 0 0,1 0 1 0 0,1 1-1 0 0,6-2 278 0 0,-7 1-262 0 0,0 0 1 0 0,1 0 0 0 0,-1 0-1 0 0,0 0 1 0 0,1 0 0 0 0,-1 0-1 0 0,0 0 1 0 0,1 0 0 0 0,-1 0-1 0 0,0 1 1 0 0,1-1-1 0 0,-1 0 1 0 0,0 1 0 0 0,1-1-1 0 0,-1 1 1 0 0,0 0 0 0 0,0-1-1 0 0,2 3 1 0 0,3 4 63 0 0,0 0 1 0 0,0 0 0 0 0,7 15-1 0 0,-9-16-76 0 0,-1 0-1 0 0,-1 0 0 0 0,1 0 0 0 0,-1 1 1 0 0,0-1-1 0 0,-1 1 0 0 0,1-1 1 0 0,-1 1-1 0 0,0 6 0 0 0,5 18 58 0 0,-5-23-40 0 0,1 0 0 0 0,-1-1-1 0 0,1 1 1 0 0,0-1 0 0 0,1 1 0 0 0,3 7 0 0 0,4 9 42 0 0,-8-17-36 0 0,1 0 0 0 0,0-1 0 0 0,1 1-1 0 0,0-1 1 0 0,0 1 0 0 0,8 8-1 0 0,12-2 139 0 0,-23-12-176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8"/>
    </inkml:context>
    <inkml:brush xml:id="br0">
      <inkml:brushProperty name="width" value="0.025" units="cm"/>
      <inkml:brushProperty name="height" value="0.025" units="cm"/>
      <inkml:brushProperty name="color" value="#B2626F"/>
    </inkml:brush>
  </inkml:definitions>
  <inkml:trace contextRef="#ctx0" brushRef="#br0">200 779 8136 0 0,'0'0'3137'0'0,"-10"8"838"0"0,4-11-3880 0 0,-1-1 0 0 0,1 1 1 0 0,0-1-1 0 0,1 0 0 0 0,-1 0 1 0 0,1 0-1 0 0,0-1 0 0 0,0 0 1 0 0,-9-11-1 0 0,4-1-80 0 0,5 9-15 0 0,0-1 0 0 0,-1 1 0 0 0,-7-8 0 0 0,7 9 23 0 0,0 0 1 0 0,1 0 0 0 0,0-1 0 0 0,0 1 0 0 0,1-1 0 0 0,0-1-1 0 0,0 1 1 0 0,-3-11 0 0 0,3 8 82 0 0,0 2 24 0 0,0-1 0 0 0,1 0 1 0 0,0 0-1 0 0,1 0 0 0 0,0 0 0 0 0,-1-11 0 0 0,-9-31 677 0 0,11 33-717 0 0,1 13-35 0 0,-1 0-1 0 0,1 0 0 0 0,0 1 1 0 0,0-1-1 0 0,3-11 0 0 0,10-14 187 0 0,-10 21-198 0 0,-1 4 21 0 0,0-1-1 0 0,-1 1 1 0 0,1 0 0 0 0,-1 0 0 0 0,0-8 0 0 0,11-7 75 0 0,-2 3-120 0 0,-4 0-2 0 0,-5 13-9 0 0,0 0 0 0 0,1 1 1 0 0,0-1-1 0 0,-1 0 0 0 0,2 1 0 0 0,-1-1 0 0 0,0 1 0 0 0,5-6 0 0 0,-3 5 12 0 0,1 0 0 0 0,-2-1 0 0 0,1 1-1 0 0,5-12 1 0 0,-4 8 6 0 0,2 1 1 0 0,0 1 1 0 0,1 0-1 0 0,0 0 0 0 0,0 1 0 0 0,0 0 1 0 0,17-9-1 0 0,-23 15-19 0 0,5-5-3 0 0,-3 2 2 0 0,0 1-1 0 0,-1-1 0 0 0,1 1 0 0 0,0 0 0 0 0,0 1 0 0 0,1-1 0 0 0,-1 1 0 0 0,0-1 0 0 0,9 0 0 0 0,-10 1 16 0 0,-1 1 1 0 0,0-1-1 0 0,1 1 0 0 0,-1-1 0 0 0,1 0 0 0 0,-1 0 0 0 0,0 0 0 0 0,0 0 0 0 0,3-2 0 0 0,-3 2 3 0 0,0 0 0 0 0,1-1 0 0 0,-1 1 0 0 0,1 0 0 0 0,-1 0 0 0 0,1 1 0 0 0,-1-1 0 0 0,1 0 0 0 0,3 1 0 0 0,22-10 272 0 0,-15 4-97 0 0,53-22 63 0 0,-14 21-190 0 0,-46 6-65 0 0,-5 1-8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19"/>
    </inkml:context>
    <inkml:brush xml:id="br0">
      <inkml:brushProperty name="width" value="0.025" units="cm"/>
      <inkml:brushProperty name="height" value="0.025" units="cm"/>
      <inkml:brushProperty name="color" value="#B2626F"/>
    </inkml:brush>
  </inkml:definitions>
  <inkml:trace contextRef="#ctx0" brushRef="#br0">10 625 3712 0 0,'0'0'5472'0'0,"-10"3"-2767"0"0,60-43-3121 0 0,-38 29 376 0 0,-1-1-1 0 0,17-21 1 0 0,-3 9 281 0 0,-21 19-17 0 0,0 0 0 0 0,0 1-1 0 0,0 0 1 0 0,0-1 0 0 0,1 1 0 0 0,0 1 0 0 0,10-7 0 0 0,-8 4-30 0 0,1-1 1 0 0,-1 1-1 0 0,-1-1 1 0 0,1-1-1 0 0,-1 1 1 0 0,0-1-1 0 0,-1 0 1 0 0,7-14-1 0 0,32-47 953 0 0,-20 37-750 0 0,-5-3-59 0 0,-15 26-128 0 0,1 0 0 0 0,0 1 0 0 0,9-12-1 0 0,-11 13-15 0 0,1 0 0 0 0,-1 0-1 0 0,0 0 1 0 0,0-1-1 0 0,1-9 1 0 0,-1 9-73 0 0,0 0-1 0 0,0 0 1 0 0,1 0 0 0 0,6-9 0 0 0,20-46 145 0 0,-19 29-20 0 0,-7 27 244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0"/>
    </inkml:context>
    <inkml:brush xml:id="br0">
      <inkml:brushProperty name="width" value="0.025" units="cm"/>
      <inkml:brushProperty name="height" value="0.025" units="cm"/>
      <inkml:brushProperty name="color" value="#B2626F"/>
    </inkml:brush>
  </inkml:definitions>
  <inkml:trace contextRef="#ctx0" brushRef="#br0">55 0 5416 0 0,'0'0'4858'0'0,"-13"34"-3430"0"0,11-22-1376 0 0,0 0-1 0 0,-1 0 0 0 0,0 0 0 0 0,-6 14 0 0 0,5-17-29 0 0,1 1-1 0 0,0 0 1 0 0,-1 12 0 0 0,1-9 37 0 0,1-5 151 0 0,1 0 1 0 0,0 0-1 0 0,0 1 1 0 0,1-1-1 0 0,0 1 0 0 0,2 12 1 0 0,-1-16-76 0 0,0 0-1 0 0,0 0 1 0 0,-1 0 0 0 0,0 0 0 0 0,0 0-1 0 0,0 1 1 0 0,0-1 0 0 0,-2 9-1 0 0,-1 17 245 0 0,3-29-345 0 0,0 0 1 0 0,0 0 0 0 0,0-1 0 0 0,0 1 0 0 0,0 0 0 0 0,1 0 0 0 0,-1-1 0 0 0,1 1 0 0 0,-1 0 0 0 0,1 0 0 0 0,-1-1-1 0 0,1 1 1 0 0,0-1 0 0 0,0 1 0 0 0,0-1 0 0 0,0 1 0 0 0,0-1 0 0 0,0 1 0 0 0,1-1 0 0 0,-1 0 0 0 0,0 0 0 0 0,1 0 0 0 0,-1 0-1 0 0,1 0 1 0 0,-1 0 0 0 0,3 2 0 0 0,32 27 918 0 0,-34-28-810 0 0,-2-1-110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1"/>
    </inkml:context>
    <inkml:brush xml:id="br0">
      <inkml:brushProperty name="width" value="0.025" units="cm"/>
      <inkml:brushProperty name="height" value="0.025" units="cm"/>
      <inkml:brushProperty name="color" value="#B2626F"/>
    </inkml:brush>
  </inkml:definitions>
  <inkml:trace contextRef="#ctx0" brushRef="#br0">161 188 4720 0 0,'0'0'737'0'0,"-3"16"5479"0"0,1-15-6190 0 0,1-1 1 0 0,-1 0-1 0 0,1 1 0 0 0,-1 0 1 0 0,1-1-1 0 0,-1 1 0 0 0,1 0 1 0 0,0-1-1 0 0,-1 1 0 0 0,1 0 0 0 0,-2 2 1 0 0,1-2-13 0 0,1 1-1 0 0,0-1 1 0 0,-1 0 0 0 0,1 0 0 0 0,-1-1-1 0 0,1 1 1 0 0,-1 0 0 0 0,1 0 0 0 0,-1-1-1 0 0,0 1 1 0 0,1-1 0 0 0,-3 1 0 0 0,-16 5 215 0 0,19-5-222 0 0,-1 0 0 0 0,1-1 0 0 0,0 1 0 0 0,-1 0 1 0 0,1-1-1 0 0,0 1 0 0 0,-1-1 0 0 0,1 0 0 0 0,-1 0 1 0 0,1 1-1 0 0,-1-1 0 0 0,1 0 0 0 0,-1 0 0 0 0,1 0 0 0 0,-3-1 1 0 0,-25-2 428 0 0,28 2-381 0 0,0 0 1 0 0,-1 1 0 0 0,1-1 0 0 0,0 0 0 0 0,-1 0 0 0 0,1 0 0 0 0,0 0-1 0 0,0 0 1 0 0,0 0 0 0 0,0-1 0 0 0,0 1 0 0 0,0 0 0 0 0,0-1 0 0 0,0 1 0 0 0,1 0-1 0 0,-1-1 1 0 0,1 1 0 0 0,-1-1 0 0 0,1 1 0 0 0,-1-4 0 0 0,-9-12 656 0 0,9 15-652 0 0,0 1 1 0 0,0-1-1 0 0,-1 0 0 0 0,1 0 1 0 0,0 1-1 0 0,0-1 0 0 0,1 0 1 0 0,-1 0-1 0 0,0 0 0 0 0,1 0 1 0 0,-1 0-1 0 0,1 0 0 0 0,-1 0 1 0 0,1 0-1 0 0,0-2 0 0 0,1-38 946 0 0,-1 22-812 0 0,1 17-184 0 0,0 0-1 0 0,0 0 1 0 0,-1 0 0 0 0,2 0-1 0 0,-1 0 1 0 0,0 0 0 0 0,1 0-1 0 0,-1 1 1 0 0,1-1 0 0 0,0 0-1 0 0,0 1 1 0 0,0-1 0 0 0,0 1-1 0 0,4-4 1 0 0,8-9-2 0 0,6-14-8 0 0,-17 25 0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2"/>
    </inkml:context>
    <inkml:brush xml:id="br0">
      <inkml:brushProperty name="width" value="0.025" units="cm"/>
      <inkml:brushProperty name="height" value="0.025" units="cm"/>
      <inkml:brushProperty name="color" value="#B2626F"/>
    </inkml:brush>
  </inkml:definitions>
  <inkml:trace contextRef="#ctx0" brushRef="#br0">9 319 2704 0 0,'0'0'1329'0'0,"30"7"851"0"0,-1 1-791 0 0,31 13-1 0 0,-54-19-1170 0 0,1-1 1 0 0,-1 1-1 0 0,0-1 0 0 0,0 0 0 0 0,0-1 0 0 0,1 1 0 0 0,-1-1 0 0 0,13-2 0 0 0,3-5 1140 0 0,13-6-379 0 0,-3-11-27 0 0,-8-13-546 0 0,-21 27 13 0 0,-3 9-396 0 0,0 1 0 0 0,0-1 0 0 0,0 0 0 0 0,0 1 0 0 0,0-1 0 0 0,1 0 0 0 0,-1 1 0 0 0,0-1 0 0 0,0 0 0 0 0,1 1 1 0 0,-1-1-1 0 0,0 0 0 0 0,1 1 0 0 0,-1-1 0 0 0,0 1 0 0 0,1-1 0 0 0,0 0 0 0 0,0 0-12 0 0,0 1 0 0 0,0 0 0 0 0,-1 0 0 0 0,1 0 0 0 0,0 0 0 0 0,0 0 0 0 0,0 0 1 0 0,0 0-1 0 0,-1 0 0 0 0,1 0 0 0 0,0 0 0 0 0,0 0 0 0 0,0 0 0 0 0,-1 0 0 0 0,1 1 0 0 0,0-1 0 0 0,0 0 0 0 0,0 1 0 0 0,-1-1 0 0 0,1 1 0 0 0,0-1 0 0 0,-1 0 0 0 0,1 1 0 0 0,0 0 0 0 0,-1-1 0 0 0,1 1 0 0 0,0 0 0 0 0,19 20 128 0 0,-17-16-62 0 0,1 0-1 0 0,0-1 1 0 0,0 1-1 0 0,0-1 1 0 0,1 0-1 0 0,-1-1 1 0 0,1 1-1 0 0,0-1 1 0 0,0 0-1 0 0,1 0 1 0 0,-1 0-1 0 0,0-1 1 0 0,1 0-1 0 0,0 0 1 0 0,-1 0-1 0 0,1-1 1 0 0,0 1-1 0 0,10-1 0 0 0,3 0-69 0 0,-15 0-7 0 0,0-1 1 0 0,0 0-1 0 0,0 0 0 0 0,1 0 0 0 0,-1 0 0 0 0,0-1 0 0 0,0 1 0 0 0,0-1 0 0 0,0 0 0 0 0,0-1 0 0 0,0 1 0 0 0,0-1 0 0 0,6-3 0 0 0,15-7 427 0 0,-22 11-370 0 0,0 0 1 0 0,-1 0-1 0 0,1 0 0 0 0,0-1 1 0 0,0 1-1 0 0,-1-1 1 0 0,1 1-1 0 0,-1-1 1 0 0,0 0-1 0 0,1 0 1 0 0,-1 0-1 0 0,0 0 0 0 0,0-1 1 0 0,0 1-1 0 0,3-5 1 0 0,-5 5-51 0 0,1 0 1 0 0,-1 1 0 0 0,0-1 0 0 0,1 0-1 0 0,-1 1 1 0 0,0-1 0 0 0,0 0 0 0 0,0 1-1 0 0,0-1 1 0 0,0 0 0 0 0,-1 0 0 0 0,1 1-1 0 0,0-1 1 0 0,-1 0 0 0 0,0 1 0 0 0,1-1-1 0 0,-1 0 1 0 0,0 1 0 0 0,1-1 0 0 0,-1 1-1 0 0,0 0 1 0 0,0-1 0 0 0,0 1-1 0 0,-2-2 1 0 0,1 0 4 0 0,0 0-5 0 0,1-1 1 0 0,0 1-1 0 0,0 0 0 0 0,0-1 0 0 0,1 1 1 0 0,-1-1-1 0 0,0-5 0 0 0,-2-12 26 0 0,2 13-21 0 0,-1 0 0 0 0,1 0-1 0 0,1-1 1 0 0,-1 1 0 0 0,3-17 0 0 0,-2 15 18 0 0,1 0 0 0 0,-1-1 0 0 0,-2-11-1 0 0,1 20-28 0 0,0 0-1 0 0,1 0 1 0 0,-1 0-1 0 0,0 0 1 0 0,0 0-1 0 0,0 0 0 0 0,0 0 1 0 0,-1 0-1 0 0,1 1 1 0 0,0-1-1 0 0,-1 0 1 0 0,1 1-1 0 0,-1-1 1 0 0,1 1-1 0 0,-1 0 0 0 0,0 0 1 0 0,0-1-1 0 0,0 1 1 0 0,-2-1-1 0 0,-45-16-1 0 0,28 12 1 0 0,12 3 0 0 0,1 1 0 0 0,-1 0 0 0 0,0 0 0 0 0,0 1 0 0 0,0 0 0 0 0,1 0 0 0 0,-19 2 0 0 0,22 1 0 0 0,1-1 0 0 0,0 1 1 0 0,-1 0-1 0 0,1 0 0 0 0,0 0 0 0 0,0 1 0 0 0,0-1 0 0 0,0 1 0 0 0,1 0 0 0 0,-1 0 0 0 0,1 0 0 0 0,0 1 0 0 0,-4 4 0 0 0,-15 14-26 0 0,19-20 25 0 0,-1 1 0 0 0,1-1-1 0 0,0 1 1 0 0,1 0 0 0 0,-1 0 0 0 0,1 0 0 0 0,-1 0-1 0 0,1 1 1 0 0,0-1 0 0 0,0 1 0 0 0,-2 4-1 0 0,4-8 3 0 0,0 0-1 0 0,0 0 0 0 0,0 0 0 0 0,0 1 0 0 0,0-1 0 0 0,0 0 0 0 0,0 0 0 0 0,0 0 0 0 0,0 1 1 0 0,0-1-1 0 0,0 0 0 0 0,0 0 0 0 0,0 0 0 0 0,-1 0 0 0 0,1 1 0 0 0,0-1 0 0 0,0 0 0 0 0,0 0 1 0 0,0 0-1 0 0,0 0 0 0 0,0 0 0 0 0,-1 1 0 0 0,1-1 0 0 0,0 0 0 0 0,0 0 0 0 0,0 0 0 0 0,-1 0 1 0 0,1 0-1 0 0,0 0 0 0 0,0 0 0 0 0,0 0 0 0 0,-1 0 0 0 0,1 0 0 0 0,0 0 0 0 0,0 0 0 0 0,0 0 1 0 0,-1 0-1 0 0,1 0 0 0 0,-6-6 10 0 0,-1-13 6 0 0,7 17-17 0 0,0 0 1 0 0,0 0-1 0 0,0 0 0 0 0,0-1 0 0 0,0 1 0 0 0,-1 0 1 0 0,1 0-1 0 0,-1 0 0 0 0,1 0 0 0 0,-1 0 1 0 0,0 0-1 0 0,0 0 0 0 0,1 0 0 0 0,-2 1 1 0 0,1-1-1 0 0,0 0 0 0 0,0 0 0 0 0,0 1 1 0 0,-1-1-1 0 0,1 1 0 0 0,-1-1 0 0 0,1 1 1 0 0,-3-2-1 0 0,-1 1-1 0 0,1 0 0 0 0,-1 1 0 0 0,1-1 0 0 0,-1 1 0 0 0,0 0 0 0 0,1 0 0 0 0,-1 1-1 0 0,0 0 1 0 0,-7 0 0 0 0,-39-6-83 0 0,20 1 42 0 0,-19 4-37 0 0,49 1 78 0 0,-1 1-1 0 0,0-1 0 0 0,1 1 0 0 0,-1-1 1 0 0,1 1-1 0 0,-1-1 0 0 0,1 1 0 0 0,-1 0 1 0 0,1 0-1 0 0,-1 0 0 0 0,1 0 0 0 0,0 0 1 0 0,0 0-1 0 0,-1 0 0 0 0,1 0 0 0 0,0 1 1 0 0,0-1-1 0 0,0 0 0 0 0,0 1 0 0 0,0-1 1 0 0,1 0-1 0 0,-1 1 0 0 0,0-1 0 0 0,1 1 0 0 0,-1 0 1 0 0,1-1-1 0 0,-1 1 0 0 0,1 1 0 0 0,-2 19-27 0 0,2-18 17 0 0,-1 1-1 0 0,1 0 1 0 0,0 0 0 0 0,0 0 0 0 0,1 0 0 0 0,0 0 0 0 0,1 8-1 0 0,-1-8 13 0 0,0 0 0 0 0,-1 0 0 0 0,0 1-1 0 0,0-1 1 0 0,0 0 0 0 0,0 0 0 0 0,-1 0-1 0 0,0 0 1 0 0,-2 6 0 0 0,-1 13-1 0 0,2-9 27 0 0,0 1 0 0 0,-1-1 0 0 0,-1 0 0 0 0,-7 19 0 0 0,11-30-8 0 0,0-3-17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3"/>
    </inkml:context>
    <inkml:brush xml:id="br0">
      <inkml:brushProperty name="width" value="0.025" units="cm"/>
      <inkml:brushProperty name="height" value="0.025" units="cm"/>
      <inkml:brushProperty name="color" value="#B2626F"/>
    </inkml:brush>
  </inkml:definitions>
  <inkml:trace contextRef="#ctx0" brushRef="#br0">136 11 3912 0 0,'0'0'4721'0'0,"-21"-11"-1505"0"0,14 12-3228 0 0,-1 0 1 0 0,1 0-1 0 0,0 0 1 0 0,0 1-1 0 0,0 0 1 0 0,0 0-1 0 0,0 0 1 0 0,-12 7-1 0 0,17-7 2 0 0,-1-1 0 0 0,1 1 0 0 0,-1-1 0 0 0,1 1 0 0 0,-1 0 0 0 0,1 0 0 0 0,0 0 0 0 0,0 0 0 0 0,0 1 0 0 0,0-1 0 0 0,0 0 0 0 0,1 1 0 0 0,-1-1 0 0 0,1 1 0 0 0,0 0 0 0 0,-1-1 0 0 0,1 1 0 0 0,0 0 0 0 0,1 0 1 0 0,-1 0-1 0 0,0 0 0 0 0,1 0 0 0 0,0 0 0 0 0,-1 4 0 0 0,2-5 29 0 0,0 0 0 0 0,0 1 1 0 0,0-1-1 0 0,0 0 0 0 0,0 0 1 0 0,0 0-1 0 0,1 1 0 0 0,-1-1 1 0 0,1 0-1 0 0,-1-1 0 0 0,1 1 1 0 0,0 0-1 0 0,0 0 0 0 0,0-1 1 0 0,0 1-1 0 0,0-1 0 0 0,0 0 1 0 0,0 0-1 0 0,0 1 0 0 0,1-1 1 0 0,-1-1-1 0 0,0 1 0 0 0,4 1 1 0 0,2 0 49 0 0,0 0 1 0 0,-1-1 0 0 0,1 0-1 0 0,0 0 1 0 0,0-1 0 0 0,11 0 0 0 0,-14-1 17 0 0,0 0 0 0 0,0 0 0 0 0,0 0 1 0 0,-1-1-1 0 0,1 0 0 0 0,0 0 1 0 0,-1 0-1 0 0,1 0 0 0 0,-1-1 0 0 0,8-6 1 0 0,-9 4-15 0 0,-1 0 1 0 0,0-1-1 0 0,-1 1 0 0 0,1-1 1 0 0,-1 0-1 0 0,0 1 1 0 0,-1-1-1 0 0,1 0 1 0 0,-1-9-1 0 0,-1 15-44 0 0,1-1 1 0 0,0 0-1 0 0,-1 0 0 0 0,1 0 0 0 0,-1 0 0 0 0,1 0 0 0 0,-1 0 1 0 0,1 1-1 0 0,-1-1 0 0 0,1 0 0 0 0,-1 0 0 0 0,0 1 0 0 0,0-1 1 0 0,1 0-1 0 0,-1 1 0 0 0,0-1 0 0 0,0 1 0 0 0,0-1 1 0 0,1 1-1 0 0,-1-1 0 0 0,0 1 0 0 0,-2-1 0 0 0,-25-8 303 0 0,20 7-119 0 0,7 1-188 0 0,0 1 0 0 0,0 0 0 0 0,0-1 0 0 0,0 1 0 0 0,0 0 0 0 0,0 0 0 0 0,0 0 0 0 0,0 0 0 0 0,0 0 0 0 0,0 0-1 0 0,0 0 1 0 0,0 0 0 0 0,0 0 0 0 0,0 0 0 0 0,0 1 0 0 0,1-1 0 0 0,-1 0 0 0 0,0 1 0 0 0,-1 0 0 0 0,0 0 38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4"/>
    </inkml:context>
    <inkml:brush xml:id="br0">
      <inkml:brushProperty name="width" value="0.025" units="cm"/>
      <inkml:brushProperty name="height" value="0.025" units="cm"/>
      <inkml:brushProperty name="color" value="#B2626F"/>
    </inkml:brush>
  </inkml:definitions>
  <inkml:trace contextRef="#ctx0" brushRef="#br0">134 14 3000 0 0,'0'0'2439'0'0,"-17"-10"-949"0"0,12 9-1449 0 0,-1 0 1 0 0,0 0-1 0 0,1 1 0 0 0,-1 0 0 0 0,0 0 1 0 0,1 0-1 0 0,-1 0 0 0 0,0 1 0 0 0,1 0 1 0 0,-1 0-1 0 0,1 1 0 0 0,-1 0 0 0 0,1-1 1 0 0,0 2-1 0 0,-1-1 0 0 0,1 1 1 0 0,-8 5-1 0 0,12-7-36 0 0,0 1 1 0 0,0-1-1 0 0,0 0 1 0 0,1 1-1 0 0,-1-1 1 0 0,0 0-1 0 0,0 1 1 0 0,1-1-1 0 0,-1 1 1 0 0,1 0-1 0 0,0-1 1 0 0,-1 1-1 0 0,1-1 1 0 0,0 1-1 0 0,0 0 1 0 0,0-1-1 0 0,0 1 1 0 0,0-1-1 0 0,0 1 1 0 0,0 0-1 0 0,1-1 1 0 0,-1 1-1 0 0,1-1 1 0 0,-1 1-1 0 0,1-1 1 0 0,-1 1-1 0 0,1-1 1 0 0,0 1-1 0 0,0-1 1 0 0,2 3-1 0 0,-1-1 15 0 0,1 1 0 0 0,-1-1 0 0 0,1 1-1 0 0,0-1 1 0 0,0 0 0 0 0,1-1 0 0 0,-1 1-1 0 0,0 0 1 0 0,1-1 0 0 0,5 3 0 0 0,-4-3 88 0 0,0-1 0 0 0,0 0 0 0 0,1 0 0 0 0,-1 0 0 0 0,0-1 0 0 0,1 0 0 0 0,-1 0 0 0 0,0 0 0 0 0,0-1 0 0 0,1 1 0 0 0,-1-1 0 0 0,10-4 0 0 0,-13 5-62 0 0,-1 0 1 0 0,1-1-1 0 0,0 1 1 0 0,-1-1-1 0 0,1 0 1 0 0,-1 1-1 0 0,1-1 1 0 0,-1 0-1 0 0,1 0 1 0 0,-1 0-1 0 0,1 0 1 0 0,-1 0-1 0 0,0-1 0 0 0,0 1 1 0 0,1 0-1 0 0,-1-1 1 0 0,0 1-1 0 0,0 0 1 0 0,0-1-1 0 0,0 1 1 0 0,-1-1-1 0 0,1 0 1 0 0,0 1-1 0 0,-1-1 1 0 0,1 0-1 0 0,-1 1 1 0 0,1-1-1 0 0,-1 0 1 0 0,0 1-1 0 0,0-1 1 0 0,0 0-1 0 0,0 0 1 0 0,0 1-1 0 0,0-1 1 0 0,0 0-1 0 0,-1 0 0 0 0,1 1 1 0 0,-1-1-1 0 0,1 0 1 0 0,-1 1-1 0 0,0-1 1 0 0,0-2-1 0 0,-1 2 22 0 0,1-1 1 0 0,-1 0-1 0 0,1 1 0 0 0,-1-1 0 0 0,0 1 0 0 0,0 0 0 0 0,0-1 0 0 0,0 1 0 0 0,0 0 1 0 0,-1 0-1 0 0,1 0 0 0 0,-1 1 0 0 0,-2-3 0 0 0,3 3-34 0 0,0 1 0 0 0,0-1 0 0 0,0 0 0 0 0,1 1 1 0 0,-1 0-1 0 0,0-1 0 0 0,0 1 0 0 0,0 0 0 0 0,0 0 0 0 0,0 0 0 0 0,0 0 0 0 0,0 0 0 0 0,0 0 0 0 0,0 1 1 0 0,0-1-1 0 0,0 0 0 0 0,0 1 0 0 0,0 0 0 0 0,0 0 0 0 0,1-1 0 0 0,-4 3 0 0 0,2-1 16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5"/>
    </inkml:context>
    <inkml:brush xml:id="br0">
      <inkml:brushProperty name="width" value="0.025" units="cm"/>
      <inkml:brushProperty name="height" value="0.025" units="cm"/>
      <inkml:brushProperty name="color" value="#B2626F"/>
    </inkml:brush>
  </inkml:definitions>
  <inkml:trace contextRef="#ctx0" brushRef="#br0">0 15 6824 0 0,'0'0'208'0'0,"30"-5"1977"0"0,48-1-522 0 0,-50 4-1711 0 0,-21 1 24 0 0,0 1 1 0 0,1-1-1 0 0,-1 1 1 0 0,13 2-1 0 0,46 11-344 0 0,-64-12 390 0 0,0-1 1 0 0,1 1-1 0 0,-1 0 0 0 0,1 0 0 0 0,-1 0 0 0 0,0 0 0 0 0,0 0 0 0 0,0 0 1 0 0,0 0-1 0 0,0 1 0 0 0,0-1 0 0 0,0 1 0 0 0,0-1 0 0 0,0 1 0 0 0,-1 0 1 0 0,1 0-1 0 0,0 0 0 0 0,-1 0 0 0 0,0 0 0 0 0,0 0 0 0 0,1 0 0 0 0,-1 0 1 0 0,0 1-1 0 0,-1-1 0 0 0,1 0 0 0 0,0 1 0 0 0,0 3 0 0 0,10 31 796 0 0,-3 37 54 0 0,-8-66-770 0 0,0 0 1 0 0,-1 0 0 0 0,1 0-1 0 0,-2 0 1 0 0,1 0 0 0 0,-3 9-1 0 0,0 2-8 0 0,4-17-86 0 0,0 0 0 0 0,0 0 1 0 0,-1-1-1 0 0,1 1 0 0 0,-1 0 1 0 0,1 0-1 0 0,-1-1 0 0 0,1 1 1 0 0,-1 0-1 0 0,0-1 0 0 0,0 1 0 0 0,0 0 1 0 0,0-1-1 0 0,0 1 0 0 0,0-1 1 0 0,-2 2-1 0 0,-2 1 10 0 0,0 0 1 0 0,0 0-1 0 0,0-1 1 0 0,-1 1-1 0 0,0-1 0 0 0,1-1 1 0 0,-1 1-1 0 0,0-1 1 0 0,0 0-1 0 0,-1 0 0 0 0,1-1 1 0 0,0 0-1 0 0,-1 0 1 0 0,1 0-1 0 0,0-1 0 0 0,-1 0 1 0 0,1 0-1 0 0,-1-1 1 0 0,-7-1-1 0 0,-2-2 49 0 0,-27-12 1 0 0,7 2-14 0 0,33 12-42 0 0,0 1 1 0 0,0-1-1 0 0,0 0 0 0 0,0-1 0 0 0,0 1 0 0 0,0-1 0 0 0,-2-2 1 0 0,3 4-5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6"/>
    </inkml:context>
    <inkml:brush xml:id="br0">
      <inkml:brushProperty name="width" value="0.025" units="cm"/>
      <inkml:brushProperty name="height" value="0.025" units="cm"/>
      <inkml:brushProperty name="color" value="#B2626F"/>
    </inkml:brush>
  </inkml:definitions>
  <inkml:trace contextRef="#ctx0" brushRef="#br0">93 11 2608 0 0,'0'0'3352'0'0,"-23"-10"-1427"0"0,19 10-1882 0 0,1 0-1 0 0,-1 0 1 0 0,0 1-1 0 0,1 0 1 0 0,-1 0-1 0 0,1 0 1 0 0,-1 0-1 0 0,1 0 1 0 0,0 0-1 0 0,-1 1 1 0 0,1 0 0 0 0,-4 2-1 0 0,5-3-38 0 0,1 1 0 0 0,-1-1-1 0 0,1 1 1 0 0,-1-1 0 0 0,1 1 0 0 0,0-1 0 0 0,-1 1-1 0 0,1 0 1 0 0,0-1 0 0 0,0 1 0 0 0,0 0-1 0 0,0 0 1 0 0,0 0 0 0 0,1 0 0 0 0,-1 0 0 0 0,1 0-1 0 0,-1 0 1 0 0,1 0 0 0 0,0 0 0 0 0,-1 0 0 0 0,1 0-1 0 0,1 3 1 0 0,-1 0-2 0 0,0-2 4 0 0,0 1-1 0 0,1-1 1 0 0,-1 0 0 0 0,1 0-1 0 0,-1 0 1 0 0,1 1 0 0 0,0-1-1 0 0,2 3 1 0 0,-2-5-3 0 0,0 0 0 0 0,0 0 0 0 0,0 0 0 0 0,0 0 0 0 0,0 0 1 0 0,0-1-1 0 0,0 1 0 0 0,0 0 0 0 0,0 0 0 0 0,0-1 0 0 0,1 1 0 0 0,-1-1 0 0 0,0 1 0 0 0,1-1 0 0 0,-1 0 0 0 0,0 1 1 0 0,1-1-1 0 0,-1 0 0 0 0,0 0 0 0 0,1 0 0 0 0,-1 0 0 0 0,3 0 0 0 0,4-1 74 0 0,1 1 1 0 0,0-1-1 0 0,0-1 0 0 0,-1 0 1 0 0,1 0-1 0 0,8-4 0 0 0,-16 6-46 0 0,0-1 0 0 0,0 1 0 0 0,0 0 0 0 0,0-1 0 0 0,0 0 0 0 0,0 1 0 0 0,0-1 0 0 0,-1 1 0 0 0,1-1 0 0 0,0 0 0 0 0,0 0 0 0 0,-1 0 0 0 0,1 1 0 0 0,0-1 0 0 0,-1 0 0 0 0,1 0 0 0 0,-1 0 0 0 0,1 0 0 0 0,-1 0 0 0 0,0 0 0 0 0,1 0 0 0 0,-1 0 0 0 0,0 0 0 0 0,1-2 0 0 0,-1 2 10 0 0,-1-1 0 0 0,1 0 0 0 0,0 0 0 0 0,0 0 0 0 0,-1 1-1 0 0,0-1 1 0 0,1 0 0 0 0,-1 0 0 0 0,0 1 0 0 0,1-1 0 0 0,-1 1 0 0 0,0-1-1 0 0,-2-2 1 0 0,1 2 15 0 0,0-1 0 0 0,0 1 0 0 0,0-1 0 0 0,-1 1 0 0 0,1 0 0 0 0,-1 0 0 0 0,1 0 0 0 0,-1 0 0 0 0,0 0 0 0 0,0 1 0 0 0,0-1 0 0 0,0 1 0 0 0,0 0 0 0 0,0 0 0 0 0,0 0 0 0 0,-4-1 0 0 0,2 2 151 0 0,4 0-127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7"/>
    </inkml:context>
    <inkml:brush xml:id="br0">
      <inkml:brushProperty name="width" value="0.025" units="cm"/>
      <inkml:brushProperty name="height" value="0.025" units="cm"/>
      <inkml:brushProperty name="color" value="#B2626F"/>
    </inkml:brush>
  </inkml:definitions>
  <inkml:trace contextRef="#ctx0" brushRef="#br0">7 248 4616 0 0,'0'0'120'0'0,"28"14"1600"0"0,25 16-175 0 0,-50-28-1524 0 0,-1-1 0 0 0,1 0-1 0 0,0 0 1 0 0,0 0 0 0 0,0 0 0 0 0,0 0-1 0 0,1-1 1 0 0,2 1 0 0 0,16 3 224 0 0,-13-3 12 0 0,1 1 1 0 0,-1-1-1 0 0,1 0 1 0 0,0-1-1 0 0,-1 0 0 0 0,15-3 1 0 0,12 1 939 0 0,-1-4-144 0 0,-34 6-1012 0 0,1-1 0 0 0,0 1 0 0 0,-1-1 0 0 0,1 1 0 0 0,0-1 0 0 0,-1 0 0 0 0,1 0 0 0 0,0 0 0 0 0,-1 0 0 0 0,0 0 0 0 0,1 0 0 0 0,-1 0 0 0 0,1-1 0 0 0,-1 1 0 0 0,0 0 0 0 0,2-3 0 0 0,4-8 247 0 0,3-5-86 0 0,-10 13-146 0 0,0 0 0 0 0,0 0 1 0 0,-1 1-1 0 0,0-1 1 0 0,1 0-1 0 0,-1 0 0 0 0,-2-4 1 0 0,-2-11 206 0 0,4 14-224 0 0,-1-1-1 0 0,0 0 0 0 0,0 1 1 0 0,-4-8-1 0 0,-5-14 57 0 0,10 24-83 0 0,0 0-1 0 0,0 0 1 0 0,1 0 0 0 0,0-1 0 0 0,-1 1 0 0 0,1 0-1 0 0,1 0 1 0 0,-1-1 0 0 0,0 1 0 0 0,1 0-1 0 0,-1 0 1 0 0,1 0 0 0 0,0-1 0 0 0,3-4 0 0 0,1-9 8 0 0,-4 15-19 0 0,-1 1-1 0 0,0 0 1 0 0,1-1-1 0 0,-1 1 1 0 0,0-1-1 0 0,0 1 1 0 0,0-1 0 0 0,0 1-1 0 0,0-1 1 0 0,0 1-1 0 0,-1-1 1 0 0,1 1-1 0 0,0-1 1 0 0,-1 1-1 0 0,1 0 1 0 0,-1-1 0 0 0,1 1-1 0 0,-1 0 1 0 0,0-1-1 0 0,0 1 1 0 0,1 0-1 0 0,-3-2 1 0 0,1 1 1 0 0,-1 0 1 0 0,1 0-1 0 0,-1 0 1 0 0,0 0-1 0 0,0 0 1 0 0,0 0-1 0 0,0 1 1 0 0,0 0-1 0 0,-5-2 1 0 0,-4 0 4 0 0,0 0 0 0 0,0 1 0 0 0,0 0 0 0 0,-20 1 1 0 0,-62 0-8 0 0,37 0 0 0 0,19 1 0 0 0,37 0 0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8"/>
    </inkml:context>
    <inkml:brush xml:id="br0">
      <inkml:brushProperty name="width" value="0.025" units="cm"/>
      <inkml:brushProperty name="height" value="0.025" units="cm"/>
      <inkml:brushProperty name="color" value="#B2626F"/>
    </inkml:brush>
  </inkml:definitions>
  <inkml:trace contextRef="#ctx0" brushRef="#br0">116 20 4008 0 0,'0'0'3521'0'0,"-7"-10"-18"0"0,3 8-3481 0 0,0 1 0 0 0,0-1 0 0 0,-1 1 0 0 0,1 0 0 0 0,-1 0 0 0 0,1 1 0 0 0,-1-1 1 0 0,1 1-1 0 0,-1 0 0 0 0,1 0 0 0 0,-1 0 0 0 0,0 1 0 0 0,1 0 0 0 0,-1 0 0 0 0,1 0 1 0 0,-5 2-1 0 0,7-2-21 0 0,0 1 0 0 0,0-1 0 0 0,0 1 0 0 0,0 0 0 0 0,0 0 0 0 0,0 0 0 0 0,1 0 1 0 0,-1 0-1 0 0,1 0 0 0 0,-1 0 0 0 0,1 0 0 0 0,0 0 0 0 0,0 1 0 0 0,0-1 0 0 0,0 1 1 0 0,0-1-1 0 0,1 0 0 0 0,-1 1 0 0 0,0 4 0 0 0,1-5 4 0 0,0-1-1 0 0,0 1 0 0 0,-1 0 1 0 0,1 0-1 0 0,0 0 1 0 0,0 0-1 0 0,1-1 1 0 0,-1 1-1 0 0,0 0 1 0 0,1 0-1 0 0,-1-1 1 0 0,1 1-1 0 0,-1 0 1 0 0,1 0-1 0 0,0-1 1 0 0,0 1-1 0 0,-1-1 0 0 0,1 1 1 0 0,1-1-1 0 0,-1 1 1 0 0,0-1-1 0 0,0 1 1 0 0,0-1-1 0 0,1 0 1 0 0,-1 0-1 0 0,1 0 1 0 0,-1 0-1 0 0,2 1 1 0 0,1 0 22 0 0,-1 0 0 0 0,1-1 0 0 0,-1 0 1 0 0,1 0-1 0 0,-1 0 0 0 0,1 0 0 0 0,-1 0 1 0 0,1-1-1 0 0,0 1 0 0 0,0-1 0 0 0,-1 0 1 0 0,1 0-1 0 0,0-1 0 0 0,-1 1 0 0 0,1-1 1 0 0,0 0-1 0 0,-1 0 0 0 0,1 0 0 0 0,-1 0 1 0 0,1 0-1 0 0,-1-1 0 0 0,0 0 0 0 0,0 0 1 0 0,5-2-1 0 0,-6 2-8 0 0,-1 0 0 0 0,1 1 0 0 0,0-1 0 0 0,-1 0 0 0 0,1 0 0 0 0,-1 1 0 0 0,0-1 0 0 0,1 0 0 0 0,-1-1 0 0 0,0 1 0 0 0,0 0 0 0 0,0 0 0 0 0,-1 0 0 0 0,1-1 0 0 0,0 1 0 0 0,-1 0 0 0 0,0-1 0 0 0,1 1 0 0 0,-1 0 0 0 0,0-1 0 0 0,-1-3 0 0 0,1 5-10 0 0,0 0 0 0 0,0 0 0 0 0,-1-1 0 0 0,1 1 0 0 0,-1 0 0 0 0,1 0-1 0 0,-1-1 1 0 0,1 1 0 0 0,-1 0 0 0 0,0 0 0 0 0,0 0 0 0 0,1 0-1 0 0,-1 0 1 0 0,0 0 0 0 0,0 0 0 0 0,0 0 0 0 0,0 0 0 0 0,0 1-1 0 0,0-1 1 0 0,0 0 0 0 0,0 0 0 0 0,-1 1 0 0 0,1-1 0 0 0,0 1-1 0 0,0-1 1 0 0,-1 1 0 0 0,1 0 0 0 0,0-1 0 0 0,-1 1 0 0 0,1 0-1 0 0,0 0 1 0 0,0 0 0 0 0,-1 0 0 0 0,1 0 0 0 0,0 0 0 0 0,-1 0-1 0 0,1 1 1 0 0,0-1 0 0 0,-2 1 0 0 0,-11 5 56 0 0,11-3-47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29"/>
    </inkml:context>
    <inkml:brush xml:id="br0">
      <inkml:brushProperty name="width" value="0.025" units="cm"/>
      <inkml:brushProperty name="height" value="0.025" units="cm"/>
      <inkml:brushProperty name="color" value="#B2626F"/>
    </inkml:brush>
  </inkml:definitions>
  <inkml:trace contextRef="#ctx0" brushRef="#br0">55 311 7832 0 0,'0'0'1384'0'0,"25"6"-695"0"0,38 6-236 0 0,-15 3-283 0 0,-27-8 63 0 0,-20-6-200 0 0,0-1 1 0 0,1 1-1 0 0,-1-1 0 0 0,0 1 1 0 0,1-1-1 0 0,-1 0 0 0 0,0 0 1 0 0,1 0-1 0 0,-1 0 1 0 0,1 0-1 0 0,-1 0 0 0 0,0 0 1 0 0,1 0-1 0 0,-1 0 0 0 0,0-1 1 0 0,1 1-1 0 0,-1-1 0 0 0,0 1 1 0 0,2-1-1 0 0,-1-1 28 0 0,0 1 0 0 0,-1-1 0 0 0,1 0-1 0 0,-1 1 1 0 0,1-1 0 0 0,-1 0 0 0 0,0 0 0 0 0,0 0-1 0 0,0 0 1 0 0,1-2 0 0 0,19-19 1079 0 0,-10-14-403 0 0,-10 33-692 0 0,0 0-1 0 0,0 1 1 0 0,0-1-1 0 0,-1 0 1 0 0,1 0-1 0 0,-1 0 1 0 0,0 0-1 0 0,0 1 1 0 0,-1-1-1 0 0,1 0 0 0 0,-1 0 1 0 0,0 0-1 0 0,-1-4 1 0 0,-3-25 131 0 0,7-10 59 0 0,-4-8 142 0 0,2 49-349 0 0,0 0 0 0 0,0 0 0 0 0,0-1 0 0 0,0 1 0 0 0,-1 0 0 0 0,1 0 0 0 0,-1 0 0 0 0,1-1 0 0 0,-1 1 1 0 0,0 0-1 0 0,0 0 0 0 0,0 0 0 0 0,0 0 0 0 0,0 0 0 0 0,0 0 0 0 0,0 1 0 0 0,-1-1 0 0 0,1 0 0 0 0,-1 1 0 0 0,1-1 0 0 0,-1 1 0 0 0,0-1 0 0 0,0 1 0 0 0,1 0 1 0 0,-4-2-1 0 0,-1 1-12 0 0,0 0 1 0 0,0 0-1 0 0,0 1 1 0 0,0-1-1 0 0,0 1 1 0 0,0 1-1 0 0,0-1 1 0 0,-8 2 0 0 0,-1-2 12 0 0,-1-1 0 0 0,1 0 0 0 0,-18-5 0 0 0,-17-3 13 0 0,47 9-40 0 0,1 1-1 0 0,-1 0 0 0 0,1-1 1 0 0,-1 1-1 0 0,1 0 1 0 0,-1 0-1 0 0,1 1 1 0 0,0-1-1 0 0,-1 1 1 0 0,1-1-1 0 0,-1 1 0 0 0,1-1 1 0 0,0 1-1 0 0,-3 1 1 0 0,3 0-1 0 0,1-1 0 0 0,-1 1 1 0 0,1-1-1 0 0,-1 1 0 0 0,1 0 0 0 0,0-1 0 0 0,0 1 1 0 0,0 0-1 0 0,0 0 0 0 0,0 0 0 0 0,0 0 1 0 0,0 0-1 0 0,0 0 0 0 0,1 0 0 0 0,-1 4 1 0 0,-1 0-2 0 0,1 0 0 0 0,0 1 0 0 0,0-1 0 0 0,0 0-1 0 0,1 1 1 0 0,0-1 0 0 0,1 10 0 0 0,0-14 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0"/>
    </inkml:context>
    <inkml:brush xml:id="br0">
      <inkml:brushProperty name="width" value="0.025" units="cm"/>
      <inkml:brushProperty name="height" value="0.025" units="cm"/>
      <inkml:brushProperty name="color" value="#B2626F"/>
    </inkml:brush>
  </inkml:definitions>
  <inkml:trace contextRef="#ctx0" brushRef="#br0">113 6 1104 0 0,'0'0'4385'0'0,"-20"0"-2833"0"0,18 1-1467 0 0,-1 1 1 0 0,1-1-1 0 0,-1 1 0 0 0,0-1 1 0 0,0 0-1 0 0,0-1 0 0 0,0 1 1 0 0,-3 0-1 0 0,3 0 127 0 0,-1 0 0 0 0,1-1 0 0 0,0 1-1 0 0,0 0 1 0 0,0 1 0 0 0,0-1 0 0 0,-5 3 0 0 0,4-1 100 0 0,0-1 77 0 0,1 1 0 0 0,-1 0 0 0 0,1-1-1 0 0,0 1 1 0 0,0 0 0 0 0,-4 5 0 0 0,6-7-335 0 0,1 0 0 0 0,-1 0 0 0 0,1 0 0 0 0,-1 0 1 0 0,1 0-1 0 0,0 0 0 0 0,0 0 0 0 0,-1 0 0 0 0,1 0 0 0 0,0 0 0 0 0,0 0 1 0 0,0 0-1 0 0,0 0 0 0 0,0 0 0 0 0,0 0 0 0 0,0 0 0 0 0,1 0 1 0 0,-1 0-1 0 0,0 0 0 0 0,0 0 0 0 0,1 0 0 0 0,-1 0 0 0 0,1 0 1 0 0,-1 0-1 0 0,1 0 0 0 0,-1 0 0 0 0,1-1 0 0 0,0 1 0 0 0,-1 0 0 0 0,1 0 1 0 0,0 0-1 0 0,1 0 0 0 0,0 2-20 0 0,0-1 0 0 0,1 0 1 0 0,-1 0-1 0 0,1-1 0 0 0,-1 1 0 0 0,1 0 1 0 0,0-1-1 0 0,-1 1 0 0 0,1-1 0 0 0,0 0 1 0 0,0 0-1 0 0,0 0 0 0 0,0-1 1 0 0,0 1-1 0 0,0-1 0 0 0,0 1 0 0 0,0-1 1 0 0,1 0-1 0 0,-1 0 0 0 0,0 0 0 0 0,0-1 1 0 0,6-1-1 0 0,-3 1 102 0 0,0-1 0 0 0,1 1 0 0 0,-1-2 0 0 0,0 1 0 0 0,-1-1 0 0 0,11-5 0 0 0,-15 7-102 0 0,0 0 0 0 0,0 0 0 0 0,-1-1 0 0 0,1 1 0 0 0,0 0 0 0 0,-1 0 0 0 0,1 0 0 0 0,-1-1 0 0 0,1 1 0 0 0,-1 0 0 0 0,1-1 1 0 0,-1 1-1 0 0,0-1 0 0 0,0 1 0 0 0,0 0 0 0 0,0-3 0 0 0,-1-24 428 0 0,1 26-413 0 0,-1 1 0 0 0,1-1 0 0 0,-1 1 0 0 0,1 0 0 0 0,-1-1-1 0 0,0 1 1 0 0,1 0 0 0 0,-1-1 0 0 0,0 1 0 0 0,0 0 0 0 0,0 0 0 0 0,0 0 0 0 0,0-1 0 0 0,0 1-1 0 0,-1 0 1 0 0,1 1 0 0 0,0-1 0 0 0,0 0 0 0 0,-1 0 0 0 0,1 0 0 0 0,0 1 0 0 0,-3-2 0 0 0,0 1 55 0 0,0 0-1 0 0,-1-1 1 0 0,1 1 0 0 0,0 1 0 0 0,-1-1 0 0 0,-6 0 0 0 0,11 3 12 0 0,0-1-79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1"/>
    </inkml:context>
    <inkml:brush xml:id="br0">
      <inkml:brushProperty name="width" value="0.025" units="cm"/>
      <inkml:brushProperty name="height" value="0.025" units="cm"/>
      <inkml:brushProperty name="color" value="#B2626F"/>
    </inkml:brush>
  </inkml:definitions>
  <inkml:trace contextRef="#ctx0" brushRef="#br0">44 14 9848 0 0,'0'0'900'0'0,"28"-4"1297"0"0,-17 2-1794 0 0,0 0 0 0 0,0 0 0 0 0,0 1 0 0 0,21 2 1 0 0,-17-1-253 0 0,6-2 36 0 0,-18 2-158 0 0,1-1-1 0 0,0 1 0 0 0,0-1 1 0 0,-1 1-1 0 0,1 1 0 0 0,0-1 1 0 0,0 0-1 0 0,-1 1 0 0 0,1 0 1 0 0,0 0-1 0 0,6 2 1 0 0,6-1 128 0 0,-15-2-131 0 0,0 0 1 0 0,0 0-1 0 0,-1-1 0 0 0,1 1 0 0 0,0 0 0 0 0,0 0 1 0 0,0 0-1 0 0,0 0 0 0 0,0 1 0 0 0,-1-1 0 0 0,1 0 0 0 0,0 0 1 0 0,0 0-1 0 0,0 1 0 0 0,-1-1 0 0 0,1 0 0 0 0,0 1 1 0 0,0-1-1 0 0,-1 1 0 0 0,1-1 0 0 0,0 1 0 0 0,0 0 0 0 0,12 9 138 0 0,-12-9-141 0 0,0-1 0 0 0,0 1 0 0 0,0-1 0 0 0,0 1 0 0 0,0-1 0 0 0,0 1 0 0 0,0 0 0 0 0,0 0 0 0 0,0-1 0 0 0,-1 1 0 0 0,1 0 0 0 0,0 0 0 0 0,0 0 0 0 0,-1 0 0 0 0,1 0 0 0 0,0 2 0 0 0,9 10 150 0 0,-9-12-166 0 0,0 0-1 0 0,0 0 1 0 0,0 1 0 0 0,0-1-1 0 0,0 0 1 0 0,0 0 0 0 0,0 1 0 0 0,0-1-1 0 0,-1 1 1 0 0,1-1 0 0 0,0 1-1 0 0,-1-1 1 0 0,1 1 0 0 0,-1-1-1 0 0,0 1 1 0 0,1 1 0 0 0,-2-2-4 0 0,1 1-1 0 0,-1-1 1 0 0,1 1 0 0 0,0-1 0 0 0,-1 1-1 0 0,1-1 1 0 0,0 1 0 0 0,0-1 0 0 0,0 1 0 0 0,0-1-1 0 0,0 1 1 0 0,0 0 0 0 0,1-1 0 0 0,-1 1 0 0 0,0-1-1 0 0,1 0 1 0 0,-1 1 0 0 0,1-1 0 0 0,0 1-1 0 0,-1-1 1 0 0,2 3 0 0 0,3 6-8 0 0,-5-9-1 0 0,1 0 1 0 0,-1 0-1 0 0,0 0 1 0 0,0 0-1 0 0,0 1 1 0 0,0-1-1 0 0,0 0 1 0 0,0 0-1 0 0,0 0 1 0 0,0 1 0 0 0,0-1-1 0 0,0 0 1 0 0,-1 2-1 0 0,0-2 3 0 0,1 0 0 0 0,-1 0-1 0 0,1 0 1 0 0,0 0 0 0 0,0 0-1 0 0,0 0 1 0 0,-1 0 0 0 0,1 0 0 0 0,0 0-1 0 0,0 0 1 0 0,1 1 0 0 0,-1-1 0 0 0,0 0-1 0 0,0 0 1 0 0,0 0 0 0 0,1 0-1 0 0,-1 0 1 0 0,1 0 0 0 0,-1 0 0 0 0,0 0-1 0 0,1 0 1 0 0,1 1 0 0 0,0 27-23 0 0,0-25 34 0 0,-1-1-1 0 0,0 1 0 0 0,0 0 0 0 0,0-1 0 0 0,0 1 0 0 0,0 0 1 0 0,-1 0-1 0 0,1 0 0 0 0,-1 0 0 0 0,-1 7 0 0 0,1 1 1 0 0,-1-8 7 0 0,-1 0 0 0 0,0 0-1 0 0,1-1 1 0 0,-1 1 0 0 0,-4 5-1 0 0,-1 2 51 0 0,6-9-51 0 0,0-1-1 0 0,0 1 0 0 0,-1 0 0 0 0,1-1 1 0 0,0 0-1 0 0,-1 1 0 0 0,1-1 0 0 0,-1 0 1 0 0,0 1-1 0 0,1-1 0 0 0,-1 0 0 0 0,0 0 1 0 0,0-1-1 0 0,0 1 0 0 0,0 0 0 0 0,0-1 1 0 0,0 1-1 0 0,0-1 0 0 0,0 1 0 0 0,-3-1 0 0 0,-6 1 201 0 0,-1 0-1 0 0,-17-3 1 0 0,8 1 379 0 0,15 0-547 0 0,1 0-1 0 0,0 0 0 0 0,-1-1 0 0 0,1 1 0 0 0,0-2 0 0 0,0 1 0 0 0,0 0 0 0 0,0-1 0 0 0,1 0 0 0 0,-9-6 0 0 0,-4-3 11 0 0,3 1 120 0 0,-7-5 338 0 0,12 12-254 0 0,-6-1-10 0 0,15 5-218 0 0,-2 0-3 0 0,1-1 0 0 0,-1 1 1 0 0,1 1-1 0 0,-1-1 0 0 0,1 0 0 0 0,-1 0 0 0 0,1 0 0 0 0,-1 1 0 0 0,1-1 0 0 0,-1 1 0 0 0,1-1 0 0 0,-1 1 0 0 0,-1 1 0 0 0,-42 35 435 0 0,44-35-455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2"/>
    </inkml:context>
    <inkml:brush xml:id="br0">
      <inkml:brushProperty name="width" value="0.025" units="cm"/>
      <inkml:brushProperty name="height" value="0.025" units="cm"/>
      <inkml:brushProperty name="color" value="#B2626F"/>
    </inkml:brush>
  </inkml:definitions>
  <inkml:trace contextRef="#ctx0" brushRef="#br0">122 15 9744 0 0,'0'0'2832'0'0,"-28"-12"592"0"0,25 11-3407 0 0,0 1 1 0 0,-1-1 0 0 0,1 1 0 0 0,0 0 0 0 0,-1 0-1 0 0,1 0 1 0 0,0 0 0 0 0,-1 1 0 0 0,1-1 0 0 0,0 1 0 0 0,0 0-1 0 0,-1 0 1 0 0,1 0 0 0 0,0 1 0 0 0,0-1 0 0 0,0 1-1 0 0,0-1 1 0 0,1 1 0 0 0,-1 0 0 0 0,0 0 0 0 0,-4 5 0 0 0,5-5-7 0 0,0 0 1 0 0,0 0 0 0 0,1 0 0 0 0,-1 0 0 0 0,1 0 0 0 0,-1 1-1 0 0,1-1 1 0 0,-1 0 0 0 0,1 1 0 0 0,0 0 0 0 0,0-1 0 0 0,1 1 0 0 0,-1-1-1 0 0,0 1 1 0 0,1 0 0 0 0,0 0 0 0 0,-1-1 0 0 0,1 1 0 0 0,0 0 0 0 0,1 0-1 0 0,-1-1 1 0 0,0 1 0 0 0,1 0 0 0 0,-1 0 0 0 0,1-1 0 0 0,2 5-1 0 0,-2-5-10 0 0,1-1-1 0 0,-1 1 0 0 0,1-1 0 0 0,-1 1 0 0 0,1-1 0 0 0,0 1 0 0 0,0-1 0 0 0,0 0 1 0 0,0 0-1 0 0,0 0 0 0 0,0 0 0 0 0,0 0 0 0 0,0 0 0 0 0,0-1 0 0 0,1 1 0 0 0,-1-1 1 0 0,0 1-1 0 0,3-1 0 0 0,42 4 4 0 0,-44-4 6 0 0,0 0-1 0 0,0 0 1 0 0,0-1-1 0 0,-1 1 1 0 0,1-1 0 0 0,0 1-1 0 0,0-1 1 0 0,0 0-1 0 0,0 0 1 0 0,-1 0-1 0 0,1-1 1 0 0,0 1 0 0 0,-1 0-1 0 0,1-1 1 0 0,-1 0-1 0 0,3-2 1 0 0,-3 2 10 0 0,-1 0 1 0 0,1 0 0 0 0,-1 0-1 0 0,0 0 1 0 0,0 0-1 0 0,0 0 1 0 0,0 0-1 0 0,0 0 1 0 0,0-1 0 0 0,0 1-1 0 0,-1 0 1 0 0,1-1-1 0 0,-1 1 1 0 0,0-1-1 0 0,0 1 1 0 0,0 0 0 0 0,0-1-1 0 0,0 1 1 0 0,0-1-1 0 0,-1-3 1 0 0,0 5 0 0 0,1-1 0 0 0,-1 0 0 0 0,1 1 0 0 0,-1-1 0 0 0,0 0 0 0 0,0 1 0 0 0,0-1 0 0 0,0 1 0 0 0,0-1 0 0 0,0 1 0 0 0,0-1 0 0 0,0 1 0 0 0,0 0 0 0 0,-1 0 0 0 0,1 0 0 0 0,-1-1 0 0 0,1 1 0 0 0,-1 0 0 0 0,1 1 0 0 0,-1-1 0 0 0,0 0 0 0 0,1 0 0 0 0,-1 1 0 0 0,0-1 0 0 0,1 1 0 0 0,-3-1 0 0 0,1 1 11 0 0,0-1-1 0 0,0 1 1 0 0,-1 0-1 0 0,1-1 1 0 0,0 2-1 0 0,0-1 1 0 0,0 0-1 0 0,0 1 1 0 0,0-1-1 0 0,0 1 1 0 0,0 0-1 0 0,0 0 1 0 0,0 0-1 0 0,-3 2 1 0 0,0 1 22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3"/>
    </inkml:context>
    <inkml:brush xml:id="br0">
      <inkml:brushProperty name="width" value="0.025" units="cm"/>
      <inkml:brushProperty name="height" value="0.025" units="cm"/>
      <inkml:brushProperty name="color" value="#B2626F"/>
    </inkml:brush>
  </inkml:definitions>
  <inkml:trace contextRef="#ctx0" brushRef="#br0">0 278 4416 0 0,'0'0'4213'0'0,"34"16"-1992"0"0,12-9 25 0 0,-21 2-1560 0 0,-23-8-600 0 0,0 0 0 0 0,0 0-1 0 0,0 0 1 0 0,1 0-1 0 0,-1-1 1 0 0,0 1-1 0 0,1 0 1 0 0,-1-1 0 0 0,5 1-1 0 0,-5-2 47 0 0,1 0 0 0 0,0 1 0 0 0,-1-1 0 0 0,1 0 0 0 0,0 0 0 0 0,-1-1 0 0 0,1 1 0 0 0,-1 0 0 0 0,0-1 0 0 0,0 1-1 0 0,1-1 1 0 0,-1 0 0 0 0,0 0 0 0 0,2-3 0 0 0,-2 4-115 0 0,-1-1 0 0 0,0 1 0 0 0,1-1 0 0 0,-1 0-1 0 0,0 1 1 0 0,0-1 0 0 0,0 0 0 0 0,0 0 0 0 0,0 0 0 0 0,-1 0 0 0 0,1 0-1 0 0,-1 0 1 0 0,1 0 0 0 0,-1 0 0 0 0,0 0 0 0 0,1 0 0 0 0,-1 0-1 0 0,0 0 1 0 0,-1-4 0 0 0,0 1-63 0 0,0-1 0 0 0,1 0 0 0 0,0 0 0 0 0,0 0 0 0 0,0 0 0 0 0,1 0-1 0 0,-1 0 1 0 0,4-9 0 0 0,-3 8-49 0 0,1 1 0 0 0,-2-1 0 0 0,1 0 0 0 0,0 0 0 0 0,-2-10 0 0 0,-2-19 177 0 0,-1-9-548 0 0,4 40 397 0 0,0 2 69 0 0,-1 1 1 0 0,1-1 0 0 0,0 1-1 0 0,-1-1 1 0 0,1 1 0 0 0,-1-1-1 0 0,0 1 1 0 0,0 0 0 0 0,1-1-1 0 0,-2 1 1 0 0,1 0 0 0 0,0 0-1 0 0,0 0 1 0 0,-1 0 0 0 0,1 0-1 0 0,-1 0 1 0 0,-2-3 0 0 0,3 5-9 0 0,1 0-5 0 0,0-1 9 0 0,0 1 0 0 0,-1 0 0 0 0,1-1 0 0 0,0 1 0 0 0,-1-1 0 0 0,1 1 0 0 0,0 0 0 0 0,-1-1 0 0 0,1 1 0 0 0,-1 0-1 0 0,1-1 1 0 0,-1 1 0 0 0,1 0 0 0 0,-1 0 0 0 0,1-1 0 0 0,-1 1 0 0 0,1 0 0 0 0,-1 0 0 0 0,1 0 0 0 0,-1 0 0 0 0,1 0 0 0 0,-1-1-1 0 0,1 1 1 0 0,-1 0 0 0 0,-15-2-64 0 0,-4 1-79 0 0,4 1 947 0 0,0 0 1 0 0,-15 3-1 0 0,13 1-99 0 0,-13 1-155 0 0,31-5-537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4"/>
    </inkml:context>
    <inkml:brush xml:id="br0">
      <inkml:brushProperty name="width" value="0.025" units="cm"/>
      <inkml:brushProperty name="height" value="0.025" units="cm"/>
      <inkml:brushProperty name="color" value="#B2626F"/>
    </inkml:brush>
  </inkml:definitions>
  <inkml:trace contextRef="#ctx0" brushRef="#br0">26 73 4616 0 0,'0'0'4050'0'0,"-9"-10"-3950"0"0,9 11-94 0 0,-1 0 0 0 0,1 0-1 0 0,0 0 1 0 0,-1 0 0 0 0,1 0 0 0 0,0 0-1 0 0,0 0 1 0 0,0 0 0 0 0,0 0-1 0 0,0 0 1 0 0,0 1 0 0 0,0-1-1 0 0,0 0 1 0 0,0 0 0 0 0,1 0-1 0 0,-1 0 1 0 0,0 0 0 0 0,1 0 0 0 0,-1 0-1 0 0,1 0 1 0 0,-1 0 0 0 0,1 0-1 0 0,-1 0 1 0 0,1 0 0 0 0,0 0-1 0 0,-1 0 1 0 0,2 1 0 0 0,-1-2 10 0 0,0 0 0 0 0,0 1 1 0 0,0-1-1 0 0,0 0 0 0 0,0 1 1 0 0,0-1-1 0 0,0 0 1 0 0,0 0-1 0 0,0 0 0 0 0,0 0 1 0 0,0 0-1 0 0,0 0 0 0 0,0 0 1 0 0,0 0-1 0 0,0 0 0 0 0,0 0 1 0 0,0-1-1 0 0,0 1 0 0 0,0 0 1 0 0,0-1-1 0 0,0 1 0 0 0,-1 0 1 0 0,1-1-1 0 0,0 0 0 0 0,0 1 1 0 0,0-1-1 0 0,0 1 0 0 0,-1-1 1 0 0,1 0-1 0 0,0 1 0 0 0,-1-1 1 0 0,1-1-1 0 0,2 0 156 0 0,-1-1-1 0 0,0 1 1 0 0,0-1 0 0 0,-1 0 0 0 0,1 1-1 0 0,-1-1 1 0 0,1 0 0 0 0,-1 0-1 0 0,0 0 1 0 0,0 0 0 0 0,0 0-1 0 0,0-6 1 0 0,0 8-66 0 0,-1-1 0 0 0,0 1 1 0 0,0-1-1 0 0,0 1 0 0 0,-1-1 0 0 0,1 1 0 0 0,0-1 1 0 0,-1 1-1 0 0,1-1 0 0 0,0 1 0 0 0,-1 0 0 0 0,0-1 1 0 0,1 1-1 0 0,-1 0 0 0 0,0-1 0 0 0,0 1 1 0 0,1 0-1 0 0,-1 0 0 0 0,0 0 0 0 0,0 0 0 0 0,0 0 1 0 0,0 0-1 0 0,-1 0 0 0 0,1 0 0 0 0,0 0 0 0 0,0 0 1 0 0,-1 1-1 0 0,1-1 0 0 0,0 0 0 0 0,-1 1 0 0 0,-2-1 1 0 0,-18-4 577 0 0,20 5-633 0 0,1 0 0 0 0,0-1 0 0 0,0 1 0 0 0,0 0 0 0 0,-1 0 1 0 0,1 1-1 0 0,0-1 0 0 0,0 0 0 0 0,0 0 0 0 0,0 1 0 0 0,-1-1 0 0 0,1 0 1 0 0,0 1-1 0 0,0-1 0 0 0,0 1 0 0 0,0 0 0 0 0,0-1 0 0 0,-2 2 0 0 0,3 0-18 0 0,0 1 0 0 0,-1-1 0 0 0,1 0 0 0 0,0 0 0 0 0,0 0 0 0 0,0 0 0 0 0,1 1 0 0 0,-1-1 0 0 0,1 0 0 0 0,-1 0 0 0 0,1 0 0 0 0,-1 0 0 0 0,1 0 0 0 0,0 0 0 0 0,1 2 0 0 0,-2-3-23 0 0,4 6 52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5"/>
    </inkml:context>
    <inkml:brush xml:id="br0">
      <inkml:brushProperty name="width" value="0.025" units="cm"/>
      <inkml:brushProperty name="height" value="0.025" units="cm"/>
      <inkml:brushProperty name="color" value="#B2626F"/>
    </inkml:brush>
  </inkml:definitions>
  <inkml:trace contextRef="#ctx0" brushRef="#br0">11 85 96 0 0,'0'0'5690'0'0,"-11"-9"-5052"0"0,11 7-608 0 0,1 1 0 0 0,-1 0 0 0 0,1 0 0 0 0,-1 0 0 0 0,0 0 0 0 0,1 0 1 0 0,0 0-1 0 0,-1 0 0 0 0,1 0 0 0 0,0 0 0 0 0,-1 0 0 0 0,1 0 0 0 0,0 0 0 0 0,0 0 1 0 0,0 0-1 0 0,0 1 0 0 0,1-2 0 0 0,24-14 219 0 0,-10 6 153 0 0,21-20 2021 0 0,-37 31-2306 0 0,0-1 1 0 0,0 1-1 0 0,0 0 1 0 0,0 0-1 0 0,0 0 1 0 0,0 0-1 0 0,1 0 1 0 0,-1-1-1 0 0,0 1 1 0 0,0 0-1 0 0,1 0 1 0 0,-1 0-1 0 0,0 0 0 0 0,1-1 1 0 0,-1 1-1 0 0,1 0 1 0 0,-1-1-1 0 0,1 1 1 0 0,0 1-1 0 0,3 5 326 0 0,-2 1-264 0 0,-1 0 0 0 0,0 0 0 0 0,0 0 0 0 0,-1 1 0 0 0,0-1 0 0 0,-1 0 0 0 0,-1 13 1 0 0,-2 21 355 0 0,2 64-471 0 0,2-104-44 0 0,-1 0 1 0 0,1-1 0 0 0,-1 1 0 0 0,1-1 0 0 0,-1 1 0 0 0,0-1 0 0 0,1 0 0 0 0,-1 1 0 0 0,0-1-1 0 0,0 0 1 0 0,0 1 0 0 0,0-1 0 0 0,0 0 0 0 0,0 0 0 0 0,0 0 0 0 0,-3 2 0 0 0,-26 17 506 0 0,20-13-448 0 0,-8-1 178 0 0,17-6-235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6"/>
    </inkml:context>
    <inkml:brush xml:id="br0">
      <inkml:brushProperty name="width" value="0.025" units="cm"/>
      <inkml:brushProperty name="height" value="0.025" units="cm"/>
      <inkml:brushProperty name="color" value="#B2626F"/>
    </inkml:brush>
  </inkml:definitions>
  <inkml:trace contextRef="#ctx0" brushRef="#br0">1 91 6328 0 0,'0'0'4360'0'0,"21"-22"-3464"0"0,18-17-826 0 0,-34 33-162 0 0,-3 4 44 0 0,0-1 0 0 0,0 1 0 0 0,0 0 0 0 0,-1 1 0 0 0,2-1 0 0 0,-1 0 0 0 0,0 0-1 0 0,0 1 1 0 0,1-1 0 0 0,-1 1 0 0 0,0 0 0 0 0,5-2 0 0 0,0 36-113 0 0,-6-32 161 0 0,0 0 0 0 0,-1 0 0 0 0,1 0 0 0 0,0 1 0 0 0,-1-1 0 0 0,1 0 0 0 0,-1 0 0 0 0,1 0 0 0 0,-1 1 0 0 0,1-1 0 0 0,-1 0 0 0 0,0 1 0 0 0,0-1 0 0 0,0 0 0 0 0,0 3 0 0 0,0 24 0 0 0,-1-15 0 0 0,2 9 42 0 0,0-16-19 0 0,-1 0 1 0 0,0 1-1 0 0,0-1 1 0 0,0 1 0 0 0,-1-1-1 0 0,0 0 1 0 0,-2 9-1 0 0,2-11-21 0 0,0 0-1 0 0,0 1 1 0 0,1-1-1 0 0,0 0 0 0 0,-1 0 1 0 0,2 1-1 0 0,-1-1 1 0 0,1 6-1 0 0,0 19 62 0 0,-1-28 11 0 0,-1 1 0 0 0,0-1-1 0 0,0 0 1 0 0,1 1 0 0 0,-1-1-1 0 0,0 0 1 0 0,0 0 0 0 0,0 0-1 0 0,0 1 1 0 0,-1-1 0 0 0,1 0-1 0 0,0 0 1 0 0,0-1 0 0 0,-1 1 0 0 0,1 0-1 0 0,-2 1 1 0 0,-27 9 432 0 0,-2-1 779 0 0,32-10-1251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7"/>
    </inkml:context>
    <inkml:brush xml:id="br0">
      <inkml:brushProperty name="width" value="0.025" units="cm"/>
      <inkml:brushProperty name="height" value="0.025" units="cm"/>
      <inkml:brushProperty name="color" value="#B2626F"/>
    </inkml:brush>
  </inkml:definitions>
  <inkml:trace contextRef="#ctx0" brushRef="#br0">8 96 6928 0 0,'0'0'776'0'0,"-8"10"3798"0"0,11-11-4562 0 0,0-1-1 0 0,-1 1 1 0 0,1-1-1 0 0,0 0 0 0 0,-1 0 1 0 0,0 0-1 0 0,1 0 1 0 0,-1 0-1 0 0,4-5 0 0 0,14-12-19 0 0,-17 16-9 0 0,1 1-1 0 0,-1-1 1 0 0,0 0 0 0 0,0 0 0 0 0,5-6 0 0 0,12-11-208 0 0,-9 9 158 0 0,-11 10 62 0 0,1 1-1 0 0,-1-1 1 0 0,0 1-1 0 0,0-1 1 0 0,0 1-1 0 0,1-1 1 0 0,-1 1-1 0 0,0-1 1 0 0,1 1-1 0 0,-1 0 1 0 0,0-1-1 0 0,1 1 1 0 0,-1 0 0 0 0,0-1-1 0 0,1 1 1 0 0,-1 0-1 0 0,1-1 1 0 0,-1 1-1 0 0,1 0 1 0 0,-1 0-1 0 0,0 0 1 0 0,1-1-1 0 0,-1 1 1 0 0,1 0-1 0 0,-1 0 1 0 0,1 0-1 0 0,-1 0 1 0 0,1 0-1 0 0,-1 0 1 0 0,1 0-1 0 0,-1 0 1 0 0,1 0-1 0 0,0 0 1 0 0,-1 0-1 0 0,1 0 1 0 0,-1 0-1 0 0,0 1 1 0 0,1-1-1 0 0,-1 0 1 0 0,1 0-1 0 0,-1 0 1 0 0,1 1-1 0 0,-1-1 1 0 0,1 0-1 0 0,-1 1 1 0 0,2 1-1 0 0,0 1 0 0 0,0 0 0 0 0,0 0 0 0 0,-1 0-1 0 0,1 0 1 0 0,-1 0 0 0 0,0 0 0 0 0,0 0 0 0 0,0 0 0 0 0,0 0 0 0 0,-1 0 0 0 0,1 6 0 0 0,1 3-4 0 0,5 59 10 0 0,-4-60 50 0 0,-1-6 3 0 0,-1-1-1 0 0,1 1 0 0 0,-1-1 1 0 0,0 1-1 0 0,0 0 1 0 0,-1-1-1 0 0,0 1 0 0 0,0 0 1 0 0,0-1-1 0 0,0 1 0 0 0,0 0 1 0 0,-1-1-1 0 0,-2 7 1 0 0,0 0 12 0 0,3-9-62 0 0,-1-1 1 0 0,1 0 0 0 0,0 0-1 0 0,0 0 1 0 0,-1 0-1 0 0,1 0 1 0 0,-1 0-1 0 0,1 0 1 0 0,-1 0 0 0 0,1 0-1 0 0,-1 0 1 0 0,0 0-1 0 0,0 0 1 0 0,1 0 0 0 0,-3 1-1 0 0,-5 5 45 0 0,2 0 17 0 0,-1-1 0 0 0,-1 0 0 0 0,1 0 0 0 0,-1-1 0 0 0,0 0 0 0 0,-13 6 0 0 0,7-5 263 0 0,10-4-208 0 0,0-1 0 0 0,-1 1 0 0 0,1-1-1 0 0,-1 1 1 0 0,0-1 0 0 0,-4 0 192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8"/>
    </inkml:context>
    <inkml:brush xml:id="br0">
      <inkml:brushProperty name="width" value="0.025" units="cm"/>
      <inkml:brushProperty name="height" value="0.025" units="cm"/>
      <inkml:brushProperty name="color" value="#B2626F"/>
    </inkml:brush>
  </inkml:definitions>
  <inkml:trace contextRef="#ctx0" brushRef="#br0">0 101 7432 0 0,'0'0'2638'0'0,"22"-22"-1587"0"0,-19 18-986 0 0,0 0-1 0 0,0 0 1 0 0,0 1-1 0 0,1 0 1 0 0,0-1-1 0 0,7-4 1 0 0,-8 5-70 0 0,31-23-3 0 0,-24 18-86 0 0,6-3-102 0 0,-16 11 191 0 0,1 0-1 0 0,-1 0 0 0 0,1 0 0 0 0,-1-1 0 0 0,1 1 0 0 0,-1 0 0 0 0,1 0 0 0 0,-1 0 0 0 0,1 0 0 0 0,-1 1 1 0 0,1-1-1 0 0,-1 0 0 0 0,1 0 0 0 0,-1 0 0 0 0,1 0 0 0 0,-1 0 0 0 0,1 1 0 0 0,-1-1 0 0 0,0 0 0 0 0,1 0 1 0 0,-1 1-1 0 0,1-1 0 0 0,-1 0 0 0 0,0 1 0 0 0,1-1 0 0 0,-1 0 0 0 0,0 1 0 0 0,1-1 0 0 0,-1 1 0 0 0,0-1 0 0 0,1 0 1 0 0,-1 2-1 0 0,2 1-12 0 0,0 0-41 0 0,1 0 0 0 0,-1 0 1 0 0,-1 1-1 0 0,1-1 0 0 0,0 1 0 0 0,-1 0 1 0 0,0-1-1 0 0,1 5 0 0 0,-1-3 22 0 0,0-1 0 0 0,1 0 0 0 0,-1 0 0 0 0,1 0 0 0 0,0 0 0 0 0,4 6 0 0 0,6 14 192 0 0,-9-16-194 0 0,-2-6 241 0 0,-1-1-1 0 0,1 1 1 0 0,-1 0-1 0 0,1-1 1 0 0,-1 1-1 0 0,1 0 1 0 0,-1 0-1 0 0,0-1 1 0 0,0 1-1 0 0,0 0 1 0 0,0 0-1 0 0,0-1 1 0 0,-1 1-1 0 0,0 3 1 0 0,-1 1 33 0 0,0-1 1 0 0,0 1-1 0 0,-1-1 1 0 0,-4 7-1 0 0,-4 9 547 0 0,9-18-727 0 0,0 1 1 0 0,0-1 0 0 0,0 1-1 0 0,-1-1 1 0 0,1 0 0 0 0,-1 0 0 0 0,0 0-1 0 0,0 0 1 0 0,0-1 0 0 0,-6 5 0 0 0,-39 18 806 0 0,30-16-754 0 0,14-8-108 0 0,3-1 0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39"/>
    </inkml:context>
    <inkml:brush xml:id="br0">
      <inkml:brushProperty name="width" value="0.025" units="cm"/>
      <inkml:brushProperty name="height" value="0.025" units="cm"/>
      <inkml:brushProperty name="color" value="#B2626F"/>
    </inkml:brush>
  </inkml:definitions>
  <inkml:trace contextRef="#ctx0" brushRef="#br0">0 151 600 0 0,'0'0'1792'0'0,"15"-21"1304"0"0,16-21-1634 0 0,-15 17-894 0 0,-9 17-209 0 0,0 1 0 0 0,0-1-1 0 0,0 1 1 0 0,9-6 0 0 0,-7 6 505 0 0,-8 6-733 0 0,1 0 0 0 0,-1-1 0 0 0,1 1 1 0 0,-1 0-1 0 0,1 0 0 0 0,-1 0 0 0 0,1 1 1 0 0,0-1-1 0 0,0 0 0 0 0,-1 0 0 0 0,1 1 1 0 0,0-1-1 0 0,0 1 0 0 0,0 0 0 0 0,0 0 1 0 0,0-1-1 0 0,0 1 0 0 0,-1 0 0 0 0,1 1 0 0 0,0-1 1 0 0,0 0-1 0 0,0 0 0 0 0,0 1 0 0 0,0-1 1 0 0,-1 1-1 0 0,1 0 0 0 0,0-1 0 0 0,0 1 1 0 0,-1 0-1 0 0,1 0 0 0 0,-1 0 0 0 0,1 0 1 0 0,-1 1-1 0 0,1-1 0 0 0,-1 0 0 0 0,2 2 1 0 0,-1 0-111 0 0,0-1 0 0 0,1 1 0 0 0,-1 0 0 0 0,-1 0 0 0 0,1 0 0 0 0,0 1 0 0 0,-1-1 0 0 0,0 0 0 0 0,1 1 0 0 0,-1-1 0 0 0,-1 1 0 0 0,1-1 0 0 0,0 1 0 0 0,-1-1 0 0 0,0 7 0 0 0,7 45 389 0 0,-6-43-351 0 0,0-10-45 0 0,-1 0-1 0 0,1 0 0 0 0,-1-1 1 0 0,0 1-1 0 0,0 0 0 0 0,0 0 0 0 0,0 0 1 0 0,0 0-1 0 0,-1 0 0 0 0,1 0 1 0 0,0 0-1 0 0,-1 0 0 0 0,0 2 1 0 0,-5 8-14 0 0,6-11 0 0 0,0 1 0 0 0,-1-1 0 0 0,1 1 0 0 0,-1-1 0 0 0,0 1 0 0 0,0-1 0 0 0,1 0 0 0 0,-1 0 0 0 0,0 1 0 0 0,0-1 0 0 0,0 0 0 0 0,0 0 0 0 0,-2 1 0 0 0,-57 40 606 0 0,57-40-540 0 0,0 0-21 0 0,1 0 1 0 0,-1 0-1 0 0,0 0 0 0 0,0-1 0 0 0,1 1 0 0 0,-1-1 0 0 0,0 0 1 0 0,0 0-1 0 0,0 0 0 0 0,-1 0 0 0 0,1 0 0 0 0,0-1 1 0 0,-4 1-1 0 0,6-1-31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0"/>
    </inkml:context>
    <inkml:brush xml:id="br0">
      <inkml:brushProperty name="width" value="0.025" units="cm"/>
      <inkml:brushProperty name="height" value="0.025" units="cm"/>
      <inkml:brushProperty name="color" value="#B2626F"/>
    </inkml:brush>
  </inkml:definitions>
  <inkml:trace contextRef="#ctx0" brushRef="#br0">38 208 8640 0 0,'0'0'1464'0'0,"15"20"366"0"0,-10-20-1758 0 0,0 0 0 0 0,0 0 0 0 0,0-1 0 0 0,0 0 0 0 0,0 1 0 0 0,0-2 0 0 0,-1 1 0 0 0,1 0-1 0 0,0-1 1 0 0,0 0 0 0 0,-1 0 0 0 0,1-1 0 0 0,-1 1 0 0 0,4-4 0 0 0,18-19 925 0 0,-25 25-967 0 0,-10-30 1071 0 0,5 22-1067 0 0,1 0-1 0 0,0 0 1 0 0,0 0 0 0 0,1 0 0 0 0,-2-10 0 0 0,3 15-33 0 0,-1 0 0 0 0,1 0 0 0 0,-1 0 1 0 0,1 0-1 0 0,-1 0 0 0 0,0 0 0 0 0,0 0 1 0 0,-4-4-1 0 0,3 5 0 0 0,1-1 0 0 0,0 1 0 0 0,0-1 1 0 0,0 0-1 0 0,1 1 0 0 0,-1-1 0 0 0,0 0 0 0 0,1 0 0 0 0,0 0 0 0 0,-1-4 1 0 0,2 6-2 0 0,0-1 0 0 0,-1 1 0 0 0,1 0 0 0 0,0-1 0 0 0,-1 1 0 0 0,1 0 0 0 0,0-1 0 0 0,-1 1 0 0 0,0 0 0 0 0,1 0 0 0 0,-1-1 0 0 0,0 1 0 0 0,1 0 0 0 0,-1 0 0 0 0,0 0 0 0 0,0 0 0 0 0,0 0 0 0 0,0 0 0 0 0,-2-1 0 0 0,2 2 0 0 0,0-1 0 0 0,-1 1 0 0 0,1 0 0 0 0,0 0 0 0 0,0 0 0 0 0,0 0 0 0 0,0 0 0 0 0,0 0 0 0 0,0 0 0 0 0,0 1 0 0 0,-1-1 0 0 0,1 0 0 0 0,0 1 0 0 0,0-1 0 0 0,0 0 0 0 0,0 1 0 0 0,0-1 0 0 0,0 1 0 0 0,0 0 0 0 0,0-1 0 0 0,0 1 0 0 0,1 0 0 0 0,-3 1 0 0 0,-14 10 0 0 0,14-10 0 0 0,0-1 0 0 0,0 1 0 0 0,0 0 0 0 0,1 1 0 0 0,-1-1 0 0 0,0 0 0 0 0,1 1 0 0 0,0-1 0 0 0,-3 4 0 0 0,5-5 0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1"/>
    </inkml:context>
    <inkml:brush xml:id="br0">
      <inkml:brushProperty name="width" value="0.025" units="cm"/>
      <inkml:brushProperty name="height" value="0.025" units="cm"/>
      <inkml:brushProperty name="color" value="#B2626F"/>
    </inkml:brush>
  </inkml:definitions>
  <inkml:trace contextRef="#ctx0" brushRef="#br0">0 126 8432 0 0,'0'0'1528'0'0,"22"-24"-466"0"0,-11 18-1072 0 0,-1-1 0 0 0,0-1 0 0 0,0 0-1 0 0,0 0 1 0 0,13-16 0 0 0,-19 19-46 0 0,1 1 0 0 0,-1 0-1 0 0,1 0 1 0 0,0 0 0 0 0,8-4 0 0 0,-6 0 41 0 0,-4 5 3 0 0,-1 4 7 0 0,9 26 66 0 0,-3-1 50 0 0,-7-23-95 0 0,0 1-1 0 0,1-1 1 0 0,-1 1-1 0 0,0-1 0 0 0,-1 1 1 0 0,1-1-1 0 0,0 6 1 0 0,-1-7-5 0 0,0 1 1 0 0,0-1 0 0 0,1 1-1 0 0,0-1 1 0 0,-1 1-1 0 0,1-1 1 0 0,0 1 0 0 0,0-1-1 0 0,2 3 1 0 0,5 17 118 0 0,-2-8 40 0 0,-5-13-136 0 0,0 1-1 0 0,0-1 0 0 0,-1 0 0 0 0,1 0 0 0 0,-1 1 0 0 0,1-1 1 0 0,-1 1-1 0 0,1-1 0 0 0,-1 0 0 0 0,1 1 0 0 0,-1 2 0 0 0,0-1 79 0 0,0-1 0 0 0,0 1 0 0 0,0-1 0 0 0,0 1-1 0 0,-1-1 1 0 0,1 1 0 0 0,-1-1 0 0 0,0 1 0 0 0,0-1-1 0 0,0 0 1 0 0,0 1 0 0 0,0-1 0 0 0,0 0 0 0 0,0 0 0 0 0,-1 0-1 0 0,1 0 1 0 0,-1 0 0 0 0,0 0 0 0 0,1 0 0 0 0,-1 0-1 0 0,-2 1 1 0 0,1-1-10 0 0,0 1 0 0 0,0-1-1 0 0,0 0 1 0 0,0 0 0 0 0,0-1-1 0 0,0 1 1 0 0,-1-1 0 0 0,1 0-1 0 0,-5 2 1 0 0,-15 5 533 0 0,22-7-569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2"/>
    </inkml:context>
    <inkml:brush xml:id="br0">
      <inkml:brushProperty name="width" value="0.025" units="cm"/>
      <inkml:brushProperty name="height" value="0.025" units="cm"/>
      <inkml:brushProperty name="color" value="#B2626F"/>
    </inkml:brush>
  </inkml:definitions>
  <inkml:trace contextRef="#ctx0" brushRef="#br0">1 155 7024 0 0,'0'0'1809'0'0,"15"-24"-1218"0"0,-4 6-494 0 0,11-15 70 0 0,-21 32-169 0 0,0 0 1 0 0,0 0-1 0 0,-1-1 1 0 0,1 1 0 0 0,0 0-1 0 0,-1-1 1 0 0,1 1-1 0 0,-1 0 1 0 0,1-1-1 0 0,-1 1 1 0 0,0-1-1 0 0,0-2 1 0 0,0 3 0 0 0,1 0 0 0 0,-1-1 0 0 0,0 1 0 0 0,0 0 0 0 0,1-1 0 0 0,-1 1 0 0 0,0 0 0 0 0,1 0 0 0 0,0-1 0 0 0,-1 1 0 0 0,1 0 0 0 0,1-2 0 0 0,4-12 410 0 0,-6 14-311 0 0,0-1-1 0 0,0 1 1 0 0,0 0-1 0 0,0 0 1 0 0,1 0-1 0 0,-1 0 1 0 0,1 0-1 0 0,-1 0 0 0 0,0 0 1 0 0,1 0-1 0 0,0 0 1 0 0,-1 0-1 0 0,1 0 1 0 0,0 0-1 0 0,-1 0 1 0 0,1 0-1 0 0,2-1 1 0 0,3-5 463 0 0,-5 7 42 0 0,5 4-405 0 0,-1 2-126 0 0,0-1-1 0 0,0 1 0 0 0,0-1 1 0 0,-1 1-1 0 0,0 1 1 0 0,0-1-1 0 0,4 9 1 0 0,-7-14-65 0 0,3 7 74 0 0,-1 1 1 0 0,0-1-1 0 0,0 0 1 0 0,-1 1-1 0 0,0 0 1 0 0,1 12-1 0 0,0-6 112 0 0,-2-9 32 0 0,0 0 71 0 0,0-1-1 0 0,0 0 1 0 0,-1 1-1 0 0,1-1 1 0 0,-1 0-1 0 0,0 1 1 0 0,-1-1-1 0 0,1 0 1 0 0,-1 1-1 0 0,-2 7 0 0 0,0-7-214 0 0,1 0-1 0 0,0-1 1 0 0,-1 1-1 0 0,0-1 1 0 0,-1 0-1 0 0,1 0 1 0 0,-1 0-1 0 0,0-1 1 0 0,0 1-1 0 0,0-1 1 0 0,-1 0-1 0 0,1 0 1 0 0,-1 0-1 0 0,0-1 0 0 0,0 1 1 0 0,-10 3-1 0 0,13-5-62 0 0,2-2-4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3"/>
    </inkml:context>
    <inkml:brush xml:id="br0">
      <inkml:brushProperty name="width" value="0.025" units="cm"/>
      <inkml:brushProperty name="height" value="0.025" units="cm"/>
      <inkml:brushProperty name="color" value="#B2626F"/>
    </inkml:brush>
  </inkml:definitions>
  <inkml:trace contextRef="#ctx0" brushRef="#br0">1 172 8240 0 0,'0'0'3433'0'0,"11"-33"-1436"0"0,-10 28-1968 0 0,0 0 0 0 0,1 0 1 0 0,-1 1-1 0 0,1-1 0 0 0,0 0 0 0 0,0 1 0 0 0,1-1 0 0 0,-1 1 0 0 0,1 0 0 0 0,5-6 0 0 0,-7 9-20 0 0,0 0 0 0 0,0 1 0 0 0,0-1 0 0 0,0 0 0 0 0,0 1 0 0 0,0-1 0 0 0,1 1 0 0 0,-1-1 0 0 0,0 1 0 0 0,0 0 0 0 0,1-1 0 0 0,-1 1 0 0 0,0 0 0 0 0,0 0 0 0 0,1 0 0 0 0,-1 0 0 0 0,0 0 0 0 0,0 0 0 0 0,1 0 0 0 0,-1 0 0 0 0,0 1 0 0 0,0-1 0 0 0,3 1 0 0 0,-2 0 32 0 0,0-1 0 0 0,0 1 0 0 0,0 0-1 0 0,-1-1 1 0 0,1 1 0 0 0,0 0-1 0 0,0 0 1 0 0,-1 0 0 0 0,1 0-1 0 0,0 1 1 0 0,-1-1 0 0 0,1 0-1 0 0,-1 1 1 0 0,3 2 0 0 0,-4-4-9 0 0,0 0 0 0 0,0 0 0 0 0,0 0 0 0 0,0 0 1 0 0,0-1-1 0 0,0 1 0 0 0,0 0 0 0 0,0 0 0 0 0,0 0 0 0 0,0 0 1 0 0,0 0-1 0 0,0 0 0 0 0,0 0 0 0 0,0-1 0 0 0,0 1 0 0 0,0 0 0 0 0,0 0 1 0 0,1 0-1 0 0,-1 0 0 0 0,0 0 0 0 0,0 0 0 0 0,0 0 0 0 0,0 0 1 0 0,0 0-1 0 0,0 0 0 0 0,0-1 0 0 0,0 1 0 0 0,1 0 0 0 0,-1 0 0 0 0,0 0 1 0 0,0 0-1 0 0,0 0 0 0 0,0 0 0 0 0,0 0 0 0 0,0 0 0 0 0,1 0 1 0 0,-1 0-1 0 0,0 0 0 0 0,0 0 0 0 0,0 0 0 0 0,0 0 0 0 0,0 0 0 0 0,0 0 1 0 0,1 0-1 0 0,-1 0 0 0 0,0 0 0 0 0,0 1 0 0 0,0-1 0 0 0,0 0 0 0 0,0 0 1 0 0,0 0-1 0 0,0 0 0 0 0,1 0 0 0 0,-1 0 0 0 0,0 0 0 0 0,0 0 1 0 0,0 0-1 0 0,0 1 0 0 0,3-23 506 0 0,3-8-191 0 0,-4 26-347 0 0,-1 0-1 0 0,1 1 1 0 0,1 0-1 0 0,-1-1 1 0 0,0 1-1 0 0,1 0 1 0 0,0 0-1 0 0,0 0 0 0 0,0 1 1 0 0,0-1-1 0 0,6-3 1 0 0,-8 5-17 0 0,0 1 1 0 0,0 0-1 0 0,0 0 0 0 0,0-1 1 0 0,0 1-1 0 0,0 0 0 0 0,0 0 1 0 0,0 0-1 0 0,0 0 1 0 0,0 1-1 0 0,0-1 0 0 0,0 0 1 0 0,0 0-1 0 0,0 0 0 0 0,0 1 1 0 0,-1-1-1 0 0,1 1 1 0 0,2 0-1 0 0,-2-1 11 0 0,-1 1 0 0 0,1-1 1 0 0,0 1-1 0 0,0-1 0 0 0,0 0 0 0 0,0 1 1 0 0,-1-1-1 0 0,1 0 0 0 0,0 0 0 0 0,0 0 1 0 0,0 0-1 0 0,0 0 0 0 0,0 0 1 0 0,0 0-1 0 0,0 0 0 0 0,-1 0 0 0 0,1 0 1 0 0,0 0-1 0 0,0 0 0 0 0,0-1 0 0 0,0 1 1 0 0,1-1-1 0 0,14 35 1510 0 0,-15-30-1491 0 0,1 0-1 0 0,-1 0 1 0 0,0 0 0 0 0,0 0 0 0 0,0 1 0 0 0,-1-1 0 0 0,1 0 0 0 0,-1 1 0 0 0,0-1-1 0 0,-1 5 1 0 0,0-4-5 0 0,1 1 0 0 0,0-1 0 0 0,1 1 0 0 0,-1-1 0 0 0,3 9 0 0 0,-2-11-5 0 0,0 1-1 0 0,0-1 1 0 0,-1 1-1 0 0,1-1 1 0 0,-1 0-1 0 0,0 1 1 0 0,0-1-1 0 0,0 1 1 0 0,0-1-1 0 0,0 1 1 0 0,-1-1-1 0 0,1 1 1 0 0,-1-1-1 0 0,0 0 1 0 0,0 1-1 0 0,-1-1 1 0 0,1 0-1 0 0,-1 0 1 0 0,1 0-1 0 0,-1 0 1 0 0,0 0-1 0 0,0 0 1 0 0,0 0-1 0 0,0-1 1 0 0,-5 5-1 0 0,-13 12-2 0 0,8-8 0 0 0,-20 23 0 0 0,27-27 7 0 0,0 0-1 0 0,-1 0 1 0 0,0-1 0 0 0,0 0-1 0 0,-1 0 1 0 0,0-1-1 0 0,0 1 1 0 0,0-1-1 0 0,-8 4 1 0 0,5-3 33 0 0,9-6-34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4"/>
    </inkml:context>
    <inkml:brush xml:id="br0">
      <inkml:brushProperty name="width" value="0.025" units="cm"/>
      <inkml:brushProperty name="height" value="0.025" units="cm"/>
      <inkml:brushProperty name="color" value="#B2626F"/>
    </inkml:brush>
  </inkml:definitions>
  <inkml:trace contextRef="#ctx0" brushRef="#br0">60 1 5824 0 0,'0'0'2960'0'0,"-26"22"882"0"0,13-3-3453 0 0,11-16-359 0 0,0-1 0 0 0,0 1 0 0 0,0 0-1 0 0,0 0 1 0 0,0 0 0 0 0,0 0 0 0 0,1 0 0 0 0,-1 1-1 0 0,1-1 1 0 0,0 0 0 0 0,-1 6 0 0 0,3-9-28 0 0,-1 0 1 0 0,1 1-1 0 0,-1-1 1 0 0,1 0-1 0 0,0 1 1 0 0,-1-1-1 0 0,1 0 1 0 0,0 0-1 0 0,-1 0 1 0 0,1 1-1 0 0,0-1 1 0 0,-1 0-1 0 0,1 0 1 0 0,0 0-1 0 0,-1 0 1 0 0,1 0-1 0 0,0 0 1 0 0,-1 0-1 0 0,1 0 1 0 0,0-1-1 0 0,-1 1 1 0 0,2 0-1 0 0,17-4 30 0 0,-16 1-23 0 0,0 1-1 0 0,0-1 1 0 0,1 0-1 0 0,-1 1 1 0 0,-1-1-1 0 0,1-1 0 0 0,0 1 1 0 0,-1 0-1 0 0,0-1 1 0 0,4-6-1 0 0,-4 7 32 0 0,-1 0-1 0 0,0 0 0 0 0,0 0 0 0 0,0 0 1 0 0,0 0-1 0 0,0 0 0 0 0,0 0 1 0 0,0-5-1 0 0,-2 8-19 0 0,1 0 0 0 0,0-1 1 0 0,-1 1-1 0 0,1 0 0 0 0,0-1 1 0 0,-1 1-1 0 0,1 0 0 0 0,0 0 0 0 0,-1 0 1 0 0,1-1-1 0 0,-1 1 0 0 0,1 0 1 0 0,0 0-1 0 0,-1 0 0 0 0,1 0 0 0 0,-1-1 1 0 0,1 1-1 0 0,-1 0 0 0 0,1 0 1 0 0,-1 0-1 0 0,1 0 0 0 0,0 0 0 0 0,-1 0 1 0 0,1 0-1 0 0,-1 0 0 0 0,1 1 1 0 0,-1-1-1 0 0,1 0 0 0 0,0 0 0 0 0,-1 0 1 0 0,1 0-1 0 0,-1 1 0 0 0,1-1 0 0 0,0 0 1 0 0,-1 0-1 0 0,0 1 0 0 0,-23 9 127 0 0,20-8-64 0 0,3-2-64 0 0,0 1 0 0 0,-1-1 1 0 0,1 1-1 0 0,0-1 0 0 0,0 1 0 0 0,0 0 1 0 0,0-1-1 0 0,0 1 0 0 0,0 0 0 0 0,1 0 0 0 0,-1 0 1 0 0,0 0-1 0 0,-1 1 0 0 0,2 0 15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5"/>
    </inkml:context>
    <inkml:brush xml:id="br0">
      <inkml:brushProperty name="width" value="0.025" units="cm"/>
      <inkml:brushProperty name="height" value="0.025" units="cm"/>
      <inkml:brushProperty name="color" value="#B2626F"/>
    </inkml:brush>
  </inkml:definitions>
  <inkml:trace contextRef="#ctx0" brushRef="#br0">46 13 7632 0 0,'0'0'2634'0'0,"-14"5"-1624"0"0,-12 30-236 0 0,20-26-672 0 0,28-17 48 0 0,-1-13-111 0 0,-20 20-35 0 0,0 0-1 0 0,-1 0 0 0 0,1 0 0 0 0,0 1 1 0 0,-1-1-1 0 0,1 0 0 0 0,0 0 0 0 0,-1 0 0 0 0,1 0 1 0 0,-1 0-1 0 0,0 0 0 0 0,1 0 0 0 0,-1 0 1 0 0,0 0-1 0 0,1-1 0 0 0,-1 1 0 0 0,0 0 1 0 0,0 0-1 0 0,0 0 0 0 0,0 0 0 0 0,0 0 1 0 0,0 0-1 0 0,0 0 0 0 0,-1-2 0 0 0,1 2-1 0 0,-1 1 0 0 0,1 0 0 0 0,0-1 0 0 0,-1 1 0 0 0,1 0 0 0 0,0-1 0 0 0,-1 1 0 0 0,1 0 0 0 0,-1-1-1 0 0,1 1 1 0 0,-1 0 0 0 0,1 0 0 0 0,-1-1 0 0 0,1 1 0 0 0,-1 0 0 0 0,1 0 0 0 0,-1 0 0 0 0,1 0 0 0 0,-1 0 0 0 0,1 0-1 0 0,-1 0 1 0 0,1 0 0 0 0,-1 0 0 0 0,1 0 0 0 0,-1 0 0 0 0,1 0 0 0 0,-1 0 0 0 0,1 0 0 0 0,-1 0 0 0 0,1 1 0 0 0,-1-1 0 0 0,1 0-1 0 0,-1 0 1 0 0,1 0 0 0 0,0 1 0 0 0,-1-1 0 0 0,1 0 0 0 0,-1 1 0 0 0,1-1 0 0 0,0 0 0 0 0,-1 1 0 0 0,1-1 0 0 0,0 1-1 0 0,-1-1 1 0 0,1 0 0 0 0,0 1 0 0 0,0-1 0 0 0,-1 1 0 0 0,-12 22 96 0 0,11-15-67 0 0,2-4-20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6"/>
    </inkml:context>
    <inkml:brush xml:id="br0">
      <inkml:brushProperty name="width" value="0.025" units="cm"/>
      <inkml:brushProperty name="height" value="0.025" units="cm"/>
      <inkml:brushProperty name="color" value="#B2626F"/>
    </inkml:brush>
  </inkml:definitions>
  <inkml:trace contextRef="#ctx0" brushRef="#br0">37 8 5920 0 0,'0'0'846'0'0,"-24"21"-291"0"0,22-19-483 0 0,1-1 0 0 0,0 1-1 0 0,0-1 1 0 0,0 1 0 0 0,0-1-1 0 0,0 1 1 0 0,0 0 0 0 0,1-1-1 0 0,-1 1 1 0 0,0 0 0 0 0,1 0-1 0 0,-1 2 1 0 0,1-4-45 0 0,0 0 0 0 0,0 0 0 0 0,0 1 0 0 0,0-1 0 0 0,0 0 0 0 0,0 0 0 0 0,1 1 0 0 0,-1-1 0 0 0,0 0 1 0 0,0 0-1 0 0,0 0 0 0 0,0 1 0 0 0,0-1 0 0 0,0 0 0 0 0,1 0 0 0 0,-1 0 0 0 0,0 0 0 0 0,0 1 0 0 0,0-1 0 0 0,1 0 0 0 0,-1 0 0 0 0,0 0 0 0 0,0 0 0 0 0,1 0 0 0 0,-1 0 0 0 0,0 0 0 0 0,0 1 0 0 0,0-1 0 0 0,1 0 0 0 0,-1 0 0 0 0,1 0 0 0 0,15-3 165 0 0,-13 2-154 0 0,-1 0-1 0 0,0-1 0 0 0,0 1 0 0 0,0-1 1 0 0,0 1-1 0 0,0-1 0 0 0,-1 0 1 0 0,1 1-1 0 0,0-1 0 0 0,1-3 0 0 0,-2 4 20 0 0,0 0-1 0 0,-1 1 0 0 0,1-1 0 0 0,0 0 0 0 0,-1 0 1 0 0,1 0-1 0 0,-1 0 0 0 0,0 1 0 0 0,1-1 1 0 0,-1 0-1 0 0,0 0 0 0 0,1 0 0 0 0,-1 0 0 0 0,0 0 1 0 0,0 0-1 0 0,0 0 0 0 0,0 0 0 0 0,0 0 0 0 0,0 0 1 0 0,0 0-1 0 0,0 0 0 0 0,0 0 0 0 0,0 0 0 0 0,-1 0 1 0 0,1 0-1 0 0,0 0 0 0 0,-1-2 0 0 0,0 3-27 0 0,1-1-1 0 0,-1 1 1 0 0,1-1-1 0 0,0 1 0 0 0,-1-1 1 0 0,1 1-1 0 0,-1-1 1 0 0,0 1-1 0 0,1 0 0 0 0,-1-1 1 0 0,1 1-1 0 0,-1 0 1 0 0,1-1-1 0 0,-1 1 0 0 0,0 0 1 0 0,1 0-1 0 0,-1 0 1 0 0,0 0-1 0 0,1-1 0 0 0,-1 1 1 0 0,0 0-1 0 0,1 0 1 0 0,-1 0-1 0 0,0 0 0 0 0,1 0 1 0 0,-1 1-1 0 0,0-1 1 0 0,1 0-1 0 0,-1 0 1 0 0,0 0-1 0 0,1 0 0 0 0,-1 1 1 0 0,0-1-1 0 0,0 1 18 0 0,-1 0-1 0 0,1 0 0 0 0,0 0 1 0 0,0 0-1 0 0,0 0 0 0 0,0 0 1 0 0,0 1-1 0 0,1-1 1 0 0,-1 0-1 0 0,0 0 0 0 0,0 1 1 0 0,1-1-1 0 0,-2 2 1 0 0,2-1 10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7"/>
    </inkml:context>
    <inkml:brush xml:id="br0">
      <inkml:brushProperty name="width" value="0.025" units="cm"/>
      <inkml:brushProperty name="height" value="0.025" units="cm"/>
      <inkml:brushProperty name="color" value="#B2626F"/>
    </inkml:brush>
  </inkml:definitions>
  <inkml:trace contextRef="#ctx0" brushRef="#br0">27 11 4720 0 0,'0'0'2673'0'0,"-20"14"-1380"0"0,20-13-1264 0 0,-1-1 0 0 0,1 0 0 0 0,-1 1 0 0 0,1-1 0 0 0,0 0-1 0 0,-1 1 1 0 0,1-1 0 0 0,-1 1 0 0 0,1-1 0 0 0,0 1 0 0 0,-1-1-1 0 0,1 1 1 0 0,0-1 0 0 0,0 1 0 0 0,-1-1 0 0 0,1 1 0 0 0,0-1 0 0 0,0 1-1 0 0,0-1 1 0 0,0 1 0 0 0,0-1 0 0 0,0 1 0 0 0,0-1 0 0 0,0 1-1 0 0,0 0 1 0 0,0-1 0 0 0,0 1 0 0 0,0-1 0 0 0,0 1 0 0 0,0 0-1 0 0,1-1-6 0 0,0 1-1 0 0,-1-1 1 0 0,1 0-1 0 0,0 0 0 0 0,-1 0 1 0 0,1 1-1 0 0,0-1 0 0 0,0 0 1 0 0,-1 0-1 0 0,1 0 0 0 0,0 0 1 0 0,0 0-1 0 0,-1 0 1 0 0,1-1-1 0 0,0 1 0 0 0,-1 0 1 0 0,1 0-1 0 0,0 0 0 0 0,0-1 1 0 0,0 1 2 0 0,1 0-1 0 0,-1-1 1 0 0,0 1 0 0 0,0 0-1 0 0,0-1 1 0 0,0 1 0 0 0,0-1-1 0 0,0 1 1 0 0,1-1 0 0 0,-1 0-1 0 0,0 1 1 0 0,-1-1 0 0 0,1 0 0 0 0,0 0-1 0 0,0 0 1 0 0,0 1 0 0 0,0-1-1 0 0,-1 0 1 0 0,1 0 0 0 0,0 0-1 0 0,-1-1 1 0 0,1 1 0 0 0,-1 0-1 0 0,1 0 1 0 0,-1 0 0 0 0,1 0 0 0 0,-1 0-1 0 0,0-1 1 0 0,0 1 0 0 0,1-2-1 0 0,-2 2 12 0 0,1 0 0 0 0,0 1-1 0 0,0-1 1 0 0,-1 0 0 0 0,1 1 0 0 0,-1-1-1 0 0,1 0 1 0 0,0 1 0 0 0,-1-1-1 0 0,1 1 1 0 0,-1-1 0 0 0,0 0 0 0 0,1 1-1 0 0,-1 0 1 0 0,1-1 0 0 0,-1 1-1 0 0,0-1 1 0 0,1 1 0 0 0,-1 0 0 0 0,0-1-1 0 0,1 1 1 0 0,-1 0 0 0 0,0 0-1 0 0,0-1 1 0 0,1 1 0 0 0,-1 0 0 0 0,0 0-1 0 0,0 0 1 0 0,1 0 0 0 0,-1 0-1 0 0,0 0 1 0 0,0 0 0 0 0,1 0 0 0 0,-1 0-1 0 0,0 1 1 0 0,0-1 0 0 0,1 0-1 0 0,-1 0 1 0 0,0 1 0 0 0,1-1 0 0 0,-1 0-1 0 0,0 1 1 0 0,1-1 0 0 0,-1 1-1 0 0,0-1 1 0 0,1 1 0 0 0,-1-1 0 0 0,1 1-1 0 0,-1-1 1 0 0,1 1 0 0 0,-1-1-1 0 0,1 1 1 0 0,0 0 0 0 0,-1-1 0 0 0,1 2-1 0 0,-1 0 40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8"/>
    </inkml:context>
    <inkml:brush xml:id="br0">
      <inkml:brushProperty name="width" value="0.025" units="cm"/>
      <inkml:brushProperty name="height" value="0.025" units="cm"/>
      <inkml:brushProperty name="color" value="#B2626F"/>
    </inkml:brush>
  </inkml:definitions>
  <inkml:trace contextRef="#ctx0" brushRef="#br0">31 68 6016 0 0,'0'-6'88'0'0,"0"4"-13"0"0,1 0 1 0 0,-1 0-1 0 0,0 1 0 0 0,1-1 1 0 0,-1 0-1 0 0,0 0 0 0 0,-1 0 1 0 0,1 0-1 0 0,0 0 1 0 0,0 0-1 0 0,-1 0 0 0 0,1 0 1 0 0,-1 0-1 0 0,0 0 0 0 0,0 1 1 0 0,1-1-1 0 0,-1 0 0 0 0,-2-2 1 0 0,-14 32 2924 0 0,16-26-2965 0 0,0-1 1 0 0,0 1-1 0 0,1-1 1 0 0,-1 1-1 0 0,1-1 1 0 0,-1 1-1 0 0,1 0 1 0 0,-1-1-1 0 0,1 1 0 0 0,0 0 1 0 0,0 0-1 0 0,0-1 1 0 0,0 1-1 0 0,0 3 1 0 0,0-5-31 0 0,0 0-1 0 0,1 1 1 0 0,-1-1-1 0 0,0 0 1 0 0,0 0 0 0 0,0 1-1 0 0,0-1 1 0 0,0 0 0 0 0,1 0-1 0 0,-1 1 1 0 0,0-1 0 0 0,0 0-1 0 0,0 0 1 0 0,1 0 0 0 0,-1 1-1 0 0,0-1 1 0 0,0 0 0 0 0,1 0-1 0 0,-1 0 1 0 0,0 0 0 0 0,1 0-1 0 0,-1 1 1 0 0,0-1 0 0 0,0 0-1 0 0,1 0 1 0 0,-1 0 0 0 0,0 0-1 0 0,1 0 1 0 0,14-6 49 0 0,19-24 17 0 0,-31 27-63 0 0,-1 1 0 0 0,0-1 0 0 0,0 0 0 0 0,0 1 0 0 0,-1-1 0 0 0,1 0 0 0 0,-1 0 0 0 0,1 0 0 0 0,-1-1 0 0 0,0 1 0 0 0,1-5 0 0 0,-2 7-6 0 0,0 1 0 0 0,-1-1 0 0 0,1 1 1 0 0,0-1-1 0 0,-1 1 0 0 0,1-1 0 0 0,-1 1 0 0 0,1-1 1 0 0,-1 1-1 0 0,1-1 0 0 0,-1 1 0 0 0,1 0 1 0 0,-1-1-1 0 0,1 1 0 0 0,-1 0 0 0 0,1-1 1 0 0,-1 1-1 0 0,0 0 0 0 0,1 0 0 0 0,-1 0 0 0 0,1 0 1 0 0,-1-1-1 0 0,0 1 0 0 0,1 0 0 0 0,-1 0 1 0 0,0 0-1 0 0,1 0 0 0 0,-1 0 0 0 0,0 1 0 0 0,1-1 1 0 0,-1 0-1 0 0,1 0 0 0 0,-2 1 0 0 0,0-1 2 0 0,0 0 0 0 0,0 0-1 0 0,-1 0 1 0 0,1 1 0 0 0,0-1-1 0 0,0 1 1 0 0,0-1-1 0 0,0 1 1 0 0,-3 1 0 0 0,4 0 8 0 0,0-1 0 0 0,0 0 0 0 0,0 0 0 0 0,0 1 1 0 0,0-1-1 0 0,0 0 0 0 0,0 1 0 0 0,0-1 0 0 0,1 1 1 0 0,-1-1-1 0 0,0 1 0 0 0,1 0 0 0 0,0-1 0 0 0,-1 1 0 0 0,1 0 1 0 0,0-1-1 0 0,0 1 0 0 0,0 0 0 0 0,0-1 0 0 0,0 4 1 0 0,1-3 11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49"/>
    </inkml:context>
    <inkml:brush xml:id="br0">
      <inkml:brushProperty name="width" value="0.025" units="cm"/>
      <inkml:brushProperty name="height" value="0.025" units="cm"/>
      <inkml:brushProperty name="color" value="#B2626F"/>
    </inkml:brush>
  </inkml:definitions>
  <inkml:trace contextRef="#ctx0" brushRef="#br0">35 24 3312 0 0,'0'0'313'0'0,"-19"19"2038"0"0,17-16-2129 0 0,0 0-1 0 0,0 0 1 0 0,0 0 0 0 0,1 1-1 0 0,-1-1 1 0 0,1 0 0 0 0,0 1 0 0 0,0-1-1 0 0,-1 8 241 0 0,24-17 94 0 0,-17 4-536 0 0,-1 1 1 0 0,1-2-1 0 0,-1 1 0 0 0,0 0 1 0 0,0-1-1 0 0,0 0 1 0 0,4-4-1 0 0,-7 6-1 0 0,0 0 0 0 0,0 0 1 0 0,0 0-1 0 0,0 0 0 0 0,0 0 0 0 0,0 0 1 0 0,0-1-1 0 0,0 1 0 0 0,0 0 0 0 0,-1-1 1 0 0,1 1-1 0 0,0 0 0 0 0,-1-1 0 0 0,1 1 1 0 0,-1-1-1 0 0,0 1 0 0 0,0-1 0 0 0,1 1 1 0 0,-1-1-1 0 0,0 1 0 0 0,0-1 0 0 0,0 1 1 0 0,-1-1-1 0 0,1 1 0 0 0,0-1 0 0 0,-1-2 1 0 0,1 3 3 0 0,-1 0 1 0 0,1 1 0 0 0,0-1-1 0 0,-1 0 1 0 0,1 0 0 0 0,-1 0-1 0 0,1 1 1 0 0,-1-1-1 0 0,1 0 1 0 0,-1 1 0 0 0,1-1-1 0 0,-1 1 1 0 0,0-1 0 0 0,1 0-1 0 0,-1 1 1 0 0,0-1 0 0 0,1 1-1 0 0,-1 0 1 0 0,0-1 0 0 0,0 1-1 0 0,0 0 1 0 0,1-1-1 0 0,-1 1 1 0 0,0 0 0 0 0,0 0-1 0 0,0 0 1 0 0,0 0 0 0 0,1-1-1 0 0,-1 1 1 0 0,0 0 0 0 0,0 1-1 0 0,0-1 1 0 0,0 0 0 0 0,1 0-1 0 0,-1 0 1 0 0,0 0-1 0 0,0 1 1 0 0,0-1 0 0 0,0 0-1 0 0,1 1 1 0 0,-1-1 0 0 0,0 1-1 0 0,1-1 1 0 0,-1 1 0 0 0,0-1-1 0 0,1 1 1 0 0,-2 0 0 0 0,0 1 42 0 0,-1 0 0 0 0,1 0 0 0 0,0 0-1 0 0,1 0 1 0 0,-1 0 0 0 0,0 1 0 0 0,0-1 0 0 0,1 0 0 0 0,0 1 0 0 0,-1-1 0 0 0,1 1 0 0 0,0 0 0 0 0,-1 3 0 0 0,2-4-6 0 0,-1-1-38 0 0,1 0-1 0 0,0 0 0 0 0,0-1 0 0 0,0 1 0 0 0,-1 0 1 0 0,1 0-1 0 0,0 0 0 0 0,0-1 0 0 0,0 1 1 0 0,0 0-1 0 0,1 0 0 0 0,-1 0 0 0 0,0 0 1 0 0,0-1-1 0 0,0 1 0 0 0,1 0 0 0 0,-1 0 0 0 0,0-1 1 0 0,1 1-1 0 0,-1 0 0 0 0,1 0 0 0 0,-1-1 1 0 0,0 1-1 0 0,1 0 0 0 0,0 0 0 0 0,0-1 61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0"/>
    </inkml:context>
    <inkml:brush xml:id="br0">
      <inkml:brushProperty name="width" value="0.025" units="cm"/>
      <inkml:brushProperty name="height" value="0.025" units="cm"/>
      <inkml:brushProperty name="color" value="#B2626F"/>
    </inkml:brush>
  </inkml:definitions>
  <inkml:trace contextRef="#ctx0" brushRef="#br0">40 13 2608 0 0,'0'0'576'0'0,"-26"18"1592"0"0,19 4-1331 0 0,7-21-831 0 0,0-1 0 0 0,0 0 0 0 0,-1 1 0 0 0,1-1 0 0 0,0 1 0 0 0,0-1 0 0 0,0 0 0 0 0,0 1 0 0 0,0-1 0 0 0,0 1 0 0 0,0-1-1 0 0,0 0 1 0 0,0 1 0 0 0,0-1 0 0 0,0 1 0 0 0,0-1 0 0 0,0 0 0 0 0,0 1 0 0 0,0-1 0 0 0,1 0 0 0 0,-1 1 0 0 0,0-1 0 0 0,0 0 0 0 0,0 1-1 0 0,1-1 1 0 0,-1 0 0 0 0,0 1 0 0 0,0-1 0 0 0,1 0 0 0 0,-1 1 0 0 0,0-1 0 0 0,0 0 0 0 0,1 0 0 0 0,-1 1 0 0 0,0-1 0 0 0,1 0 0 0 0,-1 0-1 0 0,1 0 1 0 0,-1 0 0 0 0,0 1 0 0 0,1-1 0 0 0,-1 0 0 0 0,0 0 0 0 0,1 0 0 0 0,-1 0 0 0 0,1 0 0 0 0,-1 0 0 0 0,0 0 0 0 0,1 0 0 0 0,-1 0 0 0 0,1 0-1 0 0,-1 0 1 0 0,0 0 0 0 0,1 0 0 0 0,0-1 0 0 0,1 0 6 0 0,1 0 0 0 0,-1 0 1 0 0,0 0-1 0 0,1-1 0 0 0,-1 1 0 0 0,0-1 0 0 0,0 1 0 0 0,0-1 1 0 0,0 0-1 0 0,0 0 0 0 0,-1 0 0 0 0,1 0 0 0 0,0 0 0 0 0,-1 0 0 0 0,0 0 1 0 0,3-4-1 0 0,-4 5-7 0 0,0 0 0 0 0,1 0 0 0 0,-1 0 0 0 0,0 0 0 0 0,1 0 0 0 0,-1 0 0 0 0,0 0-1 0 0,0 0 1 0 0,0 0 0 0 0,0 1 0 0 0,0-1 0 0 0,0 0 0 0 0,0 0 0 0 0,0 0 0 0 0,0 0 0 0 0,0 0 0 0 0,-1 0 0 0 0,1 0 0 0 0,0 0 0 0 0,-1 0 0 0 0,1 0 0 0 0,0 1 0 0 0,-1-1 0 0 0,1 0 0 0 0,-1 0 0 0 0,0 0 0 0 0,1 1 0 0 0,-1-1 0 0 0,1 0 0 0 0,-1 1 0 0 0,0-1 0 0 0,0 0 0 0 0,1 1 0 0 0,-1-1 0 0 0,0 1-1 0 0,0 0 1 0 0,0-1 0 0 0,0 1 0 0 0,1-1 0 0 0,-1 1 0 0 0,0 0 0 0 0,0 0 0 0 0,0 0 0 0 0,0-1 0 0 0,0 1 0 0 0,-2 0 0 0 0,2 0 12 0 0,0 0-1 0 0,0 0 1 0 0,0-1-1 0 0,0 1 1 0 0,0 0 0 0 0,0 0-1 0 0,0 0 1 0 0,0 0-1 0 0,0 1 1 0 0,-1-1 0 0 0,1 0-1 0 0,0 0 1 0 0,0 1-1 0 0,0-1 1 0 0,0 0 0 0 0,0 1-1 0 0,0-1 1 0 0,0 1-1 0 0,1-1 1 0 0,-1 1 0 0 0,0 0-1 0 0,0-1 1 0 0,-1 2-1 0 0,1 0 47 0 0,0-1 0 0 0,0 1-1 0 0,0 0 1 0 0,0 0-1 0 0,1 0 1 0 0,-1 0-1 0 0,1 0 1 0 0,-1 0 0 0 0,1-1-1 0 0,0 1 1 0 0,-1 4-1 0 0,1-4 76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1"/>
    </inkml:context>
    <inkml:brush xml:id="br0">
      <inkml:brushProperty name="width" value="0.025" units="cm"/>
      <inkml:brushProperty name="height" value="0.025" units="cm"/>
      <inkml:brushProperty name="color" value="#B2626F"/>
    </inkml:brush>
  </inkml:definitions>
  <inkml:trace contextRef="#ctx0" brushRef="#br0">30 12 7136 0 0,'0'0'760'0'0,"-19"21"-71"0"0,18-19-631 0 0,0-1 0 0 0,0 1 0 0 0,-1 0 0 0 0,1 0 0 0 0,1 0 0 0 0,-1 0 0 0 0,0 1 0 0 0,0-1 0 0 0,0 3 0 0 0,1-5-46 0 0,0 1 1 0 0,0-1 0 0 0,0 0-1 0 0,0 0 1 0 0,0 1 0 0 0,0-1-1 0 0,0 0 1 0 0,0 0 0 0 0,0 1-1 0 0,0-1 1 0 0,1 0-1 0 0,-1 0 1 0 0,0 0 0 0 0,0 1-1 0 0,0-1 1 0 0,0 0 0 0 0,0 0-1 0 0,0 0 1 0 0,1 0 0 0 0,-1 1-1 0 0,0-1 1 0 0,0 0-1 0 0,0 0 1 0 0,1 0 0 0 0,-1 0-1 0 0,0 0 1 0 0,0 0 0 0 0,0 1-1 0 0,1-1 1 0 0,-1 0 0 0 0,0 0-1 0 0,15-2 156 0 0,-13 1-159 0 0,0 0 0 0 0,1-1-1 0 0,-1 1 1 0 0,0-1 0 0 0,0 0 0 0 0,0 1 0 0 0,-1-1-1 0 0,1 0 1 0 0,0 0 0 0 0,2-4 0 0 0,-3 5 4 0 0,-1 0 1 0 0,1 0 0 0 0,0 0-1 0 0,-1 0 1 0 0,1 0-1 0 0,0 0 1 0 0,-1 0-1 0 0,0 0 1 0 0,1 0-1 0 0,-1 0 1 0 0,1 0 0 0 0,-1 0-1 0 0,0 0 1 0 0,0-1-1 0 0,0 1 1 0 0,0 0-1 0 0,0 0 1 0 0,0 0-1 0 0,0 0 1 0 0,0-1 0 0 0,0 1-1 0 0,0 0 1 0 0,-1 0-1 0 0,1 0 1 0 0,-1-2-1 0 0,0 2 3 0 0,1 1 0 0 0,-1-1 0 0 0,0 0-1 0 0,1 1 1 0 0,-1-1 0 0 0,0 1-1 0 0,1-1 1 0 0,-1 1 0 0 0,0 0 0 0 0,0-1-1 0 0,0 1 1 0 0,1 0 0 0 0,-1-1-1 0 0,0 1 1 0 0,0 0 0 0 0,0 0 0 0 0,0 0-1 0 0,0 0 1 0 0,1 0 0 0 0,-1 0 0 0 0,0 0-1 0 0,0 0 1 0 0,0 0 0 0 0,0 0-1 0 0,0 0 1 0 0,1 1 0 0 0,-1-1 0 0 0,0 0-1 0 0,0 1 1 0 0,0-1 0 0 0,1 0-1 0 0,-1 1 1 0 0,0-1 0 0 0,0 1 0 0 0,0 0-1 0 0,-1 0 26 0 0,1 0 0 0 0,0 0 0 0 0,0 1 0 0 0,-1-1 0 0 0,1 0 0 0 0,0 0 0 0 0,0 1 0 0 0,0-1 0 0 0,0 1 0 0 0,1-1 0 0 0,-1 0-1 0 0,0 1 1 0 0,0 0 0 0 0,1-1 0 0 0,-1 1 0 0 0,1-1 0 0 0,-1 4 0 0 0,1-3 36 0 0,0 0-3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2"/>
    </inkml:context>
    <inkml:brush xml:id="br0">
      <inkml:brushProperty name="width" value="0.025" units="cm"/>
      <inkml:brushProperty name="height" value="0.025" units="cm"/>
      <inkml:brushProperty name="color" value="#B2626F"/>
    </inkml:brush>
  </inkml:definitions>
  <inkml:trace contextRef="#ctx0" brushRef="#br0">22 5 3712 0 0,'-16'26'4728'0'0,"11"-5"-3346"0"0,8-16-499 0 0,10-11-651 0 0,-10 4-170 0 0,1-1 1 0 0,-1 0-1 0 0,0 0 1 0 0,0 0-1 0 0,0 0 1 0 0,0 0-1 0 0,0-1 1 0 0,-1 1-1 0 0,1-1 0 0 0,-1 0 1 0 0,3-5-1 0 0,-6 9-52 0 0,1-1 0 0 0,0 1 0 0 0,-1-1 0 0 0,1 1 0 0 0,0-1 0 0 0,-1 1 0 0 0,1 0 0 0 0,-1-1 0 0 0,1 1 0 0 0,-1 0 0 0 0,1-1 0 0 0,-1 1 0 0 0,1 0 0 0 0,-1 0 0 0 0,1-1 0 0 0,-1 1 0 0 0,1 0 0 0 0,-1 0 0 0 0,1 0 0 0 0,-1 0 0 0 0,1 0 0 0 0,-1 0 0 0 0,1 0 0 0 0,-1 0 0 0 0,0 0 0 0 0,1 0 0 0 0,-1 0 0 0 0,1 0 0 0 0,-1 0 0 0 0,1 0 0 0 0,-1 1 0 0 0,-20 2 74 0 0,20-2-66 0 0,-1-1 0 0 0,1 1 0 0 0,0 0 0 0 0,0 0 0 0 0,0-1 0 0 0,0 1 0 0 0,0 0 0 0 0,0 0 0 0 0,1 0 0 0 0,-1 0 0 0 0,0 0 0 0 0,0 0 0 0 0,1 1 0 0 0,-1-1 0 0 0,0 2-1 0 0,0-2-9 0 0,1-1-1 0 0,0 1 0 0 0,0-1 1 0 0,0 1-1 0 0,0-1 0 0 0,0 1 0 0 0,0-1 1 0 0,0 1-1 0 0,0-1 0 0 0,0 1 0 0 0,0-1 1 0 0,0 1-1 0 0,0-1 0 0 0,0 1 0 0 0,1-1 1 0 0,-1 1-1 0 0,0-1 0 0 0,0 1 0 0 0,0-1 1 0 0,1 0-1 0 0,-1 1 0 0 0,0-1 0 0 0,1 1 1 0 0,-1-1-1 0 0,0 0 0 0 0,1 1 1 0 0,-1-1-1 0 0,0 0 0 0 0,1 1 0 0 0,-1-1 1 0 0,1 0-1 0 0,-1 0 0 0 0,0 1 0 0 0,1-1 1 0 0,-1 0-1 0 0,1 0 0 0 0,-1 0 0 0 0,1 0 1 0 0,-1 0-1 0 0,1 1 0 0 0,-1-1 0 0 0,1 0 1 0 0,0 0-1 0 0,2 0 32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3"/>
    </inkml:context>
    <inkml:brush xml:id="br0">
      <inkml:brushProperty name="width" value="0.025" units="cm"/>
      <inkml:brushProperty name="height" value="0.025" units="cm"/>
      <inkml:brushProperty name="color" value="#B2626F"/>
    </inkml:brush>
  </inkml:definitions>
  <inkml:trace contextRef="#ctx0" brushRef="#br0">1 172 4816 0 0,'0'0'4304'0'0,"16"9"-3570"0"0,49-13 1098 0 0,-62 4-1801 0 0,0-1 1 0 0,0 1-1 0 0,0-1 0 0 0,-1 0 0 0 0,1 0 0 0 0,0 0 0 0 0,0-1 1 0 0,2-1-1 0 0,19-7 172 0 0,23-2 149 0 0,-38 9-290 0 0,0 0 0 0 0,1 0 0 0 0,-1 1 0 0 0,19-1 0 0 0,-24 2-44 0 0,0 1 0 0 0,0-1 0 0 0,0 0 1 0 0,0 0-1 0 0,0 0 0 0 0,0-1 0 0 0,0 1 1 0 0,6-5-1 0 0,20-6 42 0 0,-21 10-25 0 0,1-1 0 0 0,18-8 0 0 0,-10 3-16 0 0,37-9 1 0 0,-29 14-23 0 0,-22 2-7 0 0,1 1-1 0 0,-1-1 1 0 0,1 1 0 0 0,-1-1 0 0 0,0 0 0 0 0,1-1 0 0 0,5-2 0 0 0,43-23-530 0 0,-15 5 148 0 0,-36 21 344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4"/>
    </inkml:context>
    <inkml:brush xml:id="br0">
      <inkml:brushProperty name="width" value="0.025" units="cm"/>
      <inkml:brushProperty name="height" value="0.025" units="cm"/>
      <inkml:brushProperty name="color" value="#B2626F"/>
    </inkml:brush>
  </inkml:definitions>
  <inkml:trace contextRef="#ctx0" brushRef="#br0">493 387 4416 0 0,'7'0'50'0'0,"0"-1"1"0"0,-1-1-1 0 0,1 1 0 0 0,0-1 0 0 0,-1 0 1 0 0,11-5-1 0 0,11-4 78 0 0,24-12 311 0 0,-48 22-429 0 0,8-5 390 0 0,-10 6-314 0 0,0-1 0 0 0,-1 0 0 0 0,1 0 0 0 0,0 0 0 0 0,0 0-1 0 0,0 0 1 0 0,-1 0 0 0 0,1-1 0 0 0,0 1 0 0 0,-1-1 0 0 0,3-2 0 0 0,-2 1 162 0 0,1 0 0 0 0,-1 0 1 0 0,0 0-1 0 0,0 0 0 0 0,0 0 1 0 0,0-1-1 0 0,2-6 0 0 0,-4 10-66 0 0,0-4-32 0 0,0 0 1 0 0,0 0 0 0 0,0 1-1 0 0,-1-1 1 0 0,1 0 0 0 0,-1 0-1 0 0,-1-3 1 0 0,-1 2-18 0 0,-1 0-1 0 0,1 1 1 0 0,-1-1-1 0 0,0 1 1 0 0,0 0-1 0 0,0 0 0 0 0,-7-4 1 0 0,6 4 49 0 0,2 1-51 0 0,0 1 0 0 0,0-1-1 0 0,0 1 1 0 0,0 0 0 0 0,-1 0 0 0 0,1 1 0 0 0,-1-1 0 0 0,-6-2 0 0 0,-37-5 718 0 0,45 9-808 0 0,1-1-1 0 0,0 1 0 0 0,-1-1 1 0 0,1 0-1 0 0,0 1 0 0 0,-1-1 1 0 0,1 0-1 0 0,0 0 1 0 0,0 0-1 0 0,0 0 0 0 0,0 0 1 0 0,0 0-1 0 0,0 0 0 0 0,0 0 1 0 0,0 0-1 0 0,0 0 0 0 0,0-1 1 0 0,0 1-1 0 0,1 0 1 0 0,-1-2-1 0 0,0 1 0 0 0,0 0 0 0 0,0 1 0 0 0,0-1 0 0 0,0 0 0 0 0,0 1 1 0 0,0-1-1 0 0,-1 1 0 0 0,1 0 0 0 0,-1-1 0 0 0,1 1 0 0 0,-1 0 0 0 0,1 0 0 0 0,-1 0 0 0 0,-2-2 1 0 0,-7-3 218 0 0,10 5-207 0 0,0 0-1 0 0,0 0 0 0 0,0 1 1 0 0,-1-1-1 0 0,1 0 0 0 0,0 1 1 0 0,0-1-1 0 0,-1 1 0 0 0,1-1 1 0 0,0 1-1 0 0,-3-1 1 0 0,0 0-7 0 0,0 0 1 0 0,0 0 0 0 0,0-1-1 0 0,0 1 1 0 0,0-1 0 0 0,1 0 0 0 0,-1 0-1 0 0,-4-4 1 0 0,-18-9 182 0 0,-40-14 574 0 0,66 29-802 0 0,-7-2 23 0 0,-1-1-1 0 0,1 1 0 0 0,-1 1 1 0 0,1-1-1 0 0,-16 0 0 0 0,-17-8-62 0 0,-52 1 858 0 0,32 3-317 0 0,37 2-336 0 0,-1 2-58 0 0,18 2-30 0 0,1 0 0 0 0,-1-1 0 0 0,1 0-1 0 0,-1 0 1 0 0,1 0 0 0 0,-1-1 0 0 0,-9-3 0 0 0,13 4-59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5"/>
    </inkml:context>
    <inkml:brush xml:id="br0">
      <inkml:brushProperty name="width" value="0.025" units="cm"/>
      <inkml:brushProperty name="height" value="0.025" units="cm"/>
      <inkml:brushProperty name="color" value="#B2626F"/>
    </inkml:brush>
  </inkml:definitions>
  <inkml:trace contextRef="#ctx0" brushRef="#br0">0 1 4120 0 0,'0'0'172'0'0,"14"3"2504"0"0,-6 6 1860 0 0,16 5-4316 0 0,-16-9 253 0 0,62 34 410 0 0,-44-29-433 0 0,1-2 0 0 0,47 10 0 0 0,-72-17-440 0 0,32 5 312 0 0,-20-4 72 0 0,0 1-1 0 0,21 6 0 0 0,-5-4 563 0 0,-5-2-464 0 0,4-1-38 0 0,-25-2-385 0 0,0-1 0 0 0,0 1 0 0 0,0 1 0 0 0,-1-1 0 0 0,1 1 0 0 0,6 1 0 0 0,-1 0 14 0 0,0-1 0 0 0,-1 0 0 0 0,1 0 0 0 0,0 0 0 0 0,0-1 0 0 0,-1-1 0 0 0,1 0 0 0 0,15-3 0 0 0,27-1 48 0 0,-28 7-107 0 0,-20-1-23 0 0,1 0 0 0 0,-1-1 0 0 0,1 0 0 0 0,-1 0 1 0 0,1 0-1 0 0,-1 0 0 0 0,1 0 0 0 0,4-1 0 0 0,37-6-23 0 0,-42 7 20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6"/>
    </inkml:context>
    <inkml:brush xml:id="br0">
      <inkml:brushProperty name="width" value="0.025" units="cm"/>
      <inkml:brushProperty name="height" value="0.025" units="cm"/>
      <inkml:brushProperty name="color" value="#B2626F"/>
    </inkml:brush>
  </inkml:definitions>
  <inkml:trace contextRef="#ctx0" brushRef="#br0">0 3 10152 0 0,'0'0'1340'0'0,"30"-1"26"0"0,-25 2-1138 0 0,1-1 0 0 0,-1 1 0 0 0,1-1 0 0 0,-1 0 0 0 0,8-2 0 0 0,11 0 120 0 0,46 9 103 0 0,-42-8-242 0 0,-18 0-150 0 0,-1 1 1 0 0,1 0 0 0 0,-1 1 0 0 0,1 0 0 0 0,16 3 0 0 0,2 4 87 0 0,35 4 1 0 0,-38-10-34 0 0,-16-2-35 0 0,-1 1 0 0 0,1 0 1 0 0,-1 1-1 0 0,10 2 0 0 0,5 4 91 0 0,-12-5-110 0 0,-1 0 1 0 0,1 1-1 0 0,-1 0 1 0 0,13 8-1 0 0,-8-3-38 0 0,-1 0 0 0 0,31 12-1 0 0,-45-16-21 0 0,0 0 0 0 0,0 1 0 0 0,0-1 0 0 0,1 0 0 0 0,2 9 0 0 0,-3-12 14 0 0,0-1-1 0 0,0 0 1 0 0,-1 0-1 0 0,1 1 0 0 0,0-1 1 0 0,-1 0-1 0 0,1 1 1 0 0,-1-1-1 0 0,1 0 0 0 0,-1 0 1 0 0,0 0-1 0 0,1 0 0 0 0,-1 0 1 0 0,0 0-1 0 0,0 0 1 0 0,0 0-1 0 0,0 0 0 0 0,0 0 1 0 0,0 0-1 0 0,0 0 1 0 0,-2 1-1 0 0,-9 12 150 0 0,11-12-97 0 0,0 0 0 0 0,0 0 0 0 0,0-1 0 0 0,0 1 0 0 0,0 0 0 0 0,0-1 0 0 0,0 1 0 0 0,0-1 0 0 0,-1 1 0 0 0,1-1 0 0 0,-1 0 0 0 0,1 0 0 0 0,-1 1 0 0 0,1-1 0 0 0,-1 0 0 0 0,0 0 0 0 0,-3 1 1 0 0,-6 5 93 0 0,6-5-144 0 0,1 1-1 0 0,-1-1 1 0 0,0 0-1 0 0,0-1 1 0 0,-9 3-1 0 0,-16 6 37 0 0,-33 14 44 0 0,60-22-93 0 0,-1 0 7 0 0,0 1 1 0 0,-1-1 0 0 0,0 0-1 0 0,1 0 1 0 0,-1 0 0 0 0,0-1 0 0 0,-8 2-1 0 0,8-2 2 0 0,1-1-1 0 0,0 1 0 0 0,-1 1 0 0 0,1-1 0 0 0,0 1 0 0 0,0 0 0 0 0,-8 4 1 0 0,-16 7 52 0 0,-9-3 376 0 0,-35 9 77 0 0,19-1 6 0 0,-21 5-69 0 0,71-23-438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7"/>
    </inkml:context>
    <inkml:brush xml:id="br0">
      <inkml:brushProperty name="width" value="0.025" units="cm"/>
      <inkml:brushProperty name="height" value="0.025" units="cm"/>
      <inkml:brushProperty name="color" value="#B2626F"/>
    </inkml:brush>
  </inkml:definitions>
  <inkml:trace contextRef="#ctx0" brushRef="#br0">0 0 5920 0 0,'0'0'4649'0'0,"33"1"-3082"0"0,51 9-102 0 0,-68-8-1367 0 0,0 2 0 0 0,-1-1 0 0 0,17 8 0 0 0,-2-2 30 0 0,11 0 360 0 0,9 3 967 0 0,-33-1-134 0 0,-17-10-1251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8"/>
    </inkml:context>
    <inkml:brush xml:id="br0">
      <inkml:brushProperty name="width" value="0.025" units="cm"/>
      <inkml:brushProperty name="height" value="0.025" units="cm"/>
      <inkml:brushProperty name="color" value="#B2626F"/>
    </inkml:brush>
  </inkml:definitions>
  <inkml:trace contextRef="#ctx0" brushRef="#br0">3 35 10656 0 0,'0'0'1526'0'0,"34"-2"1060"0"0,77 8-2233 0 0,28 4 782 0 0,-131-10-946 0 0,-1 0 1 0 0,1 0 0 0 0,14-3 0 0 0,9-1 490 0 0,0 0 0 0 0,45 1-1 0 0,-67 3-456 0 0,1-1 0 0 0,-1-1 0 0 0,10-2 0 0 0,-12 2-155 0 0,0 0-1 0 0,-1 1 0 0 0,1 0 1 0 0,0 1-1 0 0,0-1 1 0 0,0 1-1 0 0,-1 0 0 0 0,9 2 1 0 0,-11-2-1 0 0,0 1 1 0 0,1-1-1 0 0,-1 0 1 0 0,1 0-1 0 0,5-1 1 0 0,10 0 131 0 0,-28 0 152 0 0,2 1-308 0 0,1-1-1 0 0,0 1 1 0 0,0 0-1 0 0,-1 0 0 0 0,1 1 1 0 0,0-1-1 0 0,-6 2 0 0 0,0 1-23 0 0,-1 0 0 0 0,0-2 0 0 0,0 1 1 0 0,0-1-1 0 0,-15-2 0 0 0,-27 4 34 0 0,39-1-54 0 0,-1-1-1 0 0,1 0 1 0 0,-1-1-1 0 0,-29-4 0 0 0,-6 3-177 0 0,28 2 120 0 0,12-1-56 0 0,-1-1-1 0 0,-20-5 1 0 0,-4 0-90 0 0,-14 6 17 0 0,38 1 114 0 0,0-1 0 0 0,-22-2-1 0 0,28 0 62 0 0,0 1 1 0 0,0-1-1 0 0,0-1 0 0 0,0 1 0 0 0,-8-5 0 0 0,9 5 10 0 0,-6 1-21 0 0,9 1 24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59"/>
    </inkml:context>
    <inkml:brush xml:id="br0">
      <inkml:brushProperty name="width" value="0.025" units="cm"/>
      <inkml:brushProperty name="height" value="0.025" units="cm"/>
      <inkml:brushProperty name="color" value="#B2626F"/>
    </inkml:brush>
  </inkml:definitions>
  <inkml:trace contextRef="#ctx0" brushRef="#br0">556 384 96 0 0,'0'0'16'0'0,"-2"-2"-8"0"0,-65-43 1783 0 0,61 41-1449 0 0,0 1 1 0 0,-1-1 0 0 0,1 1 0 0 0,-1 0 0 0 0,-8-2 0 0 0,-23-12 265 0 0,-48-42 576 0 0,14 16 109 0 0,41 20-1019 0 0,27 19-176 0 0,-1 0 0 0 0,0 0-1 0 0,0 0 1 0 0,-1 1-1 0 0,-5-4 1 0 0,0 1 163 0 0,0 0 0 0 0,0-1-1 0 0,1-1 1 0 0,-10-8 0 0 0,-16-11 27 0 0,-4-3 40 0 0,34 24-264 0 0,0 0-1 0 0,1-1 0 0 0,0 0 1 0 0,-8-12-1 0 0,10 18-23 0 0,3 1-30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0"/>
    </inkml:context>
    <inkml:brush xml:id="br0">
      <inkml:brushProperty name="width" value="0.025" units="cm"/>
      <inkml:brushProperty name="height" value="0.025" units="cm"/>
      <inkml:brushProperty name="color" value="#B2626F"/>
    </inkml:brush>
  </inkml:definitions>
  <inkml:trace contextRef="#ctx0" brushRef="#br0">453 311 4312 0 0,'0'0'192'0'0,"-24"-12"251"0"0,-65-32 346 0 0,31 11-741 0 0,41 24 0 0 0,1 0 0 0 0,-26-20 0 0 0,25 16 88 0 0,3 4-50 0 0,1 0 560 0 0,-1 0 1 0 0,2-1-1 0 0,0 0 1 0 0,-20-21-1 0 0,27 25-402 0 0,0 1 0 0 0,0-1-1 0 0,0 2 1 0 0,-8-6-1 0 0,-17-17 875 0 0,3 4-612 0 0,25 21-490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1"/>
    </inkml:context>
    <inkml:brush xml:id="br0">
      <inkml:brushProperty name="width" value="0.025" units="cm"/>
      <inkml:brushProperty name="height" value="0.025" units="cm"/>
      <inkml:brushProperty name="color" value="#B2626F"/>
    </inkml:brush>
  </inkml:definitions>
  <inkml:trace contextRef="#ctx0" brushRef="#br0">336 229 5520 0 0,'0'0'886'0'0,"-23"-24"201"0"0,14 15-885 0 0,-1 1 0 0 0,0 0-1 0 0,-21-12 1 0 0,-4-3-152 0 0,27 17-34 0 0,-1 2 0 0 0,0-1 0 0 0,0 1 0 0 0,-11-3 0 0 0,13 4-1 0 0,0 1 1 0 0,0-1-1 0 0,0 0 0 0 0,0-1 1 0 0,1 1-1 0 0,-1-1 0 0 0,1-1 0 0 0,-10-8 1 0 0,13 11 19 0 0,0-1 1 0 0,0 1 0 0 0,0-1 0 0 0,-1 1-1 0 0,1 0 1 0 0,-1 1 0 0 0,-6-4-1 0 0,6 4 12 0 0,0-1-1 0 0,1 1 1 0 0,-1-1-1 0 0,1 0 1 0 0,-1 0-1 0 0,1-1 1 0 0,0 1-1 0 0,-6-6 1 0 0,-13-18 679 0 0,22 24-676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2"/>
    </inkml:context>
    <inkml:brush xml:id="br0">
      <inkml:brushProperty name="width" value="0.025" units="cm"/>
      <inkml:brushProperty name="height" value="0.025" units="cm"/>
      <inkml:brushProperty name="color" value="#B2626F"/>
    </inkml:brush>
  </inkml:definitions>
  <inkml:trace contextRef="#ctx0" brushRef="#br0">0 1 96 0 0,'0'0'3712'0'0,"2"12"-895"0"0,4-12-2779 0 0,0 1-1 0 0,0 0 1 0 0,1 1 0 0 0,-1 0-1 0 0,0-1 1 0 0,-1 2 0 0 0,8 3-1 0 0,-7-3 2 0 0,1-1 0 0 0,-1 1 0 0 0,0-1 0 0 0,1 0 0 0 0,12 1 0 0 0,-10-2-39 0 0,-1 1 0 0 0,0-1 0 0 0,11 5 0 0 0,-12-4 0 0 0,1 0 0 0 0,-1 0 0 0 0,0 0 0 0 0,14 0 0 0 0,5 1 46 0 0,-22-2-34 0 0,0 0 0 0 0,0-1 1 0 0,0 1-1 0 0,1-1 0 0 0,-1 0 0 0 0,0 0 1 0 0,7-1-1 0 0,-4 0 35 0 0,0 1 0 0 0,0 0 0 0 0,0 0 0 0 0,0 1 1 0 0,-1 0-1 0 0,1 0 0 0 0,0 0 0 0 0,0 1 0 0 0,7 3 0 0 0,25 5 136 0 0,-7-1 188 0 0,-25-8-219 0 0,0-1 1 0 0,0 1-1 0 0,1-1 1 0 0,12-1-1 0 0,21 1 959 0 0,-21 7-566 0 0,-17-6-469 0 0,-1 0 0 0 0,0 0 0 0 0,1 0 0 0 0,-1 0 0 0 0,1-1 0 0 0,0 1 0 0 0,-1 0 1 0 0,5-1-1 0 0,47 10 1362 0 0,-23-9-738 0 0,-6 6-278 0 0,-21-6-369 0 0,-1 0-1 0 0,0 0 1 0 0,0 0-1 0 0,1 0 1 0 0,-1-1-1 0 0,0 1 1 0 0,1-1-1 0 0,4 0 1 0 0,-3 0 139 0 0,0 0-1 0 0,0 1 1 0 0,0 0 0 0 0,1 0 0 0 0,-1 0 0 0 0,8 4 0 0 0,-12-5-79 0 0,17 7 356 0 0,-18-7-451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3"/>
    </inkml:context>
    <inkml:brush xml:id="br0">
      <inkml:brushProperty name="width" value="0.025" units="cm"/>
      <inkml:brushProperty name="height" value="0.025" units="cm"/>
      <inkml:brushProperty name="color" value="#B2626F"/>
    </inkml:brush>
  </inkml:definitions>
  <inkml:trace contextRef="#ctx0" brushRef="#br0">34 329 96 0 0,'0'0'1399'0'0,"30"20"773"0"0,37-2-6 0 0,-51-15-1410 0 0,0 1 309 0 0,1-2 0 0 0,25 3 0 0 0,-37-6-893 0 0,-1 1 0 0 0,0-1 0 0 0,1 0 0 0 0,-1 0 0 0 0,6-3 0 0 0,14-2 330 0 0,-21 5-449 0 0,0-1-1 0 0,0 1 0 0 0,0-1 0 0 0,0 0 1 0 0,0 0-1 0 0,0 0 0 0 0,0 0 0 0 0,0 0 1 0 0,-1-1-1 0 0,1 1 0 0 0,3-6 0 0 0,2 0-52 0 0,-6 4-3 0 0,0 1 0 0 0,0-1 0 0 0,0 0 0 0 0,0 0 0 0 0,0 0 0 0 0,-1 0 0 0 0,0 0 0 0 0,0 0 0 0 0,0-1 0 0 0,0 1 0 0 0,-1 0 0 0 0,1-1 0 0 0,-1 1 0 0 0,0 0 0 0 0,-1-5 0 0 0,3-26 435 0 0,-5-12 89 0 0,3-19-9 0 0,-1 53-342 0 0,1 9-126 0 0,0 0 0 0 0,0 0 0 0 0,0 1 0 0 0,-1-1 0 0 0,1 1 1 0 0,-1-1-1 0 0,0 0 0 0 0,-2-4 0 0 0,-1 3-11 0 0,-1 0 0 0 0,0 0 0 0 0,0 1 0 0 0,0-1 0 0 0,0 1 0 0 0,-1 0 0 0 0,1 1 0 0 0,-1-1 0 0 0,0 1 0 0 0,0 0 0 0 0,-13-3 0 0 0,8 3-20 0 0,0 0 0 0 0,0 2 1 0 0,0-1-1 0 0,0 1 0 0 0,-21 1 1 0 0,20 0-11 0 0,3 0-3 0 0,1 0 0 0 0,1 0 0 0 0,0 0 0 0 0,0 1 0 0 0,0 0 0 0 0,0 0 0 0 0,-8 3 0 0 0,-2-1-57 0 0,15-3 47 0 0,1 0 1 0 0,-1 1 0 0 0,0-1-1 0 0,0 0 1 0 0,1 1-1 0 0,-1-1 1 0 0,1 1 0 0 0,-1 0-1 0 0,0-1 1 0 0,1 1 0 0 0,-1 0-1 0 0,1 0 1 0 0,-1 0 0 0 0,1 0-1 0 0,-3 2 1 0 0,0 2-5 0 0,0 1 0 0 0,0-1 0 0 0,1 0 0 0 0,-1 1 0 0 0,1 0 0 0 0,0 0 0 0 0,0 0 0 0 0,1 0 0 0 0,0 0 0 0 0,0 0 0 0 0,1 1 0 0 0,-1-1 0 0 0,1 7 0 0 0,-3 7 1 0 0,3-14 5 0 0,0 1 1 0 0,0-1 0 0 0,1 1-1 0 0,0-1 1 0 0,1 1 0 0 0,-1-1 0 0 0,1 1-1 0 0,0-1 1 0 0,1 1 0 0 0,3 9-1 0 0,0 3 1 0 0,-3-11 7 0 0,-1-1 0 0 0,0 0 0 0 0,0 15 0 0 0,-1-17 0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4"/>
    </inkml:context>
    <inkml:brush xml:id="br0">
      <inkml:brushProperty name="width" value="0.025" units="cm"/>
      <inkml:brushProperty name="height" value="0.025" units="cm"/>
      <inkml:brushProperty name="color" value="#B2626F"/>
    </inkml:brush>
  </inkml:definitions>
  <inkml:trace contextRef="#ctx0" brushRef="#br0">133 16 3912 0 0,'0'0'2358'0'0,"-25"-13"-2214"0"0,13 12-135 0 0,-20 0 24 0 0,26 4 193 0 0,1 0 0 0 0,-1 0 0 0 0,1 0 0 0 0,0 1 0 0 0,0 0 1 0 0,1 0-1 0 0,-1 0 0 0 0,1 1 0 0 0,-7 7 0 0 0,10-10-198 0 0,0-1 1 0 0,0 1-1 0 0,1 0 0 0 0,-1-1 0 0 0,0 1 0 0 0,0 0 1 0 0,1 0-1 0 0,-1-1 0 0 0,1 1 0 0 0,0 0 1 0 0,-1 0-1 0 0,1 0 0 0 0,0 0 0 0 0,0 0 1 0 0,0-1-1 0 0,1 1 0 0 0,-1 0 0 0 0,0 0 0 0 0,1 0 1 0 0,-1 0-1 0 0,1-1 0 0 0,-1 1 0 0 0,1 0 1 0 0,0 0-1 0 0,0-1 0 0 0,0 1 0 0 0,0-1 1 0 0,0 1-1 0 0,0-1 0 0 0,0 1 0 0 0,0-1 1 0 0,1 1-1 0 0,-1-1 0 0 0,0 0 0 0 0,1 0 0 0 0,-1 0 1 0 0,1 0-1 0 0,0 0 0 0 0,3 2 0 0 0,0-1 110 0 0,0 0-1 0 0,0-1 0 0 0,0 1 0 0 0,1-1 0 0 0,-1 0 0 0 0,0 0 0 0 0,1-1 0 0 0,-1 1 1 0 0,0-1-1 0 0,1 0 0 0 0,-1-1 0 0 0,1 1 0 0 0,10-4 0 0 0,-13 3-84 0 0,0 0 0 0 0,0 0 0 0 0,0 0 0 0 0,0-1 0 0 0,0 0 0 0 0,0 1 0 0 0,-1-1-1 0 0,1 0 1 0 0,-1 0 0 0 0,1-1 0 0 0,-1 1 0 0 0,4-5 0 0 0,-5 5-35 0 0,0 0-1 0 0,0 0 1 0 0,0 1 0 0 0,0-1 0 0 0,0 0-1 0 0,-1 0 1 0 0,1 0 0 0 0,-1 0 0 0 0,0 0-1 0 0,1 0 1 0 0,-1 0 0 0 0,0 0 0 0 0,0 0-1 0 0,0 0 1 0 0,0 0 0 0 0,-1 0 0 0 0,1 0-1 0 0,0 0 1 0 0,-1 0 0 0 0,0 0 0 0 0,1 0 0 0 0,-2-3-1 0 0,1 4-2 0 0,1-1-1 0 0,-1 1 1 0 0,1-1 0 0 0,-1 0-1 0 0,0 1 1 0 0,0-1-1 0 0,0 1 1 0 0,0-1 0 0 0,0 1-1 0 0,0 0 1 0 0,0-1-1 0 0,0 1 1 0 0,0 0-1 0 0,0 0 1 0 0,-1 0 0 0 0,1 0-1 0 0,-1 0 1 0 0,1 0-1 0 0,0 0 1 0 0,-1 0 0 0 0,0 1-1 0 0,1-1 1 0 0,-1 0-1 0 0,1 1 1 0 0,-1 0-1 0 0,0-1 1 0 0,1 1 0 0 0,-1 0-1 0 0,0 0 1 0 0,0 0-1 0 0,1 0 1 0 0,-4 0 0 0 0,-11 3 66 0 0,14-3-58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5"/>
    </inkml:context>
    <inkml:brush xml:id="br0">
      <inkml:brushProperty name="width" value="0.025" units="cm"/>
      <inkml:brushProperty name="height" value="0.025" units="cm"/>
      <inkml:brushProperty name="color" value="#B2626F"/>
    </inkml:brush>
  </inkml:definitions>
  <inkml:trace contextRef="#ctx0" brushRef="#br0">0 310 5416 0 0,'0'0'2217'0'0,"30"14"-1102"0"0,-30-14-1103 0 0,4 3-4 0 0,1-1 0 0 0,-1 0-1 0 0,1 0 1 0 0,-1 0-1 0 0,1 0 1 0 0,0-1-1 0 0,7 2 1 0 0,76 3-615 0 0,-43-10 631 0 0,-10-16 1546 0 0,-31 19-1447 0 0,0-1 0 0 0,0 0 0 0 0,-1 0 1 0 0,1 0-1 0 0,0 0 0 0 0,-1 0 0 0 0,0-1 0 0 0,0 0 1 0 0,0 0-1 0 0,0 0 0 0 0,0 0 0 0 0,0 0 1 0 0,-1 0-1 0 0,0-1 0 0 0,1 1 0 0 0,-1-1 1 0 0,-1 0-1 0 0,3-5 0 0 0,-1-2 129 0 0,0 0-1 0 0,-1 0 1 0 0,0 0 0 0 0,0-21 0 0 0,1 16-110 0 0,-3 15-129 0 0,1-1 1 0 0,-1 1-1 0 0,1-1 1 0 0,-1 0-1 0 0,0 1 1 0 0,0-1-1 0 0,0 0 1 0 0,0 0-1 0 0,0 1 1 0 0,0-1-1 0 0,0-2 1 0 0,-1-2 20 0 0,0 0 0 0 0,1 0 1 0 0,0 0-1 0 0,1 0 0 0 0,1-12 1 0 0,1-13 69 0 0,-6 28-97 0 0,0 0-1 0 0,1 0 1 0 0,-1 0-1 0 0,-1 0 1 0 0,1 1-1 0 0,0-1 1 0 0,-1 1-1 0 0,-5-3 1 0 0,-1 0-4 0 0,1 0 4 0 0,0 1 0 0 0,1 0 1 0 0,-2 0-1 0 0,-16-4 0 0 0,-4 5-7 0 0,-18-3 0 0 0,41 4 0 0 0,1 1 0 0 0,0 0 0 0 0,-1 0 0 0 0,1 0 0 0 0,-1 1 0 0 0,1 0 0 0 0,-1 0 0 0 0,-11 3 0 0 0,14-1 0 0 0,1-1 0 0 0,0 1 1 0 0,0 0-1 0 0,0 0 1 0 0,0 0-1 0 0,0 1 1 0 0,0-1-1 0 0,0 1 1 0 0,1 0-1 0 0,0-1 1 0 0,-1 1-1 0 0,-3 7 0 0 0,-11 11 3 0 0,17-20-2 0 0,-1-1 6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6"/>
    </inkml:context>
    <inkml:brush xml:id="br0">
      <inkml:brushProperty name="width" value="0.025" units="cm"/>
      <inkml:brushProperty name="height" value="0.025" units="cm"/>
      <inkml:brushProperty name="color" value="#B2626F"/>
    </inkml:brush>
  </inkml:definitions>
  <inkml:trace contextRef="#ctx0" brushRef="#br0">139 26 3616 0 0,'0'0'2800'0'0,"-21"-15"-2322"0"0,16 13-452 0 0,-1 0 0 0 0,1 0 0 0 0,-1 1-1 0 0,0 0 1 0 0,0 0 0 0 0,0 0 0 0 0,1 1-1 0 0,-1 0 1 0 0,-8 1 0 0 0,-8 13 54 0 0,20-13-17 0 0,0 1 0 0 0,0-1 0 0 0,-1 1 0 0 0,1 0 1 0 0,1-1-1 0 0,-1 1 0 0 0,0 0 0 0 0,0 0 0 0 0,1 0 0 0 0,-1 0 1 0 0,1 1-1 0 0,0-1 0 0 0,-1 0 0 0 0,1 1 0 0 0,0-1 0 0 0,0 1 1 0 0,1-1-1 0 0,-1 1 0 0 0,1-1 0 0 0,-1 1 0 0 0,1-1 1 0 0,0 1-1 0 0,-1 0 0 0 0,2-1 0 0 0,-1 1 0 0 0,0 0 0 0 0,0-1 1 0 0,1 1-1 0 0,-1-1 0 0 0,1 1 0 0 0,0-1 0 0 0,0 1 0 0 0,0-1 1 0 0,0 1-1 0 0,0-1 0 0 0,3 3 0 0 0,-3-3 11 0 0,1 0-1 0 0,0-1 1 0 0,0 1 0 0 0,0-1-1 0 0,0 1 1 0 0,0-1-1 0 0,0 0 1 0 0,1 0 0 0 0,-1 0-1 0 0,0 0 1 0 0,1 0-1 0 0,-1 0 1 0 0,0-1 0 0 0,1 1-1 0 0,-1-1 1 0 0,5 1 0 0 0,-3-1-17 0 0,0 0 1 0 0,-1 1 0 0 0,1-1 0 0 0,0-1 0 0 0,-1 1-1 0 0,1 0 1 0 0,-1-1 0 0 0,1 0 0 0 0,-1 0 0 0 0,1 0 0 0 0,3-1-1 0 0,-4-1-8 0 0,0 0 1 0 0,1 0-1 0 0,-1 0 0 0 0,0 0 0 0 0,-1 0 0 0 0,1-1 0 0 0,-1 0 0 0 0,1 1 1 0 0,-1-1-1 0 0,0 0 0 0 0,3-8 0 0 0,-4 10-31 0 0,0 0 0 0 0,-1 0 0 0 0,1 0 0 0 0,0 0 0 0 0,-1 0 0 0 0,0 0 0 0 0,1 0 0 0 0,-1 0 0 0 0,0-1 0 0 0,0 1 0 0 0,0 0 0 0 0,0 0 0 0 0,0 0 0 0 0,-1 0 0 0 0,1-1 0 0 0,-1 1 0 0 0,0 0 0 0 0,1 0 0 0 0,-1 0 0 0 0,0 0 0 0 0,0 0 0 0 0,0 0 0 0 0,0 1 0 0 0,0-1 0 0 0,-3-3 0 0 0,3 5 1 0 0,0-1 0 0 0,-1 1 1 0 0,1-1-1 0 0,0 0 0 0 0,-1 1 1 0 0,1 0-1 0 0,-1-1 0 0 0,1 1 1 0 0,0 0-1 0 0,-1 0 0 0 0,1 0 1 0 0,-1 0-1 0 0,1 0 0 0 0,-1 0 1 0 0,1 0-1 0 0,0 0 0 0 0,-1 1 1 0 0,1-1-1 0 0,-2 1 0 0 0,-3 2 31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7"/>
    </inkml:context>
    <inkml:brush xml:id="br0">
      <inkml:brushProperty name="width" value="0.025" units="cm"/>
      <inkml:brushProperty name="height" value="0.025" units="cm"/>
      <inkml:brushProperty name="color" value="#B2626F"/>
    </inkml:brush>
  </inkml:definitions>
  <inkml:trace contextRef="#ctx0" brushRef="#br0">12 53 4312 0 0,'0'0'2121'0'0,"3"-9"-590"0"0,1 6-1300 0 0,0 1 0 0 0,0-1-1 0 0,0 1 1 0 0,0 0 0 0 0,0 0 0 0 0,0 0 0 0 0,0 1 0 0 0,1 0 0 0 0,-1-1 0 0 0,1 2-1 0 0,7-2 1 0 0,-5 1-147 0 0,1 1 0 0 0,-1-2-1 0 0,1 1 1 0 0,7-3-1 0 0,-8 2 33 0 0,1 0 0 0 0,0 0-1 0 0,0 1 1 0 0,10 0-1 0 0,4-2 69 0 0,-18 2-157 0 0,0 1 0 0 0,0-1 1 0 0,0 1-1 0 0,0 0 0 0 0,0 0 1 0 0,0 0-1 0 0,0 0 0 0 0,9 2 1 0 0,41 24-75 0 0,-52-24 103 0 0,0 0-1 0 0,-1 0 1 0 0,1-1-1 0 0,-1 1 1 0 0,0 0 0 0 0,0 0-1 0 0,1 0 1 0 0,-1 0-1 0 0,0 0 1 0 0,-1 1-1 0 0,1-1 1 0 0,0 0 0 0 0,-1 0-1 0 0,1 1 1 0 0,-1-1-1 0 0,0 0 1 0 0,0 1 0 0 0,0-1-1 0 0,0 0 1 0 0,0 0-1 0 0,0 1 1 0 0,-1 3 0 0 0,10 25 282 0 0,-6 130 66 0 0,-3-158-380 0 0,-1-1 1 0 0,0 1-1 0 0,1 0 0 0 0,-1 0 0 0 0,0 0 0 0 0,0-1 0 0 0,0 1 1 0 0,-1-1-1 0 0,1 1 0 0 0,-1-1 0 0 0,-2 4 0 0 0,-22 24 256 0 0,23-27-253 0 0,-1 0 1 0 0,0 1-1 0 0,0-1 1 0 0,0-1 0 0 0,0 1-1 0 0,-1-1 1 0 0,1 0 0 0 0,-1 0-1 0 0,1 0 1 0 0,-1 0 0 0 0,-9 1-1 0 0,-1-1 51 0 0,0 0-1 0 0,-24-2 1 0 0,27 0-52 0 0,-35-7 98 0 0,41 4-60 0 0,0 0 0 0 0,0-1 0 0 0,0 0 0 0 0,1 0 0 0 0,-1 0-1 0 0,1-1 1 0 0,0 1 0 0 0,0-1 0 0 0,1 0 0 0 0,-1-1 0 0 0,-4-7 0 0 0,-6-6 13 0 0,12 11 86 0 0,3 8-149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8"/>
    </inkml:context>
    <inkml:brush xml:id="br0">
      <inkml:brushProperty name="width" value="0.025" units="cm"/>
      <inkml:brushProperty name="height" value="0.025" units="cm"/>
      <inkml:brushProperty name="color" value="#B2626F"/>
    </inkml:brush>
  </inkml:definitions>
  <inkml:trace contextRef="#ctx0" brushRef="#br0">174 23 4720 0 0,'0'0'5297'0'0,"-17"-13"-4706"0"0,13 11-567 0 0,-1 1 1 0 0,1-1 0 0 0,-1 1-1 0 0,1 0 1 0 0,-1 0-1 0 0,1 1 1 0 0,-1-1 0 0 0,1 1-1 0 0,-1 0 1 0 0,0 0-1 0 0,1 1 1 0 0,-8 1 0 0 0,-56 39 165 0 0,67-40-160 0 0,-1 0 0 0 0,1 0 1 0 0,-1 0-1 0 0,1 0 0 0 0,-1 0 0 0 0,1 0 0 0 0,0 1 0 0 0,-1-1 0 0 0,1 0 0 0 0,0 1 0 0 0,0-1 0 0 0,0 1 0 0 0,0-1 0 0 0,0 1 1 0 0,1 0-1 0 0,-1-1 0 0 0,0 1 0 0 0,1 0 0 0 0,-1 0 0 0 0,1-1 0 0 0,0 1 0 0 0,-1 0 0 0 0,1 0 0 0 0,0 0 0 0 0,0-1 0 0 0,0 1 1 0 0,1 0-1 0 0,-1 0 0 0 0,0 0 0 0 0,1-1 0 0 0,-1 1 0 0 0,1 0 0 0 0,-1 0 0 0 0,1-1 0 0 0,1 3 0 0 0,-1-1 21 0 0,0-1 0 0 0,0 1 0 0 0,1 0-1 0 0,-1 0 1 0 0,1-1 0 0 0,-1 1 0 0 0,1-1 0 0 0,0 0-1 0 0,0 1 1 0 0,1-1 0 0 0,-1 0 0 0 0,0 0-1 0 0,1 0 1 0 0,-1 0 0 0 0,1-1 0 0 0,-1 1-1 0 0,1-1 1 0 0,0 0 0 0 0,0 1 0 0 0,3 0 0 0 0,14 1 246 0 0,-17-2-211 0 0,1 0-1 0 0,-1 0 1 0 0,1-1 0 0 0,-1 1 0 0 0,1-1-1 0 0,-1 0 1 0 0,1 0 0 0 0,-1 0 0 0 0,1 0-1 0 0,-1-1 1 0 0,0 0 0 0 0,1 1 0 0 0,-1-1-1 0 0,1-1 1 0 0,5-2 0 0 0,-7 3 0 0 0,0 0 0 0 0,1 0 1 0 0,-1-1-1 0 0,0 1 0 0 0,0-1 0 0 0,0 1 1 0 0,-1-1-1 0 0,1 0 0 0 0,0 0 0 0 0,-1 0 1 0 0,1 0-1 0 0,-1 0 0 0 0,1 0 1 0 0,-1-1-1 0 0,0 1 0 0 0,0 0 0 0 0,1-3 1 0 0,7-14 117 0 0,-8 16-171 0 0,1 1-1 0 0,-1-1 1 0 0,0 0 0 0 0,0 0-1 0 0,0 1 1 0 0,-1-1 0 0 0,1 0 0 0 0,-1 0-1 0 0,1 0 1 0 0,-1 0 0 0 0,0 0-1 0 0,0 0 1 0 0,0 0 0 0 0,-1 1-1 0 0,0-6 1 0 0,0 7-29 0 0,1-1-1 0 0,-1 0 1 0 0,1 1 0 0 0,-1-1 0 0 0,0 1 0 0 0,0-1-1 0 0,0 1 1 0 0,0 0 0 0 0,0-1 0 0 0,0 1 0 0 0,0 0-1 0 0,0 0 1 0 0,-1-1 0 0 0,1 1 0 0 0,0 0 0 0 0,-1 0-1 0 0,1 1 1 0 0,-1-1 0 0 0,1 0 0 0 0,-1 0 0 0 0,1 1-1 0 0,-1-1 1 0 0,0 1 0 0 0,1-1 0 0 0,-1 1 0 0 0,-3-1-1 0 0,2 1 2 0 0,0 0-1 0 0,-1-1 0 0 0,1 1 0 0 0,0 0 0 0 0,0 1 0 0 0,-1-1 0 0 0,1 1 0 0 0,0-1 0 0 0,0 1 1 0 0,0 0-1 0 0,-6 2 0 0 0,2 1 2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69"/>
    </inkml:context>
    <inkml:brush xml:id="br0">
      <inkml:brushProperty name="width" value="0.025" units="cm"/>
      <inkml:brushProperty name="height" value="0.025" units="cm"/>
      <inkml:brushProperty name="color" value="#B2626F"/>
    </inkml:brush>
  </inkml:definitions>
  <inkml:trace contextRef="#ctx0" brushRef="#br0">20 323 96 0 0,'0'0'3840'0'0,"18"13"-3145"0"0,-3-7-68 0 0,-1 1 0 0 0,15 8 0 0 0,-25-13-506 0 0,0-1 1 0 0,0 1-1 0 0,0-1 1 0 0,0 0-1 0 0,1-1 0 0 0,-1 1 1 0 0,0-1-1 0 0,0 0 1 0 0,1 0-1 0 0,-1 0 1 0 0,0 0-1 0 0,6-2 1 0 0,14 0 788 0 0,-20 2-845 0 0,-1 0-1 0 0,1-1 1 0 0,-1 0-1 0 0,0 0 1 0 0,1 0-1 0 0,-1 0 1 0 0,0 0 0 0 0,1-1-1 0 0,-1 1 1 0 0,0-1-1 0 0,0 0 1 0 0,0 0-1 0 0,3-3 1 0 0,20-11 815 0 0,-24 15-817 0 0,0-1-1 0 0,1 1 1 0 0,-1-1-1 0 0,0 0 1 0 0,0 1-1 0 0,0-1 1 0 0,0 0-1 0 0,0 0 1 0 0,0 0 0 0 0,-1 0-1 0 0,1-1 1 0 0,-1 1-1 0 0,0 0 1 0 0,1-1-1 0 0,0-3 1 0 0,0 0 38 0 0,0 1 1 0 0,0-1-1 0 0,-1 1 0 0 0,0-1 1 0 0,0 1-1 0 0,0-9 1 0 0,-4-20 652 0 0,2 25-536 0 0,1 1 0 0 0,-1-1 0 0 0,1 0 0 0 0,2-15 0 0 0,-2-1 439 0 0,-1 22-530 0 0,1 0-1 0 0,-1 0 1 0 0,1 0 0 0 0,0 0-1 0 0,0 0 1 0 0,1 0 0 0 0,0-6-1 0 0,-1 5-10 0 0,1 0 0 0 0,-1 0 0 0 0,0-1 1 0 0,0 1-1 0 0,0 0 0 0 0,-1 0 0 0 0,0 0 0 0 0,1 0 0 0 0,-1-1 0 0 0,-1 1 0 0 0,1 0 0 0 0,-1 1 0 0 0,1-1 0 0 0,-4-5 0 0 0,0 6-139 0 0,1 1 0 0 0,-1 0 0 0 0,0 0 0 0 0,1 1 0 0 0,-1-1 0 0 0,0 1 0 0 0,-5-1-1 0 0,-13-4-45 0 0,14 4 237 0 0,0 0 0 0 0,0 0 0 0 0,0 1 0 0 0,0 1 0 0 0,-16 0 0 0 0,18 0-146 0 0,-29-4-17 0 0,29 3-3 0 0,0 0 0 0 0,-1 0-1 0 0,1 1 1 0 0,-1 0-1 0 0,1 0 1 0 0,-12 2-1 0 0,17-1-1 0 0,-1 0 0 0 0,1 1-1 0 0,0-1 1 0 0,-1 1 0 0 0,1-1-1 0 0,0 1 1 0 0,0 0 0 0 0,0 0-1 0 0,1 0 1 0 0,-1 0 0 0 0,0 0-1 0 0,1 0 1 0 0,-1 0 0 0 0,1 0-1 0 0,0 1 1 0 0,-1-1 0 0 0,1 1-1 0 0,1-1 1 0 0,-1 1-1 0 0,0-1 1 0 0,0 1 0 0 0,0 3-1 0 0,1-4 1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0"/>
    </inkml:context>
    <inkml:brush xml:id="br0">
      <inkml:brushProperty name="width" value="0.025" units="cm"/>
      <inkml:brushProperty name="height" value="0.025" units="cm"/>
      <inkml:brushProperty name="color" value="#B2626F"/>
    </inkml:brush>
  </inkml:definitions>
  <inkml:trace contextRef="#ctx0" brushRef="#br0">152 26 6128 0 0,'0'0'3176'0'0,"-12"-12"-2760"0"0,0 9-412 0 0,-1 0 0 0 0,0 1 0 0 0,-22-1 0 0 0,30 3-4 0 0,0 0 0 0 0,0 1 0 0 0,0-1 0 0 0,0 1 0 0 0,0 0 0 0 0,0 0 0 0 0,0 1 0 0 0,-8 3 0 0 0,12-5 17 0 0,0 1-1 0 0,0-1 1 0 0,0 1 0 0 0,1 0 0 0 0,-1 0 0 0 0,0-1-1 0 0,0 1 1 0 0,0 0 0 0 0,1 0 0 0 0,-1 0 0 0 0,0 0-1 0 0,1 0 1 0 0,-1 0 0 0 0,1 0 0 0 0,-1 0 0 0 0,1 0 0 0 0,0 0-1 0 0,-1 0 1 0 0,1 0 0 0 0,0 0 0 0 0,0 1 0 0 0,0-1-1 0 0,0 0 1 0 0,0 0 0 0 0,0 0 0 0 0,0 0 0 0 0,0 0-1 0 0,0 0 1 0 0,0 1 0 0 0,1-1 0 0 0,-1 0 0 0 0,0 0 0 0 0,1 0-1 0 0,-1 0 1 0 0,1 0 0 0 0,-1 0 0 0 0,1 0 0 0 0,0 0-1 0 0,-1 0 1 0 0,1 0 0 0 0,0-1 0 0 0,1 2 0 0 0,1 2 66 0 0,1 0 1 0 0,-1 0 0 0 0,1 0-1 0 0,0-1 1 0 0,0 0 0 0 0,0 0-1 0 0,0 0 1 0 0,6 3 0 0 0,-7-5 1 0 0,1 1 1 0 0,0-1-1 0 0,-1 0 1 0 0,1 0-1 0 0,0 0 0 0 0,0 0 1 0 0,0 0-1 0 0,0-1 1 0 0,0 0-1 0 0,0 0 1 0 0,0 0-1 0 0,0 0 1 0 0,0-1-1 0 0,0 0 1 0 0,0 1-1 0 0,0-1 1 0 0,-1-1-1 0 0,1 1 0 0 0,4-2 1 0 0,-5 2-37 0 0,0 0 1 0 0,0-1-1 0 0,-1 1 0 0 0,1 0 0 0 0,0-1 1 0 0,-1 0-1 0 0,1 1 0 0 0,-1-1 0 0 0,0 0 1 0 0,1 0-1 0 0,2-4 0 0 0,-4 4-25 0 0,0 0-1 0 0,-1 0 1 0 0,1 0-1 0 0,-1 0 1 0 0,0 0-1 0 0,1 0 1 0 0,-1 0-1 0 0,0 0 1 0 0,0 0-1 0 0,-1 1 1 0 0,1-1-1 0 0,0 0 1 0 0,0 0-1 0 0,-1 0 1 0 0,1 0-1 0 0,-1 0 1 0 0,0 0-1 0 0,0 0 1 0 0,-1-2-1 0 0,1 2-3 0 0,0 1 1 0 0,0-1-1 0 0,-1 0 0 0 0,1 0 0 0 0,0 1 1 0 0,-1-1-1 0 0,1 1 0 0 0,-1 0 0 0 0,0-1 0 0 0,1 1 1 0 0,-1 0-1 0 0,0 0 0 0 0,0 0 0 0 0,0 0 0 0 0,0 0 1 0 0,0 0-1 0 0,0 1 0 0 0,0-1 0 0 0,0 1 1 0 0,0-1-1 0 0,0 1 0 0 0,0 0 0 0 0,0 0 0 0 0,0 0 1 0 0,0 0-1 0 0,0 0 0 0 0,0 0 0 0 0,0 0 0 0 0,-1 1 1 0 0,-2 0-1 0 0,2 0 11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1"/>
    </inkml:context>
    <inkml:brush xml:id="br0">
      <inkml:brushProperty name="width" value="0.025" units="cm"/>
      <inkml:brushProperty name="height" value="0.025" units="cm"/>
      <inkml:brushProperty name="color" value="#B2626F"/>
    </inkml:brush>
  </inkml:definitions>
  <inkml:trace contextRef="#ctx0" brushRef="#br0">0 40 3000 0 0,'0'0'423'0'0,"14"-9"2003"0"0,-8 6-2242 0 0,0-1 0 0 0,0 1-1 0 0,0 0 1 0 0,0 1 0 0 0,1-1 0 0 0,-1 1-1 0 0,1 0 1 0 0,0 1 0 0 0,-1 0 0 0 0,9-1-1 0 0,15-1 484 0 0,11 1 156 0 0,27 16 155 0 0,-5-6 588 0 0,-61-8-1533 0 0,-1 1 0 0 0,0-1 0 0 0,0 0-1 0 0,0 0 1 0 0,0 1 0 0 0,0-1 0 0 0,0 0 0 0 0,1 1 0 0 0,-1-1 0 0 0,0 1 0 0 0,0 0 0 0 0,0-1 0 0 0,-1 1 0 0 0,1 0 0 0 0,0-1 0 0 0,0 1 0 0 0,0 0 0 0 0,0 0 0 0 0,-1 0 0 0 0,1 0 0 0 0,0 0 0 0 0,-1 0 0 0 0,1 0 0 0 0,-1 0 0 0 0,1 0 0 0 0,-1 0 0 0 0,0 0 0 0 0,1 0 0 0 0,-1 0-1 0 0,0 1 1 0 0,0-1 0 0 0,1 0 0 0 0,-1 0 0 0 0,0 0 0 0 0,0 0 0 0 0,-1 1 0 0 0,1 0 0 0 0,0 1-12 0 0,0 0 0 0 0,1-1-1 0 0,-1 1 1 0 0,1 0 0 0 0,0 0-1 0 0,-1-1 1 0 0,1 1 0 0 0,2 4-1 0 0,-2-5-7 0 0,0 1 0 0 0,0-1-1 0 0,0 0 1 0 0,0 1 0 0 0,-1-1-1 0 0,1 1 1 0 0,-1-1 0 0 0,0 1-1 0 0,1-1 1 0 0,-1 1 0 0 0,0-1-1 0 0,-1 1 1 0 0,1-1 0 0 0,-1 3-1 0 0,1-2 1 0 0,-1 0-1 0 0,1 0 1 0 0,0 0-1 0 0,0 0 1 0 0,0 0-1 0 0,0 0 1 0 0,1 0-1 0 0,-1 0 0 0 0,2 3 1 0 0,-1-1 9 0 0,0 0 1 0 0,-1-1-1 0 0,1 1 1 0 0,-1 0-1 0 0,0 0 1 0 0,0 0-1 0 0,-1 9 0 0 0,0-8-7 0 0,0 0-1 0 0,1 0 0 0 0,0 0 0 0 0,1 0 0 0 0,0 9 0 0 0,0-12-10 0 0,-1 0 0 0 0,0 0 0 0 0,0 1 1 0 0,0-1-1 0 0,-1 0 0 0 0,1 0 0 0 0,-1 1 0 0 0,0-1 1 0 0,0 0-1 0 0,-1 4 0 0 0,-16 32 44 0 0,17-37-47 0 0,0 1 0 0 0,-1 0 1 0 0,0 1-1 0 0,-1-1 0 0 0,1 0 1 0 0,0 0-1 0 0,-1 0 1 0 0,0-1-1 0 0,0 1 1 0 0,1-1-1 0 0,-2 1 1 0 0,1-1-1 0 0,0 0 1 0 0,0 0-1 0 0,-1 0 1 0 0,1-1-1 0 0,-1 1 1 0 0,1-1-1 0 0,-1 0 1 0 0,-5 1-1 0 0,-6 1 10 0 0,1-2 0 0 0,0 0 0 0 0,-29-3 0 0 0,9 1-4 0 0,27 1 41 0 0,0-1 1 0 0,0 0-1 0 0,1 0 1 0 0,-1-1 0 0 0,1 0-1 0 0,-1 0 1 0 0,1 0 0 0 0,-1-1-1 0 0,1 0 1 0 0,0 0-1 0 0,1-1 1 0 0,-1 0 0 0 0,0 0-1 0 0,-8-8 1 0 0,10 7 50 0 0,2 3-27 0 0,0-1 0 0 0,0 1-1 0 0,1 0 1 0 0,-1 0 0 0 0,1-1-1 0 0,0 1 1 0 0,-1 0 0 0 0,1-1-1 0 0,-1-2 1 0 0,2 4-33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2"/>
    </inkml:context>
    <inkml:brush xml:id="br0">
      <inkml:brushProperty name="width" value="0.025" units="cm"/>
      <inkml:brushProperty name="height" value="0.025" units="cm"/>
      <inkml:brushProperty name="color" value="#B2626F"/>
    </inkml:brush>
  </inkml:definitions>
  <inkml:trace contextRef="#ctx0" brushRef="#br0">164 35 4216 0 0,'0'0'4137'0'0,"-19"-13"-3241"0"0,10 10-890 0 0,0 0 0 0 0,0 1 0 0 0,0-1 1 0 0,-15 0-1 0 0,18 3-10 0 0,-1 1 0 0 0,1 0 0 0 0,0 0 0 0 0,-1 0 0 0 0,1 1 0 0 0,0 0 0 0 0,0 1 0 0 0,0-1 0 0 0,-6 4 0 0 0,11-5 14 0 0,0 0 0 0 0,0-1 0 0 0,0 1-1 0 0,0 0 1 0 0,0 0 0 0 0,0-1 0 0 0,0 1 0 0 0,0 0 0 0 0,0 0 0 0 0,1 0 0 0 0,-1 0 0 0 0,0 0 0 0 0,1 0 0 0 0,-1 0 0 0 0,0 1 0 0 0,1-1 0 0 0,0 0 0 0 0,-1 0-1 0 0,1 0 1 0 0,0 0 0 0 0,-1 1 0 0 0,1-1 0 0 0,0 0 0 0 0,0 0 0 0 0,0 1 0 0 0,0-1 0 0 0,0 0 0 0 0,0 0 0 0 0,1 3 0 0 0,0-2 8 0 0,-1 0 1 0 0,1-1-1 0 0,0 1 1 0 0,0 0-1 0 0,0 0 1 0 0,0-1 0 0 0,0 1-1 0 0,0 0 1 0 0,0-1-1 0 0,0 1 1 0 0,1-1-1 0 0,-1 0 1 0 0,1 1-1 0 0,-1-1 1 0 0,1 0 0 0 0,-1 0-1 0 0,3 1 1 0 0,11 6 241 0 0,-11-6-129 0 0,0 1 0 0 0,0-1 0 0 0,1 0 0 0 0,-1 0 0 0 0,1 0 0 0 0,-1-1 0 0 0,1 1 1 0 0,0-1-1 0 0,0 0 0 0 0,-1-1 0 0 0,1 1 0 0 0,0-1 0 0 0,0 0 0 0 0,0 0 0 0 0,0-1 0 0 0,8-1 0 0 0,-9 1-57 0 0,-1 0 0 0 0,1-1 0 0 0,-1 1 1 0 0,0-1-1 0 0,0 0 0 0 0,0 0 1 0 0,0 0-1 0 0,0 0 0 0 0,0-1 0 0 0,4-4 1 0 0,-6 6-47 0 0,1-1 0 0 0,-1 1 0 0 0,0-1 0 0 0,0 1 0 0 0,0-1 0 0 0,0 0 0 0 0,0 1 0 0 0,-1-1 0 0 0,1 0 0 0 0,0 0 0 0 0,-1 0 1 0 0,1 0-1 0 0,-1 1 0 0 0,0-1 0 0 0,0 0 0 0 0,0 0 0 0 0,0 0 0 0 0,0 0 0 0 0,0 0 0 0 0,0 0 0 0 0,0 0 0 0 0,-2-3 0 0 0,1 3 15 0 0,0-1-1 0 0,-1 1 1 0 0,1 0-1 0 0,-1 0 1 0 0,1 0-1 0 0,-1 0 1 0 0,0 0-1 0 0,0 1 1 0 0,0-1-1 0 0,0 0 1 0 0,0 1-1 0 0,0-1 0 0 0,0 1 1 0 0,-1 0-1 0 0,-2-1 1 0 0,-37-13 192 0 0,25 16-100 0 0,15 1-111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3"/>
    </inkml:context>
    <inkml:brush xml:id="br0">
      <inkml:brushProperty name="width" value="0.025" units="cm"/>
      <inkml:brushProperty name="height" value="0.025" units="cm"/>
      <inkml:brushProperty name="color" value="#B2626F"/>
    </inkml:brush>
  </inkml:definitions>
  <inkml:trace contextRef="#ctx0" brushRef="#br0">1 291 7328 0 0,'0'0'1750'0'0,"4"13"-795"0"0,50 25 196 0 0,-49-36-1134 0 0,1 0-1 0 0,-1 0 1 0 0,1 0 0 0 0,0-1 0 0 0,-1 0 0 0 0,1-1 0 0 0,0 1 0 0 0,0-1 0 0 0,0 0 0 0 0,0 0 0 0 0,-1-1 0 0 0,1 0 0 0 0,0 0-1 0 0,0 0 1 0 0,-1 0 0 0 0,1-1 0 0 0,-1 0 0 0 0,7-4 0 0 0,40-25 439 0 0,-49 30-357 0 0,0-1 0 0 0,0 0-1 0 0,0-1 1 0 0,0 1 0 0 0,0 0 0 0 0,0-1 0 0 0,0 1-1 0 0,-1-1 1 0 0,0 0 0 0 0,1 0 0 0 0,-1 0 0 0 0,0 0-1 0 0,0-1 1 0 0,-1 1 0 0 0,1 0 0 0 0,-1-1 0 0 0,1 1-1 0 0,-1-1 1 0 0,1-6 0 0 0,-8-47 533 0 0,5 24-497 0 0,1 28-93 0 0,0 1-1 0 0,0-1 1 0 0,0 1 0 0 0,0-1 0 0 0,-1 1-1 0 0,1 0 1 0 0,-1-1 0 0 0,-1 1-1 0 0,-2-8 1 0 0,3 8-26 0 0,0 1-1 0 0,0-1 1 0 0,0 0-1 0 0,0 0 1 0 0,1 0 0 0 0,-1-1-1 0 0,1 1 1 0 0,0 0 0 0 0,0 0-1 0 0,2-6 1 0 0,-1-11-13 0 0,-2 20-3 0 0,1 0 0 0 0,-1 0 0 0 0,1 1 0 0 0,-1-1 0 0 0,0 0 0 0 0,1 0 0 0 0,-1 0 0 0 0,0 1 0 0 0,0-1 0 0 0,1 0 0 0 0,-1 1 0 0 0,0-1 0 0 0,0 1 0 0 0,0-1 0 0 0,0 1 0 0 0,0-1 0 0 0,-2 1 0 0 0,-17-8 0 0 0,-47-1 0 0 0,-15 7-56 0 0,56 2-15 0 0,26 0 70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4"/>
    </inkml:context>
    <inkml:brush xml:id="br0">
      <inkml:brushProperty name="width" value="0.025" units="cm"/>
      <inkml:brushProperty name="height" value="0.025" units="cm"/>
      <inkml:brushProperty name="color" value="#B2626F"/>
    </inkml:brush>
  </inkml:definitions>
  <inkml:trace contextRef="#ctx0" brushRef="#br0">127 14 3408 0 0,'0'0'977'0'0,"-8"-8"2416"0"0,-19 6-2448 0 0,24 1-920 0 0,0 0-1 0 0,0 1 1 0 0,0-1 0 0 0,0 1 0 0 0,0 0 0 0 0,0 0 0 0 0,-1 0 0 0 0,1 0 0 0 0,0 1 0 0 0,0-1 0 0 0,0 1 0 0 0,0 0 0 0 0,0 0 0 0 0,0 0 0 0 0,0 0 0 0 0,0 1 0 0 0,1-1 0 0 0,-1 1-1 0 0,0 0 1 0 0,-2 2 0 0 0,2-2-21 0 0,0 1-1 0 0,0-1 0 0 0,1 1 1 0 0,-1 0-1 0 0,1 0 0 0 0,0 0 0 0 0,0 0 1 0 0,-2 5-1 0 0,3-6-1 0 0,1 0-1 0 0,-1-1 0 0 0,1 1 1 0 0,0 0-1 0 0,0 0 1 0 0,0 0-1 0 0,0 0 1 0 0,0 0-1 0 0,0 0 1 0 0,0 0-1 0 0,0 0 1 0 0,1 0-1 0 0,-1-1 0 0 0,1 1 1 0 0,0 0-1 0 0,0 0 1 0 0,-1 0-1 0 0,3 2 1 0 0,-2-3 25 0 0,0 1-1 0 0,0-1 1 0 0,0 1 0 0 0,0-1 0 0 0,0 1 0 0 0,0-1-1 0 0,0 0 1 0 0,1 1 0 0 0,-1-1 0 0 0,0 0 0 0 0,1 0 0 0 0,-1 0-1 0 0,1 0 1 0 0,-1 0 0 0 0,1-1 0 0 0,0 1 0 0 0,-1 0 0 0 0,1-1-1 0 0,0 1 1 0 0,0-1 0 0 0,-1 1 0 0 0,1-1 0 0 0,0 0 0 0 0,0 0-1 0 0,0 0 1 0 0,-1 0 0 0 0,1 0 0 0 0,2-1 0 0 0,4 2 11 0 0,11 0 433 0 0,-15 0-377 0 0,-1 0 0 0 0,1-1 0 0 0,-1 0 0 0 0,1 0 0 0 0,0 0 0 0 0,-1 0 0 0 0,1 0 0 0 0,-1-1 0 0 0,1 0 0 0 0,-1 0 1 0 0,7-2-1 0 0,-8 2-53 0 0,-1 0 1 0 0,1 0-1 0 0,-1 0 0 0 0,1-1 1 0 0,-1 1-1 0 0,1 0 1 0 0,-1-1-1 0 0,0 1 1 0 0,0-1-1 0 0,0 1 0 0 0,0-1 1 0 0,0 0-1 0 0,0 1 1 0 0,0-1-1 0 0,0 0 1 0 0,-1 0-1 0 0,1 1 0 0 0,-1-1 1 0 0,1 0-1 0 0,-1 0 1 0 0,0 0-1 0 0,0 0 1 0 0,0 0-1 0 0,0 0 0 0 0,0 0 1 0 0,0 1-1 0 0,0-1 1 0 0,-1 0-1 0 0,1 0 1 0 0,-2-3-1 0 0,2 3 19 0 0,-1-1-1 0 0,0 1 1 0 0,1 0 0 0 0,-1-1-1 0 0,0 1 1 0 0,0 0 0 0 0,-1 0 0 0 0,1 0-1 0 0,0 0 1 0 0,-1 0 0 0 0,0 0-1 0 0,1 0 1 0 0,-1 0 0 0 0,0 0 0 0 0,0 1-1 0 0,0-1 1 0 0,0 1 0 0 0,0-1-1 0 0,0 1 1 0 0,0 0 0 0 0,-1 0-1 0 0,1 0 1 0 0,-3-1 0 0 0,-5 0 73 0 0,8 1-87 0 0,0 0 0 0 0,0 1 0 0 0,0-1 0 0 0,0 1 0 0 0,0 0 0 0 0,0 0 0 0 0,0 0 0 0 0,0 0 0 0 0,-3 0 0 0 0,2 1 84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5"/>
    </inkml:context>
    <inkml:brush xml:id="br0">
      <inkml:brushProperty name="width" value="0.025" units="cm"/>
      <inkml:brushProperty name="height" value="0.025" units="cm"/>
      <inkml:brushProperty name="color" value="#B2626F"/>
    </inkml:brush>
  </inkml:definitions>
  <inkml:trace contextRef="#ctx0" brushRef="#br0">9 48 4616 0 0,'0'0'4278'0'0,"16"-22"-3779"0"0,-15 21-497 0 0,0 0 1 0 0,0-1-1 0 0,0 1 1 0 0,0 0-1 0 0,0 0 1 0 0,1 0-1 0 0,-1 0 0 0 0,0 0 1 0 0,1 0-1 0 0,-1 0 1 0 0,0 1-1 0 0,1-1 0 0 0,-1 0 1 0 0,1 1-1 0 0,-1-1 1 0 0,1 1-1 0 0,-1-1 1 0 0,1 1-1 0 0,2-1 0 0 0,33-3 37 0 0,-13 2 281 0 0,-20 1-224 0 0,0 0 0 0 0,1 1 0 0 0,-1-1 0 0 0,0 1 1 0 0,1 0-1 0 0,-1 1 0 0 0,8 0 0 0 0,-4 1 44 0 0,1 0-1 0 0,0-1 1 0 0,-1-1-1 0 0,18 0 1 0 0,6 1-57 0 0,-20-1-70 0 0,-10 0-15 0 0,0-1-1 0 0,0 1 1 0 0,0 0 0 0 0,-1 0-1 0 0,1 0 1 0 0,0 0-1 0 0,0 1 1 0 0,0-1-1 0 0,0 0 1 0 0,0 1-1 0 0,0-1 1 0 0,-1 1 0 0 0,1 0-1 0 0,0 0 1 0 0,-1-1-1 0 0,1 1 1 0 0,0 0-1 0 0,2 3 1 0 0,4 1-80 0 0,-7-5 79 0 0,0 1 0 0 0,0-1 0 0 0,0 0 0 0 0,-1 1 0 0 0,1-1 0 0 0,0 1 0 0 0,0-1 0 0 0,-1 1 0 0 0,1-1 0 0 0,0 1 0 0 0,-1-1 0 0 0,1 1 0 0 0,0 0 0 0 0,-1 0 0 0 0,1-1 0 0 0,0 2 0 0 0,6 13-59 0 0,-5-11 47 0 0,0 0 0 0 0,0 1 0 0 0,-1-1 1 0 0,1 0-1 0 0,-1 0 0 0 0,0 1 0 0 0,0-1 1 0 0,-1 1-1 0 0,1 7 0 0 0,4 12-6 0 0,-4 81 1706 0 0,0-88-1430 0 0,0-13-172 0 0,-1 0-1 0 0,0 0 1 0 0,0 0 0 0 0,0 0 0 0 0,0 0 0 0 0,0 0-1 0 0,-1 0 1 0 0,1-1 0 0 0,-1 1 0 0 0,0 0-1 0 0,-4 7 1 0 0,3-9-53 0 0,0 1-1 0 0,0-1 0 0 0,0-1 0 0 0,-1 1 1 0 0,1 0-1 0 0,-1 0 0 0 0,1-1 1 0 0,-1 0-1 0 0,0 1 0 0 0,1-1 1 0 0,-1 0-1 0 0,0 0 0 0 0,-5 0 0 0 0,-47 8 132 0 0,34-6 14 0 0,6-1 12 0 0,1-1 0 0 0,-1-1 0 0 0,-20-2 0 0 0,-9 0 113 0 0,41 1-287 0 0,0 0 1 0 0,0 1-1 0 0,0-1 1 0 0,0 0-1 0 0,0 0 1 0 0,0-1-1 0 0,0 1 1 0 0,1-1-1 0 0,-1 1 1 0 0,0-1-1 0 0,1 0 1 0 0,-4-3 0 0 0,-27-28 170 0 0,28 27-145 0 0,2 4-6 0 0,1-1-1 0 0,-1 1 0 0 0,1-1 1 0 0,0 1-1 0 0,0-1 0 0 0,0 0 1 0 0,0 0-1 0 0,-1-4 0 0 0,3 7-2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6"/>
    </inkml:context>
    <inkml:brush xml:id="br0">
      <inkml:brushProperty name="width" value="0.025" units="cm"/>
      <inkml:brushProperty name="height" value="0.025" units="cm"/>
      <inkml:brushProperty name="color" value="#B2626F"/>
    </inkml:brush>
  </inkml:definitions>
  <inkml:trace contextRef="#ctx0" brushRef="#br0">175 26 3408 0 0,'0'0'1393'0'0,"-7"-9"-236"0"0,-49-5-923 0 0,53 13-224 0 0,0 1-1 0 0,-1-1 1 0 0,1 1-1 0 0,0 0 1 0 0,0 0-1 0 0,-1 0 1 0 0,1 1 0 0 0,0-1-1 0 0,0 1 1 0 0,-1-1-1 0 0,1 1 1 0 0,0 0-1 0 0,0 0 1 0 0,0 1 0 0 0,-3 1-1 0 0,-14 9 68 0 0,17-11-10 0 0,0 1 1 0 0,0-1-1 0 0,0 1 1 0 0,0 0-1 0 0,0 0 1 0 0,0 0-1 0 0,0 1 1 0 0,1-1-1 0 0,-1 0 1 0 0,1 1-1 0 0,-4 5 1 0 0,6-6 13 0 0,-1 0 0 0 0,1 0 1 0 0,0 0-1 0 0,0 0 0 0 0,0 0 1 0 0,0 0-1 0 0,0 0 0 0 0,1 0 1 0 0,-1 0-1 0 0,1-1 0 0 0,-1 1 1 0 0,1 0-1 0 0,0 0 0 0 0,0 0 1 0 0,-1 0-1 0 0,1-1 0 0 0,0 1 1 0 0,3 3-1 0 0,-3-3 11 0 0,1 0-1 0 0,0 0 0 0 0,0 0 1 0 0,-1 0-1 0 0,1 0 1 0 0,0 0-1 0 0,0-1 1 0 0,1 1-1 0 0,-1-1 0 0 0,0 1 1 0 0,0-1-1 0 0,1 0 1 0 0,2 2-1 0 0,21 3 603 0 0,-18-3-492 0 0,1-1 0 0 0,-1 0 0 0 0,0 0 0 0 0,1-1 1 0 0,-1 0-1 0 0,1 0 0 0 0,15-2 0 0 0,-22 1-151 0 0,-1 0 0 0 0,0-1 0 0 0,0 1 0 0 0,1-1 0 0 0,-1 1 0 0 0,0-1 0 0 0,0 0 0 0 0,1 1 0 0 0,-1-1 0 0 0,0 0 0 0 0,0 0 0 0 0,0 0 0 0 0,0 0 0 0 0,0 0-1 0 0,0 0 1 0 0,0 0 0 0 0,-1 0 0 0 0,1 0 0 0 0,0 0 0 0 0,-1 0 0 0 0,1-1 0 0 0,0 1 0 0 0,-1 0 0 0 0,0-1 0 0 0,1 1 0 0 0,-1 0 0 0 0,0-1 0 0 0,1 1 0 0 0,-1 0 0 0 0,0-1 0 0 0,0 1 0 0 0,0 0 0 0 0,0-1 0 0 0,-1-1 0 0 0,1 1 8 0 0,-1-1 0 0 0,1 1 0 0 0,-1 0 0 0 0,1-1 0 0 0,-1 1 0 0 0,0 0 0 0 0,0-1 0 0 0,0 1-1 0 0,0 0 1 0 0,0 0 0 0 0,-1 0 0 0 0,1 0 0 0 0,-1 0 0 0 0,1 0 0 0 0,-1 1 0 0 0,0-1 0 0 0,0 0 0 0 0,-3-1 0 0 0,2 1 4 0 0,0 1 1 0 0,0 0 0 0 0,0 0-1 0 0,0 0 1 0 0,-1 0 0 0 0,1 0-1 0 0,0 1 1 0 0,-1 0 0 0 0,1-1 0 0 0,0 1-1 0 0,-1 0 1 0 0,1 1 0 0 0,-1-1-1 0 0,1 1 1 0 0,0-1 0 0 0,0 1-1 0 0,-5 2 1 0 0,3 0 53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7"/>
    </inkml:context>
    <inkml:brush xml:id="br0">
      <inkml:brushProperty name="width" value="0.025" units="cm"/>
      <inkml:brushProperty name="height" value="0.025" units="cm"/>
      <inkml:brushProperty name="color" value="#B2626F"/>
    </inkml:brush>
  </inkml:definitions>
  <inkml:trace contextRef="#ctx0" brushRef="#br0">1 7 3408 0 0,'0'0'3326'0'0,"26"-6"-459"0"0,-2 5-2041 0 0,24 2-7 0 0,-35 1-545 0 0,-7 0-44 0 0,1-1 1 0 0,-1 0-1 0 0,1-1 0 0 0,-1 0 1 0 0,1 0-1 0 0,-1 0 1 0 0,1 0-1 0 0,-1-1 0 0 0,10-3 1 0 0,-14 4-105 0 0,1-1 0 0 0,0 1 0 0 0,0 0 0 0 0,-1 0 1 0 0,1 0-1 0 0,0 0 0 0 0,-1 0 0 0 0,1 0 0 0 0,0 1 1 0 0,0-1-1 0 0,4 3 0 0 0,-4-2-19 0 0,0-1 0 0 0,1 1 1 0 0,-1 0-1 0 0,0-1 0 0 0,1 0 0 0 0,-1 1 0 0 0,6-2 1 0 0,26 1 513 0 0,-30 1-552 0 0,1-1 0 0 0,-1 0 0 0 0,1 0 0 0 0,-1 0 0 0 0,10-3 0 0 0,-13 3-46 0 0,1 0-1 0 0,-1 0 0 0 0,1 0 0 0 0,-1 0 0 0 0,1 0 0 0 0,-1 0 0 0 0,5 1 0 0 0,-5 0-6 0 0,-1-1 0 0 0,1 1 0 0 0,0-1 0 0 0,-1 0 0 0 0,1 0 0 0 0,0 0 0 0 0,-1 0 0 0 0,1 0 0 0 0,0 0 0 0 0,-1 0 0 0 0,1 0 0 0 0,0-1 0 0 0,-1 1 0 0 0,1-1 0 0 0,0 1 0 0 0,1-2-1 0 0,-2 2 14 0 0,1-1 0 0 0,-1 1-1 0 0,0 0 1 0 0,0 0-1 0 0,0 0 1 0 0,0 0 0 0 0,0 0-1 0 0,0 1 1 0 0,0-1-1 0 0,0 0 1 0 0,0 0 0 0 0,0 1-1 0 0,0-1 1 0 0,0 0 0 0 0,-1 1-1 0 0,1-1 1 0 0,1 2-1 0 0,0-2 2 0 0,-1 1 0 0 0,0 0 0 0 0,0-1-1 0 0,1 1 1 0 0,-1-1 0 0 0,0 1-1 0 0,1-1 1 0 0,-1 0 0 0 0,1 1 0 0 0,-1-1-1 0 0,0 0 1 0 0,1 0 0 0 0,-1 0 0 0 0,1 0-1 0 0,1-1 1 0 0,-2 1 2 0 0,1-1 1 0 0,-1 1-1 0 0,1 0 0 0 0,-1-1 1 0 0,1 1-1 0 0,0 0 0 0 0,-1 0 0 0 0,1 0 1 0 0,-1 0-1 0 0,1 0 0 0 0,-1 0 1 0 0,1 1-1 0 0,0-1 0 0 0,-1 0 1 0 0,1 1-1 0 0,1 0 0 0 0,-2 0 2 0 0,1-1 0 0 0,0 1-1 0 0,-1-1 1 0 0,1 1 0 0 0,0-1-1 0 0,-1 0 1 0 0,1 0 0 0 0,-1 0-1 0 0,1 0 1 0 0,0 0 0 0 0,2 0-1 0 0,4-2-25 0 0,0 1-1 0 0,1 0 1 0 0,-1 1-1 0 0,0 0 1 0 0,1 0-1 0 0,-1 1 1 0 0,1 0-1 0 0,-1 1 0 0 0,0-1 1 0 0,0 2-1 0 0,14 5 1 0 0,-20-8-9 0 0,-1 0 1 0 0,0 1-1 0 0,1-1 0 0 0,-1 1 1 0 0,0-1-1 0 0,0 1 1 0 0,0 0-1 0 0,0-1 0 0 0,0 1 1 0 0,1 0-1 0 0,-1 0 1 0 0,-1 0-1 0 0,1 0 1 0 0,1 1-1 0 0,-1-1 0 0 0,-1-1 0 0 0,0 1 1 0 0,0-1-1 0 0,0 1 0 0 0,1-1 1 0 0,-1 1-1 0 0,0 0 0 0 0,0-1 0 0 0,0 1 1 0 0,0-1-1 0 0,0 1 0 0 0,0 0 0 0 0,0-1 1 0 0,0 1-1 0 0,0-1 0 0 0,-1 1 0 0 0,1 0 1 0 0,0-1-1 0 0,0 1 0 0 0,0-1 1 0 0,-1 1-1 0 0,1 0 0 0 0,-2 2-1 0 0,0-1 0 0 0,0 1 0 0 0,-1-1-1 0 0,1 0 1 0 0,0 0 0 0 0,-1 0 0 0 0,0 0 0 0 0,1 0 0 0 0,-1 0 0 0 0,-4 1-1 0 0,-73 44 902 0 0,54-28-827 0 0,-22 12 93 0 0,23-12-117 0 0,24-18-48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8"/>
    </inkml:context>
    <inkml:brush xml:id="br0">
      <inkml:brushProperty name="width" value="0.025" units="cm"/>
      <inkml:brushProperty name="height" value="0.025" units="cm"/>
      <inkml:brushProperty name="color" value="#B2626F"/>
    </inkml:brush>
  </inkml:definitions>
  <inkml:trace contextRef="#ctx0" brushRef="#br0">0 190 4720 0 0,'0'0'8'0'0,"22"-16"241"0"0,6-3 668 0 0,-19 12-701 0 0,1 0 1 0 0,-1 1-1 0 0,1 0 1 0 0,0 1-1 0 0,1 0 0 0 0,-1 1 1 0 0,21-7-1 0 0,-16 9-84 0 0,-1-2-1 0 0,1 0 1 0 0,21-9-1 0 0,-27 9-82 0 0,4 0 151 0 0,1 1 0 0 0,-1 0 1 0 0,28-2-1 0 0,-11 2 280 0 0,31 4 672 0 0,1-5-121 0 0,-20-2-593 0 0,0-6-246 0 0,-35 12-129 0 0,1 0 0 0 0,0-1 0 0 0,0 0 0 0 0,0 0 0 0 0,13-5 0 0 0,-8 3 45 0 0,10-7 126 0 0,-19 8-91 0 0,-1 1-1 0 0,1-1 1 0 0,0 1-1 0 0,0 0 1 0 0,0 0-1 0 0,0 0 1 0 0,0 1-1 0 0,4-1 1 0 0,-7 1 64 0 0,30-2 1021 0 0,-5-1-579 0 0,-25 3-622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4"/>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5"/>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6"/>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7"/>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8"/>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9"/>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0"/>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1"/>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2"/>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3"/>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4"/>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5"/>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6"/>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7"/>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8"/>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69"/>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8"/>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9"/>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0"/>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1"/>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2"/>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3"/>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4"/>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5"/>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6"/>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7"/>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8"/>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49"/>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0"/>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1"/>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2"/>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53"/>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3"/>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4"/>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5"/>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6"/>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7"/>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8"/>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29"/>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0"/>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1"/>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2"/>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3"/>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4"/>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5"/>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6"/>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637"/>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79"/>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0"/>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1"/>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2"/>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3"/>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4"/>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5"/>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6"/>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7"/>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8"/>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89"/>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0"/>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1"/>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2"/>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3"/>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4"/>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5"/>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6"/>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7"/>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8"/>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799"/>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0"/>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1"/>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2"/>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3"/>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4"/>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5"/>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6"/>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7"/>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8"/>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09"/>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0"/>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1"/>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2"/>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3"/>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4"/>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5"/>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6"/>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7"/>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8"/>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19"/>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0"/>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1"/>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2"/>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3"/>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4"/>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5"/>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6"/>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7"/>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8"/>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29"/>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0"/>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1"/>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2"/>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3"/>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4"/>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5"/>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4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6"/>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4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7"/>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4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8"/>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4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39"/>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4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0"/>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4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1"/>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4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05-18T16:54:11.842"/>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4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6"/>
    </inkml:context>
    <inkml:brush xml:id="br0">
      <inkml:brushProperty name="width" value="0.025" units="cm"/>
      <inkml:brushProperty name="height" value="0.025" units="cm"/>
      <inkml:brushProperty name="color" value="#A00C1A"/>
    </inkml:brush>
  </inkml:definitions>
  <inkml:trace contextRef="#ctx0" brushRef="#br0">493 7 112 0 0,'0'0'4867'0'0,"-26"0"-3568"0"0,19 1 2731 0 0,-33-2-874 0 0,7 8-1102 0 0,18-2-1655 0 0,14-5-340 0 0,-1 0-1 0 0,1 1 1 0 0,-1-1 0 0 0,1 1-1 0 0,-1-1 1 0 0,1 1 0 0 0,-1-1-1 0 0,1 1 1 0 0,0 0 0 0 0,-1 0-1 0 0,1-1 1 0 0,0 1 0 0 0,0 0-1 0 0,0 0 1 0 0,-2 3-1 0 0,-12 11 382 0 0,14-13-392 0 0,0 0-1 0 0,0-1 0 0 0,0 1 1 0 0,1-1-1 0 0,-1 1 0 0 0,0 0 1 0 0,1 0-1 0 0,0-1 0 0 0,-1 1 1 0 0,1 0-1 0 0,0 3 160 0 0,-8 25 872 0 0,7-26-1006 0 0,0 1-1 0 0,1-1 1 0 0,-1 1-1 0 0,1-1 1 0 0,0 0 0 0 0,0 1-1 0 0,1 6 1 0 0,0 4 350 0 0,-1-9-222 0 0,0-1-1 0 0,0 1 1 0 0,-1 0 0 0 0,0-1-1 0 0,-2 11 1 0 0,-11 15 667 0 0,13-29-852 0 0,0 0-1 0 0,-1 0 0 0 0,1 0 0 0 0,0 0 0 0 0,-1 0 1 0 0,1-1-1 0 0,-1 1 0 0 0,0 0 0 0 0,1-1 1 0 0,-1 0-1 0 0,0 1 0 0 0,0-1 0 0 0,-3 2 0 0 0,-2-2 14 0 0,0 1-1 0 0,-1-2 0 0 0,1 1 1 0 0,0-1-1 0 0,0 0 0 0 0,-1 0 1 0 0,-7-2-1 0 0,11 0 5 0 0,-1-1 0 0 0,1 1 0 0 0,0-1 0 0 0,0 0 0 0 0,0 0 0 0 0,0-1 0 0 0,0 1 0 0 0,0-1 0 0 0,1 0 0 0 0,0 0 0 0 0,0 0 0 0 0,-3-5 0 0 0,1-30-129 0 0,1-29 552 0 0,3 64-405 0 0,1 1 0 0 0,-1-1 0 0 0,0 0 0 0 0,0 0 0 0 0,0 0 0 0 0,0 1 0 0 0,-1-1 0 0 0,-2-4 0 0 0,-5-12 92 0 0,9 19-138 0 0,-1-1 0 0 0,1 0 0 0 0,-1 0 1 0 0,0 1-1 0 0,0-1 0 0 0,0 0 0 0 0,0 1 1 0 0,0-1-1 0 0,0 1 0 0 0,0 0 1 0 0,0-1-1 0 0,0 1 0 0 0,-1 0 0 0 0,1-1 1 0 0,-1 1-1 0 0,1 0 0 0 0,-1 0 0 0 0,1 0 1 0 0,-1 1-1 0 0,-3-2 0 0 0,-9-6-153 0 0,13 7 130 0 0,0 0 0 0 0,-1 0 0 0 0,1 0 0 0 0,0 0 0 0 0,-1 1 1 0 0,1-1-1 0 0,-1 0 0 0 0,1 1 0 0 0,-1-1 0 0 0,1 1 0 0 0,-1 0 0 0 0,1-1 0 0 0,-3 1 1 0 0,-25 0 71 0 0,-4-1-3279 0 0</inkml:trace>
</inkml:ink>
</file>

<file path=ppt/ink/ink4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7"/>
    </inkml:context>
    <inkml:brush xml:id="br0">
      <inkml:brushProperty name="width" value="0.025" units="cm"/>
      <inkml:brushProperty name="height" value="0.025" units="cm"/>
      <inkml:brushProperty name="color" value="#A00C1A"/>
    </inkml:brush>
  </inkml:definitions>
  <inkml:trace contextRef="#ctx0" brushRef="#br0">146 1 5824 0 0,'0'0'3972'0'0,"-25"3"-2624"0"0,15-3-995 0 0,7 0-272 0 0,1-1 0 0 0,0 1 1 0 0,0 0-1 0 0,0 0 0 0 0,-1 0 0 0 0,1 1 1 0 0,0-1-1 0 0,0 1 0 0 0,0-1 0 0 0,0 1 0 0 0,-3 0 1 0 0,2 0 30 0 0,0 0 0 0 0,0 0 0 0 0,0-1 0 0 0,0 1 0 0 0,0-1 0 0 0,0 0 0 0 0,-4 0 0 0 0,3 0-18 0 0,4 0-59 0 0,-4 2 92 0 0,0-1 1 0 0,-1 1 0 0 0,1-1-1 0 0,-1 0 1 0 0,-7 1-1 0 0,-3 1 185 0 0,28-5-376 0 0,19-2-148 0 0,-7 3 178 0 0,32-2-1257 0 0,-43 3 1039 0 0,-14 0 240 0 0</inkml:trace>
</inkml:ink>
</file>

<file path=ppt/ink/ink4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8"/>
    </inkml:context>
    <inkml:brush xml:id="br0">
      <inkml:brushProperty name="width" value="0.025" units="cm"/>
      <inkml:brushProperty name="height" value="0.025" units="cm"/>
      <inkml:brushProperty name="color" value="#A00C1A"/>
    </inkml:brush>
  </inkml:definitions>
  <inkml:trace contextRef="#ctx0" brushRef="#br0">126 80 13648 0 0,'0'0'310'0'0,"-5"-29"2717"0"0,-4 10-2210 0 0,6 15-741 0 0,-3-7 318 0 0,6 11-339 0 0,0-1-1 0 0,-1 0 0 0 0,1 0 1 0 0,-1 0-1 0 0,1 1 1 0 0,-1-1-1 0 0,1 0 0 0 0,-1 1 1 0 0,0-1-1 0 0,1 0 0 0 0,-1 1 1 0 0,0-1-1 0 0,0 1 0 0 0,1-1 1 0 0,-1 1-1 0 0,0-1 1 0 0,0 1-1 0 0,0-1 0 0 0,0 1 1 0 0,-1-1-1 0 0,-1 1 114 0 0,1-1 1 0 0,-1 0-1 0 0,0 1 0 0 0,0-1 0 0 0,0 1 0 0 0,0 0 1 0 0,0 0-1 0 0,-4 0 0 0 0,6 0-111 0 0,-1 0-1 0 0,1 0 0 0 0,0 1 1 0 0,-1-1-1 0 0,1 0 0 0 0,-1 0 1 0 0,1 1-1 0 0,0-1 0 0 0,-1 1 1 0 0,1-1-1 0 0,0 1 0 0 0,0 0 1 0 0,0 0-1 0 0,-1-1 1 0 0,1 1-1 0 0,0 0 0 0 0,0 0 1 0 0,0 0-1 0 0,-1 2 0 0 0,-23 32 1255 0 0,21 1-871 0 0,4-36-431 0 0,-2 0 23 0 0,1 0-24 0 0</inkml:trace>
</inkml:ink>
</file>

<file path=ppt/ink/ink4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89"/>
    </inkml:context>
    <inkml:brush xml:id="br0">
      <inkml:brushProperty name="width" value="0.025" units="cm"/>
      <inkml:brushProperty name="height" value="0.025" units="cm"/>
      <inkml:brushProperty name="color" value="#A00C1A"/>
    </inkml:brush>
  </inkml:definitions>
  <inkml:trace contextRef="#ctx0" brushRef="#br0">1 120 20631 0 0,'0'0'167'0'0,"8"-5"82"0"0,-8 2-249 0 0,-1 1 0 0 0,1-1 0 0 0,0 1 0 0 0,0 0 0 0 0,0-1 0 0 0,0 1 0 0 0,0-1 0 0 0,0 1 0 0 0,0-1 0 0 0,1 1 0 0 0,0 0 0 0 0,-1-1 0 0 0,1 1 0 0 0,0 0 0 0 0,0-1 0 0 0,0 1 0 0 0,0 0 0 0 0,1 0 0 0 0,1-2 0 0 0,-2 1-2 0 0,1 1 1 0 0,0 0-1 0 0,0 0 0 0 0,1 0 0 0 0,-1 0 0 0 0,0 0 0 0 0,3-2 0 0 0,11-8-7 0 0,-14 10 20 0 0,0 1 0 0 0,0-1 0 0 0,0 1 0 0 0,0 0 0 0 0,1-1 0 0 0,-1 1 0 0 0,0 1 0 0 0,1-1 0 0 0,-1 0 0 0 0,4 0 0 0 0,13-5 51 0 0,-11 2-5 0 0,0 1-1 0 0,0 0 1 0 0,17-3 0 0 0,-25 6-51 0 0</inkml:trace>
</inkml:ink>
</file>

<file path=ppt/ink/ink4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0"/>
    </inkml:context>
    <inkml:brush xml:id="br0">
      <inkml:brushProperty name="width" value="0.025" units="cm"/>
      <inkml:brushProperty name="height" value="0.025" units="cm"/>
      <inkml:brushProperty name="color" value="#A00C1A"/>
    </inkml:brush>
  </inkml:definitions>
  <inkml:trace contextRef="#ctx0" brushRef="#br0">120 100 6632 0 0,'0'0'8888'0'0,"3"-31"-8216"0"0,-3 28-534 0 0,0 1 1 0 0,0 0 0 0 0,0-1 0 0 0,0 1 0 0 0,0-1-1 0 0,-1 1 1 0 0,1 0 0 0 0,-1-1 0 0 0,1 1 0 0 0,-1 0 0 0 0,0 0-1 0 0,0 0 1 0 0,0-1 0 0 0,0 1 0 0 0,-1 0 0 0 0,1 0 0 0 0,0 0-1 0 0,-1 1 1 0 0,1-1 0 0 0,-1 0 0 0 0,0 0 0 0 0,0 1 0 0 0,-3-3-1 0 0,-1-1 269 0 0,5 4-355 0 0,0 1-1 0 0,1-1 1 0 0,-1 0 0 0 0,0 0 0 0 0,0 0-1 0 0,0 1 1 0 0,0-1 0 0 0,0 0-1 0 0,0 1 1 0 0,-1-1 0 0 0,1 1 0 0 0,0-1-1 0 0,0 1 1 0 0,0 0 0 0 0,0 0-1 0 0,-1-1 1 0 0,1 1 0 0 0,0 0-1 0 0,0 0 1 0 0,0 0 0 0 0,-1 0 0 0 0,1 0-1 0 0,0 0 1 0 0,0 1 0 0 0,-1-1-1 0 0,1 0 1 0 0,0 0 0 0 0,0 1 0 0 0,0-1-1 0 0,0 1 1 0 0,-2 1 0 0 0,-5 1 279 0 0,-14 10 275 0 0,22-12-570 0 0,-1-1-4 0 0,0 1 1 0 0,0 0-1 0 0,0 1 0 0 0,0-1 1 0 0,0 0-1 0 0,0 0 1 0 0,0 0-1 0 0,0 1 0 0 0,0-1 1 0 0,0 0-1 0 0,1 1 0 0 0,-1-1 1 0 0,1 1-1 0 0,-1-1 1 0 0,1 1-1 0 0,-1 1 0 0 0,-2 6 125 0 0,1-5-113 0 0,1-1 0 0 0,0 1 0 0 0,0-1 0 0 0,0 1 0 0 0,0 0 1 0 0,1 0-1 0 0,0-1 0 0 0,-1 6 0 0 0,2-9-43 0 0,-1 0 1 0 0,0 0 0 0 0,0 0-1 0 0,0 0 1 0 0,0 0-1 0 0,0 0 1 0 0,0 0-1 0 0,1 0 1 0 0,-1 0-1 0 0,0 0 1 0 0,0 0-1 0 0,0 0 1 0 0,0 0-1 0 0,0 0 1 0 0,0 0-1 0 0,0 0 1 0 0,0 0-1 0 0,1 0 1 0 0,-1 0-1 0 0,0 0 1 0 0,0 0-1 0 0,0 0 1 0 0,0 0 0 0 0,0 0-1 0 0,0 1 1 0 0,0-1-1 0 0,0 0 1 0 0,0 0-1 0 0,0 0 1 0 0,0 0-1 0 0,0 0 1 0 0,0 0-1 0 0,0 0 1 0 0,1 1-1 0 0,-1-1 1 0 0,0 0-1 0 0,0 0 1 0 0,0 0-1 0 0,0 0 1 0 0,0 0-1 0 0,0 0 1 0 0,0 0-1 0 0,0 1 1 0 0,0-1-1 0 0,0 0 1 0 0,-1 0 0 0 0,1 0-1 0 0,0 0 1 0 0,0 0-1 0 0,0 0 1 0 0,0 0-1 0 0,0 0 1 0 0,0 1-1 0 0,0-1 1 0 0,0 0-1 0 0,0 0 1 0 0,0 0-1 0 0,0 0 1 0 0,0 0-1 0 0,0 0 1 0 0,0 0-1 0 0,-1 0 1 0 0,1 0-1 0 0,0 0 1 0 0,0 0-1 0 0,0 0 1 0 0,0 1 0 0 0,0-1-1 0 0,0 0 1 0 0,-1 0 4 0 0</inkml:trace>
</inkml:ink>
</file>

<file path=ppt/ink/ink4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1"/>
    </inkml:context>
    <inkml:brush xml:id="br0">
      <inkml:brushProperty name="width" value="0.025" units="cm"/>
      <inkml:brushProperty name="height" value="0.025" units="cm"/>
      <inkml:brushProperty name="color" value="#A00C1A"/>
    </inkml:brush>
  </inkml:definitions>
  <inkml:trace contextRef="#ctx0" brushRef="#br0">125 100 12864 0 0,'0'0'3290'0'0,"3"-26"-2051"0"0,-4 22-1107 0 0,-1 1 1 0 0,1 0-1 0 0,-1-1 1 0 0,1 1-1 0 0,-1 0 1 0 0,0 0-1 0 0,-3-3 1 0 0,-39-19 1511 0 0,9 13-676 0 0,28 10-897 0 0,-17-3 448 0 0,22 5-511 0 0</inkml:trace>
</inkml:ink>
</file>

<file path=ppt/ink/ink4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2"/>
    </inkml:context>
    <inkml:brush xml:id="br0">
      <inkml:brushProperty name="width" value="0.025" units="cm"/>
      <inkml:brushProperty name="height" value="0.025" units="cm"/>
      <inkml:brushProperty name="color" value="#A00C1A"/>
    </inkml:brush>
  </inkml:definitions>
  <inkml:trace contextRef="#ctx0" brushRef="#br0">173 541 3712 0 0,'0'0'4878'0'0,"-20"-14"-2984"0"0,19 10-1697 0 0,-1 0 0 0 0,1 0 0 0 0,-1 0 0 0 0,0 1 1 0 0,0-1-1 0 0,-4-4 0 0 0,-7-16 255 0 0,-10-20 910 0 0,8 22-601 0 0,-1 2-248 0 0,10 8 209 0 0,0 0 1 0 0,0-1-1 0 0,1 1 1 0 0,-7-27 0 0 0,5 11-76 0 0,5 22-561 0 0,0-1 0 0 0,0 0 0 0 0,1 0 0 0 0,0 0 0 0 0,-1-7-1 0 0,-6-69 210 0 0,-1-21-214 0 0,8 69 105 0 0,1 35-172 0 0</inkml:trace>
</inkml:ink>
</file>

<file path=ppt/ink/ink4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3"/>
    </inkml:context>
    <inkml:brush xml:id="br0">
      <inkml:brushProperty name="width" value="0.025" units="cm"/>
      <inkml:brushProperty name="height" value="0.025" units="cm"/>
      <inkml:brushProperty name="color" value="#A00C1A"/>
    </inkml:brush>
  </inkml:definitions>
  <inkml:trace contextRef="#ctx0" brushRef="#br0">1 1 8936 0 0,'0'0'4446'0'0,"0"30"-4132"0"0,7-1 124 0 0,-6-25-378 0 0,0 0 0 0 0,-1 1-1 0 0,1-1 1 0 0,1 0 0 0 0,-1 0 0 0 0,3 4 0 0 0,-2-3 312 0 0,1-1-1 0 0,0 0 1 0 0,0 0 0 0 0,0-1 0 0 0,1 1-1 0 0,-1-1 1 0 0,1 1 0 0 0,0-1 0 0 0,-1 0 0 0 0,2 0-1 0 0,7 4 1 0 0,-7-5-143 0 0,0 1-1 0 0,-1-1 1 0 0,1 1-1 0 0,-1 1 1 0 0,0-1 0 0 0,0 1-1 0 0,0-1 1 0 0,5 7-1 0 0,4 3 218 0 0,-5-5-317 0 0,-6-7-227 0 0,0 1-1 0 0,0 0 1 0 0,-1 0-1 0 0,1-1 0 0 0,0 1 1 0 0,-1 1-1 0 0,1-1 1 0 0,-1 0-1 0 0,1 0 1 0 0,0 4-1 0 0,9 42 1624 0 0,-9-39-1397 0 0,-2 0 0 0 0,1 0 0 0 0,-2 13 0 0 0,0 3-1 0 0,1-23-110 0 0</inkml:trace>
</inkml:ink>
</file>

<file path=ppt/ink/ink4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4"/>
    </inkml:context>
    <inkml:brush xml:id="br0">
      <inkml:brushProperty name="width" value="0.025" units="cm"/>
      <inkml:brushProperty name="height" value="0.025" units="cm"/>
      <inkml:brushProperty name="color" value="#A00C1A"/>
    </inkml:brush>
  </inkml:definitions>
  <inkml:trace contextRef="#ctx0" brushRef="#br0">0 581 6824 0 0,'0'0'3657'0'0,"17"-29"-1104"0"0,15-30-1075 0 0,-22 35-1089 0 0,-9 20-354 0 0,0 1 1 0 0,0 0-1 0 0,0-1 0 0 0,1 1 1 0 0,-1 0-1 0 0,1 0 0 0 0,0 0 1 0 0,0 0-1 0 0,3-4 0 0 0,-2 3 0 0 0,0-1 0 0 0,-1 0 0 0 0,1 0-1 0 0,-1 0 1 0 0,0 0 0 0 0,-1 0 0 0 0,1 0 0 0 0,0-9-1 0 0,5-9 605 0 0,-1-5-108 0 0,-6 25-496 0 0,0 0-1 0 0,1 0 1 0 0,-1 0 0 0 0,1 0-1 0 0,0 0 1 0 0,0 0 0 0 0,0 0-1 0 0,0 0 1 0 0,0 0 0 0 0,1 1-1 0 0,-1-1 1 0 0,1 0 0 0 0,3-3-1 0 0,-4 4-3 0 0,1 0 0 0 0,-1 0 0 0 0,1 0-1 0 0,-1 0 1 0 0,0 0 0 0 0,0 0 0 0 0,0 0 0 0 0,-1-1 0 0 0,1 1-1 0 0,0 0 1 0 0,-1-1 0 0 0,1 1 0 0 0,-1 0 0 0 0,0-1-1 0 0,0-2 1 0 0,0 1-11 0 0,1 1-1 0 0,-1 0 1 0 0,1-1-1 0 0,-1 1 1 0 0,1 0-1 0 0,0 0 1 0 0,2-5-1 0 0,-1 3 1 0 0,0-1 0 0 0,0 1 0 0 0,0-1 0 0 0,-1 0 0 0 0,1-9 0 0 0,1-3 58 0 0,0-13 460 0 0,-4 26-494 0 0,2 0 0 0 0,-1 0 1 0 0,0 0-1 0 0,1 0 0 0 0,0 0 0 0 0,0 0 1 0 0,3-5-1 0 0,-3 4-45 0 0,1-1 1 0 0,-1 1-1 0 0,0-1 1 0 0,-1 1-1 0 0,1-1 1 0 0,-1 1-1 0 0,-1-9 1 0 0,-2-3 722 0 0</inkml:trace>
</inkml:ink>
</file>

<file path=ppt/ink/ink5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5"/>
    </inkml:context>
    <inkml:brush xml:id="br0">
      <inkml:brushProperty name="width" value="0.025" units="cm"/>
      <inkml:brushProperty name="height" value="0.025" units="cm"/>
      <inkml:brushProperty name="color" value="#A00C1A"/>
    </inkml:brush>
  </inkml:definitions>
  <inkml:trace contextRef="#ctx0" brushRef="#br0">5 361 8840 0 0,'0'0'3074'0'0,"-2"-19"-2419"0"0,1 10-375 0 0,1 5-145 0 0,-1 0 0 0 0,1 1 0 0 0,0-1-1 0 0,0 0 1 0 0,0 0 0 0 0,1 1 0 0 0,0-5 0 0 0,5-14 794 0 0,-6 18-857 0 0,1 1-1 0 0,0 0 1 0 0,-1 0 0 0 0,1 0-1 0 0,0 0 1 0 0,0 0-1 0 0,1 0 1 0 0,-1 0-1 0 0,4-4 1 0 0,-4 5 10 0 0,0 0 0 0 0,0 1 0 0 0,0-1 0 0 0,0 0 1 0 0,0 0-1 0 0,0 0 0 0 0,0 0 0 0 0,0-3 0 0 0,0 3-43 0 0,-1 0 0 0 0,1 1-1 0 0,-1-1 1 0 0,1 1 0 0 0,0-1 0 0 0,0 0-1 0 0,0 1 1 0 0,0-1 0 0 0,0 1-1 0 0,2-3 1 0 0,33-35 789 0 0,-6 12 74 0 0,-1 0-288 0 0,-28 26-642 0 0,17-22-5 0 0,-14 3 293 0 0,-4 20-247 0 0,3-9 84 0 0,-2 0 0 0 0,1 0-1 0 0,-1 0 1 0 0,-1-18 0 0 0,0 25-92 0 0</inkml:trace>
</inkml:ink>
</file>

<file path=ppt/ink/ink5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6"/>
    </inkml:context>
    <inkml:brush xml:id="br0">
      <inkml:brushProperty name="width" value="0.025" units="cm"/>
      <inkml:brushProperty name="height" value="0.025" units="cm"/>
      <inkml:brushProperty name="color" value="#A00C1A"/>
    </inkml:brush>
  </inkml:definitions>
  <inkml:trace contextRef="#ctx0" brushRef="#br0">123 263 1896 0 0,'0'0'6641'0'0,"-16"-15"-5098"0"0,-8-29-283 0 0,11 30-488 0 0,7 9-68 0 0,3 0-208 0 0,1-2-25 0 0,2 2-189 0 0,-4-14 515 0 0,-8-8-102 0 0,-2-2-242 0 0,5 8-185 0 0,7 18-239 0 0,0 0-1 0 0,0 0 0 0 0,1 0 1 0 0,-1 0-1 0 0,1 0 0 0 0,0-1 1 0 0,-1-3-1 0 0,-3-32 276 0 0,4 36-282 0 0</inkml:trace>
</inkml:ink>
</file>

<file path=ppt/ink/ink5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7"/>
    </inkml:context>
    <inkml:brush xml:id="br0">
      <inkml:brushProperty name="width" value="0.025" units="cm"/>
      <inkml:brushProperty name="height" value="0.025" units="cm"/>
      <inkml:brushProperty name="color" value="#A00C1A"/>
    </inkml:brush>
  </inkml:definitions>
  <inkml:trace contextRef="#ctx0" brushRef="#br0">1 557 4416 0 0,'0'0'5293'0'0,"18"-28"-2938"0"0,-16 26-2284 0 0,0-1 0 0 0,0 1 0 0 0,0-1 0 0 0,0 0 0 0 0,-1 0 0 0 0,1 0 0 0 0,-1 0 0 0 0,0-1 0 0 0,0 1 0 0 0,1-3 0 0 0,10-23 564 0 0,-11 28-569 0 0,1-1 38 0 0,1-1-1 0 0,-1-1 1 0 0,0 1 0 0 0,0 0-1 0 0,0 0 1 0 0,-1-1-1 0 0,1 1 1 0 0,-1-1 0 0 0,2-6-1 0 0,-2 6-6 0 0,1 0 0 0 0,-1 0 0 0 0,1 1 0 0 0,0-1 0 0 0,3-6 0 0 0,-3 8-35 0 0,0-1 0 0 0,0 0 0 0 0,-1 0 0 0 0,1 0 0 0 0,-1 0 0 0 0,0 0 0 0 0,0 0 0 0 0,0 0 1 0 0,0 0-1 0 0,0 0 0 0 0,-1-6 0 0 0,11-9 342 0 0,-10 14-341 0 0,0 1 0 0 0,1-1 0 0 0,-1 1 1 0 0,1-1-1 0 0,0 1 0 0 0,0 0 0 0 0,0 0 0 0 0,0-1 1 0 0,4-2-1 0 0,-4 4 3 0 0,-1 0 0 0 0,0 0 1 0 0,0 0-1 0 0,0 0 0 0 0,0 0 0 0 0,0 0 1 0 0,-1 0-1 0 0,1-1 0 0 0,-1 1 0 0 0,1 0 1 0 0,-1 0-1 0 0,0 0 0 0 0,0-5 0 0 0,0 4-38 0 0,1 0 0 0 0,-1 0 0 0 0,0 1 0 0 0,1-1 0 0 0,-1 0 0 0 0,1 1 0 0 0,0-1 0 0 0,0 0 0 0 0,2-3-1 0 0,-2 3-16 0 0,1-1 0 0 0,0 0-1 0 0,-1 0 1 0 0,0 0-1 0 0,0 1 1 0 0,0-1-1 0 0,0 0 1 0 0,-1 0-1 0 0,1-1 1 0 0,-1-5-1 0 0,13-29-652 0 0,-10 12 121 0 0,3-11 515 0 0,-5 31-105 0 0,1-1 0 0 0,-1 1 0 0 0,0 0 0 0 0,-1-1 0 0 0,1 0-1 0 0,-2-8 1 0 0,1-1 63 0 0,0 14 40 0 0</inkml:trace>
</inkml:ink>
</file>

<file path=ppt/ink/ink5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8"/>
    </inkml:context>
    <inkml:brush xml:id="br0">
      <inkml:brushProperty name="width" value="0.025" units="cm"/>
      <inkml:brushProperty name="height" value="0.025" units="cm"/>
      <inkml:brushProperty name="color" value="#A00C1A"/>
    </inkml:brush>
  </inkml:definitions>
  <inkml:trace contextRef="#ctx0" brushRef="#br0">14 111 4312 0 0,'-1'-1'283'0'0,"0"0"1"0"0,0 0-1 0 0,0 0 0 0 0,0 1 1 0 0,0-1-1 0 0,0 0 0 0 0,1 0 1 0 0,-1 0-1 0 0,0 0 0 0 0,0 0 1 0 0,1-1-1 0 0,-1 1 0 0 0,1 0 1 0 0,-1 0-1 0 0,1 0 0 0 0,-1 0 1 0 0,1-1-1 0 0,0 1 0 0 0,-1 0 1 0 0,1-1-1 0 0,0 1 0 0 0,0 0 1 0 0,0 0-1 0 0,0-1 0 0 0,0 1 1 0 0,1 0-1 0 0,-1-1 0 0 0,0 1 1 0 0,0 0-1 0 0,1 0 0 0 0,0-2 1 0 0,1-7 401 0 0,0 0-297 0 0,0 0 0 0 0,-1 0 0 0 0,0-18 0 0 0,-1 23-260 0 0</inkml:trace>
</inkml:ink>
</file>

<file path=ppt/ink/ink5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899"/>
    </inkml:context>
    <inkml:brush xml:id="br0">
      <inkml:brushProperty name="width" value="0.025" units="cm"/>
      <inkml:brushProperty name="height" value="0.025" units="cm"/>
      <inkml:brushProperty name="color" value="#A00C1A"/>
    </inkml:brush>
  </inkml:definitions>
  <inkml:trace contextRef="#ctx0" brushRef="#br0">0 168 7736 0 0,'0'0'6462'0'0,"10"-17"-6012"0"0,-6-14-88 0 0,-3 20-249 0 0,1 1 0 0 0,-1-1 0 0 0,-1 1 0 0 0,0-1 0 0 0,-1-10 0 0 0,-6-17 148 0 0,6 32-178 0 0,1 5-59 0 0</inkml:trace>
</inkml:ink>
</file>

<file path=ppt/ink/ink5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0"/>
    </inkml:context>
    <inkml:brush xml:id="br0">
      <inkml:brushProperty name="width" value="0.025" units="cm"/>
      <inkml:brushProperty name="height" value="0.025" units="cm"/>
      <inkml:brushProperty name="color" value="#A00C1A"/>
    </inkml:brush>
  </inkml:definitions>
  <inkml:trace contextRef="#ctx0" brushRef="#br0">1 317 8936 0 0,'0'0'1942'0'0,"1"-26"-754"0"0,1 19-979 0 0,-1 0-1 0 0,1 0 0 0 0,0 0 1 0 0,1 1-1 0 0,4-10 1 0 0,-4 9-135 0 0,1-1 1 0 0,-1 0 0 0 0,3-13 0 0 0,-5 17-50 0 0,0 0 0 0 0,1 0 0 0 0,-1 0 0 0 0,1 0 1 0 0,0 0-1 0 0,4-4 0 0 0,4-12 45 0 0,-9 18-57 0 0,0 0-1 0 0,1 0 1 0 0,-1 1-1 0 0,0-1 0 0 0,1 0 1 0 0,-1 1-1 0 0,1-1 1 0 0,0 0-1 0 0,-1 1 0 0 0,1 0 1 0 0,4-3-1 0 0,5-5 49 0 0,36-27 613 0 0,-43 32-623 0 0,0-1 0 0 0,-1 0 0 0 0,1 0 0 0 0,-1 0 0 0 0,0 0 0 0 0,0 0-1 0 0,-1-1 1 0 0,1 0 0 0 0,-1 1 0 0 0,0-1 0 0 0,1-9 0 0 0,-3 12-40 0 0,-1 1-3 0 0</inkml:trace>
</inkml:ink>
</file>

<file path=ppt/ink/ink5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5-10-19T06:55:32.901"/>
    </inkml:context>
    <inkml:brush xml:id="br0">
      <inkml:brushProperty name="width" value="0.025" units="cm"/>
      <inkml:brushProperty name="height" value="0.025" units="cm"/>
      <inkml:brushProperty name="color" value="#A00C1A"/>
    </inkml:brush>
  </inkml:definitions>
  <inkml:trace contextRef="#ctx0" brushRef="#br0">65 125 7936 0 0,'0'0'3936'0'0,"-2"-12"-3779"0"0,-1 2-95 0 0,2 8-38 0 0,1-1 1 0 0,-1 1-1 0 0,1 0 0 0 0,-1-1 0 0 0,1 1 1 0 0,0-1-1 0 0,0 1 0 0 0,0 0 1 0 0,0-1-1 0 0,0-2 0 0 0,-1 1 129 0 0,-1 0-1 0 0,0 0 1 0 0,0 0-1 0 0,-1 0 1 0 0,1 1-1 0 0,-1-1 1 0 0,-5-4-1 0 0,-9-16 451 0 0,15 21-588 0 0,1 2-13 0 0,1 1-1 0 0,-1-1 0 0 0,1 0 1 0 0,-1 0-1 0 0,1 1 1 0 0,-1-1-1 0 0,0 0 0 0 0,1 1 1 0 0,-1-1-1 0 0,0 1 0 0 0,0-1 1 0 0,1 1-1 0 0,-1-1 0 0 0,0 1 1 0 0,0 0-1 0 0,0-1 1 0 0,1 1-1 0 0,-3-1 0 0 0,3 0-41 0 0,5 3 2 0 0,4 7 61 0 0,-8-8-17 0 0,0 0-1 0 0,0 0 0 0 0,0 0 1 0 0,0 0-1 0 0,0 0 0 0 0,0 0 1 0 0,0 0-1 0 0,0 0 1 0 0,1 0-1 0 0,-1-1 0 0 0,3 2 1 0 0,11 18 130 0 0,-14-18-61 0 0,1 1 0 0 0,-1 0 1 0 0,0-1-1 0 0,0 1 0 0 0,0 0 1 0 0,-1-1-1 0 0,1 1 0 0 0,-1 0 1 0 0,1 4-1 0 0,2 20 196 0 0,-3-27-271 0 0</inkml:trace>
</inkml:ink>
</file>

<file path=ppt/ink/ink5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22.175"/>
    </inkml:context>
    <inkml:brush xml:id="br0">
      <inkml:brushProperty name="width" value="0.1" units="cm"/>
      <inkml:brushProperty name="height" value="0.1" units="cm"/>
      <inkml:brushProperty name="color" value="#E71224"/>
    </inkml:brush>
  </inkml:definitions>
  <inkml:trace contextRef="#ctx0" brushRef="#br0">0 0 23930,'995'148'0</inkml:trace>
</inkml:ink>
</file>

<file path=ppt/ink/ink5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23T18:27:34.656"/>
    </inkml:context>
    <inkml:brush xml:id="br0">
      <inkml:brushProperty name="width" value="0.1" units="cm"/>
      <inkml:brushProperty name="height" value="0.1" units="cm"/>
      <inkml:brushProperty name="color" value="#E71224"/>
    </inkml:brush>
  </inkml:definitions>
  <inkml:trace contextRef="#ctx0" brushRef="#br0">1 0 24575,'0'444'-1365,"0"-424"-5461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F1A252C-87EA-4881-A10E-9E4CA26E6FE3}" type="datetimeFigureOut">
              <a:rPr lang="en-US" smtClean="0"/>
              <a:t>4/3/2026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F818A67-DE81-4BE5-A09A-01BC8A96D5BB}" type="slidenum">
              <a:rPr lang="en-US" smtClean="0"/>
              <a:t>‹#›</a:t>
            </a:fld>
            <a:endParaRPr lang="en-US"/>
          </a:p>
        </p:txBody>
      </p:sp>
    </p:spTree>
    <p:extLst>
      <p:ext uri="{BB962C8B-B14F-4D97-AF65-F5344CB8AC3E}">
        <p14:creationId xmlns:p14="http://schemas.microsoft.com/office/powerpoint/2010/main" val="331234551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p:cNvSpPr>
            <a:spLocks noGrp="1"/>
          </p:cNvSpPr>
          <p:nvPr>
            <p:ph type="sldNum" sz="quarter" idx="5"/>
          </p:nvPr>
        </p:nvSpPr>
        <p:spPr/>
        <p:txBody>
          <a:bodyPr/>
          <a:lstStyle/>
          <a:p>
            <a:fld id="{5F818A67-DE81-4BE5-A09A-01BC8A96D5BB}" type="slidenum">
              <a:rPr lang="en-US" smtClean="0"/>
              <a:t>9</a:t>
            </a:fld>
            <a:endParaRPr lang="en-US"/>
          </a:p>
        </p:txBody>
      </p:sp>
    </p:spTree>
    <p:extLst>
      <p:ext uri="{BB962C8B-B14F-4D97-AF65-F5344CB8AC3E}">
        <p14:creationId xmlns:p14="http://schemas.microsoft.com/office/powerpoint/2010/main" val="41660295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8FC67-C184-D38A-6416-73328125345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A349FC-9D63-609B-F3DC-1F52DE28CBA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924CE1-08F3-612B-E751-D1AAC5236F38}"/>
              </a:ext>
            </a:extLst>
          </p:cNvPr>
          <p:cNvSpPr>
            <a:spLocks noGrp="1"/>
          </p:cNvSpPr>
          <p:nvPr>
            <p:ph type="body" idx="1"/>
          </p:nvPr>
        </p:nvSpPr>
        <p:spPr/>
        <p:txBody>
          <a:bodyPr/>
          <a:lstStyle/>
          <a:p>
            <a:r>
              <a:rPr lang="en-US" dirty="0"/>
              <a:t>Figure 3–2 Catabolic and anabolic pathways together constitute the cell’s metabolism. Note that a major portion of the energy stored in the chemical bonds of food molecules is dissipated as heat. thus, only some of this energy can be converted to the useful forms of energy needed to drive the synthesis of new molecules.</a:t>
            </a:r>
          </a:p>
        </p:txBody>
      </p:sp>
      <p:sp>
        <p:nvSpPr>
          <p:cNvPr id="4" name="Slide Number Placeholder 3">
            <a:extLst>
              <a:ext uri="{FF2B5EF4-FFF2-40B4-BE49-F238E27FC236}">
                <a16:creationId xmlns:a16="http://schemas.microsoft.com/office/drawing/2014/main" id="{B3948AC4-BAFF-29EC-EEBB-DB3044872296}"/>
              </a:ext>
            </a:extLst>
          </p:cNvPr>
          <p:cNvSpPr>
            <a:spLocks noGrp="1"/>
          </p:cNvSpPr>
          <p:nvPr>
            <p:ph type="sldNum" sz="quarter" idx="5"/>
          </p:nvPr>
        </p:nvSpPr>
        <p:spPr/>
        <p:txBody>
          <a:bodyPr/>
          <a:lstStyle/>
          <a:p>
            <a:fld id="{5F818A67-DE81-4BE5-A09A-01BC8A96D5BB}" type="slidenum">
              <a:rPr lang="en-US" smtClean="0"/>
              <a:t>10</a:t>
            </a:fld>
            <a:endParaRPr lang="en-US"/>
          </a:p>
        </p:txBody>
      </p:sp>
    </p:spTree>
    <p:extLst>
      <p:ext uri="{BB962C8B-B14F-4D97-AF65-F5344CB8AC3E}">
        <p14:creationId xmlns:p14="http://schemas.microsoft.com/office/powerpoint/2010/main" val="26505266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11</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643599-38FB-FCA7-4E39-E3E00D545B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A32E3B-B4FA-449A-1CFE-8BFB13E6E3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6CF982-C143-B461-2D25-07F5FDF9A8C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7F72EEC-EDBD-0BE8-4A0D-CF6A9596DDC6}"/>
              </a:ext>
            </a:extLst>
          </p:cNvPr>
          <p:cNvSpPr>
            <a:spLocks noGrp="1"/>
          </p:cNvSpPr>
          <p:nvPr>
            <p:ph type="sldNum" sz="quarter" idx="5"/>
          </p:nvPr>
        </p:nvSpPr>
        <p:spPr/>
        <p:txBody>
          <a:bodyPr/>
          <a:lstStyle/>
          <a:p>
            <a:fld id="{5F818A67-DE81-4BE5-A09A-01BC8A96D5BB}" type="slidenum">
              <a:rPr lang="en-US" smtClean="0"/>
              <a:t>12</a:t>
            </a:fld>
            <a:endParaRPr lang="en-US"/>
          </a:p>
        </p:txBody>
      </p:sp>
    </p:spTree>
    <p:extLst>
      <p:ext uri="{BB962C8B-B14F-4D97-AF65-F5344CB8AC3E}">
        <p14:creationId xmlns:p14="http://schemas.microsoft.com/office/powerpoint/2010/main" val="31526595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13</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16</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E9716-72B2-6644-83C3-6D638AC68D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50886A6-6BA4-BD5D-6A78-1753FC40DCD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84855ED-B5E8-F2E5-3610-92DEE6914E69}"/>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C503B44-C9CA-4080-66A9-76A485148C83}"/>
              </a:ext>
            </a:extLst>
          </p:cNvPr>
          <p:cNvSpPr>
            <a:spLocks noGrp="1"/>
          </p:cNvSpPr>
          <p:nvPr>
            <p:ph type="sldNum" sz="quarter" idx="5"/>
          </p:nvPr>
        </p:nvSpPr>
        <p:spPr/>
        <p:txBody>
          <a:bodyPr/>
          <a:lstStyle/>
          <a:p>
            <a:fld id="{5F818A67-DE81-4BE5-A09A-01BC8A96D5BB}" type="slidenum">
              <a:rPr lang="en-US" smtClean="0"/>
              <a:t>17</a:t>
            </a:fld>
            <a:endParaRPr lang="en-US"/>
          </a:p>
        </p:txBody>
      </p:sp>
    </p:spTree>
    <p:extLst>
      <p:ext uri="{BB962C8B-B14F-4D97-AF65-F5344CB8AC3E}">
        <p14:creationId xmlns:p14="http://schemas.microsoft.com/office/powerpoint/2010/main" val="41860712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BF969A-7C10-D6E7-AB7B-611D8B87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767856E-FE5F-3E21-9781-79CB8D6519E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86985A7-7D5A-C8B4-10CD-239A89BBBA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4B7FE8F-0467-A232-9CFD-23E5B95CDC93}"/>
              </a:ext>
            </a:extLst>
          </p:cNvPr>
          <p:cNvSpPr>
            <a:spLocks noGrp="1"/>
          </p:cNvSpPr>
          <p:nvPr>
            <p:ph type="sldNum" sz="quarter" idx="5"/>
          </p:nvPr>
        </p:nvSpPr>
        <p:spPr/>
        <p:txBody>
          <a:bodyPr/>
          <a:lstStyle/>
          <a:p>
            <a:fld id="{5F818A67-DE81-4BE5-A09A-01BC8A96D5BB}" type="slidenum">
              <a:rPr lang="en-US" smtClean="0"/>
              <a:t>18</a:t>
            </a:fld>
            <a:endParaRPr lang="en-US"/>
          </a:p>
        </p:txBody>
      </p:sp>
    </p:spTree>
    <p:extLst>
      <p:ext uri="{BB962C8B-B14F-4D97-AF65-F5344CB8AC3E}">
        <p14:creationId xmlns:p14="http://schemas.microsoft.com/office/powerpoint/2010/main" val="104904143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D02363-94A0-193D-8849-A4CD48FE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A73402-3832-CA15-1DF1-6B337DB0208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AA69B27C-AE05-C34A-460E-1A467F8612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76E6728-E1DE-4DEF-2A20-5E688E5F2272}"/>
              </a:ext>
            </a:extLst>
          </p:cNvPr>
          <p:cNvSpPr>
            <a:spLocks noGrp="1"/>
          </p:cNvSpPr>
          <p:nvPr>
            <p:ph type="sldNum" sz="quarter" idx="5"/>
          </p:nvPr>
        </p:nvSpPr>
        <p:spPr/>
        <p:txBody>
          <a:bodyPr/>
          <a:lstStyle/>
          <a:p>
            <a:fld id="{5F818A67-DE81-4BE5-A09A-01BC8A96D5BB}" type="slidenum">
              <a:rPr lang="en-US" smtClean="0"/>
              <a:t>19</a:t>
            </a:fld>
            <a:endParaRPr lang="en-US"/>
          </a:p>
        </p:txBody>
      </p:sp>
    </p:spTree>
    <p:extLst>
      <p:ext uri="{BB962C8B-B14F-4D97-AF65-F5344CB8AC3E}">
        <p14:creationId xmlns:p14="http://schemas.microsoft.com/office/powerpoint/2010/main" val="20913148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20</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9B74D0-D257-F9B9-CD0C-6765ECFE03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A018C6-19A7-3481-D59B-8F42C06776B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021FF3B-7D53-F946-9104-792F8C23A0B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9E05FD10-FB96-52C6-AA1E-F40F398D9E8D}"/>
              </a:ext>
            </a:extLst>
          </p:cNvPr>
          <p:cNvSpPr>
            <a:spLocks noGrp="1"/>
          </p:cNvSpPr>
          <p:nvPr>
            <p:ph type="sldNum" sz="quarter" idx="5"/>
          </p:nvPr>
        </p:nvSpPr>
        <p:spPr/>
        <p:txBody>
          <a:bodyPr/>
          <a:lstStyle/>
          <a:p>
            <a:fld id="{5F818A67-DE81-4BE5-A09A-01BC8A96D5BB}" type="slidenum">
              <a:rPr lang="en-US" smtClean="0"/>
              <a:t>21</a:t>
            </a:fld>
            <a:endParaRPr lang="en-US"/>
          </a:p>
        </p:txBody>
      </p:sp>
    </p:spTree>
    <p:extLst>
      <p:ext uri="{BB962C8B-B14F-4D97-AF65-F5344CB8AC3E}">
        <p14:creationId xmlns:p14="http://schemas.microsoft.com/office/powerpoint/2010/main" val="12737821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4BB26F-9AFE-5470-7D6D-5C520D4E6B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4B700E-64FC-BCF3-7CEF-E10B7DC1923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21EECFA1-5399-3134-1367-0B37BE108452}"/>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5C52AA24-08FB-A288-0023-EE5D0D847B97}"/>
              </a:ext>
            </a:extLst>
          </p:cNvPr>
          <p:cNvSpPr>
            <a:spLocks noGrp="1"/>
          </p:cNvSpPr>
          <p:nvPr>
            <p:ph type="sldNum" sz="quarter" idx="5"/>
          </p:nvPr>
        </p:nvSpPr>
        <p:spPr/>
        <p:txBody>
          <a:bodyPr/>
          <a:lstStyle/>
          <a:p>
            <a:fld id="{5F818A67-DE81-4BE5-A09A-01BC8A96D5BB}" type="slidenum">
              <a:rPr lang="en-US" smtClean="0"/>
              <a:t>22</a:t>
            </a:fld>
            <a:endParaRPr lang="en-US"/>
          </a:p>
        </p:txBody>
      </p:sp>
    </p:spTree>
    <p:extLst>
      <p:ext uri="{BB962C8B-B14F-4D97-AF65-F5344CB8AC3E}">
        <p14:creationId xmlns:p14="http://schemas.microsoft.com/office/powerpoint/2010/main" val="222200178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CE9082-18D2-760F-B5FB-F7841F6C9BB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5DEF3DC-FBFB-0F19-6340-541C26CD5339}"/>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9DF7C19D-699C-C6DE-407E-1404316443F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8816F076-5CF3-E08F-551E-00D896E90A64}"/>
              </a:ext>
            </a:extLst>
          </p:cNvPr>
          <p:cNvSpPr>
            <a:spLocks noGrp="1"/>
          </p:cNvSpPr>
          <p:nvPr>
            <p:ph type="sldNum" sz="quarter" idx="5"/>
          </p:nvPr>
        </p:nvSpPr>
        <p:spPr/>
        <p:txBody>
          <a:bodyPr/>
          <a:lstStyle/>
          <a:p>
            <a:fld id="{5F818A67-DE81-4BE5-A09A-01BC8A96D5BB}" type="slidenum">
              <a:rPr lang="en-US" smtClean="0"/>
              <a:t>23</a:t>
            </a:fld>
            <a:endParaRPr lang="en-US"/>
          </a:p>
        </p:txBody>
      </p:sp>
    </p:spTree>
    <p:extLst>
      <p:ext uri="{BB962C8B-B14F-4D97-AF65-F5344CB8AC3E}">
        <p14:creationId xmlns:p14="http://schemas.microsoft.com/office/powerpoint/2010/main" val="35750282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C18800-D2E8-3A8F-2BDB-EAF665260D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4417F9-0B9C-78CA-8B69-CF13D96978EB}"/>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44516861-9E37-C2AA-9822-E71BC1ABC8CF}"/>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5D8D06F-3DE4-5031-547A-23CC7852F764}"/>
              </a:ext>
            </a:extLst>
          </p:cNvPr>
          <p:cNvSpPr>
            <a:spLocks noGrp="1"/>
          </p:cNvSpPr>
          <p:nvPr>
            <p:ph type="sldNum" sz="quarter" idx="5"/>
          </p:nvPr>
        </p:nvSpPr>
        <p:spPr/>
        <p:txBody>
          <a:bodyPr/>
          <a:lstStyle/>
          <a:p>
            <a:fld id="{5F818A67-DE81-4BE5-A09A-01BC8A96D5BB}" type="slidenum">
              <a:rPr lang="en-US" smtClean="0"/>
              <a:t>24</a:t>
            </a:fld>
            <a:endParaRPr lang="en-US"/>
          </a:p>
        </p:txBody>
      </p:sp>
    </p:spTree>
    <p:extLst>
      <p:ext uri="{BB962C8B-B14F-4D97-AF65-F5344CB8AC3E}">
        <p14:creationId xmlns:p14="http://schemas.microsoft.com/office/powerpoint/2010/main" val="260976712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F818A67-DE81-4BE5-A09A-01BC8A96D5BB}" type="slidenum">
              <a:rPr lang="en-US" smtClean="0"/>
              <a:t>26</a:t>
            </a:fld>
            <a:endParaRPr lang="en-US"/>
          </a:p>
        </p:txBody>
      </p:sp>
    </p:spTree>
    <p:extLst>
      <p:ext uri="{BB962C8B-B14F-4D97-AF65-F5344CB8AC3E}">
        <p14:creationId xmlns:p14="http://schemas.microsoft.com/office/powerpoint/2010/main" val="27736224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6301F3-93AA-0320-D4DB-2ACDFFBDAB5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A345BC-FDFD-9FB5-F3CF-71B729E248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BBF544-F98B-C9BB-DF1D-10DB1B5F81D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3FD0B76-F760-642E-7264-2ECA7CC4A7D4}"/>
              </a:ext>
            </a:extLst>
          </p:cNvPr>
          <p:cNvSpPr>
            <a:spLocks noGrp="1"/>
          </p:cNvSpPr>
          <p:nvPr>
            <p:ph type="sldNum" sz="quarter" idx="5"/>
          </p:nvPr>
        </p:nvSpPr>
        <p:spPr/>
        <p:txBody>
          <a:bodyPr/>
          <a:lstStyle/>
          <a:p>
            <a:fld id="{5F818A67-DE81-4BE5-A09A-01BC8A96D5BB}" type="slidenum">
              <a:rPr lang="en-US" smtClean="0"/>
              <a:t>27</a:t>
            </a:fld>
            <a:endParaRPr lang="en-US"/>
          </a:p>
        </p:txBody>
      </p:sp>
    </p:spTree>
    <p:extLst>
      <p:ext uri="{BB962C8B-B14F-4D97-AF65-F5344CB8AC3E}">
        <p14:creationId xmlns:p14="http://schemas.microsoft.com/office/powerpoint/2010/main" val="187318089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09E046-5A27-45A4-899E-9A201E08B5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7C8B8D-FCB5-9AF6-C690-B6C7284106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AF30D4-A7FA-EEA5-E8E1-DF0945113E2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34660CB-9B37-21FB-C160-8467BF66AC16}"/>
              </a:ext>
            </a:extLst>
          </p:cNvPr>
          <p:cNvSpPr>
            <a:spLocks noGrp="1"/>
          </p:cNvSpPr>
          <p:nvPr>
            <p:ph type="sldNum" sz="quarter" idx="5"/>
          </p:nvPr>
        </p:nvSpPr>
        <p:spPr/>
        <p:txBody>
          <a:bodyPr/>
          <a:lstStyle/>
          <a:p>
            <a:fld id="{5F818A67-DE81-4BE5-A09A-01BC8A96D5BB}" type="slidenum">
              <a:rPr lang="en-US" smtClean="0"/>
              <a:t>28</a:t>
            </a:fld>
            <a:endParaRPr lang="en-US"/>
          </a:p>
        </p:txBody>
      </p:sp>
    </p:spTree>
    <p:extLst>
      <p:ext uri="{BB962C8B-B14F-4D97-AF65-F5344CB8AC3E}">
        <p14:creationId xmlns:p14="http://schemas.microsoft.com/office/powerpoint/2010/main" val="22674443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6FAFAE-4088-DB20-7DB7-EB253B6D67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804330-7530-585C-A76A-3368B7E5BE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0D3F16F-1B04-13CE-D632-9C1778A19E10}"/>
              </a:ext>
            </a:extLst>
          </p:cNvPr>
          <p:cNvSpPr>
            <a:spLocks noGrp="1"/>
          </p:cNvSpPr>
          <p:nvPr>
            <p:ph type="body" idx="1"/>
          </p:nvPr>
        </p:nvSpPr>
        <p:spPr/>
        <p:txBody>
          <a:bodyPr/>
          <a:lstStyle/>
          <a:p>
            <a:r>
              <a:rPr lang="en-US" dirty="0">
                <a:effectLst/>
              </a:rPr>
              <a:t>[1] B. Alberts, D. Bray, and K. Hopkin, </a:t>
            </a:r>
            <a:r>
              <a:rPr lang="en-US" i="1" dirty="0">
                <a:effectLst/>
              </a:rPr>
              <a:t>Essential Cell Biology</a:t>
            </a:r>
            <a:r>
              <a:rPr lang="en-US" dirty="0">
                <a:effectLst/>
              </a:rPr>
              <a:t>, 4th rev ed. edition. New York, NY: Norton &amp; Company, 2014.</a:t>
            </a:r>
          </a:p>
          <a:p>
            <a:endParaRPr lang="en-US" dirty="0"/>
          </a:p>
        </p:txBody>
      </p:sp>
      <p:sp>
        <p:nvSpPr>
          <p:cNvPr id="4" name="Slide Number Placeholder 3">
            <a:extLst>
              <a:ext uri="{FF2B5EF4-FFF2-40B4-BE49-F238E27FC236}">
                <a16:creationId xmlns:a16="http://schemas.microsoft.com/office/drawing/2014/main" id="{EC3B43EB-C772-DF7D-98FA-562308E1254F}"/>
              </a:ext>
            </a:extLst>
          </p:cNvPr>
          <p:cNvSpPr>
            <a:spLocks noGrp="1"/>
          </p:cNvSpPr>
          <p:nvPr>
            <p:ph type="sldNum" sz="quarter" idx="5"/>
          </p:nvPr>
        </p:nvSpPr>
        <p:spPr/>
        <p:txBody>
          <a:bodyPr/>
          <a:lstStyle/>
          <a:p>
            <a:fld id="{5F818A67-DE81-4BE5-A09A-01BC8A96D5BB}" type="slidenum">
              <a:rPr lang="en-US" smtClean="0"/>
              <a:t>29</a:t>
            </a:fld>
            <a:endParaRPr lang="en-US"/>
          </a:p>
        </p:txBody>
      </p:sp>
    </p:spTree>
    <p:extLst>
      <p:ext uri="{BB962C8B-B14F-4D97-AF65-F5344CB8AC3E}">
        <p14:creationId xmlns:p14="http://schemas.microsoft.com/office/powerpoint/2010/main" val="371024797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E8C523-BA59-612A-6488-2506B40A4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BEB2B2A-B54B-A0E3-8C52-E1FF9029218E}"/>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D71D4-62D5-E625-3D10-708FEFCC061E}"/>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8EA91E3-E0D6-AEB7-CF9F-1322CB51887A}"/>
              </a:ext>
            </a:extLst>
          </p:cNvPr>
          <p:cNvSpPr>
            <a:spLocks noGrp="1"/>
          </p:cNvSpPr>
          <p:nvPr>
            <p:ph type="sldNum" sz="quarter" idx="5"/>
          </p:nvPr>
        </p:nvSpPr>
        <p:spPr/>
        <p:txBody>
          <a:bodyPr/>
          <a:lstStyle/>
          <a:p>
            <a:fld id="{5F818A67-DE81-4BE5-A09A-01BC8A96D5BB}" type="slidenum">
              <a:rPr lang="en-US" smtClean="0"/>
              <a:t>30</a:t>
            </a:fld>
            <a:endParaRPr lang="en-US"/>
          </a:p>
        </p:txBody>
      </p:sp>
    </p:spTree>
    <p:extLst>
      <p:ext uri="{BB962C8B-B14F-4D97-AF65-F5344CB8AC3E}">
        <p14:creationId xmlns:p14="http://schemas.microsoft.com/office/powerpoint/2010/main" val="115467244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FBEA9E-9443-C3AB-A8E5-EE997ACDD1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9F2E51-D1D5-04FA-DBDA-045303106D58}"/>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D9C4C0D6-5DE8-B6D6-B365-B39BBCCEA248}"/>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CA4A601F-F388-3C4D-9698-2BCC29B096EB}"/>
              </a:ext>
            </a:extLst>
          </p:cNvPr>
          <p:cNvSpPr>
            <a:spLocks noGrp="1"/>
          </p:cNvSpPr>
          <p:nvPr>
            <p:ph type="sldNum" sz="quarter" idx="5"/>
          </p:nvPr>
        </p:nvSpPr>
        <p:spPr/>
        <p:txBody>
          <a:bodyPr/>
          <a:lstStyle/>
          <a:p>
            <a:fld id="{5F818A67-DE81-4BE5-A09A-01BC8A96D5BB}" type="slidenum">
              <a:rPr lang="en-US" smtClean="0"/>
              <a:t>31</a:t>
            </a:fld>
            <a:endParaRPr lang="en-US"/>
          </a:p>
        </p:txBody>
      </p:sp>
    </p:spTree>
    <p:extLst>
      <p:ext uri="{BB962C8B-B14F-4D97-AF65-F5344CB8AC3E}">
        <p14:creationId xmlns:p14="http://schemas.microsoft.com/office/powerpoint/2010/main" val="27823982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6A8CCB-0F89-5E6C-2B3A-F0B41842D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8DD812-1F22-A757-0517-006322AE5D22}"/>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6BF823A-0A14-CA6A-4388-129C5A043654}"/>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AD240BE0-4EFB-442F-35E3-FCBED9FC7FFD}"/>
              </a:ext>
            </a:extLst>
          </p:cNvPr>
          <p:cNvSpPr>
            <a:spLocks noGrp="1"/>
          </p:cNvSpPr>
          <p:nvPr>
            <p:ph type="sldNum" sz="quarter" idx="5"/>
          </p:nvPr>
        </p:nvSpPr>
        <p:spPr/>
        <p:txBody>
          <a:bodyPr/>
          <a:lstStyle/>
          <a:p>
            <a:fld id="{5F818A67-DE81-4BE5-A09A-01BC8A96D5BB}" type="slidenum">
              <a:rPr lang="en-US" smtClean="0"/>
              <a:t>32</a:t>
            </a:fld>
            <a:endParaRPr lang="en-US"/>
          </a:p>
        </p:txBody>
      </p:sp>
    </p:spTree>
    <p:extLst>
      <p:ext uri="{BB962C8B-B14F-4D97-AF65-F5344CB8AC3E}">
        <p14:creationId xmlns:p14="http://schemas.microsoft.com/office/powerpoint/2010/main" val="28121355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4821F6-12C9-547B-75B1-5C5F90C97F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75459E-BC74-323B-C617-72532C415B87}"/>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B6F0692A-8BF8-2144-03E5-5192C227B2FC}"/>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33312563-413A-7AAD-D905-9B3D15694317}"/>
              </a:ext>
            </a:extLst>
          </p:cNvPr>
          <p:cNvSpPr>
            <a:spLocks noGrp="1"/>
          </p:cNvSpPr>
          <p:nvPr>
            <p:ph type="sldNum" sz="quarter" idx="5"/>
          </p:nvPr>
        </p:nvSpPr>
        <p:spPr/>
        <p:txBody>
          <a:bodyPr/>
          <a:lstStyle/>
          <a:p>
            <a:fld id="{5F818A67-DE81-4BE5-A09A-01BC8A96D5BB}" type="slidenum">
              <a:rPr lang="en-US" smtClean="0"/>
              <a:t>33</a:t>
            </a:fld>
            <a:endParaRPr lang="en-US"/>
          </a:p>
        </p:txBody>
      </p:sp>
    </p:spTree>
    <p:extLst>
      <p:ext uri="{BB962C8B-B14F-4D97-AF65-F5344CB8AC3E}">
        <p14:creationId xmlns:p14="http://schemas.microsoft.com/office/powerpoint/2010/main" val="69290053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EE7C20-BBE2-FDB2-5DC8-D8F44D9637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E8E56B8-09EF-3D77-53D9-7BC66F86B4D0}"/>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EF3C47A7-494D-5C09-D262-FD2978AA833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0C372C31-FC2C-A3E8-0A41-B160BEC69218}"/>
              </a:ext>
            </a:extLst>
          </p:cNvPr>
          <p:cNvSpPr>
            <a:spLocks noGrp="1"/>
          </p:cNvSpPr>
          <p:nvPr>
            <p:ph type="sldNum" sz="quarter" idx="5"/>
          </p:nvPr>
        </p:nvSpPr>
        <p:spPr/>
        <p:txBody>
          <a:bodyPr/>
          <a:lstStyle/>
          <a:p>
            <a:fld id="{5F818A67-DE81-4BE5-A09A-01BC8A96D5BB}" type="slidenum">
              <a:rPr lang="en-US" smtClean="0"/>
              <a:t>34</a:t>
            </a:fld>
            <a:endParaRPr lang="en-US"/>
          </a:p>
        </p:txBody>
      </p:sp>
    </p:spTree>
    <p:extLst>
      <p:ext uri="{BB962C8B-B14F-4D97-AF65-F5344CB8AC3E}">
        <p14:creationId xmlns:p14="http://schemas.microsoft.com/office/powerpoint/2010/main" val="21960199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choose this combination for E3, as it relates with the metabolites of the highest concentration</a:t>
            </a:r>
          </a:p>
        </p:txBody>
      </p:sp>
      <p:sp>
        <p:nvSpPr>
          <p:cNvPr id="4" name="Slide Number Placeholder 3"/>
          <p:cNvSpPr>
            <a:spLocks noGrp="1"/>
          </p:cNvSpPr>
          <p:nvPr>
            <p:ph type="sldNum" sz="quarter" idx="5"/>
          </p:nvPr>
        </p:nvSpPr>
        <p:spPr/>
        <p:txBody>
          <a:bodyPr/>
          <a:lstStyle/>
          <a:p>
            <a:fld id="{5F818A67-DE81-4BE5-A09A-01BC8A96D5BB}" type="slidenum">
              <a:rPr lang="en-US" smtClean="0"/>
              <a:t>36</a:t>
            </a:fld>
            <a:endParaRPr lang="en-US"/>
          </a:p>
        </p:txBody>
      </p:sp>
    </p:spTree>
    <p:extLst>
      <p:ext uri="{BB962C8B-B14F-4D97-AF65-F5344CB8AC3E}">
        <p14:creationId xmlns:p14="http://schemas.microsoft.com/office/powerpoint/2010/main" val="423264568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F2234B-9D30-E288-DD98-966E75B17F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09F8EF-038B-3C3E-A0C3-9DE8710C6B71}"/>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8AEE57BA-2CAF-A4D5-3C9B-F1A4D626CD0A}"/>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EF1969D6-C267-71A3-B4D8-D3242C7960AC}"/>
              </a:ext>
            </a:extLst>
          </p:cNvPr>
          <p:cNvSpPr>
            <a:spLocks noGrp="1"/>
          </p:cNvSpPr>
          <p:nvPr>
            <p:ph type="sldNum" sz="quarter" idx="5"/>
          </p:nvPr>
        </p:nvSpPr>
        <p:spPr/>
        <p:txBody>
          <a:bodyPr/>
          <a:lstStyle/>
          <a:p>
            <a:fld id="{5F818A67-DE81-4BE5-A09A-01BC8A96D5BB}" type="slidenum">
              <a:rPr lang="en-US" smtClean="0"/>
              <a:t>39</a:t>
            </a:fld>
            <a:endParaRPr lang="en-US"/>
          </a:p>
        </p:txBody>
      </p:sp>
    </p:spTree>
    <p:extLst>
      <p:ext uri="{BB962C8B-B14F-4D97-AF65-F5344CB8AC3E}">
        <p14:creationId xmlns:p14="http://schemas.microsoft.com/office/powerpoint/2010/main" val="368266060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05572-6063-7C16-16E8-29879B1D7BC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2EE637-7715-1373-4493-02CFD416B33F}"/>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 </a:t>
                </a:r>
                <a:r>
                  <a:rPr lang="es-ES" dirty="0" err="1"/>
                  <a:t>list</a:t>
                </a:r>
                <a:r>
                  <a:rPr lang="es-ES" dirty="0"/>
                  <a:t> </a:t>
                </a:r>
                <a:r>
                  <a:rPr lang="es-ES" dirty="0" err="1"/>
                  <a:t>producers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𝑃</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&gt;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𝐶</m:t>
                    </m:r>
                  </m:oMath>
                </a14:m>
                <a:r>
                  <a:rPr lang="es-ES" dirty="0"/>
                  <a:t>(</a:t>
                </a:r>
                <a:r>
                  <a:rPr lang="es-ES" dirty="0" err="1"/>
                  <a:t>reactions</a:t>
                </a:r>
                <a:r>
                  <a:rPr lang="es-ES" dirty="0"/>
                  <a:t> </a:t>
                </a:r>
                <a:r>
                  <a:rPr lang="es-ES" dirty="0" err="1"/>
                  <a:t>with</a:t>
                </a:r>
                <a:r>
                  <a:rPr lang="es-ES" dirty="0"/>
                  <a:t>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𝑆</m:t>
                        </m:r>
                      </m:e>
                      <m:sub>
                        <m:r>
                          <a:rPr lang="ar-AE" sz="1200" i="1" kern="1200">
                            <a:solidFill>
                              <a:schemeClr val="tx1"/>
                            </a:solidFill>
                            <a:latin typeface="Cambria Math" panose="02040503050406030204" pitchFamily="18" charset="0"/>
                            <a:ea typeface="+mn-ea"/>
                            <a:cs typeface="+mn-cs"/>
                          </a:rPr>
                          <m:t>𝑚</m:t>
                        </m:r>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𝑗</m:t>
                        </m:r>
                      </m:sub>
                    </m:sSub>
                    <m:r>
                      <a:rPr lang="ar-AE" sz="1200" i="0" kern="1200">
                        <a:solidFill>
                          <a:schemeClr val="tx1"/>
                        </a:solidFill>
                        <a:latin typeface="Cambria Math" panose="02040503050406030204" pitchFamily="18" charset="0"/>
                        <a:ea typeface="+mn-ea"/>
                        <a:cs typeface="+mn-cs"/>
                      </a:rPr>
                      <m:t>&lt;</m:t>
                    </m:r>
                    <m:r>
                      <a:rPr lang="ar-AE" sz="1200" i="0" kern="1200">
                        <a:solidFill>
                          <a:schemeClr val="tx1"/>
                        </a:solidFill>
                        <a:latin typeface="Cambria Math" panose="02040503050406030204" pitchFamily="18" charset="0"/>
                        <a:ea typeface="+mn-ea"/>
                        <a:cs typeface="+mn-cs"/>
                      </a:rPr>
                      <m:t>0</m:t>
                    </m:r>
                  </m:oMath>
                </a14:m>
                <a:r>
                  <a:rPr lang="ar-AE" dirty="0"/>
                  <a:t>)</a:t>
                </a:r>
              </a:p>
              <a:p>
                <a:pPr marL="171450" indent="-171450">
                  <a:buFont typeface="Arial" panose="020B0604020202020204" pitchFamily="34" charset="0"/>
                  <a:buChar char="•"/>
                </a:pPr>
                <a:r>
                  <a:rPr lang="es-ES" dirty="0" err="1"/>
                  <a:t>If</a:t>
                </a:r>
                <a:r>
                  <a:rPr lang="es-ES" dirty="0"/>
                  <a:t>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𝑃</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2</m:t>
                    </m:r>
                  </m:oMath>
                </a14:m>
                <a:r>
                  <a:rPr lang="es-ES" dirty="0"/>
                  <a:t>and </a:t>
                </a:r>
                <a14:m>
                  <m:oMath xmlns:m="http://schemas.openxmlformats.org/officeDocument/2006/math">
                    <m:r>
                      <a:rPr lang="es-ES" sz="1200" kern="1200">
                        <a:solidFill>
                          <a:schemeClr val="tx1"/>
                        </a:solidFill>
                        <a:latin typeface="Cambria Math" panose="02040503050406030204" pitchFamily="18" charset="0"/>
                        <a:ea typeface="+mn-ea"/>
                        <a:cs typeface="+mn-cs"/>
                      </a:rPr>
                      <m:t>∣</m:t>
                    </m:r>
                    <m:r>
                      <a:rPr lang="es-ES" sz="1200" i="1" kern="1200">
                        <a:solidFill>
                          <a:schemeClr val="tx1"/>
                        </a:solidFill>
                        <a:latin typeface="Cambria Math" panose="02040503050406030204" pitchFamily="18" charset="0"/>
                        <a:ea typeface="+mn-ea"/>
                        <a:cs typeface="+mn-cs"/>
                      </a:rPr>
                      <m:t>𝐶</m:t>
                    </m:r>
                    <m:r>
                      <a:rPr lang="es-ES" sz="1200" i="0" kern="1200">
                        <a:solidFill>
                          <a:schemeClr val="tx1"/>
                        </a:solidFill>
                        <a:latin typeface="Cambria Math" panose="02040503050406030204" pitchFamily="18" charset="0"/>
                        <a:ea typeface="+mn-ea"/>
                        <a:cs typeface="+mn-cs"/>
                      </a:rPr>
                      <m:t>∣≥</m:t>
                    </m:r>
                    <m:r>
                      <a:rPr lang="es-ES" sz="1200" i="0" kern="1200">
                        <a:solidFill>
                          <a:schemeClr val="tx1"/>
                        </a:solidFill>
                        <a:latin typeface="Cambria Math" panose="02040503050406030204" pitchFamily="18" charset="0"/>
                        <a:ea typeface="+mn-ea"/>
                        <a:cs typeface="+mn-cs"/>
                      </a:rPr>
                      <m:t>1</m:t>
                    </m:r>
                  </m:oMath>
                </a14:m>
                <a:r>
                  <a:rPr lang="es-ES" dirty="0"/>
                  <a:t>, </a:t>
                </a:r>
                <a:r>
                  <a:rPr lang="es-ES" dirty="0" err="1"/>
                  <a:t>check</a:t>
                </a:r>
                <a:r>
                  <a:rPr lang="es-ES" dirty="0"/>
                  <a:t> candidate outputs </a:t>
                </a:r>
                <a14:m>
                  <m:oMath xmlns:m="http://schemas.openxmlformats.org/officeDocument/2006/math">
                    <m:sSub>
                      <m:sSubPr>
                        <m:ctrlPr>
                          <a:rPr lang="ar-AE" sz="1200" i="1" kern="1200">
                            <a:solidFill>
                              <a:schemeClr val="tx1"/>
                            </a:solidFill>
                            <a:latin typeface="Cambria Math" panose="02040503050406030204" pitchFamily="18" charset="0"/>
                            <a:ea typeface="+mn-ea"/>
                            <a:cs typeface="+mn-cs"/>
                          </a:rPr>
                        </m:ctrlPr>
                      </m:sSubPr>
                      <m:e>
                        <m:r>
                          <a:rPr lang="ar-AE" sz="1200" i="1" kern="1200">
                            <a:solidFill>
                              <a:schemeClr val="tx1"/>
                            </a:solidFill>
                            <a:latin typeface="Cambria Math" panose="02040503050406030204" pitchFamily="18" charset="0"/>
                            <a:ea typeface="+mn-ea"/>
                            <a:cs typeface="+mn-cs"/>
                          </a:rPr>
                          <m:t>𝑟</m:t>
                        </m:r>
                      </m:e>
                      <m:sub>
                        <m:r>
                          <a:rPr lang="ar-AE" sz="1200" i="0" kern="1200">
                            <a:solidFill>
                              <a:schemeClr val="tx1"/>
                            </a:solidFill>
                            <a:latin typeface="Cambria Math" panose="02040503050406030204" pitchFamily="18" charset="0"/>
                            <a:ea typeface="+mn-ea"/>
                            <a:cs typeface="+mn-cs"/>
                          </a:rPr>
                          <m:t>3</m:t>
                        </m:r>
                      </m:sub>
                    </m:sSub>
                    <m:r>
                      <a:rPr lang="ar-AE" sz="1200" i="0" kern="1200">
                        <a:solidFill>
                          <a:schemeClr val="tx1"/>
                        </a:solidFill>
                        <a:latin typeface="Cambria Math" panose="02040503050406030204" pitchFamily="18" charset="0"/>
                        <a:ea typeface="+mn-ea"/>
                        <a:cs typeface="+mn-cs"/>
                      </a:rPr>
                      <m:t>∈</m:t>
                    </m:r>
                    <m:r>
                      <a:rPr lang="ar-AE" sz="1200" i="1" kern="1200">
                        <a:solidFill>
                          <a:schemeClr val="tx1"/>
                        </a:solidFill>
                        <a:latin typeface="Cambria Math" panose="02040503050406030204" pitchFamily="18" charset="0"/>
                        <a:ea typeface="+mn-ea"/>
                        <a:cs typeface="+mn-cs"/>
                      </a:rPr>
                      <m:t>𝐶</m:t>
                    </m:r>
                  </m:oMath>
                </a14:m>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14:m>
                  <m:oMath xmlns:m="http://schemas.openxmlformats.org/officeDocument/2006/math">
                    <m:r>
                      <a:rPr lang="es-ES" sz="1200" i="1" kern="1200">
                        <a:solidFill>
                          <a:schemeClr val="tx1"/>
                        </a:solidFill>
                        <a:latin typeface="Cambria Math" panose="02040503050406030204" pitchFamily="18" charset="0"/>
                        <a:ea typeface="+mn-ea"/>
                        <a:cs typeface="+mn-cs"/>
                      </a:rPr>
                      <m:t>𝑚</m:t>
                    </m:r>
                  </m:oMath>
                </a14:m>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Choice>
        <mc:Fallback xmlns="">
          <p:sp>
            <p:nvSpPr>
              <p:cNvPr id="3" name="Notes Placeholder 2">
                <a:extLst>
                  <a:ext uri="{FF2B5EF4-FFF2-40B4-BE49-F238E27FC236}">
                    <a16:creationId xmlns:a16="http://schemas.microsoft.com/office/drawing/2014/main" id="{608074F7-E0BB-400B-67BA-E0BFC59D701B}"/>
                  </a:ext>
                </a:extLst>
              </p:cNvPr>
              <p:cNvSpPr>
                <a:spLocks noGrp="1"/>
              </p:cNvSpPr>
              <p:nvPr>
                <p:ph type="body" idx="1"/>
              </p:nvPr>
            </p:nvSpPr>
            <p:spPr/>
            <p:txBody>
              <a:bodyPr/>
              <a:lstStyle/>
              <a:p>
                <a:r>
                  <a:rPr lang="es-ES" dirty="0" err="1"/>
                  <a:t>Algorithm</a:t>
                </a:r>
                <a:endParaRPr lang="es-ES" dirty="0"/>
              </a:p>
              <a:p>
                <a:pPr marL="171450" indent="-171450">
                  <a:buFont typeface="Arial" panose="020B0604020202020204" pitchFamily="34" charset="0"/>
                  <a:buChar char="•"/>
                </a:pPr>
                <a:r>
                  <a:rPr lang="es-ES" dirty="0" err="1"/>
                  <a:t>For</a:t>
                </a:r>
                <a:r>
                  <a:rPr lang="es-ES" dirty="0"/>
                  <a:t> </a:t>
                </a:r>
                <a:r>
                  <a:rPr lang="es-ES" dirty="0" err="1"/>
                  <a:t>each</a:t>
                </a:r>
                <a:r>
                  <a:rPr lang="es-ES" dirty="0"/>
                  <a:t> </a:t>
                </a:r>
                <a:r>
                  <a:rPr lang="es-ES" dirty="0" err="1"/>
                  <a:t>metabolite</a:t>
                </a:r>
                <a:r>
                  <a:rPr lang="es-ES" dirty="0"/>
                  <a:t> </a:t>
                </a:r>
                <a:r>
                  <a:rPr lang="es-ES" sz="1200" i="0" kern="1200">
                    <a:solidFill>
                      <a:schemeClr val="tx1"/>
                    </a:solidFill>
                    <a:latin typeface="Cambria Math" panose="02040503050406030204" pitchFamily="18" charset="0"/>
                    <a:ea typeface="+mn-ea"/>
                    <a:cs typeface="+mn-cs"/>
                  </a:rPr>
                  <a:t>𝑚</a:t>
                </a:r>
                <a:r>
                  <a:rPr lang="es-ES" dirty="0"/>
                  <a:t>, </a:t>
                </a:r>
                <a:r>
                  <a:rPr lang="es-ES" dirty="0" err="1"/>
                  <a:t>list</a:t>
                </a:r>
                <a:r>
                  <a:rPr lang="es-ES" dirty="0"/>
                  <a:t> </a:t>
                </a:r>
                <a:r>
                  <a:rPr lang="es-ES" dirty="0" err="1"/>
                  <a:t>producers</a:t>
                </a:r>
                <a:r>
                  <a:rPr lang="es-ES" dirty="0"/>
                  <a:t> </a:t>
                </a:r>
                <a:r>
                  <a:rPr lang="es-ES" sz="1200" i="0" kern="1200">
                    <a:solidFill>
                      <a:schemeClr val="tx1"/>
                    </a:solidFill>
                    <a:latin typeface="Cambria Math" panose="02040503050406030204" pitchFamily="18" charset="0"/>
                    <a:ea typeface="+mn-ea"/>
                    <a:cs typeface="+mn-cs"/>
                  </a:rPr>
                  <a:t>𝑃</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𝑆_(𝑚,𝑗)&gt;0</a:t>
                </a:r>
                <a:r>
                  <a:rPr lang="ar-AE" dirty="0"/>
                  <a:t>)</a:t>
                </a:r>
              </a:p>
              <a:p>
                <a:pPr marL="171450" indent="-171450">
                  <a:buFont typeface="Arial" panose="020B0604020202020204" pitchFamily="34" charset="0"/>
                  <a:buChar char="•"/>
                </a:pPr>
                <a:r>
                  <a:rPr lang="es-ES" dirty="0" err="1"/>
                  <a:t>List</a:t>
                </a:r>
                <a:r>
                  <a:rPr lang="es-ES" dirty="0"/>
                  <a:t> </a:t>
                </a:r>
                <a:r>
                  <a:rPr lang="es-ES" dirty="0" err="1"/>
                  <a:t>consumers</a:t>
                </a:r>
                <a:r>
                  <a:rPr lang="es-ES" dirty="0"/>
                  <a:t> </a:t>
                </a:r>
                <a:r>
                  <a:rPr lang="es-ES" sz="1200" i="0" kern="1200">
                    <a:solidFill>
                      <a:schemeClr val="tx1"/>
                    </a:solidFill>
                    <a:latin typeface="Cambria Math" panose="02040503050406030204" pitchFamily="18" charset="0"/>
                    <a:ea typeface="+mn-ea"/>
                    <a:cs typeface="+mn-cs"/>
                  </a:rPr>
                  <a:t>𝐶</a:t>
                </a:r>
                <a:r>
                  <a:rPr lang="es-ES" dirty="0"/>
                  <a:t>(</a:t>
                </a:r>
                <a:r>
                  <a:rPr lang="es-ES" dirty="0" err="1"/>
                  <a:t>reactions</a:t>
                </a:r>
                <a:r>
                  <a:rPr lang="es-ES" dirty="0"/>
                  <a:t> </a:t>
                </a:r>
                <a:r>
                  <a:rPr lang="es-ES" dirty="0" err="1"/>
                  <a:t>with</a:t>
                </a:r>
                <a:r>
                  <a:rPr lang="es-ES" dirty="0"/>
                  <a:t> </a:t>
                </a:r>
                <a:r>
                  <a:rPr lang="ar-AE" sz="1200" i="0" kern="1200">
                    <a:solidFill>
                      <a:schemeClr val="tx1"/>
                    </a:solidFill>
                    <a:latin typeface="Cambria Math" panose="02040503050406030204" pitchFamily="18" charset="0"/>
                    <a:ea typeface="+mn-ea"/>
                    <a:cs typeface="+mn-cs"/>
                  </a:rPr>
                  <a:t>𝑆_(𝑚,𝑗)&lt;0</a:t>
                </a:r>
                <a:r>
                  <a:rPr lang="ar-AE" dirty="0"/>
                  <a:t>)</a:t>
                </a:r>
              </a:p>
              <a:p>
                <a:pPr marL="171450" indent="-171450">
                  <a:buFont typeface="Arial" panose="020B0604020202020204" pitchFamily="34" charset="0"/>
                  <a:buChar char="•"/>
                </a:pPr>
                <a:r>
                  <a:rPr lang="es-ES" dirty="0" err="1"/>
                  <a:t>If</a:t>
                </a:r>
                <a:r>
                  <a:rPr lang="es-ES" dirty="0"/>
                  <a:t> </a:t>
                </a:r>
                <a:r>
                  <a:rPr lang="es-ES" sz="1200" i="0" kern="1200">
                    <a:solidFill>
                      <a:schemeClr val="tx1"/>
                    </a:solidFill>
                    <a:latin typeface="Cambria Math" panose="02040503050406030204" pitchFamily="18" charset="0"/>
                    <a:ea typeface="+mn-ea"/>
                    <a:cs typeface="+mn-cs"/>
                  </a:rPr>
                  <a:t>∣𝑃∣≥2</a:t>
                </a:r>
                <a:r>
                  <a:rPr lang="es-ES" dirty="0"/>
                  <a:t>and </a:t>
                </a:r>
                <a:r>
                  <a:rPr lang="es-ES" sz="1200" i="0" kern="1200">
                    <a:solidFill>
                      <a:schemeClr val="tx1"/>
                    </a:solidFill>
                    <a:latin typeface="Cambria Math" panose="02040503050406030204" pitchFamily="18" charset="0"/>
                    <a:ea typeface="+mn-ea"/>
                    <a:cs typeface="+mn-cs"/>
                  </a:rPr>
                  <a:t>∣𝐶∣≥1</a:t>
                </a:r>
                <a:r>
                  <a:rPr lang="es-ES" dirty="0"/>
                  <a:t>, </a:t>
                </a:r>
                <a:r>
                  <a:rPr lang="es-ES" dirty="0" err="1"/>
                  <a:t>check</a:t>
                </a:r>
                <a:r>
                  <a:rPr lang="es-ES" dirty="0"/>
                  <a:t> candidate outputs </a:t>
                </a:r>
                <a:r>
                  <a:rPr lang="ar-AE" sz="1200" i="0" kern="1200">
                    <a:solidFill>
                      <a:schemeClr val="tx1"/>
                    </a:solidFill>
                    <a:latin typeface="Cambria Math" panose="02040503050406030204" pitchFamily="18" charset="0"/>
                    <a:ea typeface="+mn-ea"/>
                    <a:cs typeface="+mn-cs"/>
                  </a:rPr>
                  <a:t>𝑟_3∈𝐶</a:t>
                </a:r>
                <a:endParaRPr lang="ar-AE" dirty="0"/>
              </a:p>
              <a:p>
                <a:pPr marL="171450" indent="-171450">
                  <a:buFont typeface="Arial" panose="020B0604020202020204" pitchFamily="34" charset="0"/>
                  <a:buChar char="•"/>
                </a:pPr>
                <a:r>
                  <a:rPr lang="es-ES" dirty="0" err="1"/>
                  <a:t>Prefer</a:t>
                </a:r>
                <a:r>
                  <a:rPr lang="es-ES" dirty="0"/>
                  <a:t> cases </a:t>
                </a:r>
                <a:r>
                  <a:rPr lang="es-ES" dirty="0" err="1"/>
                  <a:t>where</a:t>
                </a:r>
                <a:r>
                  <a:rPr lang="es-ES" dirty="0"/>
                  <a:t> </a:t>
                </a:r>
                <a:r>
                  <a:rPr lang="es-ES" sz="1200" i="0" kern="1200">
                    <a:solidFill>
                      <a:schemeClr val="tx1"/>
                    </a:solidFill>
                    <a:latin typeface="Cambria Math" panose="02040503050406030204" pitchFamily="18" charset="0"/>
                    <a:ea typeface="+mn-ea"/>
                    <a:cs typeface="+mn-cs"/>
                  </a:rPr>
                  <a:t>𝑚</a:t>
                </a:r>
                <a:r>
                  <a:rPr lang="es-ES" dirty="0"/>
                  <a:t>has </a:t>
                </a:r>
                <a:r>
                  <a:rPr lang="es-ES" b="1" dirty="0" err="1"/>
                  <a:t>exactly</a:t>
                </a:r>
                <a:r>
                  <a:rPr lang="es-ES" dirty="0"/>
                  <a:t> 2 </a:t>
                </a:r>
                <a:r>
                  <a:rPr lang="es-ES" dirty="0" err="1"/>
                  <a:t>producers</a:t>
                </a:r>
                <a:r>
                  <a:rPr lang="es-ES" dirty="0"/>
                  <a:t> and 1 </a:t>
                </a:r>
                <a:r>
                  <a:rPr lang="es-ES" dirty="0" err="1"/>
                  <a:t>consumer</a:t>
                </a:r>
                <a:r>
                  <a:rPr lang="es-ES" dirty="0"/>
                  <a:t> (</a:t>
                </a:r>
                <a:r>
                  <a:rPr lang="es-ES" dirty="0" err="1"/>
                  <a:t>tightest</a:t>
                </a:r>
                <a:r>
                  <a:rPr lang="es-ES" dirty="0"/>
                  <a:t> “</a:t>
                </a:r>
                <a:r>
                  <a:rPr lang="es-ES" dirty="0" err="1"/>
                  <a:t>adder</a:t>
                </a:r>
                <a:r>
                  <a:rPr lang="es-ES" dirty="0"/>
                  <a:t>”)</a:t>
                </a:r>
              </a:p>
              <a:p>
                <a:pPr marL="171450" indent="-171450">
                  <a:buFont typeface="Arial" panose="020B0604020202020204" pitchFamily="34" charset="0"/>
                  <a:buChar char="•"/>
                </a:pPr>
                <a:r>
                  <a:rPr lang="es-ES" dirty="0" err="1"/>
                  <a:t>Intersect</a:t>
                </a:r>
                <a:r>
                  <a:rPr lang="es-ES" dirty="0"/>
                  <a:t> </a:t>
                </a:r>
                <a:r>
                  <a:rPr lang="es-ES" dirty="0" err="1"/>
                  <a:t>producers</a:t>
                </a:r>
                <a:r>
                  <a:rPr lang="es-ES" dirty="0"/>
                  <a:t> </a:t>
                </a:r>
                <a:r>
                  <a:rPr lang="es-ES" dirty="0" err="1"/>
                  <a:t>with</a:t>
                </a:r>
                <a:r>
                  <a:rPr lang="es-ES" dirty="0"/>
                  <a:t> </a:t>
                </a:r>
                <a:r>
                  <a:rPr lang="es-ES" dirty="0" err="1"/>
                  <a:t>your</a:t>
                </a:r>
                <a:r>
                  <a:rPr lang="es-ES" dirty="0"/>
                  <a:t> </a:t>
                </a:r>
                <a:r>
                  <a:rPr lang="es-ES" b="1" dirty="0"/>
                  <a:t>single-gene </a:t>
                </a:r>
                <a:r>
                  <a:rPr lang="es-ES" b="1" dirty="0" err="1"/>
                  <a:t>reaction</a:t>
                </a:r>
                <a:r>
                  <a:rPr lang="es-ES" b="1" dirty="0"/>
                  <a:t> </a:t>
                </a:r>
                <a:r>
                  <a:rPr lang="es-ES" b="1" dirty="0" err="1"/>
                  <a:t>list</a:t>
                </a:r>
                <a:r>
                  <a:rPr lang="es-ES" dirty="0"/>
                  <a:t> (</a:t>
                </a:r>
                <a:r>
                  <a:rPr lang="es-ES" dirty="0" err="1"/>
                  <a:t>your</a:t>
                </a:r>
                <a:r>
                  <a:rPr lang="es-ES" dirty="0"/>
                  <a:t> </a:t>
                </a:r>
                <a:r>
                  <a:rPr lang="es-ES" dirty="0" err="1"/>
                  <a:t>current</a:t>
                </a:r>
                <a:r>
                  <a:rPr lang="es-ES" dirty="0"/>
                  <a:t> </a:t>
                </a:r>
                <a:r>
                  <a:rPr lang="es-ES" dirty="0" err="1"/>
                  <a:t>code</a:t>
                </a:r>
                <a:r>
                  <a:rPr lang="es-ES" dirty="0"/>
                  <a:t> </a:t>
                </a:r>
                <a:r>
                  <a:rPr lang="es-ES" dirty="0" err="1"/>
                  <a:t>already</a:t>
                </a:r>
                <a:r>
                  <a:rPr lang="es-ES" dirty="0"/>
                  <a:t> </a:t>
                </a:r>
                <a:r>
                  <a:rPr lang="es-ES" dirty="0" err="1"/>
                  <a:t>gives</a:t>
                </a:r>
                <a:r>
                  <a:rPr lang="es-ES" dirty="0"/>
                  <a:t> </a:t>
                </a:r>
                <a:r>
                  <a:rPr lang="es-ES" dirty="0" err="1"/>
                  <a:t>that</a:t>
                </a:r>
                <a:r>
                  <a:rPr lang="es-ES" dirty="0"/>
                  <a:t>)</a:t>
                </a:r>
              </a:p>
              <a:p>
                <a:endParaRPr lang="en-US" dirty="0"/>
              </a:p>
            </p:txBody>
          </p:sp>
        </mc:Fallback>
      </mc:AlternateContent>
      <p:sp>
        <p:nvSpPr>
          <p:cNvPr id="4" name="Slide Number Placeholder 3">
            <a:extLst>
              <a:ext uri="{FF2B5EF4-FFF2-40B4-BE49-F238E27FC236}">
                <a16:creationId xmlns:a16="http://schemas.microsoft.com/office/drawing/2014/main" id="{4F91765A-03B0-AFA3-CA95-6E32F3D7E691}"/>
              </a:ext>
            </a:extLst>
          </p:cNvPr>
          <p:cNvSpPr>
            <a:spLocks noGrp="1"/>
          </p:cNvSpPr>
          <p:nvPr>
            <p:ph type="sldNum" sz="quarter" idx="5"/>
          </p:nvPr>
        </p:nvSpPr>
        <p:spPr/>
        <p:txBody>
          <a:bodyPr/>
          <a:lstStyle/>
          <a:p>
            <a:fld id="{5F818A67-DE81-4BE5-A09A-01BC8A96D5BB}" type="slidenum">
              <a:rPr lang="en-US" smtClean="0"/>
              <a:t>40</a:t>
            </a:fld>
            <a:endParaRPr lang="en-US"/>
          </a:p>
        </p:txBody>
      </p:sp>
    </p:spTree>
    <p:extLst>
      <p:ext uri="{BB962C8B-B14F-4D97-AF65-F5344CB8AC3E}">
        <p14:creationId xmlns:p14="http://schemas.microsoft.com/office/powerpoint/2010/main" val="8282590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18ED6A-528D-21D0-2C0F-A0C60DF9C7F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46008DCB-018B-A6F1-1277-1CAC357B62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7D90-FE0E-4372-61FB-DDFADB610497}"/>
              </a:ext>
            </a:extLst>
          </p:cNvPr>
          <p:cNvSpPr>
            <a:spLocks noGrp="1"/>
          </p:cNvSpPr>
          <p:nvPr>
            <p:ph type="dt" sz="half" idx="10"/>
          </p:nvPr>
        </p:nvSpPr>
        <p:spPr/>
        <p:txBody>
          <a:bodyPr/>
          <a:lstStyle/>
          <a:p>
            <a:fld id="{E6D7105C-A8E4-4519-9028-35FD188A98F2}" type="datetimeFigureOut">
              <a:rPr lang="en-US" smtClean="0"/>
              <a:t>4/3/2026</a:t>
            </a:fld>
            <a:endParaRPr lang="en-US"/>
          </a:p>
        </p:txBody>
      </p:sp>
      <p:sp>
        <p:nvSpPr>
          <p:cNvPr id="5" name="Footer Placeholder 4">
            <a:extLst>
              <a:ext uri="{FF2B5EF4-FFF2-40B4-BE49-F238E27FC236}">
                <a16:creationId xmlns:a16="http://schemas.microsoft.com/office/drawing/2014/main" id="{E24389D3-00E4-38F2-194B-ED2EDD4D1DC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A74827-CC80-912D-BC38-A4165701BB0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3436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6F8A52-7B86-E650-B4BA-EFCD7907EA6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3C5CF6-29A3-4598-D49C-A46A504533E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2E22CDA-23CA-086A-1D96-91C0DB0B3551}"/>
              </a:ext>
            </a:extLst>
          </p:cNvPr>
          <p:cNvSpPr>
            <a:spLocks noGrp="1"/>
          </p:cNvSpPr>
          <p:nvPr>
            <p:ph type="dt" sz="half" idx="10"/>
          </p:nvPr>
        </p:nvSpPr>
        <p:spPr/>
        <p:txBody>
          <a:bodyPr/>
          <a:lstStyle/>
          <a:p>
            <a:fld id="{E6D7105C-A8E4-4519-9028-35FD188A98F2}" type="datetimeFigureOut">
              <a:rPr lang="en-US" smtClean="0"/>
              <a:t>4/3/2026</a:t>
            </a:fld>
            <a:endParaRPr lang="en-US"/>
          </a:p>
        </p:txBody>
      </p:sp>
      <p:sp>
        <p:nvSpPr>
          <p:cNvPr id="5" name="Footer Placeholder 4">
            <a:extLst>
              <a:ext uri="{FF2B5EF4-FFF2-40B4-BE49-F238E27FC236}">
                <a16:creationId xmlns:a16="http://schemas.microsoft.com/office/drawing/2014/main" id="{76667791-BA04-3D29-01C9-9DD0495F2C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102C9B9-99A6-C647-899C-9056E5D7DD9D}"/>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608260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10D67C-D2BD-6C22-4377-9FEF654B1AB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EA5D80F-75A6-3598-4E68-E5999C51A0B6}"/>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9B9AAEA-83D8-13ED-A516-ED6E6683AB9B}"/>
              </a:ext>
            </a:extLst>
          </p:cNvPr>
          <p:cNvSpPr>
            <a:spLocks noGrp="1"/>
          </p:cNvSpPr>
          <p:nvPr>
            <p:ph type="dt" sz="half" idx="10"/>
          </p:nvPr>
        </p:nvSpPr>
        <p:spPr/>
        <p:txBody>
          <a:bodyPr/>
          <a:lstStyle/>
          <a:p>
            <a:fld id="{E6D7105C-A8E4-4519-9028-35FD188A98F2}" type="datetimeFigureOut">
              <a:rPr lang="en-US" smtClean="0"/>
              <a:t>4/3/2026</a:t>
            </a:fld>
            <a:endParaRPr lang="en-US"/>
          </a:p>
        </p:txBody>
      </p:sp>
      <p:sp>
        <p:nvSpPr>
          <p:cNvPr id="5" name="Footer Placeholder 4">
            <a:extLst>
              <a:ext uri="{FF2B5EF4-FFF2-40B4-BE49-F238E27FC236}">
                <a16:creationId xmlns:a16="http://schemas.microsoft.com/office/drawing/2014/main" id="{E9EC7DFD-EBF1-7BBD-4045-DE957302E4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E62B48-4673-FA63-FF0D-581FF7B4167E}"/>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190719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9256D7-9C50-95BA-1C1E-17553343018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62A9E6-0196-39CA-A6A7-9EEC5E27B29B}"/>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E266B31-FD5E-BD70-95EA-7AFCBA433CB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6A1A7C-7C77-7A3C-7156-025F68643C4E}"/>
              </a:ext>
            </a:extLst>
          </p:cNvPr>
          <p:cNvSpPr>
            <a:spLocks noGrp="1"/>
          </p:cNvSpPr>
          <p:nvPr>
            <p:ph type="dt" sz="half" idx="10"/>
          </p:nvPr>
        </p:nvSpPr>
        <p:spPr/>
        <p:txBody>
          <a:bodyPr/>
          <a:lstStyle/>
          <a:p>
            <a:fld id="{E6D7105C-A8E4-4519-9028-35FD188A98F2}" type="datetimeFigureOut">
              <a:rPr lang="en-US" smtClean="0"/>
              <a:t>4/3/2026</a:t>
            </a:fld>
            <a:endParaRPr lang="en-US"/>
          </a:p>
        </p:txBody>
      </p:sp>
      <p:sp>
        <p:nvSpPr>
          <p:cNvPr id="6" name="Footer Placeholder 5">
            <a:extLst>
              <a:ext uri="{FF2B5EF4-FFF2-40B4-BE49-F238E27FC236}">
                <a16:creationId xmlns:a16="http://schemas.microsoft.com/office/drawing/2014/main" id="{636A2DDF-A703-BF06-26BE-698E04A58BD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DE0D02-E5FB-B36B-CA1E-3B232D4996C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2883575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C8941C-88C3-BE7E-91C0-E5728E6A0D8F}"/>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D411BDA-73C5-01E3-9FBE-D40A9FF613F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C9FBA2A-4904-E59D-536D-1ACC4F9F67A9}"/>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4A9E1A2-0A42-908A-727F-78A1688381C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F868B73-3D9B-01EE-EF36-44D4BD745D9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52D3C0B-F09E-F2A6-C8D1-264F5C726376}"/>
              </a:ext>
            </a:extLst>
          </p:cNvPr>
          <p:cNvSpPr>
            <a:spLocks noGrp="1"/>
          </p:cNvSpPr>
          <p:nvPr>
            <p:ph type="dt" sz="half" idx="10"/>
          </p:nvPr>
        </p:nvSpPr>
        <p:spPr/>
        <p:txBody>
          <a:bodyPr/>
          <a:lstStyle/>
          <a:p>
            <a:fld id="{E6D7105C-A8E4-4519-9028-35FD188A98F2}" type="datetimeFigureOut">
              <a:rPr lang="en-US" smtClean="0"/>
              <a:t>4/3/2026</a:t>
            </a:fld>
            <a:endParaRPr lang="en-US"/>
          </a:p>
        </p:txBody>
      </p:sp>
      <p:sp>
        <p:nvSpPr>
          <p:cNvPr id="8" name="Footer Placeholder 7">
            <a:extLst>
              <a:ext uri="{FF2B5EF4-FFF2-40B4-BE49-F238E27FC236}">
                <a16:creationId xmlns:a16="http://schemas.microsoft.com/office/drawing/2014/main" id="{624A742E-FD1B-B0AC-4C46-F45D80FDFB4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E59EAFDC-7EDC-D32C-0432-327ED41230C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6098650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C01EF4-5BEF-6CF9-4A99-A6745DEEA07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6FDFD67-D209-5B77-90DF-D33BC2AED26C}"/>
              </a:ext>
            </a:extLst>
          </p:cNvPr>
          <p:cNvSpPr>
            <a:spLocks noGrp="1"/>
          </p:cNvSpPr>
          <p:nvPr>
            <p:ph type="dt" sz="half" idx="10"/>
          </p:nvPr>
        </p:nvSpPr>
        <p:spPr/>
        <p:txBody>
          <a:bodyPr/>
          <a:lstStyle/>
          <a:p>
            <a:fld id="{E6D7105C-A8E4-4519-9028-35FD188A98F2}" type="datetimeFigureOut">
              <a:rPr lang="en-US" smtClean="0"/>
              <a:t>4/3/2026</a:t>
            </a:fld>
            <a:endParaRPr lang="en-US"/>
          </a:p>
        </p:txBody>
      </p:sp>
      <p:sp>
        <p:nvSpPr>
          <p:cNvPr id="4" name="Footer Placeholder 3">
            <a:extLst>
              <a:ext uri="{FF2B5EF4-FFF2-40B4-BE49-F238E27FC236}">
                <a16:creationId xmlns:a16="http://schemas.microsoft.com/office/drawing/2014/main" id="{984AB956-7CF0-DE18-344B-F42C3605D6B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C604B5E-CA0F-3B1F-C721-3733C0F1B068}"/>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279910397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ECC1F627-BDC1-B591-7B6C-353DCDBA9EF2}"/>
              </a:ext>
            </a:extLst>
          </p:cNvPr>
          <p:cNvSpPr>
            <a:spLocks noGrp="1"/>
          </p:cNvSpPr>
          <p:nvPr>
            <p:ph type="dt" sz="half" idx="10"/>
          </p:nvPr>
        </p:nvSpPr>
        <p:spPr/>
        <p:txBody>
          <a:bodyPr/>
          <a:lstStyle/>
          <a:p>
            <a:fld id="{E6D7105C-A8E4-4519-9028-35FD188A98F2}" type="datetimeFigureOut">
              <a:rPr lang="en-US" smtClean="0"/>
              <a:t>4/3/2026</a:t>
            </a:fld>
            <a:endParaRPr lang="en-US"/>
          </a:p>
        </p:txBody>
      </p:sp>
      <p:sp>
        <p:nvSpPr>
          <p:cNvPr id="3" name="Footer Placeholder 2">
            <a:extLst>
              <a:ext uri="{FF2B5EF4-FFF2-40B4-BE49-F238E27FC236}">
                <a16:creationId xmlns:a16="http://schemas.microsoft.com/office/drawing/2014/main" id="{03E64261-A347-10A7-0CCD-04C6BF6C0EE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4EE6310-4730-C623-FA58-9C7E8B84026B}"/>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18708914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716245-C2AD-0D05-019E-E06B11211DA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6198A-9777-1A27-9017-CDEEEB39688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767F819-7055-5529-7EAC-88CA9D32252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53E9AE-20ED-7DA0-BE49-2B5FD51472AB}"/>
              </a:ext>
            </a:extLst>
          </p:cNvPr>
          <p:cNvSpPr>
            <a:spLocks noGrp="1"/>
          </p:cNvSpPr>
          <p:nvPr>
            <p:ph type="dt" sz="half" idx="10"/>
          </p:nvPr>
        </p:nvSpPr>
        <p:spPr/>
        <p:txBody>
          <a:bodyPr/>
          <a:lstStyle/>
          <a:p>
            <a:fld id="{E6D7105C-A8E4-4519-9028-35FD188A98F2}" type="datetimeFigureOut">
              <a:rPr lang="en-US" smtClean="0"/>
              <a:t>4/3/2026</a:t>
            </a:fld>
            <a:endParaRPr lang="en-US"/>
          </a:p>
        </p:txBody>
      </p:sp>
      <p:sp>
        <p:nvSpPr>
          <p:cNvPr id="6" name="Footer Placeholder 5">
            <a:extLst>
              <a:ext uri="{FF2B5EF4-FFF2-40B4-BE49-F238E27FC236}">
                <a16:creationId xmlns:a16="http://schemas.microsoft.com/office/drawing/2014/main" id="{7F6110F3-28B2-83AA-6275-B009D088E7C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5E4810A-E75F-4318-1BD7-967A3485C02F}"/>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8470588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06C3CC-2C70-64C3-4A30-A609452F762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471D0AA-B494-D943-5E5B-8D36C3A5A7D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E6E2EB-9196-D3D2-1B30-62DE10C01E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2F41B5-E24C-B47B-BB3D-972C8A3CB006}"/>
              </a:ext>
            </a:extLst>
          </p:cNvPr>
          <p:cNvSpPr>
            <a:spLocks noGrp="1"/>
          </p:cNvSpPr>
          <p:nvPr>
            <p:ph type="dt" sz="half" idx="10"/>
          </p:nvPr>
        </p:nvSpPr>
        <p:spPr/>
        <p:txBody>
          <a:bodyPr/>
          <a:lstStyle/>
          <a:p>
            <a:fld id="{E6D7105C-A8E4-4519-9028-35FD188A98F2}" type="datetimeFigureOut">
              <a:rPr lang="en-US" smtClean="0"/>
              <a:t>4/3/2026</a:t>
            </a:fld>
            <a:endParaRPr lang="en-US"/>
          </a:p>
        </p:txBody>
      </p:sp>
      <p:sp>
        <p:nvSpPr>
          <p:cNvPr id="6" name="Footer Placeholder 5">
            <a:extLst>
              <a:ext uri="{FF2B5EF4-FFF2-40B4-BE49-F238E27FC236}">
                <a16:creationId xmlns:a16="http://schemas.microsoft.com/office/drawing/2014/main" id="{49824E9D-D378-8D22-DCF4-7F6532C01B2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EC3E7FB-323F-F5EC-FA2F-A39210C863F2}"/>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62752699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12707-53E3-2569-0E7A-1690F3F7FD9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B9BC101-CAE8-2F23-9755-79948E997D3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D7C1A44-26ED-DB28-C428-DC0CFB329687}"/>
              </a:ext>
            </a:extLst>
          </p:cNvPr>
          <p:cNvSpPr>
            <a:spLocks noGrp="1"/>
          </p:cNvSpPr>
          <p:nvPr>
            <p:ph type="dt" sz="half" idx="10"/>
          </p:nvPr>
        </p:nvSpPr>
        <p:spPr/>
        <p:txBody>
          <a:bodyPr/>
          <a:lstStyle/>
          <a:p>
            <a:fld id="{E6D7105C-A8E4-4519-9028-35FD188A98F2}" type="datetimeFigureOut">
              <a:rPr lang="en-US" smtClean="0"/>
              <a:t>4/3/2026</a:t>
            </a:fld>
            <a:endParaRPr lang="en-US"/>
          </a:p>
        </p:txBody>
      </p:sp>
      <p:sp>
        <p:nvSpPr>
          <p:cNvPr id="5" name="Footer Placeholder 4">
            <a:extLst>
              <a:ext uri="{FF2B5EF4-FFF2-40B4-BE49-F238E27FC236}">
                <a16:creationId xmlns:a16="http://schemas.microsoft.com/office/drawing/2014/main" id="{79524A06-DEB2-7015-6DD9-8B2A87C0B1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03D3E3F-18AE-63E8-C6C8-276980A18154}"/>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4789125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D86E817-77FE-761F-64F3-B0C06C832AC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F4D9400-74DA-F591-439F-B3D8A373BAA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DE69B40-D3C9-8620-5438-6240D96D9B23}"/>
              </a:ext>
            </a:extLst>
          </p:cNvPr>
          <p:cNvSpPr>
            <a:spLocks noGrp="1"/>
          </p:cNvSpPr>
          <p:nvPr>
            <p:ph type="dt" sz="half" idx="10"/>
          </p:nvPr>
        </p:nvSpPr>
        <p:spPr/>
        <p:txBody>
          <a:bodyPr/>
          <a:lstStyle/>
          <a:p>
            <a:fld id="{E6D7105C-A8E4-4519-9028-35FD188A98F2}" type="datetimeFigureOut">
              <a:rPr lang="en-US" smtClean="0"/>
              <a:t>4/3/2026</a:t>
            </a:fld>
            <a:endParaRPr lang="en-US"/>
          </a:p>
        </p:txBody>
      </p:sp>
      <p:sp>
        <p:nvSpPr>
          <p:cNvPr id="5" name="Footer Placeholder 4">
            <a:extLst>
              <a:ext uri="{FF2B5EF4-FFF2-40B4-BE49-F238E27FC236}">
                <a16:creationId xmlns:a16="http://schemas.microsoft.com/office/drawing/2014/main" id="{B02F794E-D081-69C8-CF71-EF1F6857F78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93D011-AE60-4E59-4CAA-42D40456CC65}"/>
              </a:ext>
            </a:extLst>
          </p:cNvPr>
          <p:cNvSpPr>
            <a:spLocks noGrp="1"/>
          </p:cNvSpPr>
          <p:nvPr>
            <p:ph type="sldNum" sz="quarter" idx="12"/>
          </p:nvPr>
        </p:nvSpPr>
        <p:spPr/>
        <p:txBody>
          <a:bodyPr/>
          <a:lstStyle/>
          <a:p>
            <a:fld id="{250B62C5-2ACF-4D78-8FF3-37371B948607}" type="slidenum">
              <a:rPr lang="en-US" smtClean="0"/>
              <a:t>‹#›</a:t>
            </a:fld>
            <a:endParaRPr lang="en-US"/>
          </a:p>
        </p:txBody>
      </p:sp>
    </p:spTree>
    <p:extLst>
      <p:ext uri="{BB962C8B-B14F-4D97-AF65-F5344CB8AC3E}">
        <p14:creationId xmlns:p14="http://schemas.microsoft.com/office/powerpoint/2010/main" val="319816342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5D89688-5212-ACD5-E266-9D477DBF1E5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F3570B3-455B-D197-2087-591C574FCD9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54EE478-5C66-582A-151D-23D0BC61FAD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6D7105C-A8E4-4519-9028-35FD188A98F2}" type="datetimeFigureOut">
              <a:rPr lang="en-US" smtClean="0"/>
              <a:t>4/3/2026</a:t>
            </a:fld>
            <a:endParaRPr lang="en-US"/>
          </a:p>
        </p:txBody>
      </p:sp>
      <p:sp>
        <p:nvSpPr>
          <p:cNvPr id="5" name="Footer Placeholder 4">
            <a:extLst>
              <a:ext uri="{FF2B5EF4-FFF2-40B4-BE49-F238E27FC236}">
                <a16:creationId xmlns:a16="http://schemas.microsoft.com/office/drawing/2014/main" id="{23A0986E-D2AE-68DE-FE62-ECFFCF15CB7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54D604D-E86B-1D60-E6C5-5BC1CDA4B9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50B62C5-2ACF-4D78-8FF3-37371B948607}" type="slidenum">
              <a:rPr lang="en-US" smtClean="0"/>
              <a:t>‹#›</a:t>
            </a:fld>
            <a:endParaRPr lang="en-US"/>
          </a:p>
        </p:txBody>
      </p:sp>
    </p:spTree>
    <p:extLst>
      <p:ext uri="{BB962C8B-B14F-4D97-AF65-F5344CB8AC3E}">
        <p14:creationId xmlns:p14="http://schemas.microsoft.com/office/powerpoint/2010/main" val="14859562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LID4096"/>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image" Target="../media/image41.png"/><Relationship Id="rId18" Type="http://schemas.openxmlformats.org/officeDocument/2006/relationships/customXml" Target="../ink/ink4.xml"/><Relationship Id="rId26" Type="http://schemas.openxmlformats.org/officeDocument/2006/relationships/customXml" Target="../ink/ink8.xml"/><Relationship Id="rId39" Type="http://schemas.openxmlformats.org/officeDocument/2006/relationships/image" Target="../media/image17.png"/><Relationship Id="rId21" Type="http://schemas.openxmlformats.org/officeDocument/2006/relationships/image" Target="../media/image80.png"/><Relationship Id="rId34" Type="http://schemas.openxmlformats.org/officeDocument/2006/relationships/customXml" Target="../ink/ink12.xml"/><Relationship Id="rId42" Type="http://schemas.openxmlformats.org/officeDocument/2006/relationships/customXml" Target="../ink/ink16.xml"/><Relationship Id="rId47" Type="http://schemas.openxmlformats.org/officeDocument/2006/relationships/customXml" Target="../ink/ink20.xml"/><Relationship Id="rId50" Type="http://schemas.openxmlformats.org/officeDocument/2006/relationships/customXml" Target="../ink/ink23.xml"/><Relationship Id="rId55" Type="http://schemas.openxmlformats.org/officeDocument/2006/relationships/customXml" Target="../ink/ink28.xml"/><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customXml" Target="../ink/ink3.xml"/><Relationship Id="rId29" Type="http://schemas.openxmlformats.org/officeDocument/2006/relationships/image" Target="../media/image120.png"/><Relationship Id="rId11" Type="http://schemas.openxmlformats.org/officeDocument/2006/relationships/image" Target="../media/image6.png"/><Relationship Id="rId24" Type="http://schemas.openxmlformats.org/officeDocument/2006/relationships/customXml" Target="../ink/ink7.xml"/><Relationship Id="rId32" Type="http://schemas.openxmlformats.org/officeDocument/2006/relationships/customXml" Target="../ink/ink11.xml"/><Relationship Id="rId37" Type="http://schemas.openxmlformats.org/officeDocument/2006/relationships/image" Target="../media/image16.png"/><Relationship Id="rId40" Type="http://schemas.openxmlformats.org/officeDocument/2006/relationships/customXml" Target="../ink/ink15.xml"/><Relationship Id="rId45" Type="http://schemas.openxmlformats.org/officeDocument/2006/relationships/customXml" Target="../ink/ink18.xml"/><Relationship Id="rId53" Type="http://schemas.openxmlformats.org/officeDocument/2006/relationships/customXml" Target="../ink/ink26.xml"/><Relationship Id="rId58" Type="http://schemas.openxmlformats.org/officeDocument/2006/relationships/customXml" Target="../ink/ink31.xml"/><Relationship Id="rId5" Type="http://schemas.openxmlformats.org/officeDocument/2006/relationships/image" Target="../media/image82.png"/><Relationship Id="rId61" Type="http://schemas.openxmlformats.org/officeDocument/2006/relationships/image" Target="../media/image21.png"/><Relationship Id="rId19" Type="http://schemas.openxmlformats.org/officeDocument/2006/relationships/image" Target="../media/image76.png"/><Relationship Id="rId14" Type="http://schemas.openxmlformats.org/officeDocument/2006/relationships/customXml" Target="../ink/ink2.xml"/><Relationship Id="rId22" Type="http://schemas.openxmlformats.org/officeDocument/2006/relationships/customXml" Target="../ink/ink6.xml"/><Relationship Id="rId27" Type="http://schemas.openxmlformats.org/officeDocument/2006/relationships/image" Target="../media/image110.png"/><Relationship Id="rId30" Type="http://schemas.openxmlformats.org/officeDocument/2006/relationships/customXml" Target="../ink/ink10.xml"/><Relationship Id="rId35" Type="http://schemas.openxmlformats.org/officeDocument/2006/relationships/image" Target="../media/image15.png"/><Relationship Id="rId43" Type="http://schemas.openxmlformats.org/officeDocument/2006/relationships/image" Target="../media/image19.png"/><Relationship Id="rId48" Type="http://schemas.openxmlformats.org/officeDocument/2006/relationships/customXml" Target="../ink/ink21.xml"/><Relationship Id="rId56" Type="http://schemas.openxmlformats.org/officeDocument/2006/relationships/customXml" Target="../ink/ink29.xml"/><Relationship Id="rId8" Type="http://schemas.openxmlformats.org/officeDocument/2006/relationships/image" Target="../media/image4.png"/><Relationship Id="rId51" Type="http://schemas.openxmlformats.org/officeDocument/2006/relationships/customXml" Target="../ink/ink24.xml"/><Relationship Id="rId3" Type="http://schemas.openxmlformats.org/officeDocument/2006/relationships/image" Target="../media/image1.png"/><Relationship Id="rId12" Type="http://schemas.openxmlformats.org/officeDocument/2006/relationships/customXml" Target="../ink/ink1.xml"/><Relationship Id="rId17" Type="http://schemas.openxmlformats.org/officeDocument/2006/relationships/image" Target="../media/image610.png"/><Relationship Id="rId25" Type="http://schemas.openxmlformats.org/officeDocument/2006/relationships/image" Target="../media/image100.png"/><Relationship Id="rId33" Type="http://schemas.openxmlformats.org/officeDocument/2006/relationships/image" Target="../media/image140.png"/><Relationship Id="rId38" Type="http://schemas.openxmlformats.org/officeDocument/2006/relationships/customXml" Target="../ink/ink14.xml"/><Relationship Id="rId46" Type="http://schemas.openxmlformats.org/officeDocument/2006/relationships/customXml" Target="../ink/ink19.xml"/><Relationship Id="rId59" Type="http://schemas.openxmlformats.org/officeDocument/2006/relationships/customXml" Target="../ink/ink32.xml"/><Relationship Id="rId20" Type="http://schemas.openxmlformats.org/officeDocument/2006/relationships/customXml" Target="../ink/ink5.xml"/><Relationship Id="rId41" Type="http://schemas.openxmlformats.org/officeDocument/2006/relationships/image" Target="../media/image18.png"/><Relationship Id="rId54" Type="http://schemas.openxmlformats.org/officeDocument/2006/relationships/customXml" Target="../ink/ink27.xml"/><Relationship Id="rId62" Type="http://schemas.openxmlformats.org/officeDocument/2006/relationships/hyperlink" Target="https://youtu.be/uakLB7Eni2E" TargetMode="External"/><Relationship Id="rId1" Type="http://schemas.openxmlformats.org/officeDocument/2006/relationships/slideLayout" Target="../slideLayouts/slideLayout2.xml"/><Relationship Id="rId6" Type="http://schemas.openxmlformats.org/officeDocument/2006/relationships/image" Target="../media/image3.png"/><Relationship Id="rId15" Type="http://schemas.openxmlformats.org/officeDocument/2006/relationships/image" Target="../media/image510.png"/><Relationship Id="rId23" Type="http://schemas.openxmlformats.org/officeDocument/2006/relationships/image" Target="../media/image90.png"/><Relationship Id="rId28" Type="http://schemas.openxmlformats.org/officeDocument/2006/relationships/customXml" Target="../ink/ink9.xml"/><Relationship Id="rId36" Type="http://schemas.openxmlformats.org/officeDocument/2006/relationships/customXml" Target="../ink/ink13.xml"/><Relationship Id="rId49" Type="http://schemas.openxmlformats.org/officeDocument/2006/relationships/customXml" Target="../ink/ink22.xml"/><Relationship Id="rId57" Type="http://schemas.openxmlformats.org/officeDocument/2006/relationships/customXml" Target="../ink/ink30.xml"/><Relationship Id="rId10" Type="http://schemas.openxmlformats.org/officeDocument/2006/relationships/image" Target="../media/image13.png"/><Relationship Id="rId31" Type="http://schemas.openxmlformats.org/officeDocument/2006/relationships/image" Target="../media/image130.png"/><Relationship Id="rId44" Type="http://schemas.openxmlformats.org/officeDocument/2006/relationships/customXml" Target="../ink/ink17.xml"/><Relationship Id="rId52" Type="http://schemas.openxmlformats.org/officeDocument/2006/relationships/customXml" Target="../ink/ink25.xml"/><Relationship Id="rId60" Type="http://schemas.openxmlformats.org/officeDocument/2006/relationships/image" Target="../media/image20.png"/><Relationship Id="rId4" Type="http://schemas.openxmlformats.org/officeDocument/2006/relationships/image" Target="../media/image2.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17" Type="http://schemas.openxmlformats.org/officeDocument/2006/relationships/image" Target="NULL"/><Relationship Id="rId159" Type="http://schemas.openxmlformats.org/officeDocument/2006/relationships/image" Target="NULL"/><Relationship Id="rId531" Type="http://schemas.openxmlformats.org/officeDocument/2006/relationships/customXml" Target="../ink/ink183.xml"/><Relationship Id="rId573" Type="http://schemas.openxmlformats.org/officeDocument/2006/relationships/customXml" Target="../ink/ink225.xml"/><Relationship Id="rId170" Type="http://schemas.openxmlformats.org/officeDocument/2006/relationships/customXml" Target="../ink/ink83.xml"/><Relationship Id="rId226" Type="http://schemas.openxmlformats.org/officeDocument/2006/relationships/customXml" Target="../ink/ink111.xml"/><Relationship Id="rId475" Type="http://schemas.openxmlformats.org/officeDocument/2006/relationships/image" Target="NULL"/><Relationship Id="rId74" Type="http://schemas.openxmlformats.org/officeDocument/2006/relationships/customXml" Target="../ink/ink35.xml"/><Relationship Id="rId128" Type="http://schemas.openxmlformats.org/officeDocument/2006/relationships/customXml" Target="../ink/ink62.xml"/><Relationship Id="rId500" Type="http://schemas.openxmlformats.org/officeDocument/2006/relationships/customXml" Target="../ink/ink155.xml"/><Relationship Id="rId542" Type="http://schemas.openxmlformats.org/officeDocument/2006/relationships/customXml" Target="../ink/ink194.xml"/><Relationship Id="rId584" Type="http://schemas.openxmlformats.org/officeDocument/2006/relationships/customXml" Target="../ink/ink236.xml"/><Relationship Id="rId32"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444" Type="http://schemas.openxmlformats.org/officeDocument/2006/relationships/customXml" Target="../ink/ink126.xml"/><Relationship Id="rId486" Type="http://schemas.openxmlformats.org/officeDocument/2006/relationships/customXml" Target="../ink/ink148.xml"/><Relationship Id="rId139" Type="http://schemas.openxmlformats.org/officeDocument/2006/relationships/image" Target="NULL"/><Relationship Id="rId511" Type="http://schemas.openxmlformats.org/officeDocument/2006/relationships/customXml" Target="../ink/ink163.xml"/><Relationship Id="rId553" Type="http://schemas.openxmlformats.org/officeDocument/2006/relationships/customXml" Target="../ink/ink205.xml"/><Relationship Id="rId609" Type="http://schemas.openxmlformats.org/officeDocument/2006/relationships/customXml" Target="../ink/ink259.xml"/><Relationship Id="rId85" Type="http://schemas.openxmlformats.org/officeDocument/2006/relationships/image" Target="NULL"/><Relationship Id="rId150" Type="http://schemas.openxmlformats.org/officeDocument/2006/relationships/customXml" Target="../ink/ink73.xml"/><Relationship Id="rId192" Type="http://schemas.openxmlformats.org/officeDocument/2006/relationships/customXml" Target="../ink/ink94.xml"/><Relationship Id="rId206" Type="http://schemas.openxmlformats.org/officeDocument/2006/relationships/customXml" Target="../ink/ink101.xml"/><Relationship Id="rId595" Type="http://schemas.openxmlformats.org/officeDocument/2006/relationships/customXml" Target="../ink/ink247.xml"/><Relationship Id="rId248" Type="http://schemas.openxmlformats.org/officeDocument/2006/relationships/customXml" Target="../ink/ink122.xml"/><Relationship Id="rId455" Type="http://schemas.openxmlformats.org/officeDocument/2006/relationships/image" Target="NULL"/><Relationship Id="rId497" Type="http://schemas.openxmlformats.org/officeDocument/2006/relationships/image" Target="NULL"/><Relationship Id="rId620" Type="http://schemas.openxmlformats.org/officeDocument/2006/relationships/image" Target="../media/image9.png"/><Relationship Id="rId108" Type="http://schemas.openxmlformats.org/officeDocument/2006/relationships/customXml" Target="../ink/ink52.xml"/><Relationship Id="rId12" Type="http://schemas.openxmlformats.org/officeDocument/2006/relationships/image" Target="NULL"/><Relationship Id="rId522" Type="http://schemas.openxmlformats.org/officeDocument/2006/relationships/customXml" Target="../ink/ink174.xml"/><Relationship Id="rId96" Type="http://schemas.openxmlformats.org/officeDocument/2006/relationships/customXml" Target="../ink/ink46.xml"/><Relationship Id="rId161" Type="http://schemas.openxmlformats.org/officeDocument/2006/relationships/image" Target="NULL"/><Relationship Id="rId217" Type="http://schemas.openxmlformats.org/officeDocument/2006/relationships/image" Target="NULL"/><Relationship Id="rId564" Type="http://schemas.openxmlformats.org/officeDocument/2006/relationships/customXml" Target="../ink/ink216.xml"/><Relationship Id="rId466" Type="http://schemas.openxmlformats.org/officeDocument/2006/relationships/customXml" Target="../ink/ink137.xml"/><Relationship Id="rId119" Type="http://schemas.openxmlformats.org/officeDocument/2006/relationships/image" Target="NULL"/><Relationship Id="rId533" Type="http://schemas.openxmlformats.org/officeDocument/2006/relationships/customXml" Target="../ink/ink185.xml"/><Relationship Id="rId130" Type="http://schemas.openxmlformats.org/officeDocument/2006/relationships/customXml" Target="../ink/ink63.xml"/><Relationship Id="rId575" Type="http://schemas.openxmlformats.org/officeDocument/2006/relationships/customXml" Target="../ink/ink227.xml"/><Relationship Id="rId172" Type="http://schemas.openxmlformats.org/officeDocument/2006/relationships/customXml" Target="../ink/ink84.xml"/><Relationship Id="rId228" Type="http://schemas.openxmlformats.org/officeDocument/2006/relationships/customXml" Target="../ink/ink112.xml"/><Relationship Id="rId477" Type="http://schemas.openxmlformats.org/officeDocument/2006/relationships/image" Target="NULL"/><Relationship Id="rId600" Type="http://schemas.openxmlformats.org/officeDocument/2006/relationships/customXml" Target="../ink/ink252.xml"/><Relationship Id="rId502" Type="http://schemas.openxmlformats.org/officeDocument/2006/relationships/customXml" Target="../ink/ink156.xml"/><Relationship Id="rId76" Type="http://schemas.openxmlformats.org/officeDocument/2006/relationships/customXml" Target="../ink/ink36.xml"/><Relationship Id="rId141" Type="http://schemas.openxmlformats.org/officeDocument/2006/relationships/image" Target="NULL"/><Relationship Id="rId544" Type="http://schemas.openxmlformats.org/officeDocument/2006/relationships/customXml" Target="../ink/ink196.xml"/><Relationship Id="rId586" Type="http://schemas.openxmlformats.org/officeDocument/2006/relationships/customXml" Target="../ink/ink238.xml"/><Relationship Id="rId34"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446" Type="http://schemas.openxmlformats.org/officeDocument/2006/relationships/customXml" Target="../ink/ink127.xml"/><Relationship Id="rId611" Type="http://schemas.openxmlformats.org/officeDocument/2006/relationships/customXml" Target="../ink/ink261.xml"/><Relationship Id="rId250" Type="http://schemas.openxmlformats.org/officeDocument/2006/relationships/customXml" Target="../ink/ink123.xml"/><Relationship Id="rId488" Type="http://schemas.openxmlformats.org/officeDocument/2006/relationships/customXml" Target="../ink/ink149.xml"/><Relationship Id="rId87" Type="http://schemas.openxmlformats.org/officeDocument/2006/relationships/image" Target="NULL"/><Relationship Id="rId110" Type="http://schemas.openxmlformats.org/officeDocument/2006/relationships/customXml" Target="../ink/ink53.xml"/><Relationship Id="rId513" Type="http://schemas.openxmlformats.org/officeDocument/2006/relationships/customXml" Target="../ink/ink165.xml"/><Relationship Id="rId555" Type="http://schemas.openxmlformats.org/officeDocument/2006/relationships/customXml" Target="../ink/ink207.xml"/><Relationship Id="rId597" Type="http://schemas.openxmlformats.org/officeDocument/2006/relationships/customXml" Target="../ink/ink249.xml"/><Relationship Id="rId152" Type="http://schemas.openxmlformats.org/officeDocument/2006/relationships/customXml" Target="../ink/ink74.xml"/><Relationship Id="rId194" Type="http://schemas.openxmlformats.org/officeDocument/2006/relationships/customXml" Target="../ink/ink95.xml"/><Relationship Id="rId208" Type="http://schemas.openxmlformats.org/officeDocument/2006/relationships/customXml" Target="../ink/ink102.xml"/><Relationship Id="rId457" Type="http://schemas.openxmlformats.org/officeDocument/2006/relationships/image" Target="NULL"/><Relationship Id="rId622" Type="http://schemas.openxmlformats.org/officeDocument/2006/relationships/image" Target="../media/image11.png"/><Relationship Id="rId499" Type="http://schemas.openxmlformats.org/officeDocument/2006/relationships/image" Target="NULL"/><Relationship Id="rId524" Type="http://schemas.openxmlformats.org/officeDocument/2006/relationships/customXml" Target="../ink/ink176.xml"/><Relationship Id="rId566" Type="http://schemas.openxmlformats.org/officeDocument/2006/relationships/customXml" Target="../ink/ink218.xml"/><Relationship Id="rId14" Type="http://schemas.openxmlformats.org/officeDocument/2006/relationships/image" Target="NULL"/><Relationship Id="rId98" Type="http://schemas.openxmlformats.org/officeDocument/2006/relationships/customXml" Target="../ink/ink4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230" Type="http://schemas.openxmlformats.org/officeDocument/2006/relationships/customXml" Target="../ink/ink113.xml"/><Relationship Id="rId468" Type="http://schemas.openxmlformats.org/officeDocument/2006/relationships/customXml" Target="../ink/ink138.xml"/><Relationship Id="rId535" Type="http://schemas.openxmlformats.org/officeDocument/2006/relationships/customXml" Target="../ink/ink187.xml"/><Relationship Id="rId577" Type="http://schemas.openxmlformats.org/officeDocument/2006/relationships/customXml" Target="../ink/ink229.xml"/><Relationship Id="rId132" Type="http://schemas.openxmlformats.org/officeDocument/2006/relationships/customXml" Target="../ink/ink64.xml"/><Relationship Id="rId174" Type="http://schemas.openxmlformats.org/officeDocument/2006/relationships/customXml" Target="../ink/ink85.xml"/><Relationship Id="rId602" Type="http://schemas.openxmlformats.org/officeDocument/2006/relationships/customXml" Target="../ink/ink254.xml"/><Relationship Id="rId241" Type="http://schemas.openxmlformats.org/officeDocument/2006/relationships/image" Target="NULL"/><Relationship Id="rId479" Type="http://schemas.openxmlformats.org/officeDocument/2006/relationships/image" Target="NULL"/><Relationship Id="rId490" Type="http://schemas.openxmlformats.org/officeDocument/2006/relationships/customXml" Target="../ink/ink150.xml"/><Relationship Id="rId504" Type="http://schemas.openxmlformats.org/officeDocument/2006/relationships/customXml" Target="../ink/ink157.xml"/><Relationship Id="rId546" Type="http://schemas.openxmlformats.org/officeDocument/2006/relationships/customXml" Target="../ink/ink198.xml"/><Relationship Id="rId36" Type="http://schemas.openxmlformats.org/officeDocument/2006/relationships/image" Target="NULL"/><Relationship Id="rId78" Type="http://schemas.openxmlformats.org/officeDocument/2006/relationships/customXml" Target="../ink/ink3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588" Type="http://schemas.openxmlformats.org/officeDocument/2006/relationships/customXml" Target="../ink/ink240.xml"/><Relationship Id="rId210" Type="http://schemas.openxmlformats.org/officeDocument/2006/relationships/customXml" Target="../ink/ink103.xml"/><Relationship Id="rId448" Type="http://schemas.openxmlformats.org/officeDocument/2006/relationships/customXml" Target="../ink/ink128.xml"/><Relationship Id="rId613" Type="http://schemas.openxmlformats.org/officeDocument/2006/relationships/customXml" Target="../ink/ink263.xml"/><Relationship Id="rId515" Type="http://schemas.openxmlformats.org/officeDocument/2006/relationships/customXml" Target="../ink/ink167.xml"/><Relationship Id="rId89" Type="http://schemas.openxmlformats.org/officeDocument/2006/relationships/image" Target="NULL"/><Relationship Id="rId112" Type="http://schemas.openxmlformats.org/officeDocument/2006/relationships/customXml" Target="../ink/ink54.xml"/><Relationship Id="rId133" Type="http://schemas.openxmlformats.org/officeDocument/2006/relationships/image" Target="NULL"/><Relationship Id="rId154" Type="http://schemas.openxmlformats.org/officeDocument/2006/relationships/customXml" Target="../ink/ink75.xml"/><Relationship Id="rId175" Type="http://schemas.openxmlformats.org/officeDocument/2006/relationships/image" Target="NULL"/><Relationship Id="rId557" Type="http://schemas.openxmlformats.org/officeDocument/2006/relationships/customXml" Target="../ink/ink209.xml"/><Relationship Id="rId578" Type="http://schemas.openxmlformats.org/officeDocument/2006/relationships/customXml" Target="../ink/ink230.xml"/><Relationship Id="rId599" Type="http://schemas.openxmlformats.org/officeDocument/2006/relationships/customXml" Target="../ink/ink251.xml"/><Relationship Id="rId196" Type="http://schemas.openxmlformats.org/officeDocument/2006/relationships/customXml" Target="../ink/ink96.xml"/><Relationship Id="rId200" Type="http://schemas.openxmlformats.org/officeDocument/2006/relationships/customXml" Target="../ink/ink98.xml"/><Relationship Id="rId459" Type="http://schemas.openxmlformats.org/officeDocument/2006/relationships/image" Target="NULL"/><Relationship Id="rId603" Type="http://schemas.openxmlformats.org/officeDocument/2006/relationships/customXml" Target="../ink/ink255.xml"/><Relationship Id="rId221" Type="http://schemas.openxmlformats.org/officeDocument/2006/relationships/image" Target="NULL"/><Relationship Id="rId242" Type="http://schemas.openxmlformats.org/officeDocument/2006/relationships/customXml" Target="../ink/ink119.xml"/><Relationship Id="rId470" Type="http://schemas.openxmlformats.org/officeDocument/2006/relationships/customXml" Target="../ink/ink139.xml"/><Relationship Id="rId491" Type="http://schemas.openxmlformats.org/officeDocument/2006/relationships/image" Target="NULL"/><Relationship Id="rId505" Type="http://schemas.openxmlformats.org/officeDocument/2006/relationships/image" Target="NULL"/><Relationship Id="rId526" Type="http://schemas.openxmlformats.org/officeDocument/2006/relationships/customXml" Target="../ink/ink178.xml"/><Relationship Id="rId16" Type="http://schemas.openxmlformats.org/officeDocument/2006/relationships/image" Target="NULL"/><Relationship Id="rId79" Type="http://schemas.openxmlformats.org/officeDocument/2006/relationships/image" Target="NULL"/><Relationship Id="rId102" Type="http://schemas.openxmlformats.org/officeDocument/2006/relationships/customXml" Target="../ink/ink49.xml"/><Relationship Id="rId123" Type="http://schemas.openxmlformats.org/officeDocument/2006/relationships/image" Target="NULL"/><Relationship Id="rId144" Type="http://schemas.openxmlformats.org/officeDocument/2006/relationships/customXml" Target="../ink/ink70.xml"/><Relationship Id="rId547" Type="http://schemas.openxmlformats.org/officeDocument/2006/relationships/customXml" Target="../ink/ink199.xml"/><Relationship Id="rId568" Type="http://schemas.openxmlformats.org/officeDocument/2006/relationships/customXml" Target="../ink/ink220.xml"/><Relationship Id="rId589" Type="http://schemas.openxmlformats.org/officeDocument/2006/relationships/customXml" Target="../ink/ink241.xml"/><Relationship Id="rId90" Type="http://schemas.openxmlformats.org/officeDocument/2006/relationships/customXml" Target="../ink/ink43.xml"/><Relationship Id="rId165" Type="http://schemas.openxmlformats.org/officeDocument/2006/relationships/image" Target="NULL"/><Relationship Id="rId186" Type="http://schemas.openxmlformats.org/officeDocument/2006/relationships/customXml" Target="../ink/ink91.xml"/><Relationship Id="rId449" Type="http://schemas.openxmlformats.org/officeDocument/2006/relationships/image" Target="NULL"/><Relationship Id="rId614" Type="http://schemas.openxmlformats.org/officeDocument/2006/relationships/customXml" Target="../ink/ink264.xml"/><Relationship Id="rId211" Type="http://schemas.openxmlformats.org/officeDocument/2006/relationships/image" Target="NULL"/><Relationship Id="rId232" Type="http://schemas.openxmlformats.org/officeDocument/2006/relationships/customXml" Target="../ink/ink114.xml"/><Relationship Id="rId460" Type="http://schemas.openxmlformats.org/officeDocument/2006/relationships/customXml" Target="../ink/ink134.xml"/><Relationship Id="rId481" Type="http://schemas.openxmlformats.org/officeDocument/2006/relationships/customXml" Target="../ink/ink145.xml"/><Relationship Id="rId516" Type="http://schemas.openxmlformats.org/officeDocument/2006/relationships/customXml" Target="../ink/ink168.xml"/><Relationship Id="rId113" Type="http://schemas.openxmlformats.org/officeDocument/2006/relationships/image" Target="NULL"/><Relationship Id="rId134" Type="http://schemas.openxmlformats.org/officeDocument/2006/relationships/customXml" Target="../ink/ink65.xml"/><Relationship Id="rId537" Type="http://schemas.openxmlformats.org/officeDocument/2006/relationships/customXml" Target="../ink/ink189.xml"/><Relationship Id="rId558" Type="http://schemas.openxmlformats.org/officeDocument/2006/relationships/customXml" Target="../ink/ink210.xml"/><Relationship Id="rId579" Type="http://schemas.openxmlformats.org/officeDocument/2006/relationships/customXml" Target="../ink/ink231.xml"/><Relationship Id="rId80" Type="http://schemas.openxmlformats.org/officeDocument/2006/relationships/customXml" Target="../ink/ink38.xml"/><Relationship Id="rId155" Type="http://schemas.openxmlformats.org/officeDocument/2006/relationships/image" Target="NULL"/><Relationship Id="rId176" Type="http://schemas.openxmlformats.org/officeDocument/2006/relationships/customXml" Target="../ink/ink86.xml"/><Relationship Id="rId197" Type="http://schemas.openxmlformats.org/officeDocument/2006/relationships/image" Target="NULL"/><Relationship Id="rId439" Type="http://schemas.openxmlformats.org/officeDocument/2006/relationships/image" Target="NULL"/><Relationship Id="rId590" Type="http://schemas.openxmlformats.org/officeDocument/2006/relationships/customXml" Target="../ink/ink242.xml"/><Relationship Id="rId604" Type="http://schemas.openxmlformats.org/officeDocument/2006/relationships/customXml" Target="../ink/ink256.xml"/><Relationship Id="rId201" Type="http://schemas.openxmlformats.org/officeDocument/2006/relationships/image" Target="NULL"/><Relationship Id="rId222" Type="http://schemas.openxmlformats.org/officeDocument/2006/relationships/customXml" Target="../ink/ink109.xml"/><Relationship Id="rId243" Type="http://schemas.openxmlformats.org/officeDocument/2006/relationships/image" Target="NULL"/><Relationship Id="rId450" Type="http://schemas.openxmlformats.org/officeDocument/2006/relationships/customXml" Target="../ink/ink129.xml"/><Relationship Id="rId471" Type="http://schemas.openxmlformats.org/officeDocument/2006/relationships/image" Target="NULL"/><Relationship Id="rId506" Type="http://schemas.openxmlformats.org/officeDocument/2006/relationships/customXml" Target="../ink/ink158.xml"/><Relationship Id="rId103" Type="http://schemas.openxmlformats.org/officeDocument/2006/relationships/image" Target="NULL"/><Relationship Id="rId124" Type="http://schemas.openxmlformats.org/officeDocument/2006/relationships/customXml" Target="../ink/ink60.xml"/><Relationship Id="rId492" Type="http://schemas.openxmlformats.org/officeDocument/2006/relationships/customXml" Target="../ink/ink151.xml"/><Relationship Id="rId527" Type="http://schemas.openxmlformats.org/officeDocument/2006/relationships/customXml" Target="../ink/ink179.xml"/><Relationship Id="rId548" Type="http://schemas.openxmlformats.org/officeDocument/2006/relationships/customXml" Target="../ink/ink200.xml"/><Relationship Id="rId569" Type="http://schemas.openxmlformats.org/officeDocument/2006/relationships/customXml" Target="../ink/ink221.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81.xml"/><Relationship Id="rId187" Type="http://schemas.openxmlformats.org/officeDocument/2006/relationships/image" Target="NULL"/><Relationship Id="rId580" Type="http://schemas.openxmlformats.org/officeDocument/2006/relationships/customXml" Target="../ink/ink232.xml"/><Relationship Id="rId615" Type="http://schemas.openxmlformats.org/officeDocument/2006/relationships/customXml" Target="../ink/ink265.xml"/><Relationship Id="rId1" Type="http://schemas.openxmlformats.org/officeDocument/2006/relationships/slideLayout" Target="../slideLayouts/slideLayout2.xml"/><Relationship Id="rId212" Type="http://schemas.openxmlformats.org/officeDocument/2006/relationships/customXml" Target="../ink/ink104.xml"/><Relationship Id="rId233" Type="http://schemas.openxmlformats.org/officeDocument/2006/relationships/image" Target="NULL"/><Relationship Id="rId440" Type="http://schemas.openxmlformats.org/officeDocument/2006/relationships/customXml" Target="../ink/ink124.xml"/><Relationship Id="rId114" Type="http://schemas.openxmlformats.org/officeDocument/2006/relationships/customXml" Target="../ink/ink55.xml"/><Relationship Id="rId461" Type="http://schemas.openxmlformats.org/officeDocument/2006/relationships/image" Target="NULL"/><Relationship Id="rId482" Type="http://schemas.openxmlformats.org/officeDocument/2006/relationships/customXml" Target="../ink/ink146.xml"/><Relationship Id="rId517" Type="http://schemas.openxmlformats.org/officeDocument/2006/relationships/customXml" Target="../ink/ink169.xml"/><Relationship Id="rId538" Type="http://schemas.openxmlformats.org/officeDocument/2006/relationships/customXml" Target="../ink/ink190.xml"/><Relationship Id="rId559" Type="http://schemas.openxmlformats.org/officeDocument/2006/relationships/customXml" Target="../ink/ink211.xml"/><Relationship Id="rId28" Type="http://schemas.openxmlformats.org/officeDocument/2006/relationships/image" Target="NUL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76.xml"/><Relationship Id="rId177" Type="http://schemas.openxmlformats.org/officeDocument/2006/relationships/image" Target="NULL"/><Relationship Id="rId198" Type="http://schemas.openxmlformats.org/officeDocument/2006/relationships/customXml" Target="../ink/ink97.xml"/><Relationship Id="rId570" Type="http://schemas.openxmlformats.org/officeDocument/2006/relationships/customXml" Target="../ink/ink222.xml"/><Relationship Id="rId591" Type="http://schemas.openxmlformats.org/officeDocument/2006/relationships/customXml" Target="../ink/ink243.xml"/><Relationship Id="rId605" Type="http://schemas.openxmlformats.org/officeDocument/2006/relationships/image" Target="NULL"/><Relationship Id="rId202" Type="http://schemas.openxmlformats.org/officeDocument/2006/relationships/customXml" Target="../ink/ink99.xml"/><Relationship Id="rId223" Type="http://schemas.openxmlformats.org/officeDocument/2006/relationships/image" Target="NULL"/><Relationship Id="rId244" Type="http://schemas.openxmlformats.org/officeDocument/2006/relationships/customXml" Target="../ink/ink120.xml"/><Relationship Id="rId451" Type="http://schemas.openxmlformats.org/officeDocument/2006/relationships/image" Target="NULL"/><Relationship Id="rId472" Type="http://schemas.openxmlformats.org/officeDocument/2006/relationships/customXml" Target="../ink/ink140.xml"/><Relationship Id="rId493" Type="http://schemas.openxmlformats.org/officeDocument/2006/relationships/image" Target="NULL"/><Relationship Id="rId507" Type="http://schemas.openxmlformats.org/officeDocument/2006/relationships/customXml" Target="../ink/ink159.xml"/><Relationship Id="rId528" Type="http://schemas.openxmlformats.org/officeDocument/2006/relationships/customXml" Target="../ink/ink180.xml"/><Relationship Id="rId549" Type="http://schemas.openxmlformats.org/officeDocument/2006/relationships/customXml" Target="../ink/ink201.xml"/><Relationship Id="rId18" Type="http://schemas.openxmlformats.org/officeDocument/2006/relationships/image" Target="NULL"/><Relationship Id="rId104" Type="http://schemas.openxmlformats.org/officeDocument/2006/relationships/customXml" Target="../ink/ink50.xml"/><Relationship Id="rId125" Type="http://schemas.openxmlformats.org/officeDocument/2006/relationships/image" Target="NULL"/><Relationship Id="rId146" Type="http://schemas.openxmlformats.org/officeDocument/2006/relationships/customXml" Target="../ink/ink71.xml"/><Relationship Id="rId167" Type="http://schemas.openxmlformats.org/officeDocument/2006/relationships/image" Target="NULL"/><Relationship Id="rId188" Type="http://schemas.openxmlformats.org/officeDocument/2006/relationships/customXml" Target="../ink/ink92.xml"/><Relationship Id="rId560" Type="http://schemas.openxmlformats.org/officeDocument/2006/relationships/customXml" Target="../ink/ink212.xml"/><Relationship Id="rId581" Type="http://schemas.openxmlformats.org/officeDocument/2006/relationships/customXml" Target="../ink/ink233.xml"/><Relationship Id="rId71" Type="http://schemas.openxmlformats.org/officeDocument/2006/relationships/image" Target="NULL"/><Relationship Id="rId92" Type="http://schemas.openxmlformats.org/officeDocument/2006/relationships/customXml" Target="../ink/ink44.xml"/><Relationship Id="rId213" Type="http://schemas.openxmlformats.org/officeDocument/2006/relationships/image" Target="NULL"/><Relationship Id="rId234" Type="http://schemas.openxmlformats.org/officeDocument/2006/relationships/customXml" Target="../ink/ink115.xml"/><Relationship Id="rId616" Type="http://schemas.openxmlformats.org/officeDocument/2006/relationships/customXml" Target="../ink/ink266.xml"/><Relationship Id="rId2" Type="http://schemas.openxmlformats.org/officeDocument/2006/relationships/image" Target="../media/image7.png"/><Relationship Id="rId441" Type="http://schemas.openxmlformats.org/officeDocument/2006/relationships/image" Target="NULL"/><Relationship Id="rId462" Type="http://schemas.openxmlformats.org/officeDocument/2006/relationships/customXml" Target="../ink/ink135.xml"/><Relationship Id="rId483" Type="http://schemas.openxmlformats.org/officeDocument/2006/relationships/image" Target="NULL"/><Relationship Id="rId518" Type="http://schemas.openxmlformats.org/officeDocument/2006/relationships/customXml" Target="../ink/ink170.xml"/><Relationship Id="rId539" Type="http://schemas.openxmlformats.org/officeDocument/2006/relationships/customXml" Target="../ink/ink191.xml"/><Relationship Id="rId115" Type="http://schemas.openxmlformats.org/officeDocument/2006/relationships/image" Target="NULL"/><Relationship Id="rId136" Type="http://schemas.openxmlformats.org/officeDocument/2006/relationships/customXml" Target="../ink/ink66.xml"/><Relationship Id="rId157" Type="http://schemas.openxmlformats.org/officeDocument/2006/relationships/image" Target="NULL"/><Relationship Id="rId178" Type="http://schemas.openxmlformats.org/officeDocument/2006/relationships/customXml" Target="../ink/ink87.xml"/><Relationship Id="rId550" Type="http://schemas.openxmlformats.org/officeDocument/2006/relationships/customXml" Target="../ink/ink202.xml"/><Relationship Id="rId82" Type="http://schemas.openxmlformats.org/officeDocument/2006/relationships/customXml" Target="../ink/ink39.xml"/><Relationship Id="rId199" Type="http://schemas.openxmlformats.org/officeDocument/2006/relationships/image" Target="NULL"/><Relationship Id="rId203" Type="http://schemas.openxmlformats.org/officeDocument/2006/relationships/image" Target="NULL"/><Relationship Id="rId571" Type="http://schemas.openxmlformats.org/officeDocument/2006/relationships/customXml" Target="../ink/ink223.xml"/><Relationship Id="rId592" Type="http://schemas.openxmlformats.org/officeDocument/2006/relationships/customXml" Target="../ink/ink244.xml"/><Relationship Id="rId606" Type="http://schemas.openxmlformats.org/officeDocument/2006/relationships/customXml" Target="../ink/ink257.xml"/><Relationship Id="rId224" Type="http://schemas.openxmlformats.org/officeDocument/2006/relationships/customXml" Target="../ink/ink110.xml"/><Relationship Id="rId245" Type="http://schemas.openxmlformats.org/officeDocument/2006/relationships/image" Target="NULL"/><Relationship Id="rId452" Type="http://schemas.openxmlformats.org/officeDocument/2006/relationships/customXml" Target="../ink/ink130.xml"/><Relationship Id="rId473" Type="http://schemas.openxmlformats.org/officeDocument/2006/relationships/image" Target="NULL"/><Relationship Id="rId494" Type="http://schemas.openxmlformats.org/officeDocument/2006/relationships/customXml" Target="../ink/ink152.xml"/><Relationship Id="rId508" Type="http://schemas.openxmlformats.org/officeDocument/2006/relationships/customXml" Target="../ink/ink160.xml"/><Relationship Id="rId529" Type="http://schemas.openxmlformats.org/officeDocument/2006/relationships/customXml" Target="../ink/ink181.xml"/><Relationship Id="rId105" Type="http://schemas.openxmlformats.org/officeDocument/2006/relationships/image" Target="NULL"/><Relationship Id="rId126" Type="http://schemas.openxmlformats.org/officeDocument/2006/relationships/customXml" Target="../ink/ink61.xml"/><Relationship Id="rId147" Type="http://schemas.openxmlformats.org/officeDocument/2006/relationships/image" Target="NULL"/><Relationship Id="rId168" Type="http://schemas.openxmlformats.org/officeDocument/2006/relationships/customXml" Target="../ink/ink82.xml"/><Relationship Id="rId540" Type="http://schemas.openxmlformats.org/officeDocument/2006/relationships/customXml" Target="../ink/ink192.xml"/><Relationship Id="rId30" Type="http://schemas.openxmlformats.org/officeDocument/2006/relationships/image" Target="NULL"/><Relationship Id="rId72" Type="http://schemas.openxmlformats.org/officeDocument/2006/relationships/customXml" Target="../ink/ink34.xml"/><Relationship Id="rId93" Type="http://schemas.openxmlformats.org/officeDocument/2006/relationships/image" Target="NULL"/><Relationship Id="rId189" Type="http://schemas.openxmlformats.org/officeDocument/2006/relationships/image" Target="NULL"/><Relationship Id="rId561" Type="http://schemas.openxmlformats.org/officeDocument/2006/relationships/customXml" Target="../ink/ink213.xml"/><Relationship Id="rId582" Type="http://schemas.openxmlformats.org/officeDocument/2006/relationships/customXml" Target="../ink/ink234.xml"/><Relationship Id="rId617" Type="http://schemas.openxmlformats.org/officeDocument/2006/relationships/customXml" Target="../ink/ink267.xml"/><Relationship Id="rId3" Type="http://schemas.openxmlformats.org/officeDocument/2006/relationships/image" Target="../media/image8.jpeg"/><Relationship Id="rId214" Type="http://schemas.openxmlformats.org/officeDocument/2006/relationships/customXml" Target="../ink/ink105.xml"/><Relationship Id="rId235" Type="http://schemas.openxmlformats.org/officeDocument/2006/relationships/image" Target="NULL"/><Relationship Id="rId442" Type="http://schemas.openxmlformats.org/officeDocument/2006/relationships/customXml" Target="../ink/ink125.xml"/><Relationship Id="rId463" Type="http://schemas.openxmlformats.org/officeDocument/2006/relationships/image" Target="NULL"/><Relationship Id="rId484" Type="http://schemas.openxmlformats.org/officeDocument/2006/relationships/customXml" Target="../ink/ink147.xml"/><Relationship Id="rId519" Type="http://schemas.openxmlformats.org/officeDocument/2006/relationships/customXml" Target="../ink/ink171.xml"/><Relationship Id="rId116" Type="http://schemas.openxmlformats.org/officeDocument/2006/relationships/customXml" Target="../ink/ink56.xml"/><Relationship Id="rId137" Type="http://schemas.openxmlformats.org/officeDocument/2006/relationships/image" Target="NULL"/><Relationship Id="rId158" Type="http://schemas.openxmlformats.org/officeDocument/2006/relationships/customXml" Target="../ink/ink77.xml"/><Relationship Id="rId530" Type="http://schemas.openxmlformats.org/officeDocument/2006/relationships/customXml" Target="../ink/ink182.xml"/><Relationship Id="rId83" Type="http://schemas.openxmlformats.org/officeDocument/2006/relationships/image" Target="NULL"/><Relationship Id="rId179" Type="http://schemas.openxmlformats.org/officeDocument/2006/relationships/image" Target="NULL"/><Relationship Id="rId551" Type="http://schemas.openxmlformats.org/officeDocument/2006/relationships/customXml" Target="../ink/ink203.xml"/><Relationship Id="rId572" Type="http://schemas.openxmlformats.org/officeDocument/2006/relationships/customXml" Target="../ink/ink224.xml"/><Relationship Id="rId593" Type="http://schemas.openxmlformats.org/officeDocument/2006/relationships/customXml" Target="../ink/ink245.xml"/><Relationship Id="rId607" Type="http://schemas.openxmlformats.org/officeDocument/2006/relationships/image" Target="NULL"/><Relationship Id="rId20" Type="http://schemas.openxmlformats.org/officeDocument/2006/relationships/image" Target="NULL"/><Relationship Id="rId190" Type="http://schemas.openxmlformats.org/officeDocument/2006/relationships/customXml" Target="../ink/ink93.xml"/><Relationship Id="rId204" Type="http://schemas.openxmlformats.org/officeDocument/2006/relationships/customXml" Target="../ink/ink100.xml"/><Relationship Id="rId225" Type="http://schemas.openxmlformats.org/officeDocument/2006/relationships/image" Target="NULL"/><Relationship Id="rId246" Type="http://schemas.openxmlformats.org/officeDocument/2006/relationships/customXml" Target="../ink/ink121.xml"/><Relationship Id="rId453" Type="http://schemas.openxmlformats.org/officeDocument/2006/relationships/image" Target="NULL"/><Relationship Id="rId474" Type="http://schemas.openxmlformats.org/officeDocument/2006/relationships/customXml" Target="../ink/ink141.xml"/><Relationship Id="rId509" Type="http://schemas.openxmlformats.org/officeDocument/2006/relationships/customXml" Target="../ink/ink161.xml"/><Relationship Id="rId106" Type="http://schemas.openxmlformats.org/officeDocument/2006/relationships/customXml" Target="../ink/ink51.xml"/><Relationship Id="rId127" Type="http://schemas.openxmlformats.org/officeDocument/2006/relationships/image" Target="NULL"/><Relationship Id="rId495" Type="http://schemas.openxmlformats.org/officeDocument/2006/relationships/image" Target="NULL"/><Relationship Id="rId73" Type="http://schemas.openxmlformats.org/officeDocument/2006/relationships/image" Target="NULL"/><Relationship Id="rId94" Type="http://schemas.openxmlformats.org/officeDocument/2006/relationships/customXml" Target="../ink/ink45.xml"/><Relationship Id="rId148" Type="http://schemas.openxmlformats.org/officeDocument/2006/relationships/customXml" Target="../ink/ink72.xml"/><Relationship Id="rId169" Type="http://schemas.openxmlformats.org/officeDocument/2006/relationships/image" Target="NULL"/><Relationship Id="rId10" Type="http://schemas.openxmlformats.org/officeDocument/2006/relationships/image" Target="NULL"/><Relationship Id="rId520" Type="http://schemas.openxmlformats.org/officeDocument/2006/relationships/customXml" Target="../ink/ink172.xml"/><Relationship Id="rId541" Type="http://schemas.openxmlformats.org/officeDocument/2006/relationships/customXml" Target="../ink/ink193.xml"/><Relationship Id="rId562" Type="http://schemas.openxmlformats.org/officeDocument/2006/relationships/customXml" Target="../ink/ink214.xml"/><Relationship Id="rId583" Type="http://schemas.openxmlformats.org/officeDocument/2006/relationships/customXml" Target="../ink/ink235.xml"/><Relationship Id="rId618" Type="http://schemas.openxmlformats.org/officeDocument/2006/relationships/customXml" Target="../ink/ink268.xml"/><Relationship Id="rId4" Type="http://schemas.openxmlformats.org/officeDocument/2006/relationships/customXml" Target="../ink/ink33.xml"/><Relationship Id="rId180" Type="http://schemas.openxmlformats.org/officeDocument/2006/relationships/customXml" Target="../ink/ink88.xml"/><Relationship Id="rId215" Type="http://schemas.openxmlformats.org/officeDocument/2006/relationships/image" Target="NULL"/><Relationship Id="rId236" Type="http://schemas.openxmlformats.org/officeDocument/2006/relationships/customXml" Target="../ink/ink116.xml"/><Relationship Id="rId443" Type="http://schemas.openxmlformats.org/officeDocument/2006/relationships/image" Target="NULL"/><Relationship Id="rId464" Type="http://schemas.openxmlformats.org/officeDocument/2006/relationships/customXml" Target="../ink/ink136.xml"/><Relationship Id="rId485" Type="http://schemas.openxmlformats.org/officeDocument/2006/relationships/image" Target="NULL"/><Relationship Id="rId84" Type="http://schemas.openxmlformats.org/officeDocument/2006/relationships/customXml" Target="../ink/ink40.xml"/><Relationship Id="rId138" Type="http://schemas.openxmlformats.org/officeDocument/2006/relationships/customXml" Target="../ink/ink67.xml"/><Relationship Id="rId510" Type="http://schemas.openxmlformats.org/officeDocument/2006/relationships/customXml" Target="../ink/ink162.xml"/><Relationship Id="rId552" Type="http://schemas.openxmlformats.org/officeDocument/2006/relationships/customXml" Target="../ink/ink204.xml"/><Relationship Id="rId594" Type="http://schemas.openxmlformats.org/officeDocument/2006/relationships/customXml" Target="../ink/ink246.xml"/><Relationship Id="rId608" Type="http://schemas.openxmlformats.org/officeDocument/2006/relationships/customXml" Target="../ink/ink258.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454" Type="http://schemas.openxmlformats.org/officeDocument/2006/relationships/customXml" Target="../ink/ink131.xml"/><Relationship Id="rId496" Type="http://schemas.openxmlformats.org/officeDocument/2006/relationships/customXml" Target="../ink/ink153.xml"/><Relationship Id="rId149" Type="http://schemas.openxmlformats.org/officeDocument/2006/relationships/image" Target="NULL"/><Relationship Id="rId521" Type="http://schemas.openxmlformats.org/officeDocument/2006/relationships/customXml" Target="../ink/ink173.xml"/><Relationship Id="rId563" Type="http://schemas.openxmlformats.org/officeDocument/2006/relationships/customXml" Target="../ink/ink215.xml"/><Relationship Id="rId619" Type="http://schemas.openxmlformats.org/officeDocument/2006/relationships/customXml" Target="../ink/ink269.xml"/><Relationship Id="rId95" Type="http://schemas.openxmlformats.org/officeDocument/2006/relationships/image" Target="NULL"/><Relationship Id="rId160" Type="http://schemas.openxmlformats.org/officeDocument/2006/relationships/customXml" Target="../ink/ink78.xml"/><Relationship Id="rId216" Type="http://schemas.openxmlformats.org/officeDocument/2006/relationships/customXml" Target="../ink/ink106.xml"/><Relationship Id="rId465" Type="http://schemas.openxmlformats.org/officeDocument/2006/relationships/image" Target="NULL"/><Relationship Id="rId118" Type="http://schemas.openxmlformats.org/officeDocument/2006/relationships/customXml" Target="../ink/ink57.xml"/><Relationship Id="rId532" Type="http://schemas.openxmlformats.org/officeDocument/2006/relationships/customXml" Target="../ink/ink184.xml"/><Relationship Id="rId574" Type="http://schemas.openxmlformats.org/officeDocument/2006/relationships/customXml" Target="../ink/ink226.xml"/><Relationship Id="rId22" Type="http://schemas.openxmlformats.org/officeDocument/2006/relationships/image" Target="NULL"/><Relationship Id="rId171" Type="http://schemas.openxmlformats.org/officeDocument/2006/relationships/image" Target="NULL"/><Relationship Id="rId227" Type="http://schemas.openxmlformats.org/officeDocument/2006/relationships/image" Target="NULL"/><Relationship Id="rId476" Type="http://schemas.openxmlformats.org/officeDocument/2006/relationships/customXml" Target="../ink/ink142.xml"/><Relationship Id="rId129" Type="http://schemas.openxmlformats.org/officeDocument/2006/relationships/image" Target="NULL"/><Relationship Id="rId501" Type="http://schemas.openxmlformats.org/officeDocument/2006/relationships/image" Target="NULL"/><Relationship Id="rId543" Type="http://schemas.openxmlformats.org/officeDocument/2006/relationships/customXml" Target="../ink/ink195.xml"/><Relationship Id="rId75" Type="http://schemas.openxmlformats.org/officeDocument/2006/relationships/image" Target="NULL"/><Relationship Id="rId140" Type="http://schemas.openxmlformats.org/officeDocument/2006/relationships/customXml" Target="../ink/ink68.xml"/><Relationship Id="rId182" Type="http://schemas.openxmlformats.org/officeDocument/2006/relationships/customXml" Target="../ink/ink89.xml"/><Relationship Id="rId585" Type="http://schemas.openxmlformats.org/officeDocument/2006/relationships/customXml" Target="../ink/ink237.xml"/><Relationship Id="rId238" Type="http://schemas.openxmlformats.org/officeDocument/2006/relationships/customXml" Target="../ink/ink117.xml"/><Relationship Id="rId445" Type="http://schemas.openxmlformats.org/officeDocument/2006/relationships/image" Target="NULL"/><Relationship Id="rId487" Type="http://schemas.openxmlformats.org/officeDocument/2006/relationships/image" Target="NULL"/><Relationship Id="rId6" Type="http://schemas.openxmlformats.org/officeDocument/2006/relationships/image" Target="NULL"/><Relationship Id="rId610" Type="http://schemas.openxmlformats.org/officeDocument/2006/relationships/customXml" Target="../ink/ink260.xml"/><Relationship Id="rId512" Type="http://schemas.openxmlformats.org/officeDocument/2006/relationships/customXml" Target="../ink/ink164.xml"/><Relationship Id="rId86" Type="http://schemas.openxmlformats.org/officeDocument/2006/relationships/customXml" Target="../ink/ink41.xml"/><Relationship Id="rId151" Type="http://schemas.openxmlformats.org/officeDocument/2006/relationships/image" Target="NULL"/><Relationship Id="rId554" Type="http://schemas.openxmlformats.org/officeDocument/2006/relationships/customXml" Target="../ink/ink206.xml"/><Relationship Id="rId596" Type="http://schemas.openxmlformats.org/officeDocument/2006/relationships/customXml" Target="../ink/ink248.xm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456" Type="http://schemas.openxmlformats.org/officeDocument/2006/relationships/customXml" Target="../ink/ink132.xml"/><Relationship Id="rId498" Type="http://schemas.openxmlformats.org/officeDocument/2006/relationships/customXml" Target="../ink/ink154.xml"/><Relationship Id="rId621" Type="http://schemas.openxmlformats.org/officeDocument/2006/relationships/image" Target="../media/image10.svg"/><Relationship Id="rId109" Type="http://schemas.openxmlformats.org/officeDocument/2006/relationships/image" Target="NULL"/><Relationship Id="rId523" Type="http://schemas.openxmlformats.org/officeDocument/2006/relationships/customXml" Target="../ink/ink175.xml"/><Relationship Id="rId97" Type="http://schemas.openxmlformats.org/officeDocument/2006/relationships/image" Target="NULL"/><Relationship Id="rId120" Type="http://schemas.openxmlformats.org/officeDocument/2006/relationships/customXml" Target="../ink/ink58.xml"/><Relationship Id="rId565" Type="http://schemas.openxmlformats.org/officeDocument/2006/relationships/customXml" Target="../ink/ink217.xml"/><Relationship Id="rId162" Type="http://schemas.openxmlformats.org/officeDocument/2006/relationships/customXml" Target="../ink/ink79.xml"/><Relationship Id="rId218" Type="http://schemas.openxmlformats.org/officeDocument/2006/relationships/customXml" Target="../ink/ink107.xml"/><Relationship Id="rId467" Type="http://schemas.openxmlformats.org/officeDocument/2006/relationships/image" Target="NULL"/><Relationship Id="rId131" Type="http://schemas.openxmlformats.org/officeDocument/2006/relationships/image" Target="NULL"/><Relationship Id="rId534" Type="http://schemas.openxmlformats.org/officeDocument/2006/relationships/customXml" Target="../ink/ink186.xml"/><Relationship Id="rId576" Type="http://schemas.openxmlformats.org/officeDocument/2006/relationships/customXml" Target="../ink/ink228.xml"/><Relationship Id="rId24" Type="http://schemas.openxmlformats.org/officeDocument/2006/relationships/image" Target="NULL"/><Relationship Id="rId173" Type="http://schemas.openxmlformats.org/officeDocument/2006/relationships/image" Target="NULL"/><Relationship Id="rId229" Type="http://schemas.openxmlformats.org/officeDocument/2006/relationships/image" Target="NULL"/><Relationship Id="rId601" Type="http://schemas.openxmlformats.org/officeDocument/2006/relationships/customXml" Target="../ink/ink253.xml"/><Relationship Id="rId240" Type="http://schemas.openxmlformats.org/officeDocument/2006/relationships/customXml" Target="../ink/ink118.xml"/><Relationship Id="rId478" Type="http://schemas.openxmlformats.org/officeDocument/2006/relationships/customXml" Target="../ink/ink143.xml"/><Relationship Id="rId77" Type="http://schemas.openxmlformats.org/officeDocument/2006/relationships/image" Target="NULL"/><Relationship Id="rId100" Type="http://schemas.openxmlformats.org/officeDocument/2006/relationships/customXml" Target="../ink/ink48.xml"/><Relationship Id="rId503" Type="http://schemas.openxmlformats.org/officeDocument/2006/relationships/image" Target="NULL"/><Relationship Id="rId545" Type="http://schemas.openxmlformats.org/officeDocument/2006/relationships/customXml" Target="../ink/ink197.xml"/><Relationship Id="rId587" Type="http://schemas.openxmlformats.org/officeDocument/2006/relationships/customXml" Target="../ink/ink239.xml"/><Relationship Id="rId142" Type="http://schemas.openxmlformats.org/officeDocument/2006/relationships/customXml" Target="../ink/ink69.xml"/><Relationship Id="rId184" Type="http://schemas.openxmlformats.org/officeDocument/2006/relationships/customXml" Target="../ink/ink90.xml"/><Relationship Id="rId447" Type="http://schemas.openxmlformats.org/officeDocument/2006/relationships/image" Target="NULL"/><Relationship Id="rId8" Type="http://schemas.openxmlformats.org/officeDocument/2006/relationships/image" Target="NULL"/><Relationship Id="rId612" Type="http://schemas.openxmlformats.org/officeDocument/2006/relationships/customXml" Target="../ink/ink262.xml"/><Relationship Id="rId489" Type="http://schemas.openxmlformats.org/officeDocument/2006/relationships/image" Target="NULL"/><Relationship Id="rId514" Type="http://schemas.openxmlformats.org/officeDocument/2006/relationships/customXml" Target="../ink/ink166.xml"/><Relationship Id="rId556" Type="http://schemas.openxmlformats.org/officeDocument/2006/relationships/customXml" Target="../ink/ink208.xml"/><Relationship Id="rId88" Type="http://schemas.openxmlformats.org/officeDocument/2006/relationships/customXml" Target="../ink/ink4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598" Type="http://schemas.openxmlformats.org/officeDocument/2006/relationships/customXml" Target="../ink/ink250.xml"/><Relationship Id="rId220" Type="http://schemas.openxmlformats.org/officeDocument/2006/relationships/customXml" Target="../ink/ink108.xml"/><Relationship Id="rId458" Type="http://schemas.openxmlformats.org/officeDocument/2006/relationships/customXml" Target="../ink/ink133.xml"/><Relationship Id="rId623" Type="http://schemas.openxmlformats.org/officeDocument/2006/relationships/image" Target="../media/image12.svg"/><Relationship Id="rId525" Type="http://schemas.openxmlformats.org/officeDocument/2006/relationships/customXml" Target="../ink/ink177.xml"/><Relationship Id="rId567" Type="http://schemas.openxmlformats.org/officeDocument/2006/relationships/customXml" Target="../ink/ink219.xml"/><Relationship Id="rId99" Type="http://schemas.openxmlformats.org/officeDocument/2006/relationships/image" Target="NULL"/><Relationship Id="rId122" Type="http://schemas.openxmlformats.org/officeDocument/2006/relationships/customXml" Target="../ink/ink59.xml"/><Relationship Id="rId164" Type="http://schemas.openxmlformats.org/officeDocument/2006/relationships/customXml" Target="../ink/ink80.xml"/><Relationship Id="rId469" Type="http://schemas.openxmlformats.org/officeDocument/2006/relationships/image" Target="NULL"/><Relationship Id="rId231" Type="http://schemas.openxmlformats.org/officeDocument/2006/relationships/image" Target="NULL"/><Relationship Id="rId480" Type="http://schemas.openxmlformats.org/officeDocument/2006/relationships/customXml" Target="../ink/ink144.xml"/><Relationship Id="rId536" Type="http://schemas.openxmlformats.org/officeDocument/2006/relationships/customXml" Target="../ink/ink188.xml"/><Relationship Id="rId26" Type="http://schemas.openxmlformats.org/officeDocument/2006/relationships/image" Target="NULL"/></Relationships>
</file>

<file path=ppt/slides/_rels/slide4.xml.rels><?xml version="1.0" encoding="UTF-8" standalone="yes"?>
<Relationships xmlns="http://schemas.openxmlformats.org/package/2006/relationships"><Relationship Id="rId117" Type="http://schemas.openxmlformats.org/officeDocument/2006/relationships/image" Target="NULL"/><Relationship Id="rId299" Type="http://schemas.openxmlformats.org/officeDocument/2006/relationships/customXml" Target="../ink/ink440.xml"/><Relationship Id="rId21" Type="http://schemas.openxmlformats.org/officeDocument/2006/relationships/image" Target="NULL"/><Relationship Id="rId63" Type="http://schemas.openxmlformats.org/officeDocument/2006/relationships/image" Target="NULL"/><Relationship Id="rId159" Type="http://schemas.openxmlformats.org/officeDocument/2006/relationships/image" Target="NULL"/><Relationship Id="rId324" Type="http://schemas.openxmlformats.org/officeDocument/2006/relationships/customXml" Target="../ink/ink465.xml"/><Relationship Id="rId366" Type="http://schemas.openxmlformats.org/officeDocument/2006/relationships/image" Target="NULL"/><Relationship Id="rId170" Type="http://schemas.openxmlformats.org/officeDocument/2006/relationships/customXml" Target="../ink/ink353.xml"/><Relationship Id="rId226" Type="http://schemas.openxmlformats.org/officeDocument/2006/relationships/customXml" Target="../ink/ink381.xml"/><Relationship Id="rId268" Type="http://schemas.openxmlformats.org/officeDocument/2006/relationships/customXml" Target="../ink/ink409.xml"/><Relationship Id="rId32" Type="http://schemas.openxmlformats.org/officeDocument/2006/relationships/customXml" Target="../ink/ink284.xml"/><Relationship Id="rId74" Type="http://schemas.openxmlformats.org/officeDocument/2006/relationships/customXml" Target="../ink/ink305.xml"/><Relationship Id="rId128" Type="http://schemas.openxmlformats.org/officeDocument/2006/relationships/customXml" Target="../ink/ink332.xml"/><Relationship Id="rId335" Type="http://schemas.openxmlformats.org/officeDocument/2006/relationships/customXml" Target="../ink/ink476.xml"/><Relationship Id="rId377" Type="http://schemas.openxmlformats.org/officeDocument/2006/relationships/customXml" Target="../ink/ink504.xml"/><Relationship Id="rId5" Type="http://schemas.openxmlformats.org/officeDocument/2006/relationships/image" Target="NULL"/><Relationship Id="rId181" Type="http://schemas.openxmlformats.org/officeDocument/2006/relationships/image" Target="NULL"/><Relationship Id="rId237" Type="http://schemas.openxmlformats.org/officeDocument/2006/relationships/image" Target="NULL"/><Relationship Id="rId279" Type="http://schemas.openxmlformats.org/officeDocument/2006/relationships/customXml" Target="../ink/ink420.xml"/><Relationship Id="rId43" Type="http://schemas.openxmlformats.org/officeDocument/2006/relationships/image" Target="NULL"/><Relationship Id="rId139" Type="http://schemas.openxmlformats.org/officeDocument/2006/relationships/image" Target="NULL"/><Relationship Id="rId290" Type="http://schemas.openxmlformats.org/officeDocument/2006/relationships/customXml" Target="../ink/ink431.xml"/><Relationship Id="rId304" Type="http://schemas.openxmlformats.org/officeDocument/2006/relationships/customXml" Target="../ink/ink445.xml"/><Relationship Id="rId346" Type="http://schemas.openxmlformats.org/officeDocument/2006/relationships/customXml" Target="../ink/ink487.xml"/><Relationship Id="rId85" Type="http://schemas.openxmlformats.org/officeDocument/2006/relationships/image" Target="NULL"/><Relationship Id="rId150" Type="http://schemas.openxmlformats.org/officeDocument/2006/relationships/customXml" Target="../ink/ink343.xml"/><Relationship Id="rId192" Type="http://schemas.openxmlformats.org/officeDocument/2006/relationships/customXml" Target="../ink/ink364.xml"/><Relationship Id="rId206" Type="http://schemas.openxmlformats.org/officeDocument/2006/relationships/customXml" Target="../ink/ink371.xml"/><Relationship Id="rId248" Type="http://schemas.openxmlformats.org/officeDocument/2006/relationships/customXml" Target="../ink/ink392.xml"/><Relationship Id="rId12" Type="http://schemas.openxmlformats.org/officeDocument/2006/relationships/customXml" Target="../ink/ink274.xml"/><Relationship Id="rId108" Type="http://schemas.openxmlformats.org/officeDocument/2006/relationships/customXml" Target="../ink/ink322.xml"/><Relationship Id="rId315" Type="http://schemas.openxmlformats.org/officeDocument/2006/relationships/customXml" Target="../ink/ink456.xml"/><Relationship Id="rId357" Type="http://schemas.openxmlformats.org/officeDocument/2006/relationships/customXml" Target="../ink/ink494.xml"/><Relationship Id="rId54" Type="http://schemas.openxmlformats.org/officeDocument/2006/relationships/customXml" Target="../ink/ink295.xml"/><Relationship Id="rId96" Type="http://schemas.openxmlformats.org/officeDocument/2006/relationships/customXml" Target="../ink/ink316.xml"/><Relationship Id="rId161" Type="http://schemas.openxmlformats.org/officeDocument/2006/relationships/image" Target="NULL"/><Relationship Id="rId217" Type="http://schemas.openxmlformats.org/officeDocument/2006/relationships/image" Target="NULL"/><Relationship Id="rId259" Type="http://schemas.openxmlformats.org/officeDocument/2006/relationships/customXml" Target="../ink/ink400.xml"/><Relationship Id="rId23" Type="http://schemas.openxmlformats.org/officeDocument/2006/relationships/image" Target="NULL"/><Relationship Id="rId119" Type="http://schemas.openxmlformats.org/officeDocument/2006/relationships/image" Target="NULL"/><Relationship Id="rId270" Type="http://schemas.openxmlformats.org/officeDocument/2006/relationships/customXml" Target="../ink/ink411.xml"/><Relationship Id="rId326" Type="http://schemas.openxmlformats.org/officeDocument/2006/relationships/customXml" Target="../ink/ink467.xml"/><Relationship Id="rId65" Type="http://schemas.openxmlformats.org/officeDocument/2006/relationships/image" Target="NULL"/><Relationship Id="rId130" Type="http://schemas.openxmlformats.org/officeDocument/2006/relationships/customXml" Target="../ink/ink333.xml"/><Relationship Id="rId368" Type="http://schemas.openxmlformats.org/officeDocument/2006/relationships/image" Target="NULL"/><Relationship Id="rId172" Type="http://schemas.openxmlformats.org/officeDocument/2006/relationships/customXml" Target="../ink/ink354.xml"/><Relationship Id="rId228" Type="http://schemas.openxmlformats.org/officeDocument/2006/relationships/customXml" Target="../ink/ink382.xml"/><Relationship Id="rId281" Type="http://schemas.openxmlformats.org/officeDocument/2006/relationships/customXml" Target="../ink/ink422.xml"/><Relationship Id="rId337" Type="http://schemas.openxmlformats.org/officeDocument/2006/relationships/customXml" Target="../ink/ink478.xml"/><Relationship Id="rId34" Type="http://schemas.openxmlformats.org/officeDocument/2006/relationships/customXml" Target="../ink/ink285.xml"/><Relationship Id="rId76" Type="http://schemas.openxmlformats.org/officeDocument/2006/relationships/customXml" Target="../ink/ink306.xml"/><Relationship Id="rId141" Type="http://schemas.openxmlformats.org/officeDocument/2006/relationships/image" Target="NULL"/><Relationship Id="rId379" Type="http://schemas.openxmlformats.org/officeDocument/2006/relationships/customXml" Target="../ink/ink505.xml"/><Relationship Id="rId7" Type="http://schemas.openxmlformats.org/officeDocument/2006/relationships/image" Target="NULL"/><Relationship Id="rId183" Type="http://schemas.openxmlformats.org/officeDocument/2006/relationships/image" Target="NULL"/><Relationship Id="rId239" Type="http://schemas.openxmlformats.org/officeDocument/2006/relationships/image" Target="NULL"/><Relationship Id="rId250" Type="http://schemas.openxmlformats.org/officeDocument/2006/relationships/customXml" Target="../ink/ink393.xml"/><Relationship Id="rId292" Type="http://schemas.openxmlformats.org/officeDocument/2006/relationships/customXml" Target="../ink/ink433.xml"/><Relationship Id="rId306" Type="http://schemas.openxmlformats.org/officeDocument/2006/relationships/customXml" Target="../ink/ink447.xml"/><Relationship Id="rId45" Type="http://schemas.openxmlformats.org/officeDocument/2006/relationships/image" Target="NULL"/><Relationship Id="rId87" Type="http://schemas.openxmlformats.org/officeDocument/2006/relationships/image" Target="NULL"/><Relationship Id="rId110" Type="http://schemas.openxmlformats.org/officeDocument/2006/relationships/customXml" Target="../ink/ink323.xml"/><Relationship Id="rId348" Type="http://schemas.openxmlformats.org/officeDocument/2006/relationships/customXml" Target="../ink/ink489.xml"/><Relationship Id="rId152" Type="http://schemas.openxmlformats.org/officeDocument/2006/relationships/customXml" Target="../ink/ink344.xml"/><Relationship Id="rId194" Type="http://schemas.openxmlformats.org/officeDocument/2006/relationships/customXml" Target="../ink/ink365.xml"/><Relationship Id="rId208" Type="http://schemas.openxmlformats.org/officeDocument/2006/relationships/customXml" Target="../ink/ink372.xml"/><Relationship Id="rId261" Type="http://schemas.openxmlformats.org/officeDocument/2006/relationships/customXml" Target="../ink/ink402.xml"/><Relationship Id="rId14" Type="http://schemas.openxmlformats.org/officeDocument/2006/relationships/customXml" Target="../ink/ink275.xml"/><Relationship Id="rId56" Type="http://schemas.openxmlformats.org/officeDocument/2006/relationships/customXml" Target="../ink/ink296.xml"/><Relationship Id="rId317" Type="http://schemas.openxmlformats.org/officeDocument/2006/relationships/customXml" Target="../ink/ink458.xml"/><Relationship Id="rId359" Type="http://schemas.openxmlformats.org/officeDocument/2006/relationships/customXml" Target="../ink/ink495.xml"/><Relationship Id="rId98" Type="http://schemas.openxmlformats.org/officeDocument/2006/relationships/customXml" Target="../ink/ink317.xml"/><Relationship Id="rId121" Type="http://schemas.openxmlformats.org/officeDocument/2006/relationships/image" Target="NULL"/><Relationship Id="rId163" Type="http://schemas.openxmlformats.org/officeDocument/2006/relationships/image" Target="NULL"/><Relationship Id="rId219" Type="http://schemas.openxmlformats.org/officeDocument/2006/relationships/image" Target="NULL"/><Relationship Id="rId370" Type="http://schemas.openxmlformats.org/officeDocument/2006/relationships/image" Target="NULL"/><Relationship Id="rId230" Type="http://schemas.openxmlformats.org/officeDocument/2006/relationships/customXml" Target="../ink/ink383.xml"/><Relationship Id="rId25" Type="http://schemas.openxmlformats.org/officeDocument/2006/relationships/image" Target="NULL"/><Relationship Id="rId67" Type="http://schemas.openxmlformats.org/officeDocument/2006/relationships/image" Target="NULL"/><Relationship Id="rId272" Type="http://schemas.openxmlformats.org/officeDocument/2006/relationships/customXml" Target="../ink/ink413.xml"/><Relationship Id="rId328" Type="http://schemas.openxmlformats.org/officeDocument/2006/relationships/customXml" Target="../ink/ink469.xml"/><Relationship Id="rId132" Type="http://schemas.openxmlformats.org/officeDocument/2006/relationships/customXml" Target="../ink/ink334.xml"/><Relationship Id="rId174" Type="http://schemas.openxmlformats.org/officeDocument/2006/relationships/customXml" Target="../ink/ink355.xml"/><Relationship Id="rId381" Type="http://schemas.openxmlformats.org/officeDocument/2006/relationships/customXml" Target="../ink/ink506.xml"/><Relationship Id="rId241" Type="http://schemas.openxmlformats.org/officeDocument/2006/relationships/image" Target="NULL"/><Relationship Id="rId36" Type="http://schemas.openxmlformats.org/officeDocument/2006/relationships/customXml" Target="../ink/ink286.xml"/><Relationship Id="rId283" Type="http://schemas.openxmlformats.org/officeDocument/2006/relationships/customXml" Target="../ink/ink424.xml"/><Relationship Id="rId339" Type="http://schemas.openxmlformats.org/officeDocument/2006/relationships/customXml" Target="../ink/ink480.xml"/><Relationship Id="rId78" Type="http://schemas.openxmlformats.org/officeDocument/2006/relationships/customXml" Target="../ink/ink307.xml"/><Relationship Id="rId101" Type="http://schemas.openxmlformats.org/officeDocument/2006/relationships/image" Target="NULL"/><Relationship Id="rId143" Type="http://schemas.openxmlformats.org/officeDocument/2006/relationships/image" Target="NULL"/><Relationship Id="rId185" Type="http://schemas.openxmlformats.org/officeDocument/2006/relationships/image" Target="NULL"/><Relationship Id="rId350" Type="http://schemas.openxmlformats.org/officeDocument/2006/relationships/image" Target="../media/image14.png"/><Relationship Id="rId9" Type="http://schemas.openxmlformats.org/officeDocument/2006/relationships/image" Target="NULL"/><Relationship Id="rId210" Type="http://schemas.openxmlformats.org/officeDocument/2006/relationships/customXml" Target="../ink/ink373.xml"/><Relationship Id="rId252" Type="http://schemas.openxmlformats.org/officeDocument/2006/relationships/customXml" Target="../ink/ink394.xml"/><Relationship Id="rId294" Type="http://schemas.openxmlformats.org/officeDocument/2006/relationships/customXml" Target="../ink/ink435.xml"/><Relationship Id="rId308" Type="http://schemas.openxmlformats.org/officeDocument/2006/relationships/customXml" Target="../ink/ink449.xml"/><Relationship Id="rId47" Type="http://schemas.openxmlformats.org/officeDocument/2006/relationships/image" Target="NULL"/><Relationship Id="rId68" Type="http://schemas.openxmlformats.org/officeDocument/2006/relationships/customXml" Target="../ink/ink302.xml"/><Relationship Id="rId89" Type="http://schemas.openxmlformats.org/officeDocument/2006/relationships/image" Target="NULL"/><Relationship Id="rId112" Type="http://schemas.openxmlformats.org/officeDocument/2006/relationships/customXml" Target="../ink/ink324.xml"/><Relationship Id="rId133" Type="http://schemas.openxmlformats.org/officeDocument/2006/relationships/image" Target="NULL"/><Relationship Id="rId154" Type="http://schemas.openxmlformats.org/officeDocument/2006/relationships/customXml" Target="../ink/ink345.xml"/><Relationship Id="rId175" Type="http://schemas.openxmlformats.org/officeDocument/2006/relationships/image" Target="NULL"/><Relationship Id="rId340" Type="http://schemas.openxmlformats.org/officeDocument/2006/relationships/customXml" Target="../ink/ink481.xml"/><Relationship Id="rId361" Type="http://schemas.openxmlformats.org/officeDocument/2006/relationships/customXml" Target="../ink/ink496.xml"/><Relationship Id="rId196" Type="http://schemas.openxmlformats.org/officeDocument/2006/relationships/customXml" Target="../ink/ink366.xml"/><Relationship Id="rId200" Type="http://schemas.openxmlformats.org/officeDocument/2006/relationships/customXml" Target="../ink/ink368.xml"/><Relationship Id="rId382" Type="http://schemas.openxmlformats.org/officeDocument/2006/relationships/image" Target="NULL"/><Relationship Id="rId16" Type="http://schemas.openxmlformats.org/officeDocument/2006/relationships/customXml" Target="../ink/ink276.xml"/><Relationship Id="rId221" Type="http://schemas.openxmlformats.org/officeDocument/2006/relationships/image" Target="NULL"/><Relationship Id="rId242" Type="http://schemas.openxmlformats.org/officeDocument/2006/relationships/customXml" Target="../ink/ink389.xml"/><Relationship Id="rId263" Type="http://schemas.openxmlformats.org/officeDocument/2006/relationships/customXml" Target="../ink/ink404.xml"/><Relationship Id="rId284" Type="http://schemas.openxmlformats.org/officeDocument/2006/relationships/customXml" Target="../ink/ink425.xml"/><Relationship Id="rId319" Type="http://schemas.openxmlformats.org/officeDocument/2006/relationships/customXml" Target="../ink/ink460.xml"/><Relationship Id="rId37" Type="http://schemas.openxmlformats.org/officeDocument/2006/relationships/image" Target="NULL"/><Relationship Id="rId58" Type="http://schemas.openxmlformats.org/officeDocument/2006/relationships/customXml" Target="../ink/ink297.xml"/><Relationship Id="rId79" Type="http://schemas.openxmlformats.org/officeDocument/2006/relationships/image" Target="NULL"/><Relationship Id="rId102" Type="http://schemas.openxmlformats.org/officeDocument/2006/relationships/customXml" Target="../ink/ink319.xml"/><Relationship Id="rId123" Type="http://schemas.openxmlformats.org/officeDocument/2006/relationships/image" Target="NULL"/><Relationship Id="rId144" Type="http://schemas.openxmlformats.org/officeDocument/2006/relationships/customXml" Target="../ink/ink340.xml"/><Relationship Id="rId330" Type="http://schemas.openxmlformats.org/officeDocument/2006/relationships/customXml" Target="../ink/ink471.xml"/><Relationship Id="rId90" Type="http://schemas.openxmlformats.org/officeDocument/2006/relationships/customXml" Target="../ink/ink313.xml"/><Relationship Id="rId165" Type="http://schemas.openxmlformats.org/officeDocument/2006/relationships/image" Target="NULL"/><Relationship Id="rId186" Type="http://schemas.openxmlformats.org/officeDocument/2006/relationships/customXml" Target="../ink/ink361.xml"/><Relationship Id="rId351" Type="http://schemas.openxmlformats.org/officeDocument/2006/relationships/customXml" Target="../ink/ink491.xml"/><Relationship Id="rId372" Type="http://schemas.openxmlformats.org/officeDocument/2006/relationships/image" Target="NULL"/><Relationship Id="rId211" Type="http://schemas.openxmlformats.org/officeDocument/2006/relationships/image" Target="NULL"/><Relationship Id="rId232" Type="http://schemas.openxmlformats.org/officeDocument/2006/relationships/customXml" Target="../ink/ink384.xml"/><Relationship Id="rId253" Type="http://schemas.openxmlformats.org/officeDocument/2006/relationships/image" Target="NULL"/><Relationship Id="rId274" Type="http://schemas.openxmlformats.org/officeDocument/2006/relationships/customXml" Target="../ink/ink415.xml"/><Relationship Id="rId295" Type="http://schemas.openxmlformats.org/officeDocument/2006/relationships/customXml" Target="../ink/ink436.xml"/><Relationship Id="rId309" Type="http://schemas.openxmlformats.org/officeDocument/2006/relationships/customXml" Target="../ink/ink450.xml"/><Relationship Id="rId27" Type="http://schemas.openxmlformats.org/officeDocument/2006/relationships/image" Target="NULL"/><Relationship Id="rId48" Type="http://schemas.openxmlformats.org/officeDocument/2006/relationships/customXml" Target="../ink/ink292.xml"/><Relationship Id="rId69" Type="http://schemas.openxmlformats.org/officeDocument/2006/relationships/image" Target="NULL"/><Relationship Id="rId113" Type="http://schemas.openxmlformats.org/officeDocument/2006/relationships/image" Target="NULL"/><Relationship Id="rId134" Type="http://schemas.openxmlformats.org/officeDocument/2006/relationships/customXml" Target="../ink/ink335.xml"/><Relationship Id="rId320" Type="http://schemas.openxmlformats.org/officeDocument/2006/relationships/customXml" Target="../ink/ink461.xml"/><Relationship Id="rId80" Type="http://schemas.openxmlformats.org/officeDocument/2006/relationships/customXml" Target="../ink/ink308.xml"/><Relationship Id="rId155" Type="http://schemas.openxmlformats.org/officeDocument/2006/relationships/image" Target="NULL"/><Relationship Id="rId176" Type="http://schemas.openxmlformats.org/officeDocument/2006/relationships/customXml" Target="../ink/ink356.xml"/><Relationship Id="rId197" Type="http://schemas.openxmlformats.org/officeDocument/2006/relationships/image" Target="NULL"/><Relationship Id="rId341" Type="http://schemas.openxmlformats.org/officeDocument/2006/relationships/customXml" Target="../ink/ink482.xml"/><Relationship Id="rId362" Type="http://schemas.openxmlformats.org/officeDocument/2006/relationships/image" Target="NULL"/><Relationship Id="rId383" Type="http://schemas.openxmlformats.org/officeDocument/2006/relationships/image" Target="../media/image9.png"/><Relationship Id="rId201" Type="http://schemas.openxmlformats.org/officeDocument/2006/relationships/image" Target="NULL"/><Relationship Id="rId222" Type="http://schemas.openxmlformats.org/officeDocument/2006/relationships/customXml" Target="../ink/ink379.xml"/><Relationship Id="rId243" Type="http://schemas.openxmlformats.org/officeDocument/2006/relationships/image" Target="NULL"/><Relationship Id="rId264" Type="http://schemas.openxmlformats.org/officeDocument/2006/relationships/customXml" Target="../ink/ink405.xml"/><Relationship Id="rId285" Type="http://schemas.openxmlformats.org/officeDocument/2006/relationships/customXml" Target="../ink/ink426.xml"/><Relationship Id="rId17" Type="http://schemas.openxmlformats.org/officeDocument/2006/relationships/image" Target="NULL"/><Relationship Id="rId38" Type="http://schemas.openxmlformats.org/officeDocument/2006/relationships/customXml" Target="../ink/ink287.xml"/><Relationship Id="rId59" Type="http://schemas.openxmlformats.org/officeDocument/2006/relationships/image" Target="NULL"/><Relationship Id="rId103" Type="http://schemas.openxmlformats.org/officeDocument/2006/relationships/image" Target="NULL"/><Relationship Id="rId124" Type="http://schemas.openxmlformats.org/officeDocument/2006/relationships/customXml" Target="../ink/ink330.xml"/><Relationship Id="rId310" Type="http://schemas.openxmlformats.org/officeDocument/2006/relationships/customXml" Target="../ink/ink451.xml"/><Relationship Id="rId70" Type="http://schemas.openxmlformats.org/officeDocument/2006/relationships/customXml" Target="../ink/ink303.xml"/><Relationship Id="rId91" Type="http://schemas.openxmlformats.org/officeDocument/2006/relationships/image" Target="NULL"/><Relationship Id="rId145" Type="http://schemas.openxmlformats.org/officeDocument/2006/relationships/image" Target="NULL"/><Relationship Id="rId166" Type="http://schemas.openxmlformats.org/officeDocument/2006/relationships/customXml" Target="../ink/ink351.xml"/><Relationship Id="rId187" Type="http://schemas.openxmlformats.org/officeDocument/2006/relationships/image" Target="NULL"/><Relationship Id="rId331" Type="http://schemas.openxmlformats.org/officeDocument/2006/relationships/customXml" Target="../ink/ink472.xml"/><Relationship Id="rId352" Type="http://schemas.openxmlformats.org/officeDocument/2006/relationships/image" Target="NULL"/><Relationship Id="rId373" Type="http://schemas.openxmlformats.org/officeDocument/2006/relationships/customXml" Target="../ink/ink502.xml"/><Relationship Id="rId1" Type="http://schemas.openxmlformats.org/officeDocument/2006/relationships/slideLayout" Target="../slideLayouts/slideLayout2.xml"/><Relationship Id="rId212" Type="http://schemas.openxmlformats.org/officeDocument/2006/relationships/customXml" Target="../ink/ink374.xml"/><Relationship Id="rId233" Type="http://schemas.openxmlformats.org/officeDocument/2006/relationships/image" Target="NULL"/><Relationship Id="rId254" Type="http://schemas.openxmlformats.org/officeDocument/2006/relationships/customXml" Target="../ink/ink395.xml"/><Relationship Id="rId28" Type="http://schemas.openxmlformats.org/officeDocument/2006/relationships/customXml" Target="../ink/ink282.xml"/><Relationship Id="rId49" Type="http://schemas.openxmlformats.org/officeDocument/2006/relationships/image" Target="NULL"/><Relationship Id="rId114" Type="http://schemas.openxmlformats.org/officeDocument/2006/relationships/customXml" Target="../ink/ink325.xml"/><Relationship Id="rId275" Type="http://schemas.openxmlformats.org/officeDocument/2006/relationships/customXml" Target="../ink/ink416.xml"/><Relationship Id="rId296" Type="http://schemas.openxmlformats.org/officeDocument/2006/relationships/customXml" Target="../ink/ink437.xml"/><Relationship Id="rId300" Type="http://schemas.openxmlformats.org/officeDocument/2006/relationships/customXml" Target="../ink/ink441.xml"/><Relationship Id="rId60" Type="http://schemas.openxmlformats.org/officeDocument/2006/relationships/customXml" Target="../ink/ink298.xml"/><Relationship Id="rId81" Type="http://schemas.openxmlformats.org/officeDocument/2006/relationships/image" Target="NULL"/><Relationship Id="rId135" Type="http://schemas.openxmlformats.org/officeDocument/2006/relationships/image" Target="NULL"/><Relationship Id="rId156" Type="http://schemas.openxmlformats.org/officeDocument/2006/relationships/customXml" Target="../ink/ink346.xml"/><Relationship Id="rId177" Type="http://schemas.openxmlformats.org/officeDocument/2006/relationships/image" Target="NULL"/><Relationship Id="rId198" Type="http://schemas.openxmlformats.org/officeDocument/2006/relationships/customXml" Target="../ink/ink367.xml"/><Relationship Id="rId321" Type="http://schemas.openxmlformats.org/officeDocument/2006/relationships/customXml" Target="../ink/ink462.xml"/><Relationship Id="rId342" Type="http://schemas.openxmlformats.org/officeDocument/2006/relationships/customXml" Target="../ink/ink483.xml"/><Relationship Id="rId363" Type="http://schemas.openxmlformats.org/officeDocument/2006/relationships/customXml" Target="../ink/ink497.xml"/><Relationship Id="rId384" Type="http://schemas.openxmlformats.org/officeDocument/2006/relationships/image" Target="../media/image10.svg"/><Relationship Id="rId202" Type="http://schemas.openxmlformats.org/officeDocument/2006/relationships/customXml" Target="../ink/ink369.xml"/><Relationship Id="rId223" Type="http://schemas.openxmlformats.org/officeDocument/2006/relationships/image" Target="NULL"/><Relationship Id="rId244" Type="http://schemas.openxmlformats.org/officeDocument/2006/relationships/customXml" Target="../ink/ink390.xml"/><Relationship Id="rId18" Type="http://schemas.openxmlformats.org/officeDocument/2006/relationships/customXml" Target="../ink/ink277.xml"/><Relationship Id="rId39" Type="http://schemas.openxmlformats.org/officeDocument/2006/relationships/image" Target="NULL"/><Relationship Id="rId265" Type="http://schemas.openxmlformats.org/officeDocument/2006/relationships/customXml" Target="../ink/ink406.xml"/><Relationship Id="rId286" Type="http://schemas.openxmlformats.org/officeDocument/2006/relationships/customXml" Target="../ink/ink427.xml"/><Relationship Id="rId50" Type="http://schemas.openxmlformats.org/officeDocument/2006/relationships/customXml" Target="../ink/ink293.xml"/><Relationship Id="rId104" Type="http://schemas.openxmlformats.org/officeDocument/2006/relationships/customXml" Target="../ink/ink320.xml"/><Relationship Id="rId125" Type="http://schemas.openxmlformats.org/officeDocument/2006/relationships/image" Target="NULL"/><Relationship Id="rId146" Type="http://schemas.openxmlformats.org/officeDocument/2006/relationships/customXml" Target="../ink/ink341.xml"/><Relationship Id="rId167" Type="http://schemas.openxmlformats.org/officeDocument/2006/relationships/image" Target="NULL"/><Relationship Id="rId188" Type="http://schemas.openxmlformats.org/officeDocument/2006/relationships/customXml" Target="../ink/ink362.xml"/><Relationship Id="rId311" Type="http://schemas.openxmlformats.org/officeDocument/2006/relationships/customXml" Target="../ink/ink452.xml"/><Relationship Id="rId332" Type="http://schemas.openxmlformats.org/officeDocument/2006/relationships/customXml" Target="../ink/ink473.xml"/><Relationship Id="rId353" Type="http://schemas.openxmlformats.org/officeDocument/2006/relationships/customXml" Target="../ink/ink492.xml"/><Relationship Id="rId374" Type="http://schemas.openxmlformats.org/officeDocument/2006/relationships/image" Target="NULL"/><Relationship Id="rId71" Type="http://schemas.openxmlformats.org/officeDocument/2006/relationships/image" Target="NULL"/><Relationship Id="rId92" Type="http://schemas.openxmlformats.org/officeDocument/2006/relationships/customXml" Target="../ink/ink314.xml"/><Relationship Id="rId213" Type="http://schemas.openxmlformats.org/officeDocument/2006/relationships/image" Target="NULL"/><Relationship Id="rId234" Type="http://schemas.openxmlformats.org/officeDocument/2006/relationships/customXml" Target="../ink/ink385.xml"/><Relationship Id="rId2" Type="http://schemas.openxmlformats.org/officeDocument/2006/relationships/image" Target="../media/image7.png"/><Relationship Id="rId29" Type="http://schemas.openxmlformats.org/officeDocument/2006/relationships/image" Target="NULL"/><Relationship Id="rId255" Type="http://schemas.openxmlformats.org/officeDocument/2006/relationships/customXml" Target="../ink/ink396.xml"/><Relationship Id="rId276" Type="http://schemas.openxmlformats.org/officeDocument/2006/relationships/customXml" Target="../ink/ink417.xml"/><Relationship Id="rId297" Type="http://schemas.openxmlformats.org/officeDocument/2006/relationships/customXml" Target="../ink/ink438.xml"/><Relationship Id="rId40" Type="http://schemas.openxmlformats.org/officeDocument/2006/relationships/customXml" Target="../ink/ink288.xml"/><Relationship Id="rId115" Type="http://schemas.openxmlformats.org/officeDocument/2006/relationships/image" Target="NULL"/><Relationship Id="rId136" Type="http://schemas.openxmlformats.org/officeDocument/2006/relationships/customXml" Target="../ink/ink336.xml"/><Relationship Id="rId157" Type="http://schemas.openxmlformats.org/officeDocument/2006/relationships/image" Target="NULL"/><Relationship Id="rId178" Type="http://schemas.openxmlformats.org/officeDocument/2006/relationships/customXml" Target="../ink/ink357.xml"/><Relationship Id="rId301" Type="http://schemas.openxmlformats.org/officeDocument/2006/relationships/customXml" Target="../ink/ink442.xml"/><Relationship Id="rId322" Type="http://schemas.openxmlformats.org/officeDocument/2006/relationships/customXml" Target="../ink/ink463.xml"/><Relationship Id="rId343" Type="http://schemas.openxmlformats.org/officeDocument/2006/relationships/customXml" Target="../ink/ink484.xml"/><Relationship Id="rId364" Type="http://schemas.openxmlformats.org/officeDocument/2006/relationships/image" Target="NULL"/><Relationship Id="rId61" Type="http://schemas.openxmlformats.org/officeDocument/2006/relationships/image" Target="NULL"/><Relationship Id="rId82" Type="http://schemas.openxmlformats.org/officeDocument/2006/relationships/customXml" Target="../ink/ink309.xml"/><Relationship Id="rId199" Type="http://schemas.openxmlformats.org/officeDocument/2006/relationships/image" Target="NULL"/><Relationship Id="rId203" Type="http://schemas.openxmlformats.org/officeDocument/2006/relationships/image" Target="NULL"/><Relationship Id="rId385" Type="http://schemas.openxmlformats.org/officeDocument/2006/relationships/image" Target="../media/image11.png"/><Relationship Id="rId19" Type="http://schemas.openxmlformats.org/officeDocument/2006/relationships/image" Target="NULL"/><Relationship Id="rId224" Type="http://schemas.openxmlformats.org/officeDocument/2006/relationships/customXml" Target="../ink/ink380.xml"/><Relationship Id="rId245" Type="http://schemas.openxmlformats.org/officeDocument/2006/relationships/image" Target="NULL"/><Relationship Id="rId266" Type="http://schemas.openxmlformats.org/officeDocument/2006/relationships/customXml" Target="../ink/ink407.xml"/><Relationship Id="rId287" Type="http://schemas.openxmlformats.org/officeDocument/2006/relationships/customXml" Target="../ink/ink428.xml"/><Relationship Id="rId30" Type="http://schemas.openxmlformats.org/officeDocument/2006/relationships/customXml" Target="../ink/ink283.xml"/><Relationship Id="rId105" Type="http://schemas.openxmlformats.org/officeDocument/2006/relationships/image" Target="NULL"/><Relationship Id="rId126" Type="http://schemas.openxmlformats.org/officeDocument/2006/relationships/customXml" Target="../ink/ink331.xml"/><Relationship Id="rId147" Type="http://schemas.openxmlformats.org/officeDocument/2006/relationships/image" Target="NULL"/><Relationship Id="rId168" Type="http://schemas.openxmlformats.org/officeDocument/2006/relationships/customXml" Target="../ink/ink352.xml"/><Relationship Id="rId312" Type="http://schemas.openxmlformats.org/officeDocument/2006/relationships/customXml" Target="../ink/ink453.xml"/><Relationship Id="rId333" Type="http://schemas.openxmlformats.org/officeDocument/2006/relationships/customXml" Target="../ink/ink474.xml"/><Relationship Id="rId354" Type="http://schemas.openxmlformats.org/officeDocument/2006/relationships/image" Target="NULL"/><Relationship Id="rId51" Type="http://schemas.openxmlformats.org/officeDocument/2006/relationships/image" Target="NULL"/><Relationship Id="rId72" Type="http://schemas.openxmlformats.org/officeDocument/2006/relationships/customXml" Target="../ink/ink304.xml"/><Relationship Id="rId93" Type="http://schemas.openxmlformats.org/officeDocument/2006/relationships/image" Target="NULL"/><Relationship Id="rId189" Type="http://schemas.openxmlformats.org/officeDocument/2006/relationships/image" Target="NULL"/><Relationship Id="rId375" Type="http://schemas.openxmlformats.org/officeDocument/2006/relationships/customXml" Target="../ink/ink503.xml"/><Relationship Id="rId3" Type="http://schemas.openxmlformats.org/officeDocument/2006/relationships/image" Target="../media/image8.jpeg"/><Relationship Id="rId214" Type="http://schemas.openxmlformats.org/officeDocument/2006/relationships/customXml" Target="../ink/ink375.xml"/><Relationship Id="rId235" Type="http://schemas.openxmlformats.org/officeDocument/2006/relationships/image" Target="NULL"/><Relationship Id="rId256" Type="http://schemas.openxmlformats.org/officeDocument/2006/relationships/customXml" Target="../ink/ink397.xml"/><Relationship Id="rId277" Type="http://schemas.openxmlformats.org/officeDocument/2006/relationships/customXml" Target="../ink/ink418.xml"/><Relationship Id="rId298" Type="http://schemas.openxmlformats.org/officeDocument/2006/relationships/customXml" Target="../ink/ink439.xml"/><Relationship Id="rId116" Type="http://schemas.openxmlformats.org/officeDocument/2006/relationships/customXml" Target="../ink/ink326.xml"/><Relationship Id="rId137" Type="http://schemas.openxmlformats.org/officeDocument/2006/relationships/image" Target="NULL"/><Relationship Id="rId158" Type="http://schemas.openxmlformats.org/officeDocument/2006/relationships/customXml" Target="../ink/ink347.xml"/><Relationship Id="rId302" Type="http://schemas.openxmlformats.org/officeDocument/2006/relationships/customXml" Target="../ink/ink443.xml"/><Relationship Id="rId323" Type="http://schemas.openxmlformats.org/officeDocument/2006/relationships/customXml" Target="../ink/ink464.xml"/><Relationship Id="rId344" Type="http://schemas.openxmlformats.org/officeDocument/2006/relationships/customXml" Target="../ink/ink485.xml"/><Relationship Id="rId20" Type="http://schemas.openxmlformats.org/officeDocument/2006/relationships/customXml" Target="../ink/ink278.xml"/><Relationship Id="rId41" Type="http://schemas.openxmlformats.org/officeDocument/2006/relationships/image" Target="NULL"/><Relationship Id="rId62" Type="http://schemas.openxmlformats.org/officeDocument/2006/relationships/customXml" Target="../ink/ink299.xml"/><Relationship Id="rId83" Type="http://schemas.openxmlformats.org/officeDocument/2006/relationships/image" Target="NULL"/><Relationship Id="rId179" Type="http://schemas.openxmlformats.org/officeDocument/2006/relationships/image" Target="NULL"/><Relationship Id="rId365" Type="http://schemas.openxmlformats.org/officeDocument/2006/relationships/customXml" Target="../ink/ink498.xml"/><Relationship Id="rId386" Type="http://schemas.openxmlformats.org/officeDocument/2006/relationships/image" Target="../media/image12.svg"/><Relationship Id="rId190" Type="http://schemas.openxmlformats.org/officeDocument/2006/relationships/customXml" Target="../ink/ink363.xml"/><Relationship Id="rId204" Type="http://schemas.openxmlformats.org/officeDocument/2006/relationships/customXml" Target="../ink/ink370.xml"/><Relationship Id="rId225" Type="http://schemas.openxmlformats.org/officeDocument/2006/relationships/image" Target="NULL"/><Relationship Id="rId246" Type="http://schemas.openxmlformats.org/officeDocument/2006/relationships/customXml" Target="../ink/ink391.xml"/><Relationship Id="rId267" Type="http://schemas.openxmlformats.org/officeDocument/2006/relationships/customXml" Target="../ink/ink408.xml"/><Relationship Id="rId288" Type="http://schemas.openxmlformats.org/officeDocument/2006/relationships/customXml" Target="../ink/ink429.xml"/><Relationship Id="rId106" Type="http://schemas.openxmlformats.org/officeDocument/2006/relationships/customXml" Target="../ink/ink321.xml"/><Relationship Id="rId127" Type="http://schemas.openxmlformats.org/officeDocument/2006/relationships/image" Target="NULL"/><Relationship Id="rId313" Type="http://schemas.openxmlformats.org/officeDocument/2006/relationships/customXml" Target="../ink/ink454.xml"/><Relationship Id="rId10" Type="http://schemas.openxmlformats.org/officeDocument/2006/relationships/customXml" Target="../ink/ink273.xml"/><Relationship Id="rId31" Type="http://schemas.openxmlformats.org/officeDocument/2006/relationships/image" Target="NULL"/><Relationship Id="rId52" Type="http://schemas.openxmlformats.org/officeDocument/2006/relationships/customXml" Target="../ink/ink294.xml"/><Relationship Id="rId73" Type="http://schemas.openxmlformats.org/officeDocument/2006/relationships/image" Target="NULL"/><Relationship Id="rId94" Type="http://schemas.openxmlformats.org/officeDocument/2006/relationships/customXml" Target="../ink/ink315.xml"/><Relationship Id="rId148" Type="http://schemas.openxmlformats.org/officeDocument/2006/relationships/customXml" Target="../ink/ink342.xml"/><Relationship Id="rId169" Type="http://schemas.openxmlformats.org/officeDocument/2006/relationships/image" Target="NULL"/><Relationship Id="rId334" Type="http://schemas.openxmlformats.org/officeDocument/2006/relationships/customXml" Target="../ink/ink475.xml"/><Relationship Id="rId355" Type="http://schemas.openxmlformats.org/officeDocument/2006/relationships/customXml" Target="../ink/ink493.xml"/><Relationship Id="rId376" Type="http://schemas.openxmlformats.org/officeDocument/2006/relationships/image" Target="NULL"/><Relationship Id="rId4" Type="http://schemas.openxmlformats.org/officeDocument/2006/relationships/customXml" Target="../ink/ink270.xml"/><Relationship Id="rId180" Type="http://schemas.openxmlformats.org/officeDocument/2006/relationships/customXml" Target="../ink/ink358.xml"/><Relationship Id="rId215" Type="http://schemas.openxmlformats.org/officeDocument/2006/relationships/image" Target="NULL"/><Relationship Id="rId236" Type="http://schemas.openxmlformats.org/officeDocument/2006/relationships/customXml" Target="../ink/ink386.xml"/><Relationship Id="rId257" Type="http://schemas.openxmlformats.org/officeDocument/2006/relationships/customXml" Target="../ink/ink398.xml"/><Relationship Id="rId278" Type="http://schemas.openxmlformats.org/officeDocument/2006/relationships/customXml" Target="../ink/ink419.xml"/><Relationship Id="rId303" Type="http://schemas.openxmlformats.org/officeDocument/2006/relationships/customXml" Target="../ink/ink444.xml"/><Relationship Id="rId42" Type="http://schemas.openxmlformats.org/officeDocument/2006/relationships/customXml" Target="../ink/ink289.xml"/><Relationship Id="rId84" Type="http://schemas.openxmlformats.org/officeDocument/2006/relationships/customXml" Target="../ink/ink310.xml"/><Relationship Id="rId138" Type="http://schemas.openxmlformats.org/officeDocument/2006/relationships/customXml" Target="../ink/ink337.xml"/><Relationship Id="rId345" Type="http://schemas.openxmlformats.org/officeDocument/2006/relationships/customXml" Target="../ink/ink486.xml"/><Relationship Id="rId191" Type="http://schemas.openxmlformats.org/officeDocument/2006/relationships/image" Target="NULL"/><Relationship Id="rId205" Type="http://schemas.openxmlformats.org/officeDocument/2006/relationships/image" Target="NULL"/><Relationship Id="rId247" Type="http://schemas.openxmlformats.org/officeDocument/2006/relationships/image" Target="NULL"/><Relationship Id="rId107" Type="http://schemas.openxmlformats.org/officeDocument/2006/relationships/image" Target="NULL"/><Relationship Id="rId289" Type="http://schemas.openxmlformats.org/officeDocument/2006/relationships/customXml" Target="../ink/ink430.xml"/><Relationship Id="rId11" Type="http://schemas.openxmlformats.org/officeDocument/2006/relationships/image" Target="NULL"/><Relationship Id="rId53" Type="http://schemas.openxmlformats.org/officeDocument/2006/relationships/image" Target="NULL"/><Relationship Id="rId149" Type="http://schemas.openxmlformats.org/officeDocument/2006/relationships/image" Target="NULL"/><Relationship Id="rId314" Type="http://schemas.openxmlformats.org/officeDocument/2006/relationships/customXml" Target="../ink/ink455.xml"/><Relationship Id="rId356" Type="http://schemas.openxmlformats.org/officeDocument/2006/relationships/image" Target="NULL"/><Relationship Id="rId95" Type="http://schemas.openxmlformats.org/officeDocument/2006/relationships/image" Target="NULL"/><Relationship Id="rId160" Type="http://schemas.openxmlformats.org/officeDocument/2006/relationships/customXml" Target="../ink/ink348.xml"/><Relationship Id="rId216" Type="http://schemas.openxmlformats.org/officeDocument/2006/relationships/customXml" Target="../ink/ink376.xml"/><Relationship Id="rId258" Type="http://schemas.openxmlformats.org/officeDocument/2006/relationships/customXml" Target="../ink/ink399.xml"/><Relationship Id="rId22" Type="http://schemas.openxmlformats.org/officeDocument/2006/relationships/customXml" Target="../ink/ink279.xml"/><Relationship Id="rId64" Type="http://schemas.openxmlformats.org/officeDocument/2006/relationships/customXml" Target="../ink/ink300.xml"/><Relationship Id="rId118" Type="http://schemas.openxmlformats.org/officeDocument/2006/relationships/customXml" Target="../ink/ink327.xml"/><Relationship Id="rId325" Type="http://schemas.openxmlformats.org/officeDocument/2006/relationships/customXml" Target="../ink/ink466.xml"/><Relationship Id="rId367" Type="http://schemas.openxmlformats.org/officeDocument/2006/relationships/customXml" Target="../ink/ink499.xml"/><Relationship Id="rId171" Type="http://schemas.openxmlformats.org/officeDocument/2006/relationships/image" Target="NULL"/><Relationship Id="rId227" Type="http://schemas.openxmlformats.org/officeDocument/2006/relationships/image" Target="NULL"/><Relationship Id="rId269" Type="http://schemas.openxmlformats.org/officeDocument/2006/relationships/customXml" Target="../ink/ink410.xml"/><Relationship Id="rId33" Type="http://schemas.openxmlformats.org/officeDocument/2006/relationships/image" Target="NULL"/><Relationship Id="rId129" Type="http://schemas.openxmlformats.org/officeDocument/2006/relationships/image" Target="NULL"/><Relationship Id="rId280" Type="http://schemas.openxmlformats.org/officeDocument/2006/relationships/customXml" Target="../ink/ink421.xml"/><Relationship Id="rId336" Type="http://schemas.openxmlformats.org/officeDocument/2006/relationships/customXml" Target="../ink/ink477.xml"/><Relationship Id="rId75" Type="http://schemas.openxmlformats.org/officeDocument/2006/relationships/image" Target="NULL"/><Relationship Id="rId140" Type="http://schemas.openxmlformats.org/officeDocument/2006/relationships/customXml" Target="../ink/ink338.xml"/><Relationship Id="rId182" Type="http://schemas.openxmlformats.org/officeDocument/2006/relationships/customXml" Target="../ink/ink359.xml"/><Relationship Id="rId378" Type="http://schemas.openxmlformats.org/officeDocument/2006/relationships/image" Target="NULL"/><Relationship Id="rId6" Type="http://schemas.openxmlformats.org/officeDocument/2006/relationships/customXml" Target="../ink/ink271.xml"/><Relationship Id="rId238" Type="http://schemas.openxmlformats.org/officeDocument/2006/relationships/customXml" Target="../ink/ink387.xml"/><Relationship Id="rId291" Type="http://schemas.openxmlformats.org/officeDocument/2006/relationships/customXml" Target="../ink/ink432.xml"/><Relationship Id="rId305" Type="http://schemas.openxmlformats.org/officeDocument/2006/relationships/customXml" Target="../ink/ink446.xml"/><Relationship Id="rId347" Type="http://schemas.openxmlformats.org/officeDocument/2006/relationships/customXml" Target="../ink/ink488.xml"/><Relationship Id="rId44" Type="http://schemas.openxmlformats.org/officeDocument/2006/relationships/customXml" Target="../ink/ink290.xml"/><Relationship Id="rId86" Type="http://schemas.openxmlformats.org/officeDocument/2006/relationships/customXml" Target="../ink/ink311.xml"/><Relationship Id="rId151" Type="http://schemas.openxmlformats.org/officeDocument/2006/relationships/image" Target="NULL"/><Relationship Id="rId193" Type="http://schemas.openxmlformats.org/officeDocument/2006/relationships/image" Target="NULL"/><Relationship Id="rId207" Type="http://schemas.openxmlformats.org/officeDocument/2006/relationships/image" Target="NULL"/><Relationship Id="rId249" Type="http://schemas.openxmlformats.org/officeDocument/2006/relationships/image" Target="NULL"/><Relationship Id="rId13" Type="http://schemas.openxmlformats.org/officeDocument/2006/relationships/image" Target="NULL"/><Relationship Id="rId109" Type="http://schemas.openxmlformats.org/officeDocument/2006/relationships/image" Target="NULL"/><Relationship Id="rId260" Type="http://schemas.openxmlformats.org/officeDocument/2006/relationships/customXml" Target="../ink/ink401.xml"/><Relationship Id="rId316" Type="http://schemas.openxmlformats.org/officeDocument/2006/relationships/customXml" Target="../ink/ink457.xml"/><Relationship Id="rId55" Type="http://schemas.openxmlformats.org/officeDocument/2006/relationships/image" Target="NULL"/><Relationship Id="rId97" Type="http://schemas.openxmlformats.org/officeDocument/2006/relationships/image" Target="NULL"/><Relationship Id="rId120" Type="http://schemas.openxmlformats.org/officeDocument/2006/relationships/customXml" Target="../ink/ink328.xml"/><Relationship Id="rId358" Type="http://schemas.openxmlformats.org/officeDocument/2006/relationships/image" Target="NULL"/><Relationship Id="rId162" Type="http://schemas.openxmlformats.org/officeDocument/2006/relationships/customXml" Target="../ink/ink349.xml"/><Relationship Id="rId218" Type="http://schemas.openxmlformats.org/officeDocument/2006/relationships/customXml" Target="../ink/ink377.xml"/><Relationship Id="rId271" Type="http://schemas.openxmlformats.org/officeDocument/2006/relationships/customXml" Target="../ink/ink412.xml"/><Relationship Id="rId24" Type="http://schemas.openxmlformats.org/officeDocument/2006/relationships/customXml" Target="../ink/ink280.xml"/><Relationship Id="rId66" Type="http://schemas.openxmlformats.org/officeDocument/2006/relationships/customXml" Target="../ink/ink301.xml"/><Relationship Id="rId131" Type="http://schemas.openxmlformats.org/officeDocument/2006/relationships/image" Target="NULL"/><Relationship Id="rId327" Type="http://schemas.openxmlformats.org/officeDocument/2006/relationships/customXml" Target="../ink/ink468.xml"/><Relationship Id="rId369" Type="http://schemas.openxmlformats.org/officeDocument/2006/relationships/customXml" Target="../ink/ink500.xml"/><Relationship Id="rId173" Type="http://schemas.openxmlformats.org/officeDocument/2006/relationships/image" Target="NULL"/><Relationship Id="rId229" Type="http://schemas.openxmlformats.org/officeDocument/2006/relationships/image" Target="NULL"/><Relationship Id="rId380" Type="http://schemas.openxmlformats.org/officeDocument/2006/relationships/image" Target="NULL"/><Relationship Id="rId240" Type="http://schemas.openxmlformats.org/officeDocument/2006/relationships/customXml" Target="../ink/ink388.xml"/><Relationship Id="rId35" Type="http://schemas.openxmlformats.org/officeDocument/2006/relationships/image" Target="NULL"/><Relationship Id="rId77" Type="http://schemas.openxmlformats.org/officeDocument/2006/relationships/image" Target="NULL"/><Relationship Id="rId100" Type="http://schemas.openxmlformats.org/officeDocument/2006/relationships/customXml" Target="../ink/ink318.xml"/><Relationship Id="rId282" Type="http://schemas.openxmlformats.org/officeDocument/2006/relationships/customXml" Target="../ink/ink423.xml"/><Relationship Id="rId338" Type="http://schemas.openxmlformats.org/officeDocument/2006/relationships/customXml" Target="../ink/ink479.xml"/><Relationship Id="rId8" Type="http://schemas.openxmlformats.org/officeDocument/2006/relationships/customXml" Target="../ink/ink272.xml"/><Relationship Id="rId142" Type="http://schemas.openxmlformats.org/officeDocument/2006/relationships/customXml" Target="../ink/ink339.xml"/><Relationship Id="rId184" Type="http://schemas.openxmlformats.org/officeDocument/2006/relationships/customXml" Target="../ink/ink360.xml"/><Relationship Id="rId251" Type="http://schemas.openxmlformats.org/officeDocument/2006/relationships/image" Target="NULL"/><Relationship Id="rId46" Type="http://schemas.openxmlformats.org/officeDocument/2006/relationships/customXml" Target="../ink/ink291.xml"/><Relationship Id="rId293" Type="http://schemas.openxmlformats.org/officeDocument/2006/relationships/customXml" Target="../ink/ink434.xml"/><Relationship Id="rId307" Type="http://schemas.openxmlformats.org/officeDocument/2006/relationships/customXml" Target="../ink/ink448.xml"/><Relationship Id="rId349" Type="http://schemas.openxmlformats.org/officeDocument/2006/relationships/customXml" Target="../ink/ink490.xml"/><Relationship Id="rId88" Type="http://schemas.openxmlformats.org/officeDocument/2006/relationships/customXml" Target="../ink/ink312.xml"/><Relationship Id="rId111" Type="http://schemas.openxmlformats.org/officeDocument/2006/relationships/image" Target="NULL"/><Relationship Id="rId153" Type="http://schemas.openxmlformats.org/officeDocument/2006/relationships/image" Target="NULL"/><Relationship Id="rId195" Type="http://schemas.openxmlformats.org/officeDocument/2006/relationships/image" Target="NULL"/><Relationship Id="rId209" Type="http://schemas.openxmlformats.org/officeDocument/2006/relationships/image" Target="NULL"/><Relationship Id="rId360" Type="http://schemas.openxmlformats.org/officeDocument/2006/relationships/image" Target="NULL"/><Relationship Id="rId220" Type="http://schemas.openxmlformats.org/officeDocument/2006/relationships/customXml" Target="../ink/ink378.xml"/><Relationship Id="rId15" Type="http://schemas.openxmlformats.org/officeDocument/2006/relationships/image" Target="NULL"/><Relationship Id="rId57" Type="http://schemas.openxmlformats.org/officeDocument/2006/relationships/image" Target="NULL"/><Relationship Id="rId262" Type="http://schemas.openxmlformats.org/officeDocument/2006/relationships/customXml" Target="../ink/ink403.xml"/><Relationship Id="rId318" Type="http://schemas.openxmlformats.org/officeDocument/2006/relationships/customXml" Target="../ink/ink459.xml"/><Relationship Id="rId99" Type="http://schemas.openxmlformats.org/officeDocument/2006/relationships/image" Target="NULL"/><Relationship Id="rId122" Type="http://schemas.openxmlformats.org/officeDocument/2006/relationships/customXml" Target="../ink/ink329.xml"/><Relationship Id="rId164" Type="http://schemas.openxmlformats.org/officeDocument/2006/relationships/customXml" Target="../ink/ink350.xml"/><Relationship Id="rId371" Type="http://schemas.openxmlformats.org/officeDocument/2006/relationships/customXml" Target="../ink/ink501.xml"/><Relationship Id="rId26" Type="http://schemas.openxmlformats.org/officeDocument/2006/relationships/customXml" Target="../ink/ink281.xml"/><Relationship Id="rId231" Type="http://schemas.openxmlformats.org/officeDocument/2006/relationships/image" Target="NULL"/><Relationship Id="rId273" Type="http://schemas.openxmlformats.org/officeDocument/2006/relationships/customXml" Target="../ink/ink414.xml"/><Relationship Id="rId329" Type="http://schemas.openxmlformats.org/officeDocument/2006/relationships/customXml" Target="../ink/ink470.xml"/></Relationships>
</file>

<file path=ppt/slides/_rels/slide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6.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3.png"/><Relationship Id="rId7" Type="http://schemas.openxmlformats.org/officeDocument/2006/relationships/image" Target="NULL"/><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26.svg"/><Relationship Id="rId4" Type="http://schemas.openxmlformats.org/officeDocument/2006/relationships/image" Target="../media/image25.png"/></Relationships>
</file>

<file path=ppt/slides/_rels/slide7.xml.rels><?xml version="1.0" encoding="UTF-8" standalone="yes"?>
<Relationships xmlns="http://schemas.openxmlformats.org/package/2006/relationships"><Relationship Id="rId8" Type="http://schemas.openxmlformats.org/officeDocument/2006/relationships/image" Target="NULL"/><Relationship Id="rId3" Type="http://schemas.openxmlformats.org/officeDocument/2006/relationships/image" Target="../media/image23.png"/><Relationship Id="rId7" Type="http://schemas.openxmlformats.org/officeDocument/2006/relationships/image" Target="NULL"/><Relationship Id="rId2" Type="http://schemas.openxmlformats.org/officeDocument/2006/relationships/image" Target="../media/image22.png"/><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media/image26.svg"/><Relationship Id="rId4" Type="http://schemas.openxmlformats.org/officeDocument/2006/relationships/image" Target="../media/image25.png"/><Relationship Id="rId9" Type="http://schemas.openxmlformats.org/officeDocument/2006/relationships/image" Target="../media/image27.png"/></Relationships>
</file>

<file path=ppt/slides/_rels/slide8.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12" Type="http://schemas.openxmlformats.org/officeDocument/2006/relationships/image" Target="../media/image39.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8.png"/><Relationship Id="rId5" Type="http://schemas.openxmlformats.org/officeDocument/2006/relationships/image" Target="../media/image32.png"/><Relationship Id="rId10" Type="http://schemas.openxmlformats.org/officeDocument/2006/relationships/image" Target="../media/image37.png"/><Relationship Id="rId4" Type="http://schemas.openxmlformats.org/officeDocument/2006/relationships/image" Target="../media/image31.png"/><Relationship Id="rId9" Type="http://schemas.openxmlformats.org/officeDocument/2006/relationships/image" Target="../media/image36.png"/></Relationships>
</file>

<file path=ppt/slides/_rels/slide11.xml.rels><?xml version="1.0" encoding="UTF-8" standalone="yes"?>
<Relationships xmlns="http://schemas.openxmlformats.org/package/2006/relationships"><Relationship Id="rId8" Type="http://schemas.openxmlformats.org/officeDocument/2006/relationships/image" Target="../media/image46.png"/><Relationship Id="rId13" Type="http://schemas.openxmlformats.org/officeDocument/2006/relationships/image" Target="../media/image51.png"/><Relationship Id="rId18" Type="http://schemas.openxmlformats.org/officeDocument/2006/relationships/image" Target="../media/image56.png"/><Relationship Id="rId3" Type="http://schemas.openxmlformats.org/officeDocument/2006/relationships/image" Target="../media/image40.png"/><Relationship Id="rId7" Type="http://schemas.openxmlformats.org/officeDocument/2006/relationships/image" Target="../media/image45.png"/><Relationship Id="rId12" Type="http://schemas.openxmlformats.org/officeDocument/2006/relationships/image" Target="../media/image50.png"/><Relationship Id="rId17" Type="http://schemas.openxmlformats.org/officeDocument/2006/relationships/image" Target="../media/image55.png"/><Relationship Id="rId2" Type="http://schemas.openxmlformats.org/officeDocument/2006/relationships/notesSlide" Target="../notesSlides/notesSlide3.xml"/><Relationship Id="rId16"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44.png"/><Relationship Id="rId11" Type="http://schemas.openxmlformats.org/officeDocument/2006/relationships/image" Target="../media/image49.png"/><Relationship Id="rId5" Type="http://schemas.openxmlformats.org/officeDocument/2006/relationships/image" Target="../media/image43.png"/><Relationship Id="rId15" Type="http://schemas.openxmlformats.org/officeDocument/2006/relationships/image" Target="../media/image53.png"/><Relationship Id="rId10" Type="http://schemas.openxmlformats.org/officeDocument/2006/relationships/image" Target="../media/image48.png"/><Relationship Id="rId4" Type="http://schemas.openxmlformats.org/officeDocument/2006/relationships/image" Target="../media/image42.png"/><Relationship Id="rId9" Type="http://schemas.openxmlformats.org/officeDocument/2006/relationships/image" Target="../media/image47.png"/><Relationship Id="rId14" Type="http://schemas.openxmlformats.org/officeDocument/2006/relationships/image" Target="../media/image52.png"/></Relationships>
</file>

<file path=ppt/slides/_rels/slide12.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18" Type="http://schemas.openxmlformats.org/officeDocument/2006/relationships/image" Target="../media/image71.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17" Type="http://schemas.openxmlformats.org/officeDocument/2006/relationships/image" Target="../media/image70.png"/><Relationship Id="rId2" Type="http://schemas.openxmlformats.org/officeDocument/2006/relationships/notesSlide" Target="../notesSlides/notesSlide4.xml"/><Relationship Id="rId16"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5" Type="http://schemas.openxmlformats.org/officeDocument/2006/relationships/image" Target="../media/image6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 Id="rId14" Type="http://schemas.openxmlformats.org/officeDocument/2006/relationships/image" Target="../media/image68.png"/></Relationships>
</file>

<file path=ppt/slides/_rels/slide13.xml.rels><?xml version="1.0" encoding="UTF-8" standalone="yes"?>
<Relationships xmlns="http://schemas.openxmlformats.org/package/2006/relationships"><Relationship Id="rId8" Type="http://schemas.openxmlformats.org/officeDocument/2006/relationships/image" Target="../media/image78.png"/><Relationship Id="rId13" Type="http://schemas.openxmlformats.org/officeDocument/2006/relationships/image" Target="../media/image85.png"/><Relationship Id="rId18" Type="http://schemas.openxmlformats.org/officeDocument/2006/relationships/image" Target="../media/image90.svg"/><Relationship Id="rId3" Type="http://schemas.openxmlformats.org/officeDocument/2006/relationships/image" Target="../media/image72.png"/><Relationship Id="rId7" Type="http://schemas.openxmlformats.org/officeDocument/2006/relationships/image" Target="../media/image77.png"/><Relationship Id="rId12" Type="http://schemas.openxmlformats.org/officeDocument/2006/relationships/image" Target="../media/image84.png"/><Relationship Id="rId17" Type="http://schemas.openxmlformats.org/officeDocument/2006/relationships/image" Target="../media/image89.png"/><Relationship Id="rId2" Type="http://schemas.openxmlformats.org/officeDocument/2006/relationships/notesSlide" Target="../notesSlides/notesSlide5.xml"/><Relationship Id="rId16" Type="http://schemas.openxmlformats.org/officeDocument/2006/relationships/image" Target="../media/image88.svg"/><Relationship Id="rId1" Type="http://schemas.openxmlformats.org/officeDocument/2006/relationships/slideLayout" Target="../slideLayouts/slideLayout2.xml"/><Relationship Id="rId6" Type="http://schemas.openxmlformats.org/officeDocument/2006/relationships/image" Target="../media/image75.png"/><Relationship Id="rId11" Type="http://schemas.openxmlformats.org/officeDocument/2006/relationships/image" Target="../media/image83.png"/><Relationship Id="rId5" Type="http://schemas.openxmlformats.org/officeDocument/2006/relationships/image" Target="../media/image74.png"/><Relationship Id="rId15" Type="http://schemas.openxmlformats.org/officeDocument/2006/relationships/image" Target="../media/image87.png"/><Relationship Id="rId10" Type="http://schemas.openxmlformats.org/officeDocument/2006/relationships/image" Target="../media/image81.png"/><Relationship Id="rId19" Type="http://schemas.openxmlformats.org/officeDocument/2006/relationships/image" Target="../media/image91.png"/><Relationship Id="rId4" Type="http://schemas.openxmlformats.org/officeDocument/2006/relationships/image" Target="../media/image73.png"/><Relationship Id="rId9" Type="http://schemas.openxmlformats.org/officeDocument/2006/relationships/image" Target="../media/image79.png"/><Relationship Id="rId14" Type="http://schemas.openxmlformats.org/officeDocument/2006/relationships/image" Target="../media/image86.png"/></Relationships>
</file>

<file path=ppt/slides/_rels/slide14.xml.rels><?xml version="1.0" encoding="UTF-8" standalone="yes"?>
<Relationships xmlns="http://schemas.openxmlformats.org/package/2006/relationships"><Relationship Id="rId8" Type="http://schemas.openxmlformats.org/officeDocument/2006/relationships/image" Target="../media/image97.png"/><Relationship Id="rId13" Type="http://schemas.openxmlformats.org/officeDocument/2006/relationships/image" Target="../media/image103.png"/><Relationship Id="rId3" Type="http://schemas.openxmlformats.org/officeDocument/2006/relationships/image" Target="../media/image93.png"/><Relationship Id="rId7" Type="http://schemas.openxmlformats.org/officeDocument/2006/relationships/image" Target="../media/image54.png"/><Relationship Id="rId12" Type="http://schemas.openxmlformats.org/officeDocument/2006/relationships/image" Target="../media/image102.png"/><Relationship Id="rId2" Type="http://schemas.openxmlformats.org/officeDocument/2006/relationships/image" Target="../media/image92.png"/><Relationship Id="rId1" Type="http://schemas.openxmlformats.org/officeDocument/2006/relationships/slideLayout" Target="../slideLayouts/slideLayout2.xml"/><Relationship Id="rId6" Type="http://schemas.openxmlformats.org/officeDocument/2006/relationships/image" Target="../media/image96.png"/><Relationship Id="rId11" Type="http://schemas.openxmlformats.org/officeDocument/2006/relationships/image" Target="../media/image101.png"/><Relationship Id="rId5" Type="http://schemas.openxmlformats.org/officeDocument/2006/relationships/image" Target="../media/image95.png"/><Relationship Id="rId15" Type="http://schemas.openxmlformats.org/officeDocument/2006/relationships/image" Target="../media/image105.png"/><Relationship Id="rId10" Type="http://schemas.openxmlformats.org/officeDocument/2006/relationships/image" Target="../media/image99.png"/><Relationship Id="rId4" Type="http://schemas.openxmlformats.org/officeDocument/2006/relationships/image" Target="../media/image94.png"/><Relationship Id="rId9" Type="http://schemas.openxmlformats.org/officeDocument/2006/relationships/image" Target="../media/image98.png"/><Relationship Id="rId14" Type="http://schemas.openxmlformats.org/officeDocument/2006/relationships/image" Target="../media/image104.png"/></Relationships>
</file>

<file path=ppt/slides/_rels/slide15.xml.rels><?xml version="1.0" encoding="UTF-8" standalone="yes"?>
<Relationships xmlns="http://schemas.openxmlformats.org/package/2006/relationships"><Relationship Id="rId3" Type="http://schemas.openxmlformats.org/officeDocument/2006/relationships/image" Target="../media/image1040.png"/><Relationship Id="rId2" Type="http://schemas.openxmlformats.org/officeDocument/2006/relationships/image" Target="../media/image1030.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2.png"/><Relationship Id="rId26" Type="http://schemas.openxmlformats.org/officeDocument/2006/relationships/image" Target="../media/image131.png"/><Relationship Id="rId3" Type="http://schemas.openxmlformats.org/officeDocument/2006/relationships/image" Target="../media/image1050.png"/><Relationship Id="rId21" Type="http://schemas.openxmlformats.org/officeDocument/2006/relationships/image" Target="../media/image125.png"/><Relationship Id="rId7" Type="http://schemas.openxmlformats.org/officeDocument/2006/relationships/image" Target="../media/image109.png"/><Relationship Id="rId12" Type="http://schemas.openxmlformats.org/officeDocument/2006/relationships/image" Target="../media/image115.png"/><Relationship Id="rId17" Type="http://schemas.openxmlformats.org/officeDocument/2006/relationships/image" Target="../media/image121.png"/><Relationship Id="rId25" Type="http://schemas.openxmlformats.org/officeDocument/2006/relationships/image" Target="../media/image129.png"/><Relationship Id="rId2" Type="http://schemas.openxmlformats.org/officeDocument/2006/relationships/notesSlide" Target="../notesSlides/notesSlide6.xml"/><Relationship Id="rId16" Type="http://schemas.openxmlformats.org/officeDocument/2006/relationships/image" Target="../media/image119.png"/><Relationship Id="rId20" Type="http://schemas.openxmlformats.org/officeDocument/2006/relationships/image" Target="../media/image124.png"/><Relationship Id="rId1" Type="http://schemas.openxmlformats.org/officeDocument/2006/relationships/slideLayout" Target="../slideLayouts/slideLayout2.xml"/><Relationship Id="rId6" Type="http://schemas.openxmlformats.org/officeDocument/2006/relationships/image" Target="../media/image108.png"/><Relationship Id="rId11" Type="http://schemas.openxmlformats.org/officeDocument/2006/relationships/image" Target="../media/image114.png"/><Relationship Id="rId24" Type="http://schemas.openxmlformats.org/officeDocument/2006/relationships/image" Target="../media/image128.png"/><Relationship Id="rId5" Type="http://schemas.openxmlformats.org/officeDocument/2006/relationships/image" Target="../media/image107.png"/><Relationship Id="rId15" Type="http://schemas.openxmlformats.org/officeDocument/2006/relationships/image" Target="../media/image118.png"/><Relationship Id="rId23" Type="http://schemas.openxmlformats.org/officeDocument/2006/relationships/image" Target="../media/image127.png"/><Relationship Id="rId10" Type="http://schemas.openxmlformats.org/officeDocument/2006/relationships/image" Target="../media/image113.png"/><Relationship Id="rId19" Type="http://schemas.openxmlformats.org/officeDocument/2006/relationships/image" Target="../media/image123.png"/><Relationship Id="rId4" Type="http://schemas.openxmlformats.org/officeDocument/2006/relationships/image" Target="../media/image106.png"/><Relationship Id="rId9" Type="http://schemas.openxmlformats.org/officeDocument/2006/relationships/image" Target="../media/image112.png"/><Relationship Id="rId14" Type="http://schemas.openxmlformats.org/officeDocument/2006/relationships/image" Target="../media/image117.png"/><Relationship Id="rId22" Type="http://schemas.openxmlformats.org/officeDocument/2006/relationships/image" Target="../media/image126.png"/><Relationship Id="rId27" Type="http://schemas.openxmlformats.org/officeDocument/2006/relationships/image" Target="../media/image132.png"/></Relationships>
</file>

<file path=ppt/slides/_rels/slide17.xml.rels><?xml version="1.0" encoding="UTF-8" standalone="yes"?>
<Relationships xmlns="http://schemas.openxmlformats.org/package/2006/relationships"><Relationship Id="rId8" Type="http://schemas.openxmlformats.org/officeDocument/2006/relationships/image" Target="../media/image111.png"/><Relationship Id="rId13" Type="http://schemas.openxmlformats.org/officeDocument/2006/relationships/image" Target="../media/image116.png"/><Relationship Id="rId18" Type="http://schemas.openxmlformats.org/officeDocument/2006/relationships/image" Target="../media/image122.png"/><Relationship Id="rId26" Type="http://schemas.openxmlformats.org/officeDocument/2006/relationships/image" Target="../media/image131.png"/><Relationship Id="rId3" Type="http://schemas.openxmlformats.org/officeDocument/2006/relationships/image" Target="../media/image1050.png"/><Relationship Id="rId21" Type="http://schemas.openxmlformats.org/officeDocument/2006/relationships/image" Target="../media/image135.png"/><Relationship Id="rId7" Type="http://schemas.openxmlformats.org/officeDocument/2006/relationships/image" Target="../media/image109.png"/><Relationship Id="rId12" Type="http://schemas.openxmlformats.org/officeDocument/2006/relationships/image" Target="../media/image115.png"/><Relationship Id="rId17" Type="http://schemas.openxmlformats.org/officeDocument/2006/relationships/image" Target="../media/image121.png"/><Relationship Id="rId25" Type="http://schemas.openxmlformats.org/officeDocument/2006/relationships/image" Target="../media/image129.png"/><Relationship Id="rId2" Type="http://schemas.openxmlformats.org/officeDocument/2006/relationships/notesSlide" Target="../notesSlides/notesSlide7.xml"/><Relationship Id="rId16" Type="http://schemas.openxmlformats.org/officeDocument/2006/relationships/image" Target="../media/image119.png"/><Relationship Id="rId20" Type="http://schemas.openxmlformats.org/officeDocument/2006/relationships/image" Target="../media/image134.png"/><Relationship Id="rId29" Type="http://schemas.openxmlformats.org/officeDocument/2006/relationships/image" Target="../media/image138.png"/><Relationship Id="rId1" Type="http://schemas.openxmlformats.org/officeDocument/2006/relationships/slideLayout" Target="../slideLayouts/slideLayout2.xml"/><Relationship Id="rId6" Type="http://schemas.openxmlformats.org/officeDocument/2006/relationships/image" Target="../media/image108.png"/><Relationship Id="rId11" Type="http://schemas.openxmlformats.org/officeDocument/2006/relationships/image" Target="../media/image114.png"/><Relationship Id="rId24" Type="http://schemas.openxmlformats.org/officeDocument/2006/relationships/image" Target="../media/image128.png"/><Relationship Id="rId5" Type="http://schemas.openxmlformats.org/officeDocument/2006/relationships/image" Target="../media/image107.png"/><Relationship Id="rId15" Type="http://schemas.openxmlformats.org/officeDocument/2006/relationships/image" Target="../media/image118.png"/><Relationship Id="rId23" Type="http://schemas.openxmlformats.org/officeDocument/2006/relationships/image" Target="../media/image127.png"/><Relationship Id="rId28" Type="http://schemas.openxmlformats.org/officeDocument/2006/relationships/image" Target="../media/image137.png"/><Relationship Id="rId10" Type="http://schemas.openxmlformats.org/officeDocument/2006/relationships/image" Target="../media/image113.png"/><Relationship Id="rId19" Type="http://schemas.openxmlformats.org/officeDocument/2006/relationships/image" Target="../media/image133.png"/><Relationship Id="rId31" Type="http://schemas.openxmlformats.org/officeDocument/2006/relationships/image" Target="../media/image132.png"/><Relationship Id="rId4" Type="http://schemas.openxmlformats.org/officeDocument/2006/relationships/image" Target="../media/image106.png"/><Relationship Id="rId9" Type="http://schemas.openxmlformats.org/officeDocument/2006/relationships/image" Target="../media/image112.png"/><Relationship Id="rId14" Type="http://schemas.openxmlformats.org/officeDocument/2006/relationships/image" Target="../media/image117.png"/><Relationship Id="rId22" Type="http://schemas.openxmlformats.org/officeDocument/2006/relationships/image" Target="../media/image126.png"/><Relationship Id="rId27" Type="http://schemas.openxmlformats.org/officeDocument/2006/relationships/image" Target="../media/image136.png"/><Relationship Id="rId30" Type="http://schemas.openxmlformats.org/officeDocument/2006/relationships/image" Target="../media/image139.png"/></Relationships>
</file>

<file path=ppt/slides/_rels/slide18.xml.rels><?xml version="1.0" encoding="UTF-8" standalone="yes"?>
<Relationships xmlns="http://schemas.openxmlformats.org/package/2006/relationships"><Relationship Id="rId13" Type="http://schemas.openxmlformats.org/officeDocument/2006/relationships/image" Target="../media/image116.png"/><Relationship Id="rId18" Type="http://schemas.openxmlformats.org/officeDocument/2006/relationships/image" Target="../media/image122.png"/><Relationship Id="rId26" Type="http://schemas.openxmlformats.org/officeDocument/2006/relationships/image" Target="../media/image131.png"/><Relationship Id="rId3" Type="http://schemas.openxmlformats.org/officeDocument/2006/relationships/image" Target="../media/image1050.png"/><Relationship Id="rId21" Type="http://schemas.openxmlformats.org/officeDocument/2006/relationships/image" Target="../media/image135.png"/><Relationship Id="rId7" Type="http://schemas.openxmlformats.org/officeDocument/2006/relationships/image" Target="../media/image109.png"/><Relationship Id="rId12" Type="http://schemas.openxmlformats.org/officeDocument/2006/relationships/image" Target="../media/image115.png"/><Relationship Id="rId17" Type="http://schemas.openxmlformats.org/officeDocument/2006/relationships/image" Target="../media/image121.png"/><Relationship Id="rId25" Type="http://schemas.openxmlformats.org/officeDocument/2006/relationships/image" Target="../media/image129.png"/><Relationship Id="rId33" Type="http://schemas.openxmlformats.org/officeDocument/2006/relationships/image" Target="../media/image147.png"/><Relationship Id="rId2" Type="http://schemas.openxmlformats.org/officeDocument/2006/relationships/notesSlide" Target="../notesSlides/notesSlide8.xml"/><Relationship Id="rId16" Type="http://schemas.openxmlformats.org/officeDocument/2006/relationships/image" Target="../media/image119.png"/><Relationship Id="rId20" Type="http://schemas.openxmlformats.org/officeDocument/2006/relationships/image" Target="../media/image134.png"/><Relationship Id="rId29" Type="http://schemas.openxmlformats.org/officeDocument/2006/relationships/image" Target="../media/image138.png"/><Relationship Id="rId1" Type="http://schemas.openxmlformats.org/officeDocument/2006/relationships/slideLayout" Target="../slideLayouts/slideLayout2.xml"/><Relationship Id="rId6" Type="http://schemas.openxmlformats.org/officeDocument/2006/relationships/image" Target="../media/image108.png"/><Relationship Id="rId11" Type="http://schemas.openxmlformats.org/officeDocument/2006/relationships/image" Target="../media/image114.png"/><Relationship Id="rId24" Type="http://schemas.openxmlformats.org/officeDocument/2006/relationships/image" Target="../media/image128.png"/><Relationship Id="rId32" Type="http://schemas.openxmlformats.org/officeDocument/2006/relationships/image" Target="../media/image146.png"/><Relationship Id="rId5" Type="http://schemas.openxmlformats.org/officeDocument/2006/relationships/image" Target="../media/image107.png"/><Relationship Id="rId15" Type="http://schemas.openxmlformats.org/officeDocument/2006/relationships/image" Target="../media/image142.png"/><Relationship Id="rId23" Type="http://schemas.openxmlformats.org/officeDocument/2006/relationships/image" Target="../media/image144.png"/><Relationship Id="rId28" Type="http://schemas.openxmlformats.org/officeDocument/2006/relationships/image" Target="../media/image137.png"/><Relationship Id="rId10" Type="http://schemas.openxmlformats.org/officeDocument/2006/relationships/image" Target="../media/image113.png"/><Relationship Id="rId19" Type="http://schemas.openxmlformats.org/officeDocument/2006/relationships/image" Target="../media/image133.png"/><Relationship Id="rId31" Type="http://schemas.openxmlformats.org/officeDocument/2006/relationships/image" Target="../media/image145.png"/><Relationship Id="rId4" Type="http://schemas.openxmlformats.org/officeDocument/2006/relationships/image" Target="../media/image106.png"/><Relationship Id="rId9" Type="http://schemas.openxmlformats.org/officeDocument/2006/relationships/image" Target="../media/image112.png"/><Relationship Id="rId14" Type="http://schemas.openxmlformats.org/officeDocument/2006/relationships/image" Target="../media/image141.png"/><Relationship Id="rId22" Type="http://schemas.openxmlformats.org/officeDocument/2006/relationships/image" Target="../media/image143.png"/><Relationship Id="rId27" Type="http://schemas.openxmlformats.org/officeDocument/2006/relationships/image" Target="../media/image136.png"/><Relationship Id="rId30" Type="http://schemas.openxmlformats.org/officeDocument/2006/relationships/image" Target="../media/image139.png"/><Relationship Id="rId8" Type="http://schemas.openxmlformats.org/officeDocument/2006/relationships/image" Target="../media/image111.png"/></Relationships>
</file>

<file path=ppt/slides/_rels/slide19.xml.rels><?xml version="1.0" encoding="UTF-8" standalone="yes"?>
<Relationships xmlns="http://schemas.openxmlformats.org/package/2006/relationships"><Relationship Id="rId13" Type="http://schemas.openxmlformats.org/officeDocument/2006/relationships/image" Target="../media/image116.png"/><Relationship Id="rId18" Type="http://schemas.openxmlformats.org/officeDocument/2006/relationships/image" Target="../media/image122.png"/><Relationship Id="rId26" Type="http://schemas.openxmlformats.org/officeDocument/2006/relationships/image" Target="../media/image155.png"/><Relationship Id="rId3" Type="http://schemas.openxmlformats.org/officeDocument/2006/relationships/image" Target="../media/image1050.png"/><Relationship Id="rId21" Type="http://schemas.openxmlformats.org/officeDocument/2006/relationships/image" Target="../media/image150.png"/><Relationship Id="rId7" Type="http://schemas.openxmlformats.org/officeDocument/2006/relationships/image" Target="../media/image109.png"/><Relationship Id="rId12" Type="http://schemas.openxmlformats.org/officeDocument/2006/relationships/image" Target="../media/image115.png"/><Relationship Id="rId17" Type="http://schemas.openxmlformats.org/officeDocument/2006/relationships/image" Target="../media/image121.png"/><Relationship Id="rId25" Type="http://schemas.openxmlformats.org/officeDocument/2006/relationships/image" Target="../media/image154.png"/><Relationship Id="rId33" Type="http://schemas.openxmlformats.org/officeDocument/2006/relationships/image" Target="../media/image162.png"/><Relationship Id="rId2" Type="http://schemas.openxmlformats.org/officeDocument/2006/relationships/notesSlide" Target="../notesSlides/notesSlide9.xml"/><Relationship Id="rId16" Type="http://schemas.openxmlformats.org/officeDocument/2006/relationships/image" Target="../media/image119.png"/><Relationship Id="rId20" Type="http://schemas.openxmlformats.org/officeDocument/2006/relationships/image" Target="../media/image149.png"/><Relationship Id="rId29" Type="http://schemas.openxmlformats.org/officeDocument/2006/relationships/image" Target="../media/image158.png"/><Relationship Id="rId1" Type="http://schemas.openxmlformats.org/officeDocument/2006/relationships/slideLayout" Target="../slideLayouts/slideLayout2.xml"/><Relationship Id="rId6" Type="http://schemas.openxmlformats.org/officeDocument/2006/relationships/image" Target="../media/image108.png"/><Relationship Id="rId11" Type="http://schemas.openxmlformats.org/officeDocument/2006/relationships/image" Target="../media/image114.png"/><Relationship Id="rId24" Type="http://schemas.openxmlformats.org/officeDocument/2006/relationships/image" Target="../media/image153.png"/><Relationship Id="rId32" Type="http://schemas.openxmlformats.org/officeDocument/2006/relationships/image" Target="../media/image161.png"/><Relationship Id="rId5" Type="http://schemas.openxmlformats.org/officeDocument/2006/relationships/image" Target="../media/image107.png"/><Relationship Id="rId15" Type="http://schemas.openxmlformats.org/officeDocument/2006/relationships/image" Target="../media/image142.png"/><Relationship Id="rId23" Type="http://schemas.openxmlformats.org/officeDocument/2006/relationships/image" Target="../media/image152.png"/><Relationship Id="rId28" Type="http://schemas.openxmlformats.org/officeDocument/2006/relationships/image" Target="../media/image157.png"/><Relationship Id="rId10" Type="http://schemas.openxmlformats.org/officeDocument/2006/relationships/image" Target="../media/image113.png"/><Relationship Id="rId19" Type="http://schemas.openxmlformats.org/officeDocument/2006/relationships/image" Target="../media/image148.png"/><Relationship Id="rId31" Type="http://schemas.openxmlformats.org/officeDocument/2006/relationships/image" Target="../media/image160.png"/><Relationship Id="rId4" Type="http://schemas.openxmlformats.org/officeDocument/2006/relationships/image" Target="../media/image106.png"/><Relationship Id="rId9" Type="http://schemas.openxmlformats.org/officeDocument/2006/relationships/image" Target="../media/image112.png"/><Relationship Id="rId14" Type="http://schemas.openxmlformats.org/officeDocument/2006/relationships/image" Target="../media/image117.png"/><Relationship Id="rId22" Type="http://schemas.openxmlformats.org/officeDocument/2006/relationships/image" Target="../media/image151.png"/><Relationship Id="rId27" Type="http://schemas.openxmlformats.org/officeDocument/2006/relationships/image" Target="../media/image156.png"/><Relationship Id="rId30" Type="http://schemas.openxmlformats.org/officeDocument/2006/relationships/image" Target="../media/image159.png"/><Relationship Id="rId8" Type="http://schemas.openxmlformats.org/officeDocument/2006/relationships/image" Target="../media/image111.png"/></Relationships>
</file>

<file path=ppt/slides/_rels/slide20.xml.rels><?xml version="1.0" encoding="UTF-8" standalone="yes"?>
<Relationships xmlns="http://schemas.openxmlformats.org/package/2006/relationships"><Relationship Id="rId8" Type="http://schemas.openxmlformats.org/officeDocument/2006/relationships/image" Target="../media/image165.png"/><Relationship Id="rId13" Type="http://schemas.openxmlformats.org/officeDocument/2006/relationships/image" Target="../media/image170.png"/><Relationship Id="rId3"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7" Type="http://schemas.openxmlformats.org/officeDocument/2006/relationships/image" Target="../media/image164.png"/><Relationship Id="rId12" Type="http://schemas.openxmlformats.org/officeDocument/2006/relationships/image" Target="../media/image169.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63.png"/><Relationship Id="rId11" Type="http://schemas.openxmlformats.org/officeDocument/2006/relationships/image" Target="../media/image168.png"/><Relationship Id="rId5" Type="http://schemas.openxmlformats.org/officeDocument/2006/relationships/hyperlink" Target="https://enzyme.expasy.org/EC/6.2.1.3" TargetMode="External"/><Relationship Id="rId15" Type="http://schemas.openxmlformats.org/officeDocument/2006/relationships/image" Target="../media/image172.png"/><Relationship Id="rId10" Type="http://schemas.openxmlformats.org/officeDocument/2006/relationships/image" Target="../media/image167.png"/><Relationship Id="rId4" Type="http://schemas.openxmlformats.org/officeDocument/2006/relationships/hyperlink" Target="https://enzyme.expasy.org/EC/2.3.1.16" TargetMode="External"/><Relationship Id="rId9" Type="http://schemas.openxmlformats.org/officeDocument/2006/relationships/image" Target="../media/image166.png"/><Relationship Id="rId14" Type="http://schemas.openxmlformats.org/officeDocument/2006/relationships/image" Target="../media/image171.png"/></Relationships>
</file>

<file path=ppt/slides/_rels/slide21.xml.rels><?xml version="1.0" encoding="UTF-8" standalone="yes"?>
<Relationships xmlns="http://schemas.openxmlformats.org/package/2006/relationships"><Relationship Id="rId8" Type="http://schemas.openxmlformats.org/officeDocument/2006/relationships/image" Target="../media/image174.png"/><Relationship Id="rId3" Type="http://schemas.openxmlformats.org/officeDocument/2006/relationships/image" Target="../media/image36.png"/><Relationship Id="rId7" Type="http://schemas.openxmlformats.org/officeDocument/2006/relationships/image" Target="../media/image173.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9.png"/><Relationship Id="rId11" Type="http://schemas.openxmlformats.org/officeDocument/2006/relationships/image" Target="../media/image177.png"/><Relationship Id="rId5" Type="http://schemas.openxmlformats.org/officeDocument/2006/relationships/image" Target="../media/image38.png"/><Relationship Id="rId10" Type="http://schemas.openxmlformats.org/officeDocument/2006/relationships/image" Target="../media/image176.png"/><Relationship Id="rId4" Type="http://schemas.openxmlformats.org/officeDocument/2006/relationships/image" Target="../media/image37.png"/><Relationship Id="rId9" Type="http://schemas.openxmlformats.org/officeDocument/2006/relationships/image" Target="../media/image175.png"/></Relationships>
</file>

<file path=ppt/slides/_rels/slide22.xml.rels><?xml version="1.0" encoding="UTF-8" standalone="yes"?>
<Relationships xmlns="http://schemas.openxmlformats.org/package/2006/relationships"><Relationship Id="rId8" Type="http://schemas.openxmlformats.org/officeDocument/2006/relationships/image" Target="../media/image182.png"/><Relationship Id="rId3" Type="http://schemas.openxmlformats.org/officeDocument/2006/relationships/image" Target="../media/image106.jpeg"/><Relationship Id="rId7" Type="http://schemas.openxmlformats.org/officeDocument/2006/relationships/image" Target="../media/image181.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8.png"/><Relationship Id="rId10" Type="http://schemas.openxmlformats.org/officeDocument/2006/relationships/image" Target="../media/image184.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3.png"/></Relationships>
</file>

<file path=ppt/slides/_rels/slide23.xml.rels><?xml version="1.0" encoding="UTF-8" standalone="yes"?>
<Relationships xmlns="http://schemas.openxmlformats.org/package/2006/relationships"><Relationship Id="rId8" Type="http://schemas.openxmlformats.org/officeDocument/2006/relationships/image" Target="../media/image187.png"/><Relationship Id="rId3" Type="http://schemas.openxmlformats.org/officeDocument/2006/relationships/image" Target="../media/image106.jpeg"/><Relationship Id="rId7" Type="http://schemas.openxmlformats.org/officeDocument/2006/relationships/image" Target="../media/image186.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78.png"/><Relationship Id="rId5" Type="http://schemas.openxmlformats.org/officeDocument/2006/relationships/image" Target="../media/image185.png"/><Relationship Id="rId10" Type="http://schemas.openxmlformats.org/officeDocument/2006/relationships/image" Target="../media/image189.png"/><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 Id="rId9" Type="http://schemas.openxmlformats.org/officeDocument/2006/relationships/image" Target="../media/image188.png"/></Relationships>
</file>

<file path=ppt/slides/_rels/slide24.xml.rels><?xml version="1.0" encoding="UTF-8" standalone="yes"?>
<Relationships xmlns="http://schemas.openxmlformats.org/package/2006/relationships"><Relationship Id="rId3" Type="http://schemas.openxmlformats.org/officeDocument/2006/relationships/image" Target="../media/image106.jpeg"/><Relationship Id="rId7" Type="http://schemas.openxmlformats.org/officeDocument/2006/relationships/image" Target="../media/image191.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190.png"/><Relationship Id="rId5" Type="http://schemas.openxmlformats.org/officeDocument/2006/relationships/image" Target="../media/image179.gif"/><Relationship Id="rId4" Type="http://schemas.openxmlformats.org/officeDocument/2006/relationships/hyperlink" Target="https://www.rcsb.org/search?request=%7B%22query%22%3A%7B%22type%22%3A%22group%22%2C%22nodes%22%3A%5B%7B%22type%22%3A%22group%22%2C%22nodes%22%3A%5B%7B%22type%22%3A%22group%22%2C%22nodes%22%3A%5B%7B%22type%22%3A%22terminal%22%2C%22service%22%3A%22text%22%2C%22parameters%22%3A%7B%22attribute%22%3A%22rcsb_polymer_entity.rcsb_ec_lineage.id%22%2C%22negation%22%3Afalse%2C%22operator%22%3A%22in%22%2C%22value%22%3A%5B%223.1.2.2%22%5D%7D%7D%2C%7B%22type%22%3A%22terminal%22%2C%22service%22%3A%22text%22%2C%22parameters%22%3A%7B%22attribute%22%3A%22rcsb_entity_source_organism.taxonomy_lineage.name%22%2C%22operator%22%3A%22exact_match%22%2C%22negation%22%3Afalse%2C%22value%22%3A%22Saccharomyces%20cerevisiae%22%7D%7D%5D%2C%22logical_operator%22%3A%22and%22%7D%5D%2C%22logical_operator%22%3A%22and%22%2C%22label%22%3A%22text%22%7D%5D%2C%22logical_operator%22%3A%22and%22%7D%2C%22return_type%22%3A%22entry%22%2C%22request_options%22%3A%7B%22paginate%22%3A%7B%22start%22%3A0%2C%22rows%22%3A25%7D%2C%22results_content_type%22%3A%5B%22experimental%22%5D%2C%22sort%22%3A%5B%7B%22sort_by%22%3A%22score%22%2C%22direction%22%3A%22desc%22%7D%5D%2C%22scoring_strategy%22%3A%22combined%22%7D%2C%22request_info%22%3A%7B%22query_id%22%3A%22942b1fb39072ccdc277e358e197a14f3%22%7D%7D" TargetMode="External"/></Relationships>
</file>

<file path=ppt/slides/_rels/slide25.xml.rels><?xml version="1.0" encoding="UTF-8" standalone="yes"?>
<Relationships xmlns="http://schemas.openxmlformats.org/package/2006/relationships"><Relationship Id="rId8" Type="http://schemas.openxmlformats.org/officeDocument/2006/relationships/image" Target="../media/image192.png"/><Relationship Id="rId3" Type="http://schemas.openxmlformats.org/officeDocument/2006/relationships/image" Target="../media/image352.png"/><Relationship Id="rId7" Type="http://schemas.openxmlformats.org/officeDocument/2006/relationships/image" Target="../media/image392.png"/><Relationship Id="rId2" Type="http://schemas.openxmlformats.org/officeDocument/2006/relationships/image" Target="../media/image342.png"/><Relationship Id="rId1" Type="http://schemas.openxmlformats.org/officeDocument/2006/relationships/slideLayout" Target="../slideLayouts/slideLayout2.xml"/><Relationship Id="rId6" Type="http://schemas.openxmlformats.org/officeDocument/2006/relationships/image" Target="../media/image382.png"/><Relationship Id="rId5" Type="http://schemas.openxmlformats.org/officeDocument/2006/relationships/image" Target="../media/image371.png"/><Relationship Id="rId4" Type="http://schemas.openxmlformats.org/officeDocument/2006/relationships/image" Target="../media/image362.png"/></Relationships>
</file>

<file path=ppt/slides/_rels/slide26.xml.rels><?xml version="1.0" encoding="UTF-8" standalone="yes"?>
<Relationships xmlns="http://schemas.openxmlformats.org/package/2006/relationships"><Relationship Id="rId8" Type="http://schemas.openxmlformats.org/officeDocument/2006/relationships/image" Target="../media/image612.png"/><Relationship Id="rId13" Type="http://schemas.openxmlformats.org/officeDocument/2006/relationships/image" Target="../media/image1120.png"/><Relationship Id="rId3" Type="http://schemas.openxmlformats.org/officeDocument/2006/relationships/image" Target="../media/image1111.png"/><Relationship Id="rId7" Type="http://schemas.openxmlformats.org/officeDocument/2006/relationships/image" Target="../media/image511.png"/><Relationship Id="rId12" Type="http://schemas.openxmlformats.org/officeDocument/2006/relationships/image" Target="../media/image1010.png"/><Relationship Id="rId17" Type="http://schemas.openxmlformats.org/officeDocument/2006/relationships/image" Target="../media/image1520.png"/><Relationship Id="rId2" Type="http://schemas.openxmlformats.org/officeDocument/2006/relationships/notesSlide" Target="../notesSlides/notesSlide15.xml"/><Relationship Id="rId16" Type="http://schemas.openxmlformats.org/officeDocument/2006/relationships/image" Target="../media/image54.png"/><Relationship Id="rId1" Type="http://schemas.openxmlformats.org/officeDocument/2006/relationships/slideLayout" Target="../slideLayouts/slideLayout2.xml"/><Relationship Id="rId6" Type="http://schemas.openxmlformats.org/officeDocument/2006/relationships/image" Target="../media/image412.png"/><Relationship Id="rId11" Type="http://schemas.openxmlformats.org/officeDocument/2006/relationships/image" Target="../media/image911.png"/><Relationship Id="rId5" Type="http://schemas.openxmlformats.org/officeDocument/2006/relationships/image" Target="../media/image311.png"/><Relationship Id="rId15" Type="http://schemas.openxmlformats.org/officeDocument/2006/relationships/image" Target="../media/image422.png"/><Relationship Id="rId10" Type="http://schemas.openxmlformats.org/officeDocument/2006/relationships/image" Target="../media/image8.png"/><Relationship Id="rId4" Type="http://schemas.openxmlformats.org/officeDocument/2006/relationships/image" Target="../media/image26.png"/><Relationship Id="rId9" Type="http://schemas.openxmlformats.org/officeDocument/2006/relationships/image" Target="../media/image712.png"/><Relationship Id="rId14" Type="http://schemas.openxmlformats.org/officeDocument/2006/relationships/image" Target="../media/image1210.png"/></Relationships>
</file>

<file path=ppt/slides/_rels/slide27.xml.rels><?xml version="1.0" encoding="UTF-8" standalone="yes"?>
<Relationships xmlns="http://schemas.openxmlformats.org/package/2006/relationships"><Relationship Id="rId8" Type="http://schemas.openxmlformats.org/officeDocument/2006/relationships/image" Target="../media/image1720.png"/><Relationship Id="rId3" Type="http://schemas.openxmlformats.org/officeDocument/2006/relationships/image" Target="../media/image442.png"/><Relationship Id="rId7" Type="http://schemas.openxmlformats.org/officeDocument/2006/relationships/image" Target="../media/image54.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1320.png"/><Relationship Id="rId5" Type="http://schemas.openxmlformats.org/officeDocument/2006/relationships/image" Target="../media/image1210.png"/><Relationship Id="rId10" Type="http://schemas.openxmlformats.org/officeDocument/2006/relationships/image" Target="../media/image194.png"/><Relationship Id="rId4" Type="http://schemas.openxmlformats.org/officeDocument/2006/relationships/image" Target="../media/image452.png"/><Relationship Id="rId9" Type="http://schemas.openxmlformats.org/officeDocument/2006/relationships/image" Target="../media/image193.png"/></Relationships>
</file>

<file path=ppt/slides/_rels/slide28.xml.rels><?xml version="1.0" encoding="UTF-8" standalone="yes"?>
<Relationships xmlns="http://schemas.openxmlformats.org/package/2006/relationships"><Relationship Id="rId8" Type="http://schemas.openxmlformats.org/officeDocument/2006/relationships/image" Target="../media/image521.png"/><Relationship Id="rId13" Type="http://schemas.openxmlformats.org/officeDocument/2006/relationships/image" Target="../media/image571.png"/><Relationship Id="rId3" Type="http://schemas.openxmlformats.org/officeDocument/2006/relationships/image" Target="../media/image481.png"/><Relationship Id="rId7" Type="http://schemas.openxmlformats.org/officeDocument/2006/relationships/image" Target="../media/image54.png"/><Relationship Id="rId12" Type="http://schemas.openxmlformats.org/officeDocument/2006/relationships/image" Target="../media/image561.png"/><Relationship Id="rId2" Type="http://schemas.openxmlformats.org/officeDocument/2006/relationships/notesSlide" Target="../notesSlides/notesSlide17.xml"/><Relationship Id="rId16" Type="http://schemas.openxmlformats.org/officeDocument/2006/relationships/image" Target="../media/image601.png"/><Relationship Id="rId1" Type="http://schemas.openxmlformats.org/officeDocument/2006/relationships/slideLayout" Target="../slideLayouts/slideLayout2.xml"/><Relationship Id="rId6" Type="http://schemas.openxmlformats.org/officeDocument/2006/relationships/image" Target="../media/image512.png"/><Relationship Id="rId11" Type="http://schemas.openxmlformats.org/officeDocument/2006/relationships/image" Target="../media/image551.png"/><Relationship Id="rId5" Type="http://schemas.openxmlformats.org/officeDocument/2006/relationships/image" Target="../media/image502.png"/><Relationship Id="rId15" Type="http://schemas.openxmlformats.org/officeDocument/2006/relationships/image" Target="../media/image591.png"/><Relationship Id="rId10" Type="http://schemas.openxmlformats.org/officeDocument/2006/relationships/image" Target="../media/image541.png"/><Relationship Id="rId4" Type="http://schemas.openxmlformats.org/officeDocument/2006/relationships/image" Target="../media/image491.png"/><Relationship Id="rId9" Type="http://schemas.openxmlformats.org/officeDocument/2006/relationships/image" Target="../media/image531.png"/><Relationship Id="rId14" Type="http://schemas.openxmlformats.org/officeDocument/2006/relationships/image" Target="../media/image581.png"/></Relationships>
</file>

<file path=ppt/slides/_rels/slide29.xml.rels><?xml version="1.0" encoding="UTF-8" standalone="yes"?>
<Relationships xmlns="http://schemas.openxmlformats.org/package/2006/relationships"><Relationship Id="rId8" Type="http://schemas.openxmlformats.org/officeDocument/2006/relationships/image" Target="../media/image661.png"/><Relationship Id="rId13" Type="http://schemas.openxmlformats.org/officeDocument/2006/relationships/image" Target="../media/image195.png"/><Relationship Id="rId3" Type="http://schemas.openxmlformats.org/officeDocument/2006/relationships/image" Target="../media/image611.png"/><Relationship Id="rId7" Type="http://schemas.openxmlformats.org/officeDocument/2006/relationships/image" Target="../media/image651.png"/><Relationship Id="rId12" Type="http://schemas.openxmlformats.org/officeDocument/2006/relationships/image" Target="../media/image702.png"/><Relationship Id="rId2" Type="http://schemas.openxmlformats.org/officeDocument/2006/relationships/notesSlide" Target="../notesSlides/notesSlide18.xml"/><Relationship Id="rId16" Type="http://schemas.openxmlformats.org/officeDocument/2006/relationships/image" Target="../media/image198.svg"/><Relationship Id="rId1" Type="http://schemas.openxmlformats.org/officeDocument/2006/relationships/slideLayout" Target="../slideLayouts/slideLayout2.xml"/><Relationship Id="rId6" Type="http://schemas.openxmlformats.org/officeDocument/2006/relationships/image" Target="../media/image641.png"/><Relationship Id="rId11" Type="http://schemas.openxmlformats.org/officeDocument/2006/relationships/image" Target="../media/image692.png"/><Relationship Id="rId5" Type="http://schemas.openxmlformats.org/officeDocument/2006/relationships/image" Target="../media/image631.png"/><Relationship Id="rId15" Type="http://schemas.openxmlformats.org/officeDocument/2006/relationships/image" Target="../media/image197.png"/><Relationship Id="rId10" Type="http://schemas.openxmlformats.org/officeDocument/2006/relationships/image" Target="../media/image682.png"/><Relationship Id="rId4" Type="http://schemas.openxmlformats.org/officeDocument/2006/relationships/image" Target="../media/image621.png"/><Relationship Id="rId9" Type="http://schemas.openxmlformats.org/officeDocument/2006/relationships/image" Target="../media/image672.png"/><Relationship Id="rId14" Type="http://schemas.openxmlformats.org/officeDocument/2006/relationships/image" Target="../media/image196.svg"/></Relationships>
</file>

<file path=ppt/slides/_rels/slide30.xml.rels><?xml version="1.0" encoding="UTF-8" standalone="yes"?>
<Relationships xmlns="http://schemas.openxmlformats.org/package/2006/relationships"><Relationship Id="rId8" Type="http://schemas.openxmlformats.org/officeDocument/2006/relationships/image" Target="../media/image1310.png"/><Relationship Id="rId13" Type="http://schemas.openxmlformats.org/officeDocument/2006/relationships/image" Target="../media/image1800.png"/><Relationship Id="rId18" Type="http://schemas.openxmlformats.org/officeDocument/2006/relationships/image" Target="../media/image230.png"/><Relationship Id="rId26" Type="http://schemas.openxmlformats.org/officeDocument/2006/relationships/image" Target="../media/image313.png"/><Relationship Id="rId3" Type="http://schemas.openxmlformats.org/officeDocument/2006/relationships/image" Target="../media/image812.png"/><Relationship Id="rId21" Type="http://schemas.openxmlformats.org/officeDocument/2006/relationships/image" Target="../media/image262.png"/><Relationship Id="rId7" Type="http://schemas.openxmlformats.org/officeDocument/2006/relationships/image" Target="../media/image1200.png"/><Relationship Id="rId12" Type="http://schemas.openxmlformats.org/officeDocument/2006/relationships/image" Target="../media/image1710.png"/><Relationship Id="rId17" Type="http://schemas.openxmlformats.org/officeDocument/2006/relationships/image" Target="../media/image220.png"/><Relationship Id="rId25" Type="http://schemas.openxmlformats.org/officeDocument/2006/relationships/image" Target="../media/image301.png"/><Relationship Id="rId2" Type="http://schemas.openxmlformats.org/officeDocument/2006/relationships/notesSlide" Target="../notesSlides/notesSlide19.xml"/><Relationship Id="rId16" Type="http://schemas.openxmlformats.org/officeDocument/2006/relationships/image" Target="../media/image211.png"/><Relationship Id="rId20" Type="http://schemas.openxmlformats.org/officeDocument/2006/relationships/image" Target="../media/image252.png"/><Relationship Id="rId1" Type="http://schemas.openxmlformats.org/officeDocument/2006/relationships/slideLayout" Target="../slideLayouts/slideLayout2.xml"/><Relationship Id="rId6" Type="http://schemas.openxmlformats.org/officeDocument/2006/relationships/image" Target="../media/image1110.png"/><Relationship Id="rId11" Type="http://schemas.openxmlformats.org/officeDocument/2006/relationships/image" Target="../media/image1610.png"/><Relationship Id="rId24" Type="http://schemas.openxmlformats.org/officeDocument/2006/relationships/image" Target="../media/image291.png"/><Relationship Id="rId5" Type="http://schemas.openxmlformats.org/officeDocument/2006/relationships/image" Target="../media/image1080.png"/><Relationship Id="rId15" Type="http://schemas.openxmlformats.org/officeDocument/2006/relationships/image" Target="../media/image200.png"/><Relationship Id="rId23" Type="http://schemas.openxmlformats.org/officeDocument/2006/relationships/image" Target="../media/image282.png"/><Relationship Id="rId10" Type="http://schemas.openxmlformats.org/officeDocument/2006/relationships/image" Target="../media/image1510.png"/><Relationship Id="rId19" Type="http://schemas.openxmlformats.org/officeDocument/2006/relationships/image" Target="../media/image241.png"/><Relationship Id="rId4" Type="http://schemas.openxmlformats.org/officeDocument/2006/relationships/image" Target="../media/image910.png"/><Relationship Id="rId9" Type="http://schemas.openxmlformats.org/officeDocument/2006/relationships/image" Target="../media/image1410.png"/><Relationship Id="rId14" Type="http://schemas.openxmlformats.org/officeDocument/2006/relationships/image" Target="../media/image1900.png"/><Relationship Id="rId22" Type="http://schemas.openxmlformats.org/officeDocument/2006/relationships/image" Target="../media/image272.png"/><Relationship Id="rId27" Type="http://schemas.openxmlformats.org/officeDocument/2006/relationships/image" Target="../media/image320.png"/></Relationships>
</file>

<file path=ppt/slides/_rels/slide31.xml.rels><?xml version="1.0" encoding="UTF-8" standalone="yes"?>
<Relationships xmlns="http://schemas.openxmlformats.org/package/2006/relationships"><Relationship Id="rId8" Type="http://schemas.openxmlformats.org/officeDocument/2006/relationships/image" Target="../media/image361.png"/><Relationship Id="rId13" Type="http://schemas.openxmlformats.org/officeDocument/2006/relationships/image" Target="../media/image1710.png"/><Relationship Id="rId18" Type="http://schemas.openxmlformats.org/officeDocument/2006/relationships/image" Target="../media/image220.png"/><Relationship Id="rId26" Type="http://schemas.openxmlformats.org/officeDocument/2006/relationships/image" Target="../media/image301.png"/><Relationship Id="rId3" Type="http://schemas.openxmlformats.org/officeDocument/2006/relationships/image" Target="../media/image332.png"/><Relationship Id="rId21" Type="http://schemas.openxmlformats.org/officeDocument/2006/relationships/image" Target="../media/image252.png"/><Relationship Id="rId7" Type="http://schemas.openxmlformats.org/officeDocument/2006/relationships/image" Target="../media/image351.png"/><Relationship Id="rId12" Type="http://schemas.openxmlformats.org/officeDocument/2006/relationships/image" Target="../media/image1610.png"/><Relationship Id="rId17" Type="http://schemas.openxmlformats.org/officeDocument/2006/relationships/image" Target="../media/image211.png"/><Relationship Id="rId25" Type="http://schemas.openxmlformats.org/officeDocument/2006/relationships/image" Target="../media/image291.png"/><Relationship Id="rId2" Type="http://schemas.openxmlformats.org/officeDocument/2006/relationships/notesSlide" Target="../notesSlides/notesSlide20.xml"/><Relationship Id="rId16" Type="http://schemas.openxmlformats.org/officeDocument/2006/relationships/image" Target="../media/image200.png"/><Relationship Id="rId20" Type="http://schemas.openxmlformats.org/officeDocument/2006/relationships/image" Target="../media/image241.png"/><Relationship Id="rId1" Type="http://schemas.openxmlformats.org/officeDocument/2006/relationships/slideLayout" Target="../slideLayouts/slideLayout2.xml"/><Relationship Id="rId6" Type="http://schemas.openxmlformats.org/officeDocument/2006/relationships/image" Target="../media/image341.png"/><Relationship Id="rId11" Type="http://schemas.openxmlformats.org/officeDocument/2006/relationships/image" Target="../media/image1510.png"/><Relationship Id="rId24" Type="http://schemas.openxmlformats.org/officeDocument/2006/relationships/image" Target="../media/image282.png"/><Relationship Id="rId5" Type="http://schemas.openxmlformats.org/officeDocument/2006/relationships/image" Target="../media/image331.png"/><Relationship Id="rId15" Type="http://schemas.openxmlformats.org/officeDocument/2006/relationships/image" Target="../media/image1900.png"/><Relationship Id="rId23" Type="http://schemas.openxmlformats.org/officeDocument/2006/relationships/image" Target="../media/image272.png"/><Relationship Id="rId28" Type="http://schemas.openxmlformats.org/officeDocument/2006/relationships/image" Target="../media/image320.png"/><Relationship Id="rId10" Type="http://schemas.openxmlformats.org/officeDocument/2006/relationships/image" Target="../media/image1410.png"/><Relationship Id="rId19" Type="http://schemas.openxmlformats.org/officeDocument/2006/relationships/image" Target="../media/image230.png"/><Relationship Id="rId4" Type="http://schemas.openxmlformats.org/officeDocument/2006/relationships/image" Target="../media/image812.png"/><Relationship Id="rId9" Type="http://schemas.openxmlformats.org/officeDocument/2006/relationships/image" Target="../media/image1310.png"/><Relationship Id="rId14" Type="http://schemas.openxmlformats.org/officeDocument/2006/relationships/image" Target="../media/image1800.png"/><Relationship Id="rId22" Type="http://schemas.openxmlformats.org/officeDocument/2006/relationships/image" Target="../media/image262.png"/><Relationship Id="rId27" Type="http://schemas.openxmlformats.org/officeDocument/2006/relationships/image" Target="../media/image313.png"/></Relationships>
</file>

<file path=ppt/slides/_rels/slide32.xml.rels><?xml version="1.0" encoding="UTF-8" standalone="yes"?>
<Relationships xmlns="http://schemas.openxmlformats.org/package/2006/relationships"><Relationship Id="rId8" Type="http://schemas.openxmlformats.org/officeDocument/2006/relationships/image" Target="../media/image421.png"/><Relationship Id="rId13" Type="http://schemas.openxmlformats.org/officeDocument/2006/relationships/image" Target="../media/image471.png"/><Relationship Id="rId7" Type="http://schemas.openxmlformats.org/officeDocument/2006/relationships/image" Target="../media/image413.png"/><Relationship Id="rId12" Type="http://schemas.openxmlformats.org/officeDocument/2006/relationships/image" Target="../media/image461.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401.png"/><Relationship Id="rId11" Type="http://schemas.openxmlformats.org/officeDocument/2006/relationships/image" Target="../media/image451.png"/><Relationship Id="rId5" Type="http://schemas.openxmlformats.org/officeDocument/2006/relationships/image" Target="../media/image391.png"/><Relationship Id="rId15" Type="http://schemas.openxmlformats.org/officeDocument/2006/relationships/image" Target="../media/image332.png"/><Relationship Id="rId10" Type="http://schemas.openxmlformats.org/officeDocument/2006/relationships/image" Target="../media/image441.png"/><Relationship Id="rId4" Type="http://schemas.openxmlformats.org/officeDocument/2006/relationships/image" Target="../media/image381.png"/><Relationship Id="rId9" Type="http://schemas.openxmlformats.org/officeDocument/2006/relationships/image" Target="../media/image431.png"/><Relationship Id="rId14" Type="http://schemas.openxmlformats.org/officeDocument/2006/relationships/image" Target="../media/image199.png"/></Relationships>
</file>

<file path=ppt/slides/_rels/slide33.xml.rels><?xml version="1.0" encoding="UTF-8" standalone="yes"?>
<Relationships xmlns="http://schemas.openxmlformats.org/package/2006/relationships"><Relationship Id="rId8" Type="http://schemas.openxmlformats.org/officeDocument/2006/relationships/image" Target="../media/image1300.png"/><Relationship Id="rId13" Type="http://schemas.openxmlformats.org/officeDocument/2006/relationships/image" Target="../media/image520.png"/><Relationship Id="rId18" Type="http://schemas.openxmlformats.org/officeDocument/2006/relationships/image" Target="../media/image570.png"/><Relationship Id="rId26" Type="http://schemas.openxmlformats.org/officeDocument/2006/relationships/image" Target="../media/image613.png"/><Relationship Id="rId3" Type="http://schemas.openxmlformats.org/officeDocument/2006/relationships/image" Target="../media/image480.png"/><Relationship Id="rId21" Type="http://schemas.openxmlformats.org/officeDocument/2006/relationships/image" Target="../media/image261.png"/><Relationship Id="rId12" Type="http://schemas.openxmlformats.org/officeDocument/2006/relationships/image" Target="../media/image1700.png"/><Relationship Id="rId17" Type="http://schemas.openxmlformats.org/officeDocument/2006/relationships/image" Target="../media/image560.png"/><Relationship Id="rId25" Type="http://schemas.openxmlformats.org/officeDocument/2006/relationships/image" Target="../media/image600.png"/><Relationship Id="rId2" Type="http://schemas.openxmlformats.org/officeDocument/2006/relationships/notesSlide" Target="../notesSlides/notesSlide22.xml"/><Relationship Id="rId16" Type="http://schemas.openxmlformats.org/officeDocument/2006/relationships/image" Target="../media/image550.png"/><Relationship Id="rId20" Type="http://schemas.openxmlformats.org/officeDocument/2006/relationships/image" Target="../media/image251.png"/><Relationship Id="rId1" Type="http://schemas.openxmlformats.org/officeDocument/2006/relationships/slideLayout" Target="../slideLayouts/slideLayout2.xml"/><Relationship Id="rId11" Type="http://schemas.openxmlformats.org/officeDocument/2006/relationships/image" Target="../media/image1600.png"/><Relationship Id="rId24" Type="http://schemas.openxmlformats.org/officeDocument/2006/relationships/image" Target="../media/image590.png"/><Relationship Id="rId15" Type="http://schemas.openxmlformats.org/officeDocument/2006/relationships/image" Target="../media/image540.png"/><Relationship Id="rId23" Type="http://schemas.openxmlformats.org/officeDocument/2006/relationships/image" Target="../media/image281.png"/><Relationship Id="rId10" Type="http://schemas.openxmlformats.org/officeDocument/2006/relationships/image" Target="../media/image1500.png"/><Relationship Id="rId19" Type="http://schemas.openxmlformats.org/officeDocument/2006/relationships/image" Target="../media/image580.png"/><Relationship Id="rId4" Type="http://schemas.openxmlformats.org/officeDocument/2006/relationships/image" Target="../media/image810.png"/><Relationship Id="rId9" Type="http://schemas.openxmlformats.org/officeDocument/2006/relationships/image" Target="../media/image1400.png"/><Relationship Id="rId14" Type="http://schemas.openxmlformats.org/officeDocument/2006/relationships/image" Target="../media/image530.png"/><Relationship Id="rId22" Type="http://schemas.openxmlformats.org/officeDocument/2006/relationships/image" Target="../media/image271.png"/><Relationship Id="rId27" Type="http://schemas.openxmlformats.org/officeDocument/2006/relationships/image" Target="../media/image620.png"/></Relationships>
</file>

<file path=ppt/slides/_rels/slide34.xml.rels><?xml version="1.0" encoding="UTF-8" standalone="yes"?>
<Relationships xmlns="http://schemas.openxmlformats.org/package/2006/relationships"><Relationship Id="rId8" Type="http://schemas.openxmlformats.org/officeDocument/2006/relationships/image" Target="../media/image660.png"/><Relationship Id="rId13" Type="http://schemas.openxmlformats.org/officeDocument/2006/relationships/hyperlink" Target="https://enzyme.expasy.org/EC/3.1.2.2" TargetMode="External"/><Relationship Id="rId3" Type="http://schemas.openxmlformats.org/officeDocument/2006/relationships/image" Target="../media/image501.png"/><Relationship Id="rId7" Type="http://schemas.openxmlformats.org/officeDocument/2006/relationships/image" Target="../media/image650.png"/><Relationship Id="rId12" Type="http://schemas.openxmlformats.org/officeDocument/2006/relationships/image" Target="../media/image701.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640.png"/><Relationship Id="rId11" Type="http://schemas.openxmlformats.org/officeDocument/2006/relationships/image" Target="../media/image691.png"/><Relationship Id="rId5" Type="http://schemas.openxmlformats.org/officeDocument/2006/relationships/image" Target="../media/image630.png"/><Relationship Id="rId15" Type="http://schemas.openxmlformats.org/officeDocument/2006/relationships/hyperlink" Target="https://enzyme.expasy.org/EC/6.2.1.3" TargetMode="External"/><Relationship Id="rId10" Type="http://schemas.openxmlformats.org/officeDocument/2006/relationships/image" Target="../media/image681.png"/><Relationship Id="rId4" Type="http://schemas.openxmlformats.org/officeDocument/2006/relationships/image" Target="../media/image513.png"/><Relationship Id="rId9" Type="http://schemas.openxmlformats.org/officeDocument/2006/relationships/image" Target="../media/image671.png"/><Relationship Id="rId14" Type="http://schemas.openxmlformats.org/officeDocument/2006/relationships/hyperlink" Target="https://enzyme.expasy.org/EC/2.3.1.16" TargetMode="External"/></Relationships>
</file>

<file path=ppt/slides/_rels/slide35.xml.rels><?xml version="1.0" encoding="UTF-8" standalone="yes"?>
<Relationships xmlns="http://schemas.openxmlformats.org/package/2006/relationships"><Relationship Id="rId8" Type="http://schemas.openxmlformats.org/officeDocument/2006/relationships/image" Target="../media/image750.png"/><Relationship Id="rId13" Type="http://schemas.openxmlformats.org/officeDocument/2006/relationships/image" Target="../media/image801.png"/><Relationship Id="rId3" Type="http://schemas.openxmlformats.org/officeDocument/2006/relationships/image" Target="../media/image202.svg"/><Relationship Id="rId7" Type="http://schemas.openxmlformats.org/officeDocument/2006/relationships/image" Target="../media/image741.png"/><Relationship Id="rId12" Type="http://schemas.openxmlformats.org/officeDocument/2006/relationships/image" Target="../media/image791.png"/><Relationship Id="rId2" Type="http://schemas.openxmlformats.org/officeDocument/2006/relationships/image" Target="../media/image201.png"/><Relationship Id="rId1" Type="http://schemas.openxmlformats.org/officeDocument/2006/relationships/slideLayout" Target="../slideLayouts/slideLayout2.xml"/><Relationship Id="rId6" Type="http://schemas.openxmlformats.org/officeDocument/2006/relationships/image" Target="../media/image731.png"/><Relationship Id="rId11" Type="http://schemas.openxmlformats.org/officeDocument/2006/relationships/image" Target="../media/image781.png"/><Relationship Id="rId5" Type="http://schemas.openxmlformats.org/officeDocument/2006/relationships/image" Target="../media/image721.png"/><Relationship Id="rId15" Type="http://schemas.openxmlformats.org/officeDocument/2006/relationships/image" Target="../media/image203.emf"/><Relationship Id="rId10" Type="http://schemas.openxmlformats.org/officeDocument/2006/relationships/image" Target="../media/image770.png"/><Relationship Id="rId4" Type="http://schemas.openxmlformats.org/officeDocument/2006/relationships/image" Target="../media/image713.png"/><Relationship Id="rId9" Type="http://schemas.openxmlformats.org/officeDocument/2006/relationships/image" Target="../media/image760.png"/><Relationship Id="rId14" Type="http://schemas.openxmlformats.org/officeDocument/2006/relationships/image" Target="../media/image813.png"/></Relationships>
</file>

<file path=ppt/slides/_rels/slide36.xml.rels><?xml version="1.0" encoding="UTF-8" standalone="yes"?>
<Relationships xmlns="http://schemas.openxmlformats.org/package/2006/relationships"><Relationship Id="rId8" Type="http://schemas.openxmlformats.org/officeDocument/2006/relationships/image" Target="../media/image870.png"/><Relationship Id="rId13" Type="http://schemas.openxmlformats.org/officeDocument/2006/relationships/image" Target="../media/image920.png"/><Relationship Id="rId18" Type="http://schemas.openxmlformats.org/officeDocument/2006/relationships/image" Target="../media/image1070.png"/><Relationship Id="rId3" Type="http://schemas.openxmlformats.org/officeDocument/2006/relationships/image" Target="../media/image201.png"/><Relationship Id="rId7" Type="http://schemas.openxmlformats.org/officeDocument/2006/relationships/image" Target="../media/image861.png"/><Relationship Id="rId12" Type="http://schemas.openxmlformats.org/officeDocument/2006/relationships/image" Target="../media/image912.png"/><Relationship Id="rId17" Type="http://schemas.openxmlformats.org/officeDocument/2006/relationships/customXml" Target="../ink/ink507.xml"/><Relationship Id="rId2" Type="http://schemas.openxmlformats.org/officeDocument/2006/relationships/notesSlide" Target="../notesSlides/notesSlide24.xml"/><Relationship Id="rId16" Type="http://schemas.openxmlformats.org/officeDocument/2006/relationships/image" Target="../media/image204.png"/><Relationship Id="rId20" Type="http://schemas.openxmlformats.org/officeDocument/2006/relationships/image" Target="../media/image1090.png"/><Relationship Id="rId1" Type="http://schemas.openxmlformats.org/officeDocument/2006/relationships/slideLayout" Target="../slideLayouts/slideLayout2.xml"/><Relationship Id="rId6" Type="http://schemas.openxmlformats.org/officeDocument/2006/relationships/image" Target="../media/image850.png"/><Relationship Id="rId11" Type="http://schemas.openxmlformats.org/officeDocument/2006/relationships/image" Target="../media/image900.png"/><Relationship Id="rId5" Type="http://schemas.openxmlformats.org/officeDocument/2006/relationships/image" Target="../media/image841.png"/><Relationship Id="rId15" Type="http://schemas.openxmlformats.org/officeDocument/2006/relationships/image" Target="../media/image940.png"/><Relationship Id="rId10" Type="http://schemas.openxmlformats.org/officeDocument/2006/relationships/image" Target="../media/image890.png"/><Relationship Id="rId19" Type="http://schemas.openxmlformats.org/officeDocument/2006/relationships/customXml" Target="../ink/ink508.xml"/><Relationship Id="rId4" Type="http://schemas.openxmlformats.org/officeDocument/2006/relationships/image" Target="../media/image202.svg"/><Relationship Id="rId9" Type="http://schemas.openxmlformats.org/officeDocument/2006/relationships/image" Target="../media/image880.png"/><Relationship Id="rId14" Type="http://schemas.openxmlformats.org/officeDocument/2006/relationships/image" Target="../media/image930.png"/></Relationships>
</file>

<file path=ppt/slides/_rels/slide37.xml.rels><?xml version="1.0" encoding="UTF-8" standalone="yes"?>
<Relationships xmlns="http://schemas.openxmlformats.org/package/2006/relationships"><Relationship Id="rId8" Type="http://schemas.openxmlformats.org/officeDocument/2006/relationships/image" Target="../media/image840.png"/><Relationship Id="rId13" Type="http://schemas.openxmlformats.org/officeDocument/2006/relationships/image" Target="../media/image206.png"/><Relationship Id="rId3" Type="http://schemas.openxmlformats.org/officeDocument/2006/relationships/image" Target="../media/image790.png"/><Relationship Id="rId7" Type="http://schemas.openxmlformats.org/officeDocument/2006/relationships/image" Target="../media/image830.png"/><Relationship Id="rId12" Type="http://schemas.openxmlformats.org/officeDocument/2006/relationships/hyperlink" Target="https://www.yeastgenome.org/locus/S000000444" TargetMode="External"/><Relationship Id="rId2" Type="http://schemas.openxmlformats.org/officeDocument/2006/relationships/image" Target="../media/image780.png"/><Relationship Id="rId1" Type="http://schemas.openxmlformats.org/officeDocument/2006/relationships/slideLayout" Target="../slideLayouts/slideLayout2.xml"/><Relationship Id="rId6" Type="http://schemas.openxmlformats.org/officeDocument/2006/relationships/image" Target="../media/image820.png"/><Relationship Id="rId11" Type="http://schemas.openxmlformats.org/officeDocument/2006/relationships/image" Target="../media/image205.png"/><Relationship Id="rId5" Type="http://schemas.openxmlformats.org/officeDocument/2006/relationships/image" Target="../media/image811.png"/><Relationship Id="rId10" Type="http://schemas.openxmlformats.org/officeDocument/2006/relationships/image" Target="../media/image860.png"/><Relationship Id="rId4" Type="http://schemas.openxmlformats.org/officeDocument/2006/relationships/image" Target="../media/image800.png"/><Relationship Id="rId9" Type="http://schemas.openxmlformats.org/officeDocument/2006/relationships/image" Target="../media/image205.png"/><Relationship Id="rId14" Type="http://schemas.openxmlformats.org/officeDocument/2006/relationships/image" Target="../media/image207.png"/></Relationships>
</file>

<file path=ppt/slides/_rels/slide38.xml.rels><?xml version="1.0" encoding="UTF-8" standalone="yes"?>
<Relationships xmlns="http://schemas.openxmlformats.org/package/2006/relationships"><Relationship Id="rId8" Type="http://schemas.openxmlformats.org/officeDocument/2006/relationships/image" Target="../media/image710.png"/><Relationship Id="rId13" Type="http://schemas.openxmlformats.org/officeDocument/2006/relationships/hyperlink" Target="https://www.yeastgenome.org/locus/S000006135" TargetMode="External"/><Relationship Id="rId18" Type="http://schemas.openxmlformats.org/officeDocument/2006/relationships/hyperlink" Target="https://www.yeastgenome.org/locus/S000002238" TargetMode="External"/><Relationship Id="rId3" Type="http://schemas.openxmlformats.org/officeDocument/2006/relationships/image" Target="../media/image209.png"/><Relationship Id="rId21" Type="http://schemas.openxmlformats.org/officeDocument/2006/relationships/hyperlink" Target="https://www.yeastgenome.org/locus/S000005429" TargetMode="External"/><Relationship Id="rId7" Type="http://schemas.openxmlformats.org/officeDocument/2006/relationships/image" Target="../media/image700.png"/><Relationship Id="rId12" Type="http://schemas.openxmlformats.org/officeDocument/2006/relationships/image" Target="../media/image210.png"/><Relationship Id="rId17" Type="http://schemas.openxmlformats.org/officeDocument/2006/relationships/image" Target="../media/image213.png"/><Relationship Id="rId2" Type="http://schemas.openxmlformats.org/officeDocument/2006/relationships/image" Target="../media/image208.png"/><Relationship Id="rId16" Type="http://schemas.openxmlformats.org/officeDocument/2006/relationships/hyperlink" Target="https://www.yeastgenome.org/locus/S000000444" TargetMode="External"/><Relationship Id="rId20" Type="http://schemas.openxmlformats.org/officeDocument/2006/relationships/hyperlink" Target="https://www.yeastgenome.org/locus/S000002488" TargetMode="External"/><Relationship Id="rId1" Type="http://schemas.openxmlformats.org/officeDocument/2006/relationships/slideLayout" Target="../slideLayouts/slideLayout2.xml"/><Relationship Id="rId6" Type="http://schemas.openxmlformats.org/officeDocument/2006/relationships/image" Target="../media/image690.png"/><Relationship Id="rId11" Type="http://schemas.openxmlformats.org/officeDocument/2006/relationships/image" Target="../media/image740.png"/><Relationship Id="rId5" Type="http://schemas.openxmlformats.org/officeDocument/2006/relationships/image" Target="../media/image680.png"/><Relationship Id="rId15" Type="http://schemas.openxmlformats.org/officeDocument/2006/relationships/image" Target="../media/image212.png"/><Relationship Id="rId10" Type="http://schemas.openxmlformats.org/officeDocument/2006/relationships/image" Target="../media/image730.png"/><Relationship Id="rId19" Type="http://schemas.openxmlformats.org/officeDocument/2006/relationships/image" Target="../media/image214.png"/><Relationship Id="rId4" Type="http://schemas.openxmlformats.org/officeDocument/2006/relationships/image" Target="../media/image670.png"/><Relationship Id="rId9" Type="http://schemas.openxmlformats.org/officeDocument/2006/relationships/image" Target="../media/image720.png"/><Relationship Id="rId14" Type="http://schemas.openxmlformats.org/officeDocument/2006/relationships/hyperlink" Target="https://www.yeastgenome.org/locus/S000003376" TargetMode="External"/><Relationship Id="rId22" Type="http://schemas.openxmlformats.org/officeDocument/2006/relationships/hyperlink" Target="https://www.yeastgenome.org/locus/S000002200" TargetMode="External"/></Relationships>
</file>

<file path=ppt/slides/_rels/slide39.xml.rels><?xml version="1.0" encoding="UTF-8" standalone="yes"?>
<Relationships xmlns="http://schemas.openxmlformats.org/package/2006/relationships"><Relationship Id="rId8" Type="http://schemas.openxmlformats.org/officeDocument/2006/relationships/image" Target="../media/image380.png"/><Relationship Id="rId13" Type="http://schemas.openxmlformats.org/officeDocument/2006/relationships/image" Target="../media/image430.png"/><Relationship Id="rId18" Type="http://schemas.openxmlformats.org/officeDocument/2006/relationships/image" Target="../media/image215.png"/><Relationship Id="rId3" Type="http://schemas.openxmlformats.org/officeDocument/2006/relationships/image" Target="../media/image330.png"/><Relationship Id="rId21" Type="http://schemas.openxmlformats.org/officeDocument/2006/relationships/image" Target="../media/image5100.png"/><Relationship Id="rId7" Type="http://schemas.openxmlformats.org/officeDocument/2006/relationships/image" Target="../media/image370.png"/><Relationship Id="rId12" Type="http://schemas.openxmlformats.org/officeDocument/2006/relationships/image" Target="../media/image420.png"/><Relationship Id="rId17" Type="http://schemas.openxmlformats.org/officeDocument/2006/relationships/image" Target="../media/image470.png"/><Relationship Id="rId2" Type="http://schemas.openxmlformats.org/officeDocument/2006/relationships/notesSlide" Target="../notesSlides/notesSlide25.xml"/><Relationship Id="rId16" Type="http://schemas.openxmlformats.org/officeDocument/2006/relationships/image" Target="../media/image460.png"/><Relationship Id="rId20" Type="http://schemas.openxmlformats.org/officeDocument/2006/relationships/image" Target="../media/image500.png"/><Relationship Id="rId1" Type="http://schemas.openxmlformats.org/officeDocument/2006/relationships/slideLayout" Target="../slideLayouts/slideLayout2.xml"/><Relationship Id="rId6" Type="http://schemas.openxmlformats.org/officeDocument/2006/relationships/image" Target="../media/image360.png"/><Relationship Id="rId11" Type="http://schemas.openxmlformats.org/officeDocument/2006/relationships/image" Target="../media/image410.png"/><Relationship Id="rId5" Type="http://schemas.openxmlformats.org/officeDocument/2006/relationships/image" Target="../media/image350.png"/><Relationship Id="rId15" Type="http://schemas.openxmlformats.org/officeDocument/2006/relationships/image" Target="../media/image450.png"/><Relationship Id="rId10" Type="http://schemas.openxmlformats.org/officeDocument/2006/relationships/image" Target="../media/image400.png"/><Relationship Id="rId19" Type="http://schemas.openxmlformats.org/officeDocument/2006/relationships/image" Target="../media/image490.png"/><Relationship Id="rId4" Type="http://schemas.openxmlformats.org/officeDocument/2006/relationships/image" Target="../media/image340.png"/><Relationship Id="rId9" Type="http://schemas.openxmlformats.org/officeDocument/2006/relationships/image" Target="../media/image390.png"/><Relationship Id="rId14" Type="http://schemas.openxmlformats.org/officeDocument/2006/relationships/image" Target="../media/image440.png"/></Relationships>
</file>

<file path=ppt/slides/_rels/slide40.xml.rels><?xml version="1.0" encoding="UTF-8" standalone="yes"?>
<Relationships xmlns="http://schemas.openxmlformats.org/package/2006/relationships"><Relationship Id="rId8" Type="http://schemas.openxmlformats.org/officeDocument/2006/relationships/image" Target="../media/image270.png"/><Relationship Id="rId3" Type="http://schemas.openxmlformats.org/officeDocument/2006/relationships/image" Target="../media/image216.png"/><Relationship Id="rId7" Type="http://schemas.openxmlformats.org/officeDocument/2006/relationships/image" Target="../media/image260.png"/><Relationship Id="rId12" Type="http://schemas.openxmlformats.org/officeDocument/2006/relationships/image" Target="../media/image310.png"/><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250.png"/><Relationship Id="rId11" Type="http://schemas.openxmlformats.org/officeDocument/2006/relationships/image" Target="../media/image300.png"/><Relationship Id="rId5" Type="http://schemas.openxmlformats.org/officeDocument/2006/relationships/image" Target="../media/image240.png"/><Relationship Id="rId10" Type="http://schemas.openxmlformats.org/officeDocument/2006/relationships/image" Target="../media/image290.png"/><Relationship Id="rId4" Type="http://schemas.openxmlformats.org/officeDocument/2006/relationships/image" Target="../media/image210.png"/><Relationship Id="rId9" Type="http://schemas.openxmlformats.org/officeDocument/2006/relationships/image" Target="../media/image28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DE442D-7110-890C-5FBC-26F86DE6B4B1}"/>
              </a:ext>
            </a:extLst>
          </p:cNvPr>
          <p:cNvSpPr>
            <a:spLocks noGrp="1"/>
          </p:cNvSpPr>
          <p:nvPr>
            <p:ph type="ctrTitle"/>
          </p:nvPr>
        </p:nvSpPr>
        <p:spPr/>
        <p:txBody>
          <a:bodyPr>
            <a:normAutofit fontScale="90000"/>
          </a:bodyPr>
          <a:lstStyle/>
          <a:p>
            <a:r>
              <a:rPr lang="en-US" dirty="0"/>
              <a:t>Associating Metabolic reactions with NN coefficients</a:t>
            </a:r>
          </a:p>
        </p:txBody>
      </p:sp>
      <p:sp>
        <p:nvSpPr>
          <p:cNvPr id="3" name="Subtitle 2">
            <a:extLst>
              <a:ext uri="{FF2B5EF4-FFF2-40B4-BE49-F238E27FC236}">
                <a16:creationId xmlns:a16="http://schemas.microsoft.com/office/drawing/2014/main" id="{E756A585-3973-D13F-5415-F2866F06534D}"/>
              </a:ext>
            </a:extLst>
          </p:cNvPr>
          <p:cNvSpPr>
            <a:spLocks noGrp="1"/>
          </p:cNvSpPr>
          <p:nvPr>
            <p:ph type="subTitle" idx="1"/>
          </p:nvPr>
        </p:nvSpPr>
        <p:spPr/>
        <p:txBody>
          <a:bodyPr/>
          <a:lstStyle/>
          <a:p>
            <a:endParaRPr lang="en-US"/>
          </a:p>
        </p:txBody>
      </p:sp>
    </p:spTree>
    <p:extLst>
      <p:ext uri="{BB962C8B-B14F-4D97-AF65-F5344CB8AC3E}">
        <p14:creationId xmlns:p14="http://schemas.microsoft.com/office/powerpoint/2010/main" val="30291937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064" name="Straight Connector 1063">
            <a:extLst>
              <a:ext uri="{FF2B5EF4-FFF2-40B4-BE49-F238E27FC236}">
                <a16:creationId xmlns:a16="http://schemas.microsoft.com/office/drawing/2014/main" id="{DDAF46BB-0518-7CA4-5609-D72DCB7FACB0}"/>
              </a:ext>
            </a:extLst>
          </p:cNvPr>
          <p:cNvCxnSpPr>
            <a:cxnSpLocks/>
            <a:stCxn id="87" idx="3"/>
          </p:cNvCxnSpPr>
          <p:nvPr/>
        </p:nvCxnSpPr>
        <p:spPr>
          <a:xfrm flipH="1">
            <a:off x="328061" y="5339857"/>
            <a:ext cx="1887349" cy="540"/>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cxnSp>
        <p:nvCxnSpPr>
          <p:cNvPr id="1063" name="Straight Connector 1062">
            <a:extLst>
              <a:ext uri="{FF2B5EF4-FFF2-40B4-BE49-F238E27FC236}">
                <a16:creationId xmlns:a16="http://schemas.microsoft.com/office/drawing/2014/main" id="{07E2A6EE-4C76-8A10-45BE-1CED8D1AB33E}"/>
              </a:ext>
            </a:extLst>
          </p:cNvPr>
          <p:cNvCxnSpPr>
            <a:cxnSpLocks/>
            <a:stCxn id="45" idx="3"/>
          </p:cNvCxnSpPr>
          <p:nvPr/>
        </p:nvCxnSpPr>
        <p:spPr>
          <a:xfrm flipH="1" flipV="1">
            <a:off x="306113" y="1907313"/>
            <a:ext cx="1958071" cy="1"/>
          </a:xfrm>
          <a:prstGeom prst="line">
            <a:avLst/>
          </a:prstGeom>
          <a:ln w="19050">
            <a:prstDash val="dash"/>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B4910042-49D4-1A29-BCE8-AA4B76A1CDB5}"/>
              </a:ext>
            </a:extLst>
          </p:cNvPr>
          <p:cNvSpPr>
            <a:spLocks noGrp="1"/>
          </p:cNvSpPr>
          <p:nvPr>
            <p:ph type="title"/>
          </p:nvPr>
        </p:nvSpPr>
        <p:spPr>
          <a:xfrm>
            <a:off x="50131" y="5203"/>
            <a:ext cx="5714118" cy="599705"/>
          </a:xfrm>
        </p:spPr>
        <p:txBody>
          <a:bodyPr>
            <a:normAutofit/>
          </a:bodyPr>
          <a:lstStyle/>
          <a:p>
            <a:r>
              <a:rPr lang="en-US" sz="2400" dirty="0"/>
              <a:t>Biological Networking: Physical Components</a:t>
            </a:r>
            <a:endParaRPr lang="en-DE" sz="2400" dirty="0"/>
          </a:p>
        </p:txBody>
      </p:sp>
      <p:sp>
        <p:nvSpPr>
          <p:cNvPr id="4" name="Slide Number Placeholder 3">
            <a:extLst>
              <a:ext uri="{FF2B5EF4-FFF2-40B4-BE49-F238E27FC236}">
                <a16:creationId xmlns:a16="http://schemas.microsoft.com/office/drawing/2014/main" id="{2316FEF5-CDDA-C2E9-3D45-12E2E3020445}"/>
              </a:ext>
            </a:extLst>
          </p:cNvPr>
          <p:cNvSpPr>
            <a:spLocks noGrp="1"/>
          </p:cNvSpPr>
          <p:nvPr>
            <p:ph type="sldNum" sz="quarter" idx="12"/>
          </p:nvPr>
        </p:nvSpPr>
        <p:spPr>
          <a:xfrm>
            <a:off x="9099645" y="6334058"/>
            <a:ext cx="2743200" cy="365125"/>
          </a:xfrm>
        </p:spPr>
        <p:txBody>
          <a:bodyPr/>
          <a:lstStyle/>
          <a:p>
            <a:fld id="{712750D1-8408-48EC-88AF-98FDBD7992DA}" type="slidenum">
              <a:rPr lang="en-DE" smtClean="0"/>
              <a:t>2</a:t>
            </a:fld>
            <a:endParaRPr lang="en-DE" dirty="0"/>
          </a:p>
        </p:txBody>
      </p:sp>
      <p:cxnSp>
        <p:nvCxnSpPr>
          <p:cNvPr id="43" name="Straight Arrow Connector 42">
            <a:extLst>
              <a:ext uri="{FF2B5EF4-FFF2-40B4-BE49-F238E27FC236}">
                <a16:creationId xmlns:a16="http://schemas.microsoft.com/office/drawing/2014/main" id="{50060899-24D3-616A-C81D-24928300E830}"/>
              </a:ext>
            </a:extLst>
          </p:cNvPr>
          <p:cNvCxnSpPr>
            <a:cxnSpLocks/>
          </p:cNvCxnSpPr>
          <p:nvPr/>
        </p:nvCxnSpPr>
        <p:spPr>
          <a:xfrm flipH="1">
            <a:off x="2426989" y="925286"/>
            <a:ext cx="13235" cy="5756064"/>
          </a:xfrm>
          <a:prstGeom prst="straightConnector1">
            <a:avLst/>
          </a:prstGeom>
          <a:ln w="22225">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7829F8C4-B00F-A6FB-8655-A445BC76138F}"/>
                  </a:ext>
                </a:extLst>
              </p:cNvPr>
              <p:cNvSpPr txBox="1"/>
              <p:nvPr/>
            </p:nvSpPr>
            <p:spPr>
              <a:xfrm>
                <a:off x="1664726" y="1768814"/>
                <a:ext cx="599458"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𝜇</m:t>
                    </m:r>
                  </m:oMath>
                </a14:m>
                <a:r>
                  <a:rPr lang="en-US" dirty="0"/>
                  <a:t>m</a:t>
                </a:r>
                <a:endParaRPr lang="en-DE" dirty="0"/>
              </a:p>
            </p:txBody>
          </p:sp>
        </mc:Choice>
        <mc:Fallback xmlns="">
          <p:sp>
            <p:nvSpPr>
              <p:cNvPr id="45" name="TextBox 44">
                <a:extLst>
                  <a:ext uri="{FF2B5EF4-FFF2-40B4-BE49-F238E27FC236}">
                    <a16:creationId xmlns:a16="http://schemas.microsoft.com/office/drawing/2014/main" id="{7829F8C4-B00F-A6FB-8655-A445BC76138F}"/>
                  </a:ext>
                </a:extLst>
              </p:cNvPr>
              <p:cNvSpPr txBox="1">
                <a:spLocks noRot="1" noChangeAspect="1" noMove="1" noResize="1" noEditPoints="1" noAdjustHandles="1" noChangeArrowheads="1" noChangeShapeType="1" noTextEdit="1"/>
              </p:cNvSpPr>
              <p:nvPr/>
            </p:nvSpPr>
            <p:spPr>
              <a:xfrm>
                <a:off x="1664726" y="1768814"/>
                <a:ext cx="599458" cy="276999"/>
              </a:xfrm>
              <a:prstGeom prst="rect">
                <a:avLst/>
              </a:prstGeom>
              <a:blipFill>
                <a:blip r:embed="rId2"/>
                <a:stretch>
                  <a:fillRect t="-28261" r="-24490" b="-50000"/>
                </a:stretch>
              </a:blipFill>
            </p:spPr>
            <p:txBody>
              <a:bodyPr/>
              <a:lstStyle/>
              <a:p>
                <a:r>
                  <a:rPr lang="en-DE">
                    <a:noFill/>
                  </a:rPr>
                  <a:t> </a:t>
                </a:r>
              </a:p>
            </p:txBody>
          </p:sp>
        </mc:Fallback>
      </mc:AlternateContent>
      <p:pic>
        <p:nvPicPr>
          <p:cNvPr id="60" name="Picture 59">
            <a:extLst>
              <a:ext uri="{FF2B5EF4-FFF2-40B4-BE49-F238E27FC236}">
                <a16:creationId xmlns:a16="http://schemas.microsoft.com/office/drawing/2014/main" id="{D9B001D2-4311-260A-4DB7-376987273C7B}"/>
              </a:ext>
            </a:extLst>
          </p:cNvPr>
          <p:cNvPicPr>
            <a:picLocks noChangeAspect="1"/>
          </p:cNvPicPr>
          <p:nvPr/>
        </p:nvPicPr>
        <p:blipFill>
          <a:blip r:embed="rId3"/>
          <a:stretch>
            <a:fillRect/>
          </a:stretch>
        </p:blipFill>
        <p:spPr>
          <a:xfrm>
            <a:off x="3696965" y="1658398"/>
            <a:ext cx="733753" cy="733753"/>
          </a:xfrm>
          <a:prstGeom prst="rect">
            <a:avLst/>
          </a:prstGeom>
        </p:spPr>
      </p:pic>
      <p:sp>
        <p:nvSpPr>
          <p:cNvPr id="62" name="TextBox 61">
            <a:extLst>
              <a:ext uri="{FF2B5EF4-FFF2-40B4-BE49-F238E27FC236}">
                <a16:creationId xmlns:a16="http://schemas.microsoft.com/office/drawing/2014/main" id="{79B40977-6017-74EF-C5A2-090E79EDC18D}"/>
              </a:ext>
            </a:extLst>
          </p:cNvPr>
          <p:cNvSpPr txBox="1"/>
          <p:nvPr/>
        </p:nvSpPr>
        <p:spPr>
          <a:xfrm>
            <a:off x="2586174" y="1765718"/>
            <a:ext cx="951607" cy="369332"/>
          </a:xfrm>
          <a:prstGeom prst="rect">
            <a:avLst/>
          </a:prstGeom>
          <a:noFill/>
        </p:spPr>
        <p:txBody>
          <a:bodyPr wrap="none" rtlCol="0">
            <a:spAutoFit/>
          </a:bodyPr>
          <a:lstStyle/>
          <a:p>
            <a:r>
              <a:rPr lang="en-US" dirty="0"/>
              <a:t>Bacteria</a:t>
            </a:r>
            <a:endParaRPr lang="en-DE" dirty="0"/>
          </a:p>
        </p:txBody>
      </p:sp>
      <p:pic>
        <p:nvPicPr>
          <p:cNvPr id="67" name="Picture 66">
            <a:extLst>
              <a:ext uri="{FF2B5EF4-FFF2-40B4-BE49-F238E27FC236}">
                <a16:creationId xmlns:a16="http://schemas.microsoft.com/office/drawing/2014/main" id="{C53E843D-DCE4-71AD-B961-5092B7F9C886}"/>
              </a:ext>
            </a:extLst>
          </p:cNvPr>
          <p:cNvPicPr>
            <a:picLocks noChangeAspect="1"/>
          </p:cNvPicPr>
          <p:nvPr/>
        </p:nvPicPr>
        <p:blipFill>
          <a:blip r:embed="rId4"/>
          <a:stretch>
            <a:fillRect/>
          </a:stretch>
        </p:blipFill>
        <p:spPr>
          <a:xfrm>
            <a:off x="3669958" y="2787408"/>
            <a:ext cx="737029" cy="733753"/>
          </a:xfrm>
          <a:prstGeom prst="rect">
            <a:avLst/>
          </a:prstGeom>
        </p:spPr>
      </p:pic>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6D24167-ABE8-CB88-338E-ED0C7365D8D5}"/>
                  </a:ext>
                </a:extLst>
              </p:cNvPr>
              <p:cNvSpPr txBox="1"/>
              <p:nvPr/>
            </p:nvSpPr>
            <p:spPr>
              <a:xfrm>
                <a:off x="1511102" y="2987643"/>
                <a:ext cx="74379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100</m:t>
                    </m:r>
                  </m:oMath>
                </a14:m>
                <a:r>
                  <a:rPr lang="en-US" dirty="0"/>
                  <a:t> nm</a:t>
                </a:r>
                <a:endParaRPr lang="en-DE" dirty="0"/>
              </a:p>
            </p:txBody>
          </p:sp>
        </mc:Choice>
        <mc:Fallback xmlns="">
          <p:sp>
            <p:nvSpPr>
              <p:cNvPr id="68" name="TextBox 67">
                <a:extLst>
                  <a:ext uri="{FF2B5EF4-FFF2-40B4-BE49-F238E27FC236}">
                    <a16:creationId xmlns:a16="http://schemas.microsoft.com/office/drawing/2014/main" id="{F6D24167-ABE8-CB88-338E-ED0C7365D8D5}"/>
                  </a:ext>
                </a:extLst>
              </p:cNvPr>
              <p:cNvSpPr txBox="1">
                <a:spLocks noRot="1" noChangeAspect="1" noMove="1" noResize="1" noEditPoints="1" noAdjustHandles="1" noChangeArrowheads="1" noChangeShapeType="1" noTextEdit="1"/>
              </p:cNvSpPr>
              <p:nvPr/>
            </p:nvSpPr>
            <p:spPr>
              <a:xfrm>
                <a:off x="1511102" y="2987643"/>
                <a:ext cx="743793" cy="276999"/>
              </a:xfrm>
              <a:prstGeom prst="rect">
                <a:avLst/>
              </a:prstGeom>
              <a:blipFill>
                <a:blip r:embed="rId5"/>
                <a:stretch>
                  <a:fillRect l="-11475" t="-28261" r="-18852" b="-50000"/>
                </a:stretch>
              </a:blipFill>
            </p:spPr>
            <p:txBody>
              <a:bodyPr/>
              <a:lstStyle/>
              <a:p>
                <a:r>
                  <a:rPr lang="en-DE">
                    <a:noFill/>
                  </a:rPr>
                  <a:t> </a:t>
                </a:r>
              </a:p>
            </p:txBody>
          </p:sp>
        </mc:Fallback>
      </mc:AlternateContent>
      <p:sp>
        <p:nvSpPr>
          <p:cNvPr id="74" name="TextBox 73">
            <a:extLst>
              <a:ext uri="{FF2B5EF4-FFF2-40B4-BE49-F238E27FC236}">
                <a16:creationId xmlns:a16="http://schemas.microsoft.com/office/drawing/2014/main" id="{019B6C8D-676C-EABF-012D-7DAA21688F57}"/>
              </a:ext>
            </a:extLst>
          </p:cNvPr>
          <p:cNvSpPr txBox="1"/>
          <p:nvPr/>
        </p:nvSpPr>
        <p:spPr>
          <a:xfrm>
            <a:off x="1197255" y="2141077"/>
            <a:ext cx="1242969" cy="646331"/>
          </a:xfrm>
          <a:prstGeom prst="rect">
            <a:avLst/>
          </a:prstGeom>
          <a:noFill/>
        </p:spPr>
        <p:txBody>
          <a:bodyPr wrap="none" rtlCol="0">
            <a:spAutoFit/>
          </a:bodyPr>
          <a:lstStyle/>
          <a:p>
            <a:pPr algn="r"/>
            <a:r>
              <a:rPr lang="en-US" dirty="0"/>
              <a:t>CMOS</a:t>
            </a:r>
          </a:p>
          <a:p>
            <a:pPr algn="r"/>
            <a:r>
              <a:rPr lang="en-US" dirty="0"/>
              <a:t>Technology</a:t>
            </a:r>
            <a:endParaRPr lang="en-DE" dirty="0"/>
          </a:p>
        </p:txBody>
      </p:sp>
      <p:sp>
        <p:nvSpPr>
          <p:cNvPr id="75" name="TextBox 74">
            <a:extLst>
              <a:ext uri="{FF2B5EF4-FFF2-40B4-BE49-F238E27FC236}">
                <a16:creationId xmlns:a16="http://schemas.microsoft.com/office/drawing/2014/main" id="{C2CA5839-3501-1DB3-7727-E82108C70AAA}"/>
              </a:ext>
            </a:extLst>
          </p:cNvPr>
          <p:cNvSpPr txBox="1"/>
          <p:nvPr/>
        </p:nvSpPr>
        <p:spPr>
          <a:xfrm>
            <a:off x="2654236" y="2887364"/>
            <a:ext cx="660758" cy="369332"/>
          </a:xfrm>
          <a:prstGeom prst="rect">
            <a:avLst/>
          </a:prstGeom>
          <a:noFill/>
        </p:spPr>
        <p:txBody>
          <a:bodyPr wrap="none" rtlCol="0">
            <a:spAutoFit/>
          </a:bodyPr>
          <a:lstStyle/>
          <a:p>
            <a:r>
              <a:rPr lang="en-US" dirty="0"/>
              <a:t>Virus</a:t>
            </a:r>
            <a:endParaRPr lang="en-DE" dirty="0"/>
          </a:p>
        </p:txBody>
      </p:sp>
      <p:pic>
        <p:nvPicPr>
          <p:cNvPr id="80" name="Picture 79">
            <a:extLst>
              <a:ext uri="{FF2B5EF4-FFF2-40B4-BE49-F238E27FC236}">
                <a16:creationId xmlns:a16="http://schemas.microsoft.com/office/drawing/2014/main" id="{AE9B557D-1397-1506-5140-86D60494F93B}"/>
              </a:ext>
            </a:extLst>
          </p:cNvPr>
          <p:cNvPicPr>
            <a:picLocks noChangeAspect="1"/>
          </p:cNvPicPr>
          <p:nvPr/>
        </p:nvPicPr>
        <p:blipFill>
          <a:blip r:embed="rId6"/>
          <a:stretch>
            <a:fillRect/>
          </a:stretch>
        </p:blipFill>
        <p:spPr>
          <a:xfrm>
            <a:off x="3735127" y="3826010"/>
            <a:ext cx="720668" cy="720668"/>
          </a:xfrm>
          <a:prstGeom prst="rect">
            <a:avLst/>
          </a:prstGeom>
        </p:spPr>
      </p:pic>
      <p:sp>
        <p:nvSpPr>
          <p:cNvPr id="83" name="TextBox 82">
            <a:extLst>
              <a:ext uri="{FF2B5EF4-FFF2-40B4-BE49-F238E27FC236}">
                <a16:creationId xmlns:a16="http://schemas.microsoft.com/office/drawing/2014/main" id="{9D48158D-7DDC-098F-60B9-75BAEC50AC03}"/>
              </a:ext>
            </a:extLst>
          </p:cNvPr>
          <p:cNvSpPr txBox="1"/>
          <p:nvPr/>
        </p:nvSpPr>
        <p:spPr>
          <a:xfrm>
            <a:off x="2616794" y="4070719"/>
            <a:ext cx="866135" cy="369332"/>
          </a:xfrm>
          <a:prstGeom prst="rect">
            <a:avLst/>
          </a:prstGeom>
          <a:noFill/>
        </p:spPr>
        <p:txBody>
          <a:bodyPr wrap="none" rtlCol="0">
            <a:spAutoFit/>
          </a:bodyPr>
          <a:lstStyle/>
          <a:p>
            <a:r>
              <a:rPr lang="en-US" dirty="0"/>
              <a:t>Protein</a:t>
            </a:r>
            <a:endParaRPr lang="en-DE" dirty="0"/>
          </a:p>
        </p:txBody>
      </p:sp>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2BD7E16E-66C4-CC97-5F01-ABB59233FD6F}"/>
                  </a:ext>
                </a:extLst>
              </p:cNvPr>
              <p:cNvSpPr txBox="1"/>
              <p:nvPr/>
            </p:nvSpPr>
            <p:spPr>
              <a:xfrm>
                <a:off x="1651284" y="4096231"/>
                <a:ext cx="61555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10</m:t>
                    </m:r>
                  </m:oMath>
                </a14:m>
                <a:r>
                  <a:rPr lang="en-US" dirty="0"/>
                  <a:t> nm</a:t>
                </a:r>
                <a:endParaRPr lang="en-DE" dirty="0"/>
              </a:p>
            </p:txBody>
          </p:sp>
        </mc:Choice>
        <mc:Fallback xmlns="">
          <p:sp>
            <p:nvSpPr>
              <p:cNvPr id="85" name="TextBox 84">
                <a:extLst>
                  <a:ext uri="{FF2B5EF4-FFF2-40B4-BE49-F238E27FC236}">
                    <a16:creationId xmlns:a16="http://schemas.microsoft.com/office/drawing/2014/main" id="{2BD7E16E-66C4-CC97-5F01-ABB59233FD6F}"/>
                  </a:ext>
                </a:extLst>
              </p:cNvPr>
              <p:cNvSpPr txBox="1">
                <a:spLocks noRot="1" noChangeAspect="1" noMove="1" noResize="1" noEditPoints="1" noAdjustHandles="1" noChangeArrowheads="1" noChangeShapeType="1" noTextEdit="1"/>
              </p:cNvSpPr>
              <p:nvPr/>
            </p:nvSpPr>
            <p:spPr>
              <a:xfrm>
                <a:off x="1651284" y="4096231"/>
                <a:ext cx="615553" cy="276999"/>
              </a:xfrm>
              <a:prstGeom prst="rect">
                <a:avLst/>
              </a:prstGeom>
              <a:blipFill>
                <a:blip r:embed="rId7"/>
                <a:stretch>
                  <a:fillRect l="-13861" t="-28889" r="-22772" b="-51111"/>
                </a:stretch>
              </a:blipFill>
            </p:spPr>
            <p:txBody>
              <a:bodyPr/>
              <a:lstStyle/>
              <a:p>
                <a:r>
                  <a:rPr lang="en-DE">
                    <a:noFill/>
                  </a:rPr>
                  <a:t> </a:t>
                </a:r>
              </a:p>
            </p:txBody>
          </p:sp>
        </mc:Fallback>
      </mc:AlternateContent>
      <p:sp>
        <p:nvSpPr>
          <p:cNvPr id="86" name="TextBox 85">
            <a:extLst>
              <a:ext uri="{FF2B5EF4-FFF2-40B4-BE49-F238E27FC236}">
                <a16:creationId xmlns:a16="http://schemas.microsoft.com/office/drawing/2014/main" id="{4E0C978C-2375-631B-395E-2874B3BC5A01}"/>
              </a:ext>
            </a:extLst>
          </p:cNvPr>
          <p:cNvSpPr txBox="1"/>
          <p:nvPr/>
        </p:nvSpPr>
        <p:spPr>
          <a:xfrm>
            <a:off x="1284920" y="3415967"/>
            <a:ext cx="1128835" cy="369332"/>
          </a:xfrm>
          <a:prstGeom prst="rect">
            <a:avLst/>
          </a:prstGeom>
          <a:noFill/>
        </p:spPr>
        <p:txBody>
          <a:bodyPr wrap="none" rtlCol="0">
            <a:spAutoFit/>
          </a:bodyPr>
          <a:lstStyle/>
          <a:p>
            <a:pPr algn="r"/>
            <a:r>
              <a:rPr lang="en-US" dirty="0"/>
              <a:t>Nanofiber</a:t>
            </a:r>
            <a:endParaRPr lang="en-DE" dirty="0"/>
          </a:p>
        </p:txBody>
      </p:sp>
      <p:pic>
        <p:nvPicPr>
          <p:cNvPr id="1028" name="Picture 4" descr="Dna - Kostenlose gesundheitswesen und medizin Icons">
            <a:extLst>
              <a:ext uri="{FF2B5EF4-FFF2-40B4-BE49-F238E27FC236}">
                <a16:creationId xmlns:a16="http://schemas.microsoft.com/office/drawing/2014/main" id="{7CFBDCFA-A26B-F9C5-CEB4-D1F1AA0D088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763432" y="4814298"/>
            <a:ext cx="664058" cy="664058"/>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98DBF5E1-D5EA-7321-B2E9-3368BA211065}"/>
                  </a:ext>
                </a:extLst>
              </p:cNvPr>
              <p:cNvSpPr txBox="1"/>
              <p:nvPr/>
            </p:nvSpPr>
            <p:spPr>
              <a:xfrm>
                <a:off x="1544793" y="5201357"/>
                <a:ext cx="670617" cy="276999"/>
              </a:xfrm>
              <a:prstGeom prst="rect">
                <a:avLst/>
              </a:prstGeom>
              <a:solidFill>
                <a:schemeClr val="bg1"/>
              </a:solidFill>
            </p:spPr>
            <p:txBody>
              <a:bodyPr wrap="square" lIns="0" tIns="0" rIns="0" bIns="0" rtlCol="0">
                <a:spAutoFit/>
              </a:bodyPr>
              <a:lstStyle/>
              <a:p>
                <a:pPr algn="r"/>
                <a14:m>
                  <m:oMath xmlns:m="http://schemas.openxmlformats.org/officeDocument/2006/math">
                    <m:r>
                      <a:rPr lang="en-US" b="0" i="1" smtClean="0">
                        <a:latin typeface="Cambria Math" panose="02040503050406030204" pitchFamily="18" charset="0"/>
                      </a:rPr>
                      <m:t>1</m:t>
                    </m:r>
                  </m:oMath>
                </a14:m>
                <a:r>
                  <a:rPr lang="en-US" dirty="0"/>
                  <a:t> nm</a:t>
                </a:r>
                <a:endParaRPr lang="en-DE" dirty="0"/>
              </a:p>
            </p:txBody>
          </p:sp>
        </mc:Choice>
        <mc:Fallback xmlns="">
          <p:sp>
            <p:nvSpPr>
              <p:cNvPr id="87" name="TextBox 86">
                <a:extLst>
                  <a:ext uri="{FF2B5EF4-FFF2-40B4-BE49-F238E27FC236}">
                    <a16:creationId xmlns:a16="http://schemas.microsoft.com/office/drawing/2014/main" id="{98DBF5E1-D5EA-7321-B2E9-3368BA211065}"/>
                  </a:ext>
                </a:extLst>
              </p:cNvPr>
              <p:cNvSpPr txBox="1">
                <a:spLocks noRot="1" noChangeAspect="1" noMove="1" noResize="1" noEditPoints="1" noAdjustHandles="1" noChangeArrowheads="1" noChangeShapeType="1" noTextEdit="1"/>
              </p:cNvSpPr>
              <p:nvPr/>
            </p:nvSpPr>
            <p:spPr>
              <a:xfrm>
                <a:off x="1544793" y="5201357"/>
                <a:ext cx="670617" cy="276999"/>
              </a:xfrm>
              <a:prstGeom prst="rect">
                <a:avLst/>
              </a:prstGeom>
              <a:blipFill>
                <a:blip r:embed="rId9"/>
                <a:stretch>
                  <a:fillRect t="-28261" r="-21818" b="-50000"/>
                </a:stretch>
              </a:blipFill>
            </p:spPr>
            <p:txBody>
              <a:bodyPr/>
              <a:lstStyle/>
              <a:p>
                <a:r>
                  <a:rPr lang="en-DE">
                    <a:noFill/>
                  </a:rPr>
                  <a:t> </a:t>
                </a:r>
              </a:p>
            </p:txBody>
          </p:sp>
        </mc:Fallback>
      </mc:AlternateContent>
      <p:sp>
        <p:nvSpPr>
          <p:cNvPr id="89" name="TextBox 88">
            <a:extLst>
              <a:ext uri="{FF2B5EF4-FFF2-40B4-BE49-F238E27FC236}">
                <a16:creationId xmlns:a16="http://schemas.microsoft.com/office/drawing/2014/main" id="{7563BF43-58A3-1551-490E-5799A98727C0}"/>
              </a:ext>
            </a:extLst>
          </p:cNvPr>
          <p:cNvSpPr txBox="1"/>
          <p:nvPr/>
        </p:nvSpPr>
        <p:spPr>
          <a:xfrm>
            <a:off x="2578900" y="5155190"/>
            <a:ext cx="609462" cy="369332"/>
          </a:xfrm>
          <a:prstGeom prst="rect">
            <a:avLst/>
          </a:prstGeom>
          <a:noFill/>
        </p:spPr>
        <p:txBody>
          <a:bodyPr wrap="none" rtlCol="0">
            <a:spAutoFit/>
          </a:bodyPr>
          <a:lstStyle/>
          <a:p>
            <a:r>
              <a:rPr lang="en-US" dirty="0"/>
              <a:t>DNA</a:t>
            </a:r>
            <a:endParaRPr lang="en-DE" dirty="0"/>
          </a:p>
        </p:txBody>
      </p:sp>
      <p:sp>
        <p:nvSpPr>
          <p:cNvPr id="90" name="TextBox 89">
            <a:extLst>
              <a:ext uri="{FF2B5EF4-FFF2-40B4-BE49-F238E27FC236}">
                <a16:creationId xmlns:a16="http://schemas.microsoft.com/office/drawing/2014/main" id="{D1F4D16A-53B9-159F-8016-6ECA75CF5365}"/>
              </a:ext>
            </a:extLst>
          </p:cNvPr>
          <p:cNvSpPr txBox="1"/>
          <p:nvPr/>
        </p:nvSpPr>
        <p:spPr>
          <a:xfrm>
            <a:off x="1300081" y="4701167"/>
            <a:ext cx="1124026" cy="369332"/>
          </a:xfrm>
          <a:prstGeom prst="rect">
            <a:avLst/>
          </a:prstGeom>
          <a:noFill/>
        </p:spPr>
        <p:txBody>
          <a:bodyPr wrap="none" rtlCol="0">
            <a:spAutoFit/>
          </a:bodyPr>
          <a:lstStyle/>
          <a:p>
            <a:pPr algn="r"/>
            <a:r>
              <a:rPr lang="en-US" dirty="0"/>
              <a:t>Nanotube</a:t>
            </a:r>
            <a:endParaRPr lang="en-DE"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3916944A-13BD-62E0-5D24-E101D0DA6196}"/>
                  </a:ext>
                </a:extLst>
              </p:cNvPr>
              <p:cNvSpPr txBox="1"/>
              <p:nvPr/>
            </p:nvSpPr>
            <p:spPr>
              <a:xfrm>
                <a:off x="1556826" y="6038904"/>
                <a:ext cx="663643" cy="276999"/>
              </a:xfrm>
              <a:prstGeom prst="rect">
                <a:avLst/>
              </a:prstGeom>
              <a:noFill/>
            </p:spPr>
            <p:txBody>
              <a:bodyPr wrap="none" lIns="0" tIns="0" rIns="0" bIns="0" rtlCol="0">
                <a:spAutoFit/>
              </a:bodyPr>
              <a:lstStyle/>
              <a:p>
                <a14:m>
                  <m:oMath xmlns:m="http://schemas.openxmlformats.org/officeDocument/2006/math">
                    <m:r>
                      <a:rPr lang="en-US" b="0" i="1" smtClean="0">
                        <a:latin typeface="Cambria Math" panose="02040503050406030204" pitchFamily="18" charset="0"/>
                      </a:rPr>
                      <m:t>0.1</m:t>
                    </m:r>
                  </m:oMath>
                </a14:m>
                <a:r>
                  <a:rPr lang="en-US" dirty="0"/>
                  <a:t> nm</a:t>
                </a:r>
                <a:endParaRPr lang="en-DE" dirty="0"/>
              </a:p>
            </p:txBody>
          </p:sp>
        </mc:Choice>
        <mc:Fallback xmlns="">
          <p:sp>
            <p:nvSpPr>
              <p:cNvPr id="91" name="TextBox 90">
                <a:extLst>
                  <a:ext uri="{FF2B5EF4-FFF2-40B4-BE49-F238E27FC236}">
                    <a16:creationId xmlns:a16="http://schemas.microsoft.com/office/drawing/2014/main" id="{3916944A-13BD-62E0-5D24-E101D0DA6196}"/>
                  </a:ext>
                </a:extLst>
              </p:cNvPr>
              <p:cNvSpPr txBox="1">
                <a:spLocks noRot="1" noChangeAspect="1" noMove="1" noResize="1" noEditPoints="1" noAdjustHandles="1" noChangeArrowheads="1" noChangeShapeType="1" noTextEdit="1"/>
              </p:cNvSpPr>
              <p:nvPr/>
            </p:nvSpPr>
            <p:spPr>
              <a:xfrm>
                <a:off x="1556826" y="6038904"/>
                <a:ext cx="663643" cy="276999"/>
              </a:xfrm>
              <a:prstGeom prst="rect">
                <a:avLst/>
              </a:prstGeom>
              <a:blipFill>
                <a:blip r:embed="rId10"/>
                <a:stretch>
                  <a:fillRect l="-11927" t="-28889" r="-21101" b="-51111"/>
                </a:stretch>
              </a:blipFill>
            </p:spPr>
            <p:txBody>
              <a:bodyPr/>
              <a:lstStyle/>
              <a:p>
                <a:r>
                  <a:rPr lang="en-DE">
                    <a:noFill/>
                  </a:rPr>
                  <a:t> </a:t>
                </a:r>
              </a:p>
            </p:txBody>
          </p:sp>
        </mc:Fallback>
      </mc:AlternateContent>
      <p:pic>
        <p:nvPicPr>
          <p:cNvPr id="92" name="Picture 91">
            <a:extLst>
              <a:ext uri="{FF2B5EF4-FFF2-40B4-BE49-F238E27FC236}">
                <a16:creationId xmlns:a16="http://schemas.microsoft.com/office/drawing/2014/main" id="{1189B602-6CCF-4298-18AF-FF1D3BC59568}"/>
              </a:ext>
            </a:extLst>
          </p:cNvPr>
          <p:cNvPicPr>
            <a:picLocks noChangeAspect="1"/>
          </p:cNvPicPr>
          <p:nvPr/>
        </p:nvPicPr>
        <p:blipFill>
          <a:blip r:embed="rId11"/>
          <a:stretch>
            <a:fillRect/>
          </a:stretch>
        </p:blipFill>
        <p:spPr>
          <a:xfrm>
            <a:off x="3763432" y="5792148"/>
            <a:ext cx="770510" cy="770510"/>
          </a:xfrm>
          <a:prstGeom prst="rect">
            <a:avLst/>
          </a:prstGeom>
        </p:spPr>
      </p:pic>
      <p:sp>
        <p:nvSpPr>
          <p:cNvPr id="93" name="TextBox 92">
            <a:extLst>
              <a:ext uri="{FF2B5EF4-FFF2-40B4-BE49-F238E27FC236}">
                <a16:creationId xmlns:a16="http://schemas.microsoft.com/office/drawing/2014/main" id="{7C1AC760-8A59-CE73-47D0-BC9C5A91CC2B}"/>
              </a:ext>
            </a:extLst>
          </p:cNvPr>
          <p:cNvSpPr txBox="1"/>
          <p:nvPr/>
        </p:nvSpPr>
        <p:spPr>
          <a:xfrm>
            <a:off x="2526866" y="5992738"/>
            <a:ext cx="1059906" cy="369332"/>
          </a:xfrm>
          <a:prstGeom prst="rect">
            <a:avLst/>
          </a:prstGeom>
          <a:noFill/>
        </p:spPr>
        <p:txBody>
          <a:bodyPr wrap="none" rtlCol="0">
            <a:spAutoFit/>
          </a:bodyPr>
          <a:lstStyle/>
          <a:p>
            <a:r>
              <a:rPr lang="en-US" dirty="0"/>
              <a:t>Molecule</a:t>
            </a:r>
            <a:endParaRPr lang="en-DE" dirty="0"/>
          </a:p>
        </p:txBody>
      </p:sp>
      <p:cxnSp>
        <p:nvCxnSpPr>
          <p:cNvPr id="95" name="Straight Connector 94">
            <a:extLst>
              <a:ext uri="{FF2B5EF4-FFF2-40B4-BE49-F238E27FC236}">
                <a16:creationId xmlns:a16="http://schemas.microsoft.com/office/drawing/2014/main" id="{E2230433-F0DA-8A7C-4825-FFEA7AE1DADB}"/>
              </a:ext>
            </a:extLst>
          </p:cNvPr>
          <p:cNvCxnSpPr/>
          <p:nvPr/>
        </p:nvCxnSpPr>
        <p:spPr>
          <a:xfrm>
            <a:off x="2315714" y="190731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37E2F1AB-5D99-C72C-D402-7F78A8456923}"/>
              </a:ext>
            </a:extLst>
          </p:cNvPr>
          <p:cNvCxnSpPr/>
          <p:nvPr/>
        </p:nvCxnSpPr>
        <p:spPr>
          <a:xfrm>
            <a:off x="2313365" y="3126141"/>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7" name="Straight Connector 96">
            <a:extLst>
              <a:ext uri="{FF2B5EF4-FFF2-40B4-BE49-F238E27FC236}">
                <a16:creationId xmlns:a16="http://schemas.microsoft.com/office/drawing/2014/main" id="{41DC35A1-C28B-B72B-FF46-A4FA5A72AC55}"/>
              </a:ext>
            </a:extLst>
          </p:cNvPr>
          <p:cNvCxnSpPr/>
          <p:nvPr/>
        </p:nvCxnSpPr>
        <p:spPr>
          <a:xfrm>
            <a:off x="2312914" y="4251400"/>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99" name="Straight Connector 98">
            <a:extLst>
              <a:ext uri="{FF2B5EF4-FFF2-40B4-BE49-F238E27FC236}">
                <a16:creationId xmlns:a16="http://schemas.microsoft.com/office/drawing/2014/main" id="{AA8541BF-7B2C-E0A3-F68C-8E8C29526AB9}"/>
              </a:ext>
            </a:extLst>
          </p:cNvPr>
          <p:cNvCxnSpPr/>
          <p:nvPr/>
        </p:nvCxnSpPr>
        <p:spPr>
          <a:xfrm>
            <a:off x="2213540" y="2787408"/>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0" name="Straight Connector 99">
            <a:extLst>
              <a:ext uri="{FF2B5EF4-FFF2-40B4-BE49-F238E27FC236}">
                <a16:creationId xmlns:a16="http://schemas.microsoft.com/office/drawing/2014/main" id="{A7D24E1B-F55A-C113-DA77-ED78AD0CEE71}"/>
              </a:ext>
            </a:extLst>
          </p:cNvPr>
          <p:cNvCxnSpPr/>
          <p:nvPr/>
        </p:nvCxnSpPr>
        <p:spPr>
          <a:xfrm>
            <a:off x="2195048" y="5056943"/>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1" name="Straight Connector 100">
            <a:extLst>
              <a:ext uri="{FF2B5EF4-FFF2-40B4-BE49-F238E27FC236}">
                <a16:creationId xmlns:a16="http://schemas.microsoft.com/office/drawing/2014/main" id="{3EF52346-6B27-B518-5B72-407DDD30FD7F}"/>
              </a:ext>
            </a:extLst>
          </p:cNvPr>
          <p:cNvCxnSpPr/>
          <p:nvPr/>
        </p:nvCxnSpPr>
        <p:spPr>
          <a:xfrm>
            <a:off x="2308671" y="5339857"/>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2" name="Straight Connector 101">
            <a:extLst>
              <a:ext uri="{FF2B5EF4-FFF2-40B4-BE49-F238E27FC236}">
                <a16:creationId xmlns:a16="http://schemas.microsoft.com/office/drawing/2014/main" id="{A6994199-FFE0-7DE0-377A-0C5BC945E1AD}"/>
              </a:ext>
            </a:extLst>
          </p:cNvPr>
          <p:cNvCxnSpPr/>
          <p:nvPr/>
        </p:nvCxnSpPr>
        <p:spPr>
          <a:xfrm>
            <a:off x="2315713" y="6177404"/>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4" name="Right Brace 103">
            <a:extLst>
              <a:ext uri="{FF2B5EF4-FFF2-40B4-BE49-F238E27FC236}">
                <a16:creationId xmlns:a16="http://schemas.microsoft.com/office/drawing/2014/main" id="{DA7F65D0-866E-D1AD-6C77-745FF9055C95}"/>
              </a:ext>
            </a:extLst>
          </p:cNvPr>
          <p:cNvSpPr/>
          <p:nvPr/>
        </p:nvSpPr>
        <p:spPr>
          <a:xfrm>
            <a:off x="4641669" y="3126141"/>
            <a:ext cx="461552" cy="2280754"/>
          </a:xfrm>
          <a:prstGeom prst="rightBrace">
            <a:avLst>
              <a:gd name="adj1" fmla="val 80032"/>
              <a:gd name="adj2" fmla="val 50000"/>
            </a:avLst>
          </a:prstGeom>
          <a:ln w="2857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DE"/>
          </a:p>
        </p:txBody>
      </p:sp>
      <p:sp>
        <p:nvSpPr>
          <p:cNvPr id="105" name="TextBox 104">
            <a:extLst>
              <a:ext uri="{FF2B5EF4-FFF2-40B4-BE49-F238E27FC236}">
                <a16:creationId xmlns:a16="http://schemas.microsoft.com/office/drawing/2014/main" id="{EE230EBE-6A92-1C5A-19A9-7A08E3538C9B}"/>
              </a:ext>
            </a:extLst>
          </p:cNvPr>
          <p:cNvSpPr txBox="1"/>
          <p:nvPr/>
        </p:nvSpPr>
        <p:spPr>
          <a:xfrm>
            <a:off x="5289095" y="4050064"/>
            <a:ext cx="1447319" cy="369332"/>
          </a:xfrm>
          <a:prstGeom prst="rect">
            <a:avLst/>
          </a:prstGeom>
          <a:noFill/>
        </p:spPr>
        <p:txBody>
          <a:bodyPr wrap="none" rtlCol="0">
            <a:spAutoFit/>
          </a:bodyPr>
          <a:lstStyle/>
          <a:p>
            <a:r>
              <a:rPr lang="en-US" dirty="0"/>
              <a:t>Nanorobotics</a:t>
            </a:r>
            <a:endParaRPr lang="en-DE" dirty="0"/>
          </a:p>
        </p:txBody>
      </p:sp>
      <p:grpSp>
        <p:nvGrpSpPr>
          <p:cNvPr id="107" name="Group 106">
            <a:extLst>
              <a:ext uri="{FF2B5EF4-FFF2-40B4-BE49-F238E27FC236}">
                <a16:creationId xmlns:a16="http://schemas.microsoft.com/office/drawing/2014/main" id="{7CA8A764-72A4-B245-754A-30FEE940EC4E}"/>
              </a:ext>
            </a:extLst>
          </p:cNvPr>
          <p:cNvGrpSpPr/>
          <p:nvPr/>
        </p:nvGrpSpPr>
        <p:grpSpPr>
          <a:xfrm rot="5400000" flipH="1">
            <a:off x="7179117" y="3358248"/>
            <a:ext cx="552333" cy="693837"/>
            <a:chOff x="3476018" y="1655769"/>
            <a:chExt cx="349450" cy="484303"/>
          </a:xfrm>
        </p:grpSpPr>
        <p:sp>
          <p:nvSpPr>
            <p:cNvPr id="110" name="Flowchart: Delay 109">
              <a:extLst>
                <a:ext uri="{FF2B5EF4-FFF2-40B4-BE49-F238E27FC236}">
                  <a16:creationId xmlns:a16="http://schemas.microsoft.com/office/drawing/2014/main" id="{D649F88E-97B3-CB89-E17E-4929BD40DFA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12">
              <p14:nvContentPartPr>
                <p14:cNvPr id="111" name="Ink 110">
                  <a:extLst>
                    <a:ext uri="{FF2B5EF4-FFF2-40B4-BE49-F238E27FC236}">
                      <a16:creationId xmlns:a16="http://schemas.microsoft.com/office/drawing/2014/main" id="{EBEF7CD1-DB78-D02A-3452-BFD33445498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2" name="Ink 111">
                  <a:extLst>
                    <a:ext uri="{FF2B5EF4-FFF2-40B4-BE49-F238E27FC236}">
                      <a16:creationId xmlns:a16="http://schemas.microsoft.com/office/drawing/2014/main" id="{A61646FE-E344-9F87-C3A7-180ECF01835D}"/>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13" name="Oval 112">
              <a:extLst>
                <a:ext uri="{FF2B5EF4-FFF2-40B4-BE49-F238E27FC236}">
                  <a16:creationId xmlns:a16="http://schemas.microsoft.com/office/drawing/2014/main" id="{4DC438E8-14FD-0575-55F4-987B2B502F00}"/>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15" name="Oval 114">
              <a:extLst>
                <a:ext uri="{FF2B5EF4-FFF2-40B4-BE49-F238E27FC236}">
                  <a16:creationId xmlns:a16="http://schemas.microsoft.com/office/drawing/2014/main" id="{178C8932-C5C2-8F04-4976-32AAD3D4C02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17" name="Group 116">
              <a:extLst>
                <a:ext uri="{FF2B5EF4-FFF2-40B4-BE49-F238E27FC236}">
                  <a16:creationId xmlns:a16="http://schemas.microsoft.com/office/drawing/2014/main" id="{4EDC7296-3257-267A-C999-E011ADE4173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16">
                <p14:nvContentPartPr>
                  <p14:cNvPr id="118" name="Ink 117">
                    <a:extLst>
                      <a:ext uri="{FF2B5EF4-FFF2-40B4-BE49-F238E27FC236}">
                        <a16:creationId xmlns:a16="http://schemas.microsoft.com/office/drawing/2014/main" id="{4E9AD872-FDC7-5333-FBFF-81A7672139A1}"/>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19" name="Ink 118">
                    <a:extLst>
                      <a:ext uri="{FF2B5EF4-FFF2-40B4-BE49-F238E27FC236}">
                        <a16:creationId xmlns:a16="http://schemas.microsoft.com/office/drawing/2014/main" id="{D8D99A63-1F8C-2AC1-08A6-FF6FF97B7615}"/>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20" name="Ink 119">
                    <a:extLst>
                      <a:ext uri="{FF2B5EF4-FFF2-40B4-BE49-F238E27FC236}">
                        <a16:creationId xmlns:a16="http://schemas.microsoft.com/office/drawing/2014/main" id="{9DD9D288-BA8D-B360-2810-F4A7F881AAA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21" name="Ink 120">
                    <a:extLst>
                      <a:ext uri="{FF2B5EF4-FFF2-40B4-BE49-F238E27FC236}">
                        <a16:creationId xmlns:a16="http://schemas.microsoft.com/office/drawing/2014/main" id="{4754CB87-75D9-ADB0-AF40-84D0FE79AEFB}"/>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122" name="Ink 121">
                    <a:extLst>
                      <a:ext uri="{FF2B5EF4-FFF2-40B4-BE49-F238E27FC236}">
                        <a16:creationId xmlns:a16="http://schemas.microsoft.com/office/drawing/2014/main" id="{DF4E032E-A739-60BB-BA99-1A058ABFCE94}"/>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23" name="Ink 122">
                    <a:extLst>
                      <a:ext uri="{FF2B5EF4-FFF2-40B4-BE49-F238E27FC236}">
                        <a16:creationId xmlns:a16="http://schemas.microsoft.com/office/drawing/2014/main" id="{8EB3CDAC-86AF-B8DB-60AF-570B961BF5D7}"/>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24" name="Ink 123">
                    <a:extLst>
                      <a:ext uri="{FF2B5EF4-FFF2-40B4-BE49-F238E27FC236}">
                        <a16:creationId xmlns:a16="http://schemas.microsoft.com/office/drawing/2014/main" id="{AD0CFCDD-1B02-9A93-E1ED-C76245F62B3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125" name="Ink 124">
                    <a:extLst>
                      <a:ext uri="{FF2B5EF4-FFF2-40B4-BE49-F238E27FC236}">
                        <a16:creationId xmlns:a16="http://schemas.microsoft.com/office/drawing/2014/main" id="{B4306E9F-6A5E-0A1E-0394-B1B0B76DC638}"/>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126" name="Ink 125">
                    <a:extLst>
                      <a:ext uri="{FF2B5EF4-FFF2-40B4-BE49-F238E27FC236}">
                        <a16:creationId xmlns:a16="http://schemas.microsoft.com/office/drawing/2014/main" id="{702F60D6-F9F1-579D-D51D-213D37FDD62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127" name="Ink 126">
                    <a:extLst>
                      <a:ext uri="{FF2B5EF4-FFF2-40B4-BE49-F238E27FC236}">
                        <a16:creationId xmlns:a16="http://schemas.microsoft.com/office/drawing/2014/main" id="{A9A00CE3-37A0-FF72-4235-4AA8666BD43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024" name="Ink 1023">
                    <a:extLst>
                      <a:ext uri="{FF2B5EF4-FFF2-40B4-BE49-F238E27FC236}">
                        <a16:creationId xmlns:a16="http://schemas.microsoft.com/office/drawing/2014/main" id="{D1C4AF67-0DC4-053C-6CFD-21F3F786F8E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025" name="Ink 1024">
                    <a:extLst>
                      <a:ext uri="{FF2B5EF4-FFF2-40B4-BE49-F238E27FC236}">
                        <a16:creationId xmlns:a16="http://schemas.microsoft.com/office/drawing/2014/main" id="{518706C7-8212-1697-F485-0D88C5BC5C33}"/>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27" name="Ink 1026">
                    <a:extLst>
                      <a:ext uri="{FF2B5EF4-FFF2-40B4-BE49-F238E27FC236}">
                        <a16:creationId xmlns:a16="http://schemas.microsoft.com/office/drawing/2014/main" id="{346651BA-9382-412E-4AA9-A6138C26ED2E}"/>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29" name="Ink 1028">
                    <a:extLst>
                      <a:ext uri="{FF2B5EF4-FFF2-40B4-BE49-F238E27FC236}">
                        <a16:creationId xmlns:a16="http://schemas.microsoft.com/office/drawing/2014/main" id="{5C384D38-0026-A893-8AB4-F5AC062644E3}"/>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grpSp>
        <p:nvGrpSpPr>
          <p:cNvPr id="1030" name="Group 1029">
            <a:extLst>
              <a:ext uri="{FF2B5EF4-FFF2-40B4-BE49-F238E27FC236}">
                <a16:creationId xmlns:a16="http://schemas.microsoft.com/office/drawing/2014/main" id="{865B0074-6806-6A6D-C291-FC473BDB91FC}"/>
              </a:ext>
            </a:extLst>
          </p:cNvPr>
          <p:cNvGrpSpPr/>
          <p:nvPr/>
        </p:nvGrpSpPr>
        <p:grpSpPr>
          <a:xfrm rot="8392289" flipH="1" flipV="1">
            <a:off x="11461828" y="3385834"/>
            <a:ext cx="573011" cy="776398"/>
            <a:chOff x="3476018" y="1655769"/>
            <a:chExt cx="349450" cy="484303"/>
          </a:xfrm>
        </p:grpSpPr>
        <p:sp>
          <p:nvSpPr>
            <p:cNvPr id="1031" name="Flowchart: Delay 1030">
              <a:extLst>
                <a:ext uri="{FF2B5EF4-FFF2-40B4-BE49-F238E27FC236}">
                  <a16:creationId xmlns:a16="http://schemas.microsoft.com/office/drawing/2014/main" id="{FD8B4F77-32D8-F306-A77E-F63D5A5CC34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44">
              <p14:nvContentPartPr>
                <p14:cNvPr id="1032" name="Ink 1031">
                  <a:extLst>
                    <a:ext uri="{FF2B5EF4-FFF2-40B4-BE49-F238E27FC236}">
                      <a16:creationId xmlns:a16="http://schemas.microsoft.com/office/drawing/2014/main" id="{BA395FD0-6F4E-1707-5CFA-23EA13ED95B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1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1033" name="Ink 1032">
                  <a:extLst>
                    <a:ext uri="{FF2B5EF4-FFF2-40B4-BE49-F238E27FC236}">
                      <a16:creationId xmlns:a16="http://schemas.microsoft.com/office/drawing/2014/main" id="{98289187-BE27-3E96-2FD5-85326762C17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15"/>
                <a:stretch>
                  <a:fillRect/>
                </a:stretch>
              </p:blipFill>
              <p:spPr>
                <a:xfrm>
                  <a:off x="3698880" y="1793948"/>
                  <a:ext cx="61560" cy="16920"/>
                </a:xfrm>
                <a:prstGeom prst="rect">
                  <a:avLst/>
                </a:prstGeom>
              </p:spPr>
            </p:pic>
          </mc:Fallback>
        </mc:AlternateContent>
        <p:sp>
          <p:nvSpPr>
            <p:cNvPr id="1034" name="Oval 1033">
              <a:extLst>
                <a:ext uri="{FF2B5EF4-FFF2-40B4-BE49-F238E27FC236}">
                  <a16:creationId xmlns:a16="http://schemas.microsoft.com/office/drawing/2014/main" id="{0B29D905-84FA-5B93-327B-5923CDC1A749}"/>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1035" name="Oval 1034">
              <a:extLst>
                <a:ext uri="{FF2B5EF4-FFF2-40B4-BE49-F238E27FC236}">
                  <a16:creationId xmlns:a16="http://schemas.microsoft.com/office/drawing/2014/main" id="{F9B69585-5BDE-91D1-4C6C-06FA360D240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1036" name="Group 1035">
              <a:extLst>
                <a:ext uri="{FF2B5EF4-FFF2-40B4-BE49-F238E27FC236}">
                  <a16:creationId xmlns:a16="http://schemas.microsoft.com/office/drawing/2014/main" id="{C02ACF05-C1B5-C1CA-3B05-E2CCE9A8DDCE}"/>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6">
                <p14:nvContentPartPr>
                  <p14:cNvPr id="1037" name="Ink 1036">
                    <a:extLst>
                      <a:ext uri="{FF2B5EF4-FFF2-40B4-BE49-F238E27FC236}">
                        <a16:creationId xmlns:a16="http://schemas.microsoft.com/office/drawing/2014/main" id="{34FB37A3-6743-23B9-E9D6-849ECE7D65F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1038" name="Ink 1037">
                    <a:extLst>
                      <a:ext uri="{FF2B5EF4-FFF2-40B4-BE49-F238E27FC236}">
                        <a16:creationId xmlns:a16="http://schemas.microsoft.com/office/drawing/2014/main" id="{56C21B58-5217-32C9-D754-B4F145469DD9}"/>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9"/>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039" name="Ink 1038">
                    <a:extLst>
                      <a:ext uri="{FF2B5EF4-FFF2-40B4-BE49-F238E27FC236}">
                        <a16:creationId xmlns:a16="http://schemas.microsoft.com/office/drawing/2014/main" id="{9B04EA39-F8B6-E0EB-8981-C9CE6C90EF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2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1040" name="Ink 1039">
                    <a:extLst>
                      <a:ext uri="{FF2B5EF4-FFF2-40B4-BE49-F238E27FC236}">
                        <a16:creationId xmlns:a16="http://schemas.microsoft.com/office/drawing/2014/main" id="{312261C7-9E30-7699-CC54-40DB15BCD8CA}"/>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23"/>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041" name="Ink 1040">
                    <a:extLst>
                      <a:ext uri="{FF2B5EF4-FFF2-40B4-BE49-F238E27FC236}">
                        <a16:creationId xmlns:a16="http://schemas.microsoft.com/office/drawing/2014/main" id="{808CF631-56CD-ECBA-75CA-B30BB0D2C103}"/>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2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1042" name="Ink 1041">
                    <a:extLst>
                      <a:ext uri="{FF2B5EF4-FFF2-40B4-BE49-F238E27FC236}">
                        <a16:creationId xmlns:a16="http://schemas.microsoft.com/office/drawing/2014/main" id="{962132B4-35DE-90D9-AA02-60F5DB9D5A8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7"/>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043" name="Ink 1042">
                    <a:extLst>
                      <a:ext uri="{FF2B5EF4-FFF2-40B4-BE49-F238E27FC236}">
                        <a16:creationId xmlns:a16="http://schemas.microsoft.com/office/drawing/2014/main" id="{A44658B8-A6EA-5EC9-B3E7-340383A915F2}"/>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9"/>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1044" name="Ink 1043">
                    <a:extLst>
                      <a:ext uri="{FF2B5EF4-FFF2-40B4-BE49-F238E27FC236}">
                        <a16:creationId xmlns:a16="http://schemas.microsoft.com/office/drawing/2014/main" id="{86A2515A-C0EF-79F3-1578-6A64909DEF71}"/>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1"/>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045" name="Ink 1044">
                    <a:extLst>
                      <a:ext uri="{FF2B5EF4-FFF2-40B4-BE49-F238E27FC236}">
                        <a16:creationId xmlns:a16="http://schemas.microsoft.com/office/drawing/2014/main" id="{F0BEE3C2-339D-11D9-6902-36953194DF1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3"/>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1046" name="Ink 1045">
                    <a:extLst>
                      <a:ext uri="{FF2B5EF4-FFF2-40B4-BE49-F238E27FC236}">
                        <a16:creationId xmlns:a16="http://schemas.microsoft.com/office/drawing/2014/main" id="{3A72D923-70AD-7B50-2BAE-D086C1D9DE76}"/>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047" name="Ink 1046">
                    <a:extLst>
                      <a:ext uri="{FF2B5EF4-FFF2-40B4-BE49-F238E27FC236}">
                        <a16:creationId xmlns:a16="http://schemas.microsoft.com/office/drawing/2014/main" id="{5964466D-BD81-952E-C2D9-C0B58215BDAC}"/>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1048" name="Ink 1047">
                    <a:extLst>
                      <a:ext uri="{FF2B5EF4-FFF2-40B4-BE49-F238E27FC236}">
                        <a16:creationId xmlns:a16="http://schemas.microsoft.com/office/drawing/2014/main" id="{93B4312C-6A17-2C10-1FC6-74514CCAF23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9"/>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049" name="Ink 1048">
                    <a:extLst>
                      <a:ext uri="{FF2B5EF4-FFF2-40B4-BE49-F238E27FC236}">
                        <a16:creationId xmlns:a16="http://schemas.microsoft.com/office/drawing/2014/main" id="{378917B0-760D-B487-3F20-82235B16B68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41"/>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1050" name="Ink 1049">
                    <a:extLst>
                      <a:ext uri="{FF2B5EF4-FFF2-40B4-BE49-F238E27FC236}">
                        <a16:creationId xmlns:a16="http://schemas.microsoft.com/office/drawing/2014/main" id="{354A8451-79E1-CA5B-8C8C-B856D52A8B2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43"/>
                  <a:stretch>
                    <a:fillRect/>
                  </a:stretch>
                </p:blipFill>
                <p:spPr>
                  <a:xfrm>
                    <a:off x="3797388" y="1862872"/>
                    <a:ext cx="32400" cy="54000"/>
                  </a:xfrm>
                  <a:prstGeom prst="rect">
                    <a:avLst/>
                  </a:prstGeom>
                </p:spPr>
              </p:pic>
            </mc:Fallback>
          </mc:AlternateContent>
        </p:grpSp>
      </p:grpSp>
      <p:cxnSp>
        <p:nvCxnSpPr>
          <p:cNvPr id="1052" name="Straight Arrow Connector 1051">
            <a:extLst>
              <a:ext uri="{FF2B5EF4-FFF2-40B4-BE49-F238E27FC236}">
                <a16:creationId xmlns:a16="http://schemas.microsoft.com/office/drawing/2014/main" id="{E5DA4417-A1EA-E5D5-0D77-EDEA0BA428F4}"/>
              </a:ext>
            </a:extLst>
          </p:cNvPr>
          <p:cNvCxnSpPr/>
          <p:nvPr/>
        </p:nvCxnSpPr>
        <p:spPr>
          <a:xfrm>
            <a:off x="8081906" y="3836003"/>
            <a:ext cx="3099900" cy="15660"/>
          </a:xfrm>
          <a:prstGeom prst="straightConnector1">
            <a:avLst/>
          </a:prstGeom>
          <a:ln w="28575">
            <a:headEnd type="triangle" w="lg" len="lg"/>
            <a:tailEnd type="triangle" w="lg" len="lg"/>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3" name="TextBox 1052">
                <a:extLst>
                  <a:ext uri="{FF2B5EF4-FFF2-40B4-BE49-F238E27FC236}">
                    <a16:creationId xmlns:a16="http://schemas.microsoft.com/office/drawing/2014/main" id="{946313F4-AA49-A3B1-5116-6535A9BE1F4B}"/>
                  </a:ext>
                </a:extLst>
              </p:cNvPr>
              <p:cNvSpPr txBox="1"/>
              <p:nvPr/>
            </p:nvSpPr>
            <p:spPr>
              <a:xfrm>
                <a:off x="8582619" y="4323277"/>
                <a:ext cx="2111355" cy="276999"/>
              </a:xfrm>
              <a:prstGeom prst="rect">
                <a:avLst/>
              </a:prstGeom>
              <a:noFill/>
            </p:spPr>
            <p:txBody>
              <a:bodyPr wrap="square" lIns="0" tIns="0" rIns="0" bIns="0" rtlCol="0">
                <a:spAutoFit/>
              </a:bodyPr>
              <a:lstStyle/>
              <a:p>
                <a:pPr algn="ctr"/>
                <a14:m>
                  <m:oMath xmlns:m="http://schemas.openxmlformats.org/officeDocument/2006/math">
                    <m:r>
                      <a:rPr lang="en-US" b="0" i="1" smtClean="0">
                        <a:latin typeface="Cambria Math" panose="02040503050406030204" pitchFamily="18" charset="0"/>
                      </a:rPr>
                      <m:t>100</m:t>
                    </m:r>
                  </m:oMath>
                </a14:m>
                <a:r>
                  <a:rPr lang="en-US" dirty="0"/>
                  <a:t> nm --  </a:t>
                </a:r>
                <a14:m>
                  <m:oMath xmlns:m="http://schemas.openxmlformats.org/officeDocument/2006/math">
                    <m:r>
                      <a:rPr lang="en-US" b="0" i="0" smtClean="0">
                        <a:latin typeface="Cambria Math" panose="02040503050406030204" pitchFamily="18" charset="0"/>
                        <a:ea typeface="Cambria Math" panose="02040503050406030204" pitchFamily="18" charset="0"/>
                      </a:rPr>
                      <m:t>100 </m:t>
                    </m:r>
                    <m:r>
                      <a:rPr lang="en-US" i="1">
                        <a:latin typeface="Cambria Math" panose="02040503050406030204" pitchFamily="18" charset="0"/>
                        <a:ea typeface="Cambria Math" panose="02040503050406030204" pitchFamily="18" charset="0"/>
                      </a:rPr>
                      <m:t>𝜇</m:t>
                    </m:r>
                  </m:oMath>
                </a14:m>
                <a:r>
                  <a:rPr lang="en-US" dirty="0"/>
                  <a:t>m </a:t>
                </a:r>
                <a:endParaRPr lang="en-DE" dirty="0"/>
              </a:p>
            </p:txBody>
          </p:sp>
        </mc:Choice>
        <mc:Fallback xmlns="">
          <p:sp>
            <p:nvSpPr>
              <p:cNvPr id="1053" name="TextBox 1052">
                <a:extLst>
                  <a:ext uri="{FF2B5EF4-FFF2-40B4-BE49-F238E27FC236}">
                    <a16:creationId xmlns:a16="http://schemas.microsoft.com/office/drawing/2014/main" id="{946313F4-AA49-A3B1-5116-6535A9BE1F4B}"/>
                  </a:ext>
                </a:extLst>
              </p:cNvPr>
              <p:cNvSpPr txBox="1">
                <a:spLocks noRot="1" noChangeAspect="1" noMove="1" noResize="1" noEditPoints="1" noAdjustHandles="1" noChangeArrowheads="1" noChangeShapeType="1" noTextEdit="1"/>
              </p:cNvSpPr>
              <p:nvPr/>
            </p:nvSpPr>
            <p:spPr>
              <a:xfrm>
                <a:off x="8582619" y="4323277"/>
                <a:ext cx="2111355" cy="276999"/>
              </a:xfrm>
              <a:prstGeom prst="rect">
                <a:avLst/>
              </a:prstGeom>
              <a:blipFill>
                <a:blip r:embed="rId60"/>
                <a:stretch>
                  <a:fillRect t="-28261" r="-1734" b="-50000"/>
                </a:stretch>
              </a:blipFill>
            </p:spPr>
            <p:txBody>
              <a:bodyPr/>
              <a:lstStyle/>
              <a:p>
                <a:r>
                  <a:rPr lang="en-DE">
                    <a:noFill/>
                  </a:rPr>
                  <a:t> </a:t>
                </a:r>
              </a:p>
            </p:txBody>
          </p:sp>
        </mc:Fallback>
      </mc:AlternateContent>
      <p:cxnSp>
        <p:nvCxnSpPr>
          <p:cNvPr id="1055" name="Straight Connector 1054">
            <a:extLst>
              <a:ext uri="{FF2B5EF4-FFF2-40B4-BE49-F238E27FC236}">
                <a16:creationId xmlns:a16="http://schemas.microsoft.com/office/drawing/2014/main" id="{89CE8526-49E9-5C98-7344-FA41BBEADB8E}"/>
              </a:ext>
            </a:extLst>
          </p:cNvPr>
          <p:cNvCxnSpPr>
            <a:cxnSpLocks/>
          </p:cNvCxnSpPr>
          <p:nvPr/>
        </p:nvCxnSpPr>
        <p:spPr>
          <a:xfrm>
            <a:off x="2215410" y="1300969"/>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7" name="TextBox 1056">
                <a:extLst>
                  <a:ext uri="{FF2B5EF4-FFF2-40B4-BE49-F238E27FC236}">
                    <a16:creationId xmlns:a16="http://schemas.microsoft.com/office/drawing/2014/main" id="{9F9877EE-0E8E-265B-045F-71DE92022BCE}"/>
                  </a:ext>
                </a:extLst>
              </p:cNvPr>
              <p:cNvSpPr txBox="1"/>
              <p:nvPr/>
            </p:nvSpPr>
            <p:spPr>
              <a:xfrm>
                <a:off x="1629321" y="786049"/>
                <a:ext cx="599459" cy="276999"/>
              </a:xfrm>
              <a:prstGeom prst="rect">
                <a:avLst/>
              </a:prstGeom>
              <a:noFill/>
            </p:spPr>
            <p:txBody>
              <a:bodyPr wrap="none" lIns="0" tIns="0" rIns="0" bIns="0" rtlCol="0">
                <a:spAutoFit/>
              </a:bodyPr>
              <a:lstStyle/>
              <a:p>
                <a14:m>
                  <m:oMath xmlns:m="http://schemas.openxmlformats.org/officeDocument/2006/math">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a:rPr lang="en-US" b="0" i="1" smtClean="0">
                        <a:latin typeface="Cambria Math" panose="02040503050406030204" pitchFamily="18" charset="0"/>
                      </a:rPr>
                      <m:t> </m:t>
                    </m:r>
                  </m:oMath>
                </a14:m>
                <a:r>
                  <a:rPr lang="en-US" dirty="0"/>
                  <a:t>m</a:t>
                </a:r>
                <a:endParaRPr lang="en-DE" dirty="0"/>
              </a:p>
            </p:txBody>
          </p:sp>
        </mc:Choice>
        <mc:Fallback xmlns="">
          <p:sp>
            <p:nvSpPr>
              <p:cNvPr id="1057" name="TextBox 1056">
                <a:extLst>
                  <a:ext uri="{FF2B5EF4-FFF2-40B4-BE49-F238E27FC236}">
                    <a16:creationId xmlns:a16="http://schemas.microsoft.com/office/drawing/2014/main" id="{9F9877EE-0E8E-265B-045F-71DE92022BCE}"/>
                  </a:ext>
                </a:extLst>
              </p:cNvPr>
              <p:cNvSpPr txBox="1">
                <a:spLocks noRot="1" noChangeAspect="1" noMove="1" noResize="1" noEditPoints="1" noAdjustHandles="1" noChangeArrowheads="1" noChangeShapeType="1" noTextEdit="1"/>
              </p:cNvSpPr>
              <p:nvPr/>
            </p:nvSpPr>
            <p:spPr>
              <a:xfrm>
                <a:off x="1629321" y="786049"/>
                <a:ext cx="599459" cy="276999"/>
              </a:xfrm>
              <a:prstGeom prst="rect">
                <a:avLst/>
              </a:prstGeom>
              <a:blipFill>
                <a:blip r:embed="rId61"/>
                <a:stretch>
                  <a:fillRect l="-13131" t="-28889" r="-22222" b="-51111"/>
                </a:stretch>
              </a:blipFill>
            </p:spPr>
            <p:txBody>
              <a:bodyPr/>
              <a:lstStyle/>
              <a:p>
                <a:r>
                  <a:rPr lang="en-DE">
                    <a:noFill/>
                  </a:rPr>
                  <a:t> </a:t>
                </a:r>
              </a:p>
            </p:txBody>
          </p:sp>
        </mc:Fallback>
      </mc:AlternateContent>
      <p:sp>
        <p:nvSpPr>
          <p:cNvPr id="1058" name="TextBox 1057">
            <a:extLst>
              <a:ext uri="{FF2B5EF4-FFF2-40B4-BE49-F238E27FC236}">
                <a16:creationId xmlns:a16="http://schemas.microsoft.com/office/drawing/2014/main" id="{074BA7A4-F429-63B4-EDF4-54E35C43C8AD}"/>
              </a:ext>
            </a:extLst>
          </p:cNvPr>
          <p:cNvSpPr txBox="1"/>
          <p:nvPr/>
        </p:nvSpPr>
        <p:spPr>
          <a:xfrm>
            <a:off x="1337929" y="1054699"/>
            <a:ext cx="875048" cy="646331"/>
          </a:xfrm>
          <a:prstGeom prst="rect">
            <a:avLst/>
          </a:prstGeom>
          <a:noFill/>
        </p:spPr>
        <p:txBody>
          <a:bodyPr wrap="none" rtlCol="0">
            <a:spAutoFit/>
          </a:bodyPr>
          <a:lstStyle/>
          <a:p>
            <a:r>
              <a:rPr lang="en-US" dirty="0"/>
              <a:t>Mount </a:t>
            </a:r>
          </a:p>
          <a:p>
            <a:r>
              <a:rPr lang="en-US" dirty="0"/>
              <a:t>Everest</a:t>
            </a:r>
            <a:endParaRPr lang="en-DE" dirty="0"/>
          </a:p>
        </p:txBody>
      </p:sp>
      <p:cxnSp>
        <p:nvCxnSpPr>
          <p:cNvPr id="1059" name="Straight Connector 1058">
            <a:extLst>
              <a:ext uri="{FF2B5EF4-FFF2-40B4-BE49-F238E27FC236}">
                <a16:creationId xmlns:a16="http://schemas.microsoft.com/office/drawing/2014/main" id="{69FD5015-B429-244D-9EC7-06A16A01FAA3}"/>
              </a:ext>
            </a:extLst>
          </p:cNvPr>
          <p:cNvCxnSpPr>
            <a:cxnSpLocks/>
          </p:cNvCxnSpPr>
          <p:nvPr/>
        </p:nvCxnSpPr>
        <p:spPr>
          <a:xfrm>
            <a:off x="2333944" y="936392"/>
            <a:ext cx="227247" cy="0"/>
          </a:xfrm>
          <a:prstGeom prst="line">
            <a:avLst/>
          </a:prstGeom>
          <a:ln w="28575">
            <a:solidFill>
              <a:schemeClr val="accent1"/>
            </a:solidFill>
          </a:ln>
        </p:spPr>
        <p:style>
          <a:lnRef idx="1">
            <a:schemeClr val="accent1"/>
          </a:lnRef>
          <a:fillRef idx="0">
            <a:schemeClr val="accent1"/>
          </a:fillRef>
          <a:effectRef idx="0">
            <a:schemeClr val="accent1"/>
          </a:effectRef>
          <a:fontRef idx="minor">
            <a:schemeClr val="tx1"/>
          </a:fontRef>
        </p:style>
      </p:cxnSp>
      <p:sp>
        <p:nvSpPr>
          <p:cNvPr id="1060" name="TextBox 1059">
            <a:extLst>
              <a:ext uri="{FF2B5EF4-FFF2-40B4-BE49-F238E27FC236}">
                <a16:creationId xmlns:a16="http://schemas.microsoft.com/office/drawing/2014/main" id="{6990DD35-62C6-815D-8743-124F992F6562}"/>
              </a:ext>
            </a:extLst>
          </p:cNvPr>
          <p:cNvSpPr txBox="1"/>
          <p:nvPr/>
        </p:nvSpPr>
        <p:spPr>
          <a:xfrm>
            <a:off x="2629725" y="874693"/>
            <a:ext cx="5667514" cy="369332"/>
          </a:xfrm>
          <a:prstGeom prst="rect">
            <a:avLst/>
          </a:prstGeom>
          <a:noFill/>
        </p:spPr>
        <p:txBody>
          <a:bodyPr wrap="none" rtlCol="0">
            <a:spAutoFit/>
          </a:bodyPr>
          <a:lstStyle/>
          <a:p>
            <a:r>
              <a:rPr lang="en-US" dirty="0"/>
              <a:t>Carl Sagan exobiology: Floaters in Jupiter (</a:t>
            </a:r>
            <a:r>
              <a:rPr lang="en-US" dirty="0">
                <a:hlinkClick r:id="rId62"/>
              </a:rPr>
              <a:t>video in this link</a:t>
            </a:r>
            <a:r>
              <a:rPr lang="en-US" dirty="0"/>
              <a:t>)</a:t>
            </a:r>
            <a:endParaRPr lang="en-DE" dirty="0"/>
          </a:p>
        </p:txBody>
      </p:sp>
      <p:sp>
        <p:nvSpPr>
          <p:cNvPr id="1061" name="TextBox 1060">
            <a:extLst>
              <a:ext uri="{FF2B5EF4-FFF2-40B4-BE49-F238E27FC236}">
                <a16:creationId xmlns:a16="http://schemas.microsoft.com/office/drawing/2014/main" id="{5FBA3F30-6142-1214-F0CA-E424C9DC6881}"/>
              </a:ext>
            </a:extLst>
          </p:cNvPr>
          <p:cNvSpPr txBox="1"/>
          <p:nvPr/>
        </p:nvSpPr>
        <p:spPr>
          <a:xfrm rot="16200000">
            <a:off x="-211267" y="1193197"/>
            <a:ext cx="1401025" cy="369332"/>
          </a:xfrm>
          <a:prstGeom prst="rect">
            <a:avLst/>
          </a:prstGeom>
          <a:solidFill>
            <a:schemeClr val="bg1"/>
          </a:solidFill>
        </p:spPr>
        <p:txBody>
          <a:bodyPr wrap="none" rtlCol="0">
            <a:spAutoFit/>
          </a:bodyPr>
          <a:lstStyle/>
          <a:p>
            <a:r>
              <a:rPr lang="en-US" dirty="0"/>
              <a:t>Human Scale</a:t>
            </a:r>
            <a:endParaRPr lang="en-DE" dirty="0"/>
          </a:p>
        </p:txBody>
      </p:sp>
      <p:sp>
        <p:nvSpPr>
          <p:cNvPr id="1065" name="TextBox 1064">
            <a:extLst>
              <a:ext uri="{FF2B5EF4-FFF2-40B4-BE49-F238E27FC236}">
                <a16:creationId xmlns:a16="http://schemas.microsoft.com/office/drawing/2014/main" id="{9A52A416-BE3E-1ED7-015E-0FB82D0978DC}"/>
              </a:ext>
            </a:extLst>
          </p:cNvPr>
          <p:cNvSpPr txBox="1"/>
          <p:nvPr/>
        </p:nvSpPr>
        <p:spPr>
          <a:xfrm rot="16200000">
            <a:off x="-152514" y="3508721"/>
            <a:ext cx="1428276" cy="369332"/>
          </a:xfrm>
          <a:prstGeom prst="rect">
            <a:avLst/>
          </a:prstGeom>
          <a:solidFill>
            <a:schemeClr val="bg1"/>
          </a:solidFill>
        </p:spPr>
        <p:txBody>
          <a:bodyPr wrap="none" rtlCol="0">
            <a:spAutoFit/>
          </a:bodyPr>
          <a:lstStyle/>
          <a:p>
            <a:r>
              <a:rPr lang="en-US" dirty="0"/>
              <a:t>Cellular Scale</a:t>
            </a:r>
            <a:endParaRPr lang="en-DE" dirty="0"/>
          </a:p>
        </p:txBody>
      </p:sp>
      <p:sp>
        <p:nvSpPr>
          <p:cNvPr id="1066" name="TextBox 1065">
            <a:extLst>
              <a:ext uri="{FF2B5EF4-FFF2-40B4-BE49-F238E27FC236}">
                <a16:creationId xmlns:a16="http://schemas.microsoft.com/office/drawing/2014/main" id="{AA1257A6-CCAE-F09D-8995-28F48DD304A9}"/>
              </a:ext>
            </a:extLst>
          </p:cNvPr>
          <p:cNvSpPr txBox="1"/>
          <p:nvPr/>
        </p:nvSpPr>
        <p:spPr>
          <a:xfrm rot="16200000">
            <a:off x="101797" y="5939299"/>
            <a:ext cx="1221488" cy="369332"/>
          </a:xfrm>
          <a:prstGeom prst="rect">
            <a:avLst/>
          </a:prstGeom>
          <a:solidFill>
            <a:schemeClr val="bg1"/>
          </a:solidFill>
        </p:spPr>
        <p:txBody>
          <a:bodyPr wrap="none" rtlCol="0">
            <a:spAutoFit/>
          </a:bodyPr>
          <a:lstStyle/>
          <a:p>
            <a:r>
              <a:rPr lang="en-US" dirty="0"/>
              <a:t>Nano Scale</a:t>
            </a:r>
            <a:endParaRPr lang="en-DE" dirty="0"/>
          </a:p>
        </p:txBody>
      </p:sp>
      <p:sp>
        <p:nvSpPr>
          <p:cNvPr id="1069" name="Oval 1068">
            <a:extLst>
              <a:ext uri="{FF2B5EF4-FFF2-40B4-BE49-F238E27FC236}">
                <a16:creationId xmlns:a16="http://schemas.microsoft.com/office/drawing/2014/main" id="{D151F2C4-05DC-8486-6479-663FE996997E}"/>
              </a:ext>
            </a:extLst>
          </p:cNvPr>
          <p:cNvSpPr/>
          <p:nvPr/>
        </p:nvSpPr>
        <p:spPr bwMode="auto">
          <a:xfrm>
            <a:off x="8400856" y="35532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0" name="Oval 1069">
            <a:extLst>
              <a:ext uri="{FF2B5EF4-FFF2-40B4-BE49-F238E27FC236}">
                <a16:creationId xmlns:a16="http://schemas.microsoft.com/office/drawing/2014/main" id="{F4FFFC6B-6816-9B03-12A7-18084943BD7A}"/>
              </a:ext>
            </a:extLst>
          </p:cNvPr>
          <p:cNvSpPr/>
          <p:nvPr/>
        </p:nvSpPr>
        <p:spPr bwMode="auto">
          <a:xfrm>
            <a:off x="8819956" y="3389724"/>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1" name="Oval 1070">
            <a:extLst>
              <a:ext uri="{FF2B5EF4-FFF2-40B4-BE49-F238E27FC236}">
                <a16:creationId xmlns:a16="http://schemas.microsoft.com/office/drawing/2014/main" id="{6D63A8A5-DBE9-A385-5B40-B4C8DEAFA635}"/>
              </a:ext>
            </a:extLst>
          </p:cNvPr>
          <p:cNvSpPr/>
          <p:nvPr/>
        </p:nvSpPr>
        <p:spPr bwMode="auto">
          <a:xfrm>
            <a:off x="8343445" y="3981069"/>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2" name="Oval 1071">
            <a:extLst>
              <a:ext uri="{FF2B5EF4-FFF2-40B4-BE49-F238E27FC236}">
                <a16:creationId xmlns:a16="http://schemas.microsoft.com/office/drawing/2014/main" id="{8E9A30EA-170A-3C47-D30E-F6A91E5E014F}"/>
              </a:ext>
            </a:extLst>
          </p:cNvPr>
          <p:cNvSpPr/>
          <p:nvPr/>
        </p:nvSpPr>
        <p:spPr bwMode="auto">
          <a:xfrm>
            <a:off x="9716523" y="3601572"/>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3" name="Oval 1072">
            <a:extLst>
              <a:ext uri="{FF2B5EF4-FFF2-40B4-BE49-F238E27FC236}">
                <a16:creationId xmlns:a16="http://schemas.microsoft.com/office/drawing/2014/main" id="{C019F982-84C3-4FD9-D6E6-1C0C8C952831}"/>
              </a:ext>
            </a:extLst>
          </p:cNvPr>
          <p:cNvSpPr/>
          <p:nvPr/>
        </p:nvSpPr>
        <p:spPr bwMode="auto">
          <a:xfrm>
            <a:off x="10602754" y="3590590"/>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4" name="Oval 1073">
            <a:extLst>
              <a:ext uri="{FF2B5EF4-FFF2-40B4-BE49-F238E27FC236}">
                <a16:creationId xmlns:a16="http://schemas.microsoft.com/office/drawing/2014/main" id="{03F1C589-5806-4860-FFD9-D7058836F76E}"/>
              </a:ext>
            </a:extLst>
          </p:cNvPr>
          <p:cNvSpPr/>
          <p:nvPr/>
        </p:nvSpPr>
        <p:spPr bwMode="auto">
          <a:xfrm>
            <a:off x="8819956" y="36702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5" name="Oval 1074">
            <a:extLst>
              <a:ext uri="{FF2B5EF4-FFF2-40B4-BE49-F238E27FC236}">
                <a16:creationId xmlns:a16="http://schemas.microsoft.com/office/drawing/2014/main" id="{E41B765E-22DD-FBA7-C8E6-DA1963111D19}"/>
              </a:ext>
            </a:extLst>
          </p:cNvPr>
          <p:cNvSpPr/>
          <p:nvPr/>
        </p:nvSpPr>
        <p:spPr bwMode="auto">
          <a:xfrm>
            <a:off x="8628906" y="393789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6" name="Oval 1075">
            <a:extLst>
              <a:ext uri="{FF2B5EF4-FFF2-40B4-BE49-F238E27FC236}">
                <a16:creationId xmlns:a16="http://schemas.microsoft.com/office/drawing/2014/main" id="{DE6FD029-BAC6-2560-4068-DD2EED636CA2}"/>
              </a:ext>
            </a:extLst>
          </p:cNvPr>
          <p:cNvSpPr/>
          <p:nvPr/>
        </p:nvSpPr>
        <p:spPr bwMode="auto">
          <a:xfrm>
            <a:off x="10134782" y="3929976"/>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7" name="Oval 1076">
            <a:extLst>
              <a:ext uri="{FF2B5EF4-FFF2-40B4-BE49-F238E27FC236}">
                <a16:creationId xmlns:a16="http://schemas.microsoft.com/office/drawing/2014/main" id="{4131472E-2033-C7F5-0FC8-2E0A5D23849A}"/>
              </a:ext>
            </a:extLst>
          </p:cNvPr>
          <p:cNvSpPr/>
          <p:nvPr/>
        </p:nvSpPr>
        <p:spPr bwMode="auto">
          <a:xfrm>
            <a:off x="9335152" y="3653733"/>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8" name="Oval 1077">
            <a:extLst>
              <a:ext uri="{FF2B5EF4-FFF2-40B4-BE49-F238E27FC236}">
                <a16:creationId xmlns:a16="http://schemas.microsoft.com/office/drawing/2014/main" id="{939385CD-0723-B44F-8163-76BD87462E17}"/>
              </a:ext>
            </a:extLst>
          </p:cNvPr>
          <p:cNvSpPr/>
          <p:nvPr/>
        </p:nvSpPr>
        <p:spPr bwMode="auto">
          <a:xfrm>
            <a:off x="11084400" y="395798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79" name="Oval 1078">
            <a:extLst>
              <a:ext uri="{FF2B5EF4-FFF2-40B4-BE49-F238E27FC236}">
                <a16:creationId xmlns:a16="http://schemas.microsoft.com/office/drawing/2014/main" id="{E75CA56E-059B-752B-7FB8-4758EA1C187E}"/>
              </a:ext>
            </a:extLst>
          </p:cNvPr>
          <p:cNvSpPr/>
          <p:nvPr/>
        </p:nvSpPr>
        <p:spPr bwMode="auto">
          <a:xfrm>
            <a:off x="8086072" y="3468135"/>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
        <p:nvSpPr>
          <p:cNvPr id="1080" name="Oval 1079">
            <a:extLst>
              <a:ext uri="{FF2B5EF4-FFF2-40B4-BE49-F238E27FC236}">
                <a16:creationId xmlns:a16="http://schemas.microsoft.com/office/drawing/2014/main" id="{3E710B74-0736-292E-934D-5A4B6599CED5}"/>
              </a:ext>
            </a:extLst>
          </p:cNvPr>
          <p:cNvSpPr/>
          <p:nvPr/>
        </p:nvSpPr>
        <p:spPr bwMode="auto">
          <a:xfrm>
            <a:off x="8028590" y="4000161"/>
            <a:ext cx="160077" cy="163561"/>
          </a:xfrm>
          <a:prstGeom prst="ellipse">
            <a:avLst/>
          </a:prstGeom>
          <a:solidFill>
            <a:srgbClr val="00B050"/>
          </a:solidFill>
          <a:ln w="12700">
            <a:solidFill>
              <a:schemeClr val="accent3">
                <a:lumMod val="50000"/>
              </a:schemeClr>
            </a:solidFill>
            <a:miter lim="800000"/>
            <a:headEnd/>
            <a:tailEnd/>
          </a:ln>
          <a:effectLst/>
        </p:spPr>
        <p:txBody>
          <a:bodyPr wrap="none" rtlCol="0" anchor="ctr"/>
          <a:lstStyle/>
          <a:p>
            <a:pPr algn="ctr"/>
            <a:endParaRPr lang="en-DE" sz="1600" b="1" dirty="0">
              <a:solidFill>
                <a:schemeClr val="bg1"/>
              </a:solidFill>
            </a:endParaRPr>
          </a:p>
        </p:txBody>
      </p:sp>
    </p:spTree>
    <p:extLst>
      <p:ext uri="{BB962C8B-B14F-4D97-AF65-F5344CB8AC3E}">
        <p14:creationId xmlns:p14="http://schemas.microsoft.com/office/powerpoint/2010/main" val="29157061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23B0686-B94C-3AC4-1864-649D20C09454}"/>
              </a:ext>
            </a:extLst>
          </p:cNvPr>
          <p:cNvSpPr>
            <a:spLocks noGrp="1"/>
          </p:cNvSpPr>
          <p:nvPr>
            <p:ph type="sldNum" sz="quarter" idx="12"/>
          </p:nvPr>
        </p:nvSpPr>
        <p:spPr/>
        <p:txBody>
          <a:bodyPr/>
          <a:lstStyle/>
          <a:p>
            <a:fld id="{5A51F297-1191-4DB8-B109-50EF96A3851C}" type="slidenum">
              <a:rPr lang="en-GB" noProof="0" smtClean="0"/>
              <a:t>3</a:t>
            </a:fld>
            <a:endParaRPr lang="en-GB" noProof="0" dirty="0"/>
          </a:p>
        </p:txBody>
      </p:sp>
      <p:pic>
        <p:nvPicPr>
          <p:cNvPr id="5" name="Picture 7">
            <a:extLst>
              <a:ext uri="{FF2B5EF4-FFF2-40B4-BE49-F238E27FC236}">
                <a16:creationId xmlns:a16="http://schemas.microsoft.com/office/drawing/2014/main" id="{9631E550-C217-DBE7-77EC-D58F030E1E4A}"/>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279B4FCD-4CBA-2669-82DD-CB9C02600A70}"/>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749283C5-9A82-E23E-E6AC-2087F1A76893}"/>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B1D54665-3961-DD4C-65E0-4010240D23E0}"/>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62CD4DFF-3FA6-FD0F-803C-3FFEC6D9C902}"/>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73491CD2-7210-1912-FA78-3478370415E4}"/>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144EC78A-C203-AC9F-16FC-5E67C5670B2E}"/>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F2B0DA5A-A3BC-6FD3-14B3-D64A013177CB}"/>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09EE6A1C-D026-3FAF-8DEC-A58D71D596B0}"/>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D322D1C5-8D4D-6B7F-4E51-1AE291FFAC04}"/>
                        </a:ext>
                      </a:extLst>
                    </p14:cNvPr>
                    <p14:cNvContentPartPr/>
                    <p14:nvPr/>
                  </p14:nvContentPartPr>
                  <p14:xfrm>
                    <a:off x="3242138" y="4566885"/>
                    <a:ext cx="492480" cy="197280"/>
                  </p14:xfrm>
                </p:contentPart>
              </mc:Choice>
              <mc:Fallback xmlns="">
                <p:pic>
                  <p:nvPicPr>
                    <p:cNvPr id="53" name="Ink 52">
                      <a:extLst>
                        <a:ext uri="{FF2B5EF4-FFF2-40B4-BE49-F238E27FC236}">
                          <a16:creationId xmlns:a16="http://schemas.microsoft.com/office/drawing/2014/main" id="{5FBCA6C4-DB96-44F8-9B7C-015E99C827EA}"/>
                        </a:ext>
                      </a:extLst>
                    </p:cNvPr>
                    <p:cNvPicPr/>
                    <p:nvPr/>
                  </p:nvPicPr>
                  <p:blipFill>
                    <a:blip r:embed="rId71"/>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78" name="Ink 53">
                      <a:extLst>
                        <a:ext uri="{FF2B5EF4-FFF2-40B4-BE49-F238E27FC236}">
                          <a16:creationId xmlns:a16="http://schemas.microsoft.com/office/drawing/2014/main" id="{12A0A4A4-6F71-9C92-DC74-695E9DE41CA6}"/>
                        </a:ext>
                      </a:extLst>
                    </p14:cNvPr>
                    <p14:cNvContentPartPr/>
                    <p14:nvPr/>
                  </p14:nvContentPartPr>
                  <p14:xfrm>
                    <a:off x="3245018" y="4768485"/>
                    <a:ext cx="429840" cy="236160"/>
                  </p14:xfrm>
                </p:contentPart>
              </mc:Choice>
              <mc:Fallback xmlns="">
                <p:pic>
                  <p:nvPicPr>
                    <p:cNvPr id="54" name="Ink 53">
                      <a:extLst>
                        <a:ext uri="{FF2B5EF4-FFF2-40B4-BE49-F238E27FC236}">
                          <a16:creationId xmlns:a16="http://schemas.microsoft.com/office/drawing/2014/main" id="{58811940-ED55-4C92-AD77-D4A23EABA846}"/>
                        </a:ext>
                      </a:extLst>
                    </p:cNvPr>
                    <p:cNvPicPr/>
                    <p:nvPr/>
                  </p:nvPicPr>
                  <p:blipFill>
                    <a:blip r:embed="rId73"/>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79" name="Ink 54">
                      <a:extLst>
                        <a:ext uri="{FF2B5EF4-FFF2-40B4-BE49-F238E27FC236}">
                          <a16:creationId xmlns:a16="http://schemas.microsoft.com/office/drawing/2014/main" id="{5E35F7A6-5EB2-FF1A-E239-ABF7A21AD310}"/>
                        </a:ext>
                      </a:extLst>
                    </p14:cNvPr>
                    <p14:cNvContentPartPr/>
                    <p14:nvPr/>
                  </p14:nvContentPartPr>
                  <p14:xfrm>
                    <a:off x="3248618" y="5033445"/>
                    <a:ext cx="303480" cy="181080"/>
                  </p14:xfrm>
                </p:contentPart>
              </mc:Choice>
              <mc:Fallback xmlns="">
                <p:pic>
                  <p:nvPicPr>
                    <p:cNvPr id="55" name="Ink 54">
                      <a:extLst>
                        <a:ext uri="{FF2B5EF4-FFF2-40B4-BE49-F238E27FC236}">
                          <a16:creationId xmlns:a16="http://schemas.microsoft.com/office/drawing/2014/main" id="{16AFC017-D79A-4353-A064-7395BD8C0FA2}"/>
                        </a:ext>
                      </a:extLst>
                    </p:cNvPr>
                    <p:cNvPicPr/>
                    <p:nvPr/>
                  </p:nvPicPr>
                  <p:blipFill>
                    <a:blip r:embed="rId75"/>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80" name="Ink 55">
                      <a:extLst>
                        <a:ext uri="{FF2B5EF4-FFF2-40B4-BE49-F238E27FC236}">
                          <a16:creationId xmlns:a16="http://schemas.microsoft.com/office/drawing/2014/main" id="{6683AC09-B90B-B43F-E9EB-F668CAD95008}"/>
                        </a:ext>
                      </a:extLst>
                    </p14:cNvPr>
                    <p14:cNvContentPartPr/>
                    <p14:nvPr/>
                  </p14:nvContentPartPr>
                  <p14:xfrm>
                    <a:off x="3493778" y="4905645"/>
                    <a:ext cx="774360" cy="244800"/>
                  </p14:xfrm>
                </p:contentPart>
              </mc:Choice>
              <mc:Fallback xmlns="">
                <p:pic>
                  <p:nvPicPr>
                    <p:cNvPr id="56" name="Ink 55">
                      <a:extLst>
                        <a:ext uri="{FF2B5EF4-FFF2-40B4-BE49-F238E27FC236}">
                          <a16:creationId xmlns:a16="http://schemas.microsoft.com/office/drawing/2014/main" id="{22B12CD1-89DF-4B02-9D8D-CB2B5FDEBFD4}"/>
                        </a:ext>
                      </a:extLst>
                    </p:cNvPr>
                    <p:cNvPicPr/>
                    <p:nvPr/>
                  </p:nvPicPr>
                  <p:blipFill>
                    <a:blip r:embed="rId77"/>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81" name="Ink 56">
                      <a:extLst>
                        <a:ext uri="{FF2B5EF4-FFF2-40B4-BE49-F238E27FC236}">
                          <a16:creationId xmlns:a16="http://schemas.microsoft.com/office/drawing/2014/main" id="{D6A03733-300C-4574-6A09-855885FC19B6}"/>
                        </a:ext>
                      </a:extLst>
                    </p14:cNvPr>
                    <p14:cNvContentPartPr/>
                    <p14:nvPr/>
                  </p14:nvContentPartPr>
                  <p14:xfrm>
                    <a:off x="3497738" y="4355565"/>
                    <a:ext cx="911160" cy="196200"/>
                  </p14:xfrm>
                </p:contentPart>
              </mc:Choice>
              <mc:Fallback xmlns="">
                <p:pic>
                  <p:nvPicPr>
                    <p:cNvPr id="57" name="Ink 56">
                      <a:extLst>
                        <a:ext uri="{FF2B5EF4-FFF2-40B4-BE49-F238E27FC236}">
                          <a16:creationId xmlns:a16="http://schemas.microsoft.com/office/drawing/2014/main" id="{96BB0266-577B-4FE1-83DD-BBAB2FA5B0EA}"/>
                        </a:ext>
                      </a:extLst>
                    </p:cNvPr>
                    <p:cNvPicPr/>
                    <p:nvPr/>
                  </p:nvPicPr>
                  <p:blipFill>
                    <a:blip r:embed="rId79"/>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82" name="Ink 57">
                      <a:extLst>
                        <a:ext uri="{FF2B5EF4-FFF2-40B4-BE49-F238E27FC236}">
                          <a16:creationId xmlns:a16="http://schemas.microsoft.com/office/drawing/2014/main" id="{BEFC8526-255D-0C45-A33D-B4134F629A37}"/>
                        </a:ext>
                      </a:extLst>
                    </p14:cNvPr>
                    <p14:cNvContentPartPr/>
                    <p14:nvPr/>
                  </p14:nvContentPartPr>
                  <p14:xfrm>
                    <a:off x="3580898" y="4638165"/>
                    <a:ext cx="753480" cy="234720"/>
                  </p14:xfrm>
                </p:contentPart>
              </mc:Choice>
              <mc:Fallback xmlns="">
                <p:pic>
                  <p:nvPicPr>
                    <p:cNvPr id="58" name="Ink 57">
                      <a:extLst>
                        <a:ext uri="{FF2B5EF4-FFF2-40B4-BE49-F238E27FC236}">
                          <a16:creationId xmlns:a16="http://schemas.microsoft.com/office/drawing/2014/main" id="{A16FF85C-4AA7-4982-A71D-FE070F1EE65B}"/>
                        </a:ext>
                      </a:extLst>
                    </p:cNvPr>
                    <p:cNvPicPr/>
                    <p:nvPr/>
                  </p:nvPicPr>
                  <p:blipFill>
                    <a:blip r:embed="rId81"/>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83" name="Ink 58">
                      <a:extLst>
                        <a:ext uri="{FF2B5EF4-FFF2-40B4-BE49-F238E27FC236}">
                          <a16:creationId xmlns:a16="http://schemas.microsoft.com/office/drawing/2014/main" id="{C71730A3-D52E-7C05-D0B1-E735695E37C3}"/>
                        </a:ext>
                      </a:extLst>
                    </p14:cNvPr>
                    <p14:cNvContentPartPr/>
                    <p14:nvPr/>
                  </p14:nvContentPartPr>
                  <p14:xfrm>
                    <a:off x="4016498" y="4534485"/>
                    <a:ext cx="687960" cy="219960"/>
                  </p14:xfrm>
                </p:contentPart>
              </mc:Choice>
              <mc:Fallback xmlns="">
                <p:pic>
                  <p:nvPicPr>
                    <p:cNvPr id="59" name="Ink 58">
                      <a:extLst>
                        <a:ext uri="{FF2B5EF4-FFF2-40B4-BE49-F238E27FC236}">
                          <a16:creationId xmlns:a16="http://schemas.microsoft.com/office/drawing/2014/main" id="{013E8631-B871-464A-9F85-5098E3B025C2}"/>
                        </a:ext>
                      </a:extLst>
                    </p:cNvPr>
                    <p:cNvPicPr/>
                    <p:nvPr/>
                  </p:nvPicPr>
                  <p:blipFill>
                    <a:blip r:embed="rId83"/>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84" name="Ink 59">
                      <a:extLst>
                        <a:ext uri="{FF2B5EF4-FFF2-40B4-BE49-F238E27FC236}">
                          <a16:creationId xmlns:a16="http://schemas.microsoft.com/office/drawing/2014/main" id="{E61B6581-92C8-E605-CEFA-5FD99DE4403D}"/>
                        </a:ext>
                      </a:extLst>
                    </p14:cNvPr>
                    <p14:cNvContentPartPr/>
                    <p14:nvPr/>
                  </p14:nvContentPartPr>
                  <p14:xfrm>
                    <a:off x="4288658" y="4824285"/>
                    <a:ext cx="240840" cy="111960"/>
                  </p14:xfrm>
                </p:contentPart>
              </mc:Choice>
              <mc:Fallback xmlns="">
                <p:pic>
                  <p:nvPicPr>
                    <p:cNvPr id="60" name="Ink 59">
                      <a:extLst>
                        <a:ext uri="{FF2B5EF4-FFF2-40B4-BE49-F238E27FC236}">
                          <a16:creationId xmlns:a16="http://schemas.microsoft.com/office/drawing/2014/main" id="{A1333FDE-FABD-45AD-A9A2-136671FACA00}"/>
                        </a:ext>
                      </a:extLst>
                    </p:cNvPr>
                    <p:cNvPicPr/>
                    <p:nvPr/>
                  </p:nvPicPr>
                  <p:blipFill>
                    <a:blip r:embed="rId85"/>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85" name="Ink 60">
                      <a:extLst>
                        <a:ext uri="{FF2B5EF4-FFF2-40B4-BE49-F238E27FC236}">
                          <a16:creationId xmlns:a16="http://schemas.microsoft.com/office/drawing/2014/main" id="{7E6249FB-C27D-1D5F-4EA4-58F35ABAEB1C}"/>
                        </a:ext>
                      </a:extLst>
                    </p14:cNvPr>
                    <p14:cNvContentPartPr/>
                    <p14:nvPr/>
                  </p14:nvContentPartPr>
                  <p14:xfrm>
                    <a:off x="4643258" y="4544205"/>
                    <a:ext cx="597240" cy="174600"/>
                  </p14:xfrm>
                </p:contentPart>
              </mc:Choice>
              <mc:Fallback xmlns="">
                <p:pic>
                  <p:nvPicPr>
                    <p:cNvPr id="61" name="Ink 60">
                      <a:extLst>
                        <a:ext uri="{FF2B5EF4-FFF2-40B4-BE49-F238E27FC236}">
                          <a16:creationId xmlns:a16="http://schemas.microsoft.com/office/drawing/2014/main" id="{7EC31CE8-79CA-42A8-AC26-EE17640D946E}"/>
                        </a:ext>
                      </a:extLst>
                    </p:cNvPr>
                    <p:cNvPicPr/>
                    <p:nvPr/>
                  </p:nvPicPr>
                  <p:blipFill>
                    <a:blip r:embed="rId87"/>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86" name="Ink 61">
                      <a:extLst>
                        <a:ext uri="{FF2B5EF4-FFF2-40B4-BE49-F238E27FC236}">
                          <a16:creationId xmlns:a16="http://schemas.microsoft.com/office/drawing/2014/main" id="{3D4D2EC6-D979-738E-291C-526CC5CDB4DD}"/>
                        </a:ext>
                      </a:extLst>
                    </p14:cNvPr>
                    <p14:cNvContentPartPr/>
                    <p14:nvPr/>
                  </p14:nvContentPartPr>
                  <p14:xfrm>
                    <a:off x="4119098" y="4214445"/>
                    <a:ext cx="704160" cy="300960"/>
                  </p14:xfrm>
                </p:contentPart>
              </mc:Choice>
              <mc:Fallback xmlns="">
                <p:pic>
                  <p:nvPicPr>
                    <p:cNvPr id="62" name="Ink 61">
                      <a:extLst>
                        <a:ext uri="{FF2B5EF4-FFF2-40B4-BE49-F238E27FC236}">
                          <a16:creationId xmlns:a16="http://schemas.microsoft.com/office/drawing/2014/main" id="{0FC23F98-194D-4ABD-B2FD-380C307F6497}"/>
                        </a:ext>
                      </a:extLst>
                    </p:cNvPr>
                    <p:cNvPicPr/>
                    <p:nvPr/>
                  </p:nvPicPr>
                  <p:blipFill>
                    <a:blip r:embed="rId89"/>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87" name="Ink 62">
                      <a:extLst>
                        <a:ext uri="{FF2B5EF4-FFF2-40B4-BE49-F238E27FC236}">
                          <a16:creationId xmlns:a16="http://schemas.microsoft.com/office/drawing/2014/main" id="{50A66868-24BA-E993-1A9B-C25A220B9152}"/>
                        </a:ext>
                      </a:extLst>
                    </p14:cNvPr>
                    <p14:cNvContentPartPr/>
                    <p14:nvPr/>
                  </p14:nvContentPartPr>
                  <p14:xfrm>
                    <a:off x="4659897" y="4247250"/>
                    <a:ext cx="572760" cy="169920"/>
                  </p14:xfrm>
                </p:contentPart>
              </mc:Choice>
              <mc:Fallback xmlns="">
                <p:pic>
                  <p:nvPicPr>
                    <p:cNvPr id="63" name="Ink 62">
                      <a:extLst>
                        <a:ext uri="{FF2B5EF4-FFF2-40B4-BE49-F238E27FC236}">
                          <a16:creationId xmlns:a16="http://schemas.microsoft.com/office/drawing/2014/main" id="{DFA01BE8-D1D9-4C5F-906A-694F5ABA5557}"/>
                        </a:ext>
                      </a:extLst>
                    </p:cNvPr>
                    <p:cNvPicPr/>
                    <p:nvPr/>
                  </p:nvPicPr>
                  <p:blipFill>
                    <a:blip r:embed="rId91"/>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88" name="Ink 63">
                      <a:extLst>
                        <a:ext uri="{FF2B5EF4-FFF2-40B4-BE49-F238E27FC236}">
                          <a16:creationId xmlns:a16="http://schemas.microsoft.com/office/drawing/2014/main" id="{687A26BD-C377-57C2-EC59-8DD88438E2D7}"/>
                        </a:ext>
                      </a:extLst>
                    </p14:cNvPr>
                    <p14:cNvContentPartPr/>
                    <p14:nvPr/>
                  </p14:nvContentPartPr>
                  <p14:xfrm>
                    <a:off x="4692711" y="4800282"/>
                    <a:ext cx="253800" cy="72720"/>
                  </p14:xfrm>
                </p:contentPart>
              </mc:Choice>
              <mc:Fallback xmlns="">
                <p:pic>
                  <p:nvPicPr>
                    <p:cNvPr id="64" name="Ink 63">
                      <a:extLst>
                        <a:ext uri="{FF2B5EF4-FFF2-40B4-BE49-F238E27FC236}">
                          <a16:creationId xmlns:a16="http://schemas.microsoft.com/office/drawing/2014/main" id="{4F8EBF20-1ECF-4E24-B16D-E3757A83E4BA}"/>
                        </a:ext>
                      </a:extLst>
                    </p:cNvPr>
                    <p:cNvPicPr/>
                    <p:nvPr/>
                  </p:nvPicPr>
                  <p:blipFill>
                    <a:blip r:embed="rId93"/>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89" name="Ink 64">
                      <a:extLst>
                        <a:ext uri="{FF2B5EF4-FFF2-40B4-BE49-F238E27FC236}">
                          <a16:creationId xmlns:a16="http://schemas.microsoft.com/office/drawing/2014/main" id="{66E7CC2C-E5B4-50EC-7D7F-0C51FBB1EC4D}"/>
                        </a:ext>
                      </a:extLst>
                    </p14:cNvPr>
                    <p14:cNvContentPartPr/>
                    <p14:nvPr/>
                  </p14:nvContentPartPr>
                  <p14:xfrm>
                    <a:off x="4736703" y="4198290"/>
                    <a:ext cx="525600" cy="193320"/>
                  </p14:xfrm>
                </p:contentPart>
              </mc:Choice>
              <mc:Fallback xmlns="">
                <p:pic>
                  <p:nvPicPr>
                    <p:cNvPr id="65" name="Ink 64">
                      <a:extLst>
                        <a:ext uri="{FF2B5EF4-FFF2-40B4-BE49-F238E27FC236}">
                          <a16:creationId xmlns:a16="http://schemas.microsoft.com/office/drawing/2014/main" id="{965E75D4-9A18-40A1-B70D-FE27A9F3B0ED}"/>
                        </a:ext>
                      </a:extLst>
                    </p:cNvPr>
                    <p:cNvPicPr/>
                    <p:nvPr/>
                  </p:nvPicPr>
                  <p:blipFill>
                    <a:blip r:embed="rId95"/>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90" name="Ink 65">
                      <a:extLst>
                        <a:ext uri="{FF2B5EF4-FFF2-40B4-BE49-F238E27FC236}">
                          <a16:creationId xmlns:a16="http://schemas.microsoft.com/office/drawing/2014/main" id="{F74C6DC9-5B8E-26A7-EF09-04A91251BA8D}"/>
                        </a:ext>
                      </a:extLst>
                    </p14:cNvPr>
                    <p14:cNvContentPartPr/>
                    <p14:nvPr/>
                  </p14:nvContentPartPr>
                  <p14:xfrm>
                    <a:off x="3255058" y="4211666"/>
                    <a:ext cx="278640" cy="15480"/>
                  </p14:xfrm>
                </p:contentPart>
              </mc:Choice>
              <mc:Fallback xmlns="">
                <p:pic>
                  <p:nvPicPr>
                    <p:cNvPr id="66" name="Ink 65">
                      <a:extLst>
                        <a:ext uri="{FF2B5EF4-FFF2-40B4-BE49-F238E27FC236}">
                          <a16:creationId xmlns:a16="http://schemas.microsoft.com/office/drawing/2014/main" id="{AE976BA8-193C-41BB-92D8-2AD89F1D8984}"/>
                        </a:ext>
                      </a:extLst>
                    </p:cNvPr>
                    <p:cNvPicPr/>
                    <p:nvPr/>
                  </p:nvPicPr>
                  <p:blipFill>
                    <a:blip r:embed="rId97"/>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91" name="Ink 66">
                      <a:extLst>
                        <a:ext uri="{FF2B5EF4-FFF2-40B4-BE49-F238E27FC236}">
                          <a16:creationId xmlns:a16="http://schemas.microsoft.com/office/drawing/2014/main" id="{D9A03394-360B-ECF7-601E-DCADDBE76A2E}"/>
                        </a:ext>
                      </a:extLst>
                    </p14:cNvPr>
                    <p14:cNvContentPartPr/>
                    <p14:nvPr/>
                  </p14:nvContentPartPr>
                  <p14:xfrm>
                    <a:off x="3255418" y="4233266"/>
                    <a:ext cx="447120" cy="42120"/>
                  </p14:xfrm>
                </p:contentPart>
              </mc:Choice>
              <mc:Fallback xmlns="">
                <p:pic>
                  <p:nvPicPr>
                    <p:cNvPr id="67" name="Ink 66">
                      <a:extLst>
                        <a:ext uri="{FF2B5EF4-FFF2-40B4-BE49-F238E27FC236}">
                          <a16:creationId xmlns:a16="http://schemas.microsoft.com/office/drawing/2014/main" id="{929B4F78-13EF-4155-9067-D039EB634784}"/>
                        </a:ext>
                      </a:extLst>
                    </p:cNvPr>
                    <p:cNvPicPr/>
                    <p:nvPr/>
                  </p:nvPicPr>
                  <p:blipFill>
                    <a:blip r:embed="rId99"/>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F8C1BFC5-D2DF-034F-4A16-0C1E7ECE4721}"/>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100">
                    <p14:nvContentPartPr>
                      <p14:cNvPr id="130" name="Ink 68">
                        <a:extLst>
                          <a:ext uri="{FF2B5EF4-FFF2-40B4-BE49-F238E27FC236}">
                            <a16:creationId xmlns:a16="http://schemas.microsoft.com/office/drawing/2014/main" id="{E9C64B07-317D-3E5B-5B96-5E4388905F3A}"/>
                          </a:ext>
                        </a:extLst>
                      </p14:cNvPr>
                      <p14:cNvContentPartPr/>
                      <p14:nvPr/>
                    </p14:nvContentPartPr>
                    <p14:xfrm>
                      <a:off x="3073763" y="4928157"/>
                      <a:ext cx="513720" cy="89640"/>
                    </p14:xfrm>
                  </p:contentPart>
                </mc:Choice>
                <mc:Fallback xmlns="">
                  <p:pic>
                    <p:nvPicPr>
                      <p:cNvPr id="17" name="Ink 16">
                        <a:extLst>
                          <a:ext uri="{FF2B5EF4-FFF2-40B4-BE49-F238E27FC236}">
                            <a16:creationId xmlns:a16="http://schemas.microsoft.com/office/drawing/2014/main" id="{97FA4B2F-00F6-493A-A19E-E23F8D4E930E}"/>
                          </a:ext>
                        </a:extLst>
                      </p:cNvPr>
                      <p:cNvPicPr/>
                      <p:nvPr/>
                    </p:nvPicPr>
                    <p:blipFill>
                      <a:blip r:embed="rId101"/>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31" name="Ink 69">
                        <a:extLst>
                          <a:ext uri="{FF2B5EF4-FFF2-40B4-BE49-F238E27FC236}">
                            <a16:creationId xmlns:a16="http://schemas.microsoft.com/office/drawing/2014/main" id="{F8311C16-E77B-D079-657D-F5995A3F70D1}"/>
                          </a:ext>
                        </a:extLst>
                      </p14:cNvPr>
                      <p14:cNvContentPartPr/>
                      <p14:nvPr/>
                    </p14:nvContentPartPr>
                    <p14:xfrm>
                      <a:off x="3120923" y="4808997"/>
                      <a:ext cx="360" cy="360"/>
                    </p14:xfrm>
                  </p:contentPart>
                </mc:Choice>
                <mc:Fallback xmlns="">
                  <p:pic>
                    <p:nvPicPr>
                      <p:cNvPr id="18" name="Ink 17">
                        <a:extLst>
                          <a:ext uri="{FF2B5EF4-FFF2-40B4-BE49-F238E27FC236}">
                            <a16:creationId xmlns:a16="http://schemas.microsoft.com/office/drawing/2014/main" id="{BE3CA856-0CA9-41DE-BA69-EAD83701DF53}"/>
                          </a:ext>
                        </a:extLst>
                      </p:cNvPr>
                      <p:cNvPicPr/>
                      <p:nvPr/>
                    </p:nvPicPr>
                    <p:blipFill>
                      <a:blip r:embed="rId103"/>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32" name="Ink 70">
                        <a:extLst>
                          <a:ext uri="{FF2B5EF4-FFF2-40B4-BE49-F238E27FC236}">
                            <a16:creationId xmlns:a16="http://schemas.microsoft.com/office/drawing/2014/main" id="{D2D59BB8-91BC-6D0D-609A-C95D6E688C1C}"/>
                          </a:ext>
                        </a:extLst>
                      </p14:cNvPr>
                      <p14:cNvContentPartPr/>
                      <p14:nvPr/>
                    </p14:nvContentPartPr>
                    <p14:xfrm>
                      <a:off x="3701243" y="4796037"/>
                      <a:ext cx="432720" cy="230400"/>
                    </p14:xfrm>
                  </p:contentPart>
                </mc:Choice>
                <mc:Fallback xmlns="">
                  <p:pic>
                    <p:nvPicPr>
                      <p:cNvPr id="26" name="Ink 25">
                        <a:extLst>
                          <a:ext uri="{FF2B5EF4-FFF2-40B4-BE49-F238E27FC236}">
                            <a16:creationId xmlns:a16="http://schemas.microsoft.com/office/drawing/2014/main" id="{E0C9C4C4-73A5-4F74-9381-A2DF2E7334FA}"/>
                          </a:ext>
                        </a:extLst>
                      </p:cNvPr>
                      <p:cNvPicPr/>
                      <p:nvPr/>
                    </p:nvPicPr>
                    <p:blipFill>
                      <a:blip r:embed="rId105"/>
                      <a:stretch>
                        <a:fillRect/>
                      </a:stretch>
                    </p:blipFill>
                    <p:spPr>
                      <a:xfrm>
                        <a:off x="3696923" y="4791717"/>
                        <a:ext cx="441360" cy="2390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33" name="Ink 71">
                        <a:extLst>
                          <a:ext uri="{FF2B5EF4-FFF2-40B4-BE49-F238E27FC236}">
                            <a16:creationId xmlns:a16="http://schemas.microsoft.com/office/drawing/2014/main" id="{7D6E09EA-1E18-F480-0467-E61EE3227617}"/>
                          </a:ext>
                        </a:extLst>
                      </p14:cNvPr>
                      <p14:cNvContentPartPr/>
                      <p14:nvPr/>
                    </p14:nvContentPartPr>
                    <p14:xfrm>
                      <a:off x="3810323" y="4861557"/>
                      <a:ext cx="114120" cy="96120"/>
                    </p14:xfrm>
                  </p:contentPart>
                </mc:Choice>
                <mc:Fallback xmlns="">
                  <p:pic>
                    <p:nvPicPr>
                      <p:cNvPr id="27" name="Ink 26">
                        <a:extLst>
                          <a:ext uri="{FF2B5EF4-FFF2-40B4-BE49-F238E27FC236}">
                            <a16:creationId xmlns:a16="http://schemas.microsoft.com/office/drawing/2014/main" id="{2801BB36-940E-4DE4-987C-A3277746B207}"/>
                          </a:ext>
                        </a:extLst>
                      </p:cNvPr>
                      <p:cNvPicPr/>
                      <p:nvPr/>
                    </p:nvPicPr>
                    <p:blipFill>
                      <a:blip r:embed="rId107"/>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34" name="Ink 72">
                        <a:extLst>
                          <a:ext uri="{FF2B5EF4-FFF2-40B4-BE49-F238E27FC236}">
                            <a16:creationId xmlns:a16="http://schemas.microsoft.com/office/drawing/2014/main" id="{54A8D647-1044-5D6C-7C80-7854AF2DB84A}"/>
                          </a:ext>
                        </a:extLst>
                      </p14:cNvPr>
                      <p14:cNvContentPartPr/>
                      <p14:nvPr/>
                    </p14:nvContentPartPr>
                    <p14:xfrm>
                      <a:off x="3768563" y="4810797"/>
                      <a:ext cx="108000" cy="87840"/>
                    </p14:xfrm>
                  </p:contentPart>
                </mc:Choice>
                <mc:Fallback xmlns="">
                  <p:pic>
                    <p:nvPicPr>
                      <p:cNvPr id="28" name="Ink 27">
                        <a:extLst>
                          <a:ext uri="{FF2B5EF4-FFF2-40B4-BE49-F238E27FC236}">
                            <a16:creationId xmlns:a16="http://schemas.microsoft.com/office/drawing/2014/main" id="{8E3A47B4-55A0-42B8-98B7-2957AEA5BED7}"/>
                          </a:ext>
                        </a:extLst>
                      </p:cNvPr>
                      <p:cNvPicPr/>
                      <p:nvPr/>
                    </p:nvPicPr>
                    <p:blipFill>
                      <a:blip r:embed="rId109"/>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35" name="Ink 73">
                        <a:extLst>
                          <a:ext uri="{FF2B5EF4-FFF2-40B4-BE49-F238E27FC236}">
                            <a16:creationId xmlns:a16="http://schemas.microsoft.com/office/drawing/2014/main" id="{0A0B9900-386F-909E-4B31-B99CCE9BF4EA}"/>
                          </a:ext>
                        </a:extLst>
                      </p14:cNvPr>
                      <p14:cNvContentPartPr/>
                      <p14:nvPr/>
                    </p14:nvContentPartPr>
                    <p14:xfrm>
                      <a:off x="4198043" y="4394277"/>
                      <a:ext cx="671760" cy="279360"/>
                    </p14:xfrm>
                  </p:contentPart>
                </mc:Choice>
                <mc:Fallback xmlns="">
                  <p:pic>
                    <p:nvPicPr>
                      <p:cNvPr id="33" name="Ink 32">
                        <a:extLst>
                          <a:ext uri="{FF2B5EF4-FFF2-40B4-BE49-F238E27FC236}">
                            <a16:creationId xmlns:a16="http://schemas.microsoft.com/office/drawing/2014/main" id="{E20A6D8E-A176-41BA-A481-34653C4F2618}"/>
                          </a:ext>
                        </a:extLst>
                      </p:cNvPr>
                      <p:cNvPicPr/>
                      <p:nvPr/>
                    </p:nvPicPr>
                    <p:blipFill>
                      <a:blip r:embed="rId111"/>
                      <a:stretch>
                        <a:fillRect/>
                      </a:stretch>
                    </p:blipFill>
                    <p:spPr>
                      <a:xfrm>
                        <a:off x="4193723" y="4389957"/>
                        <a:ext cx="68040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36" name="Ink 74">
                        <a:extLst>
                          <a:ext uri="{FF2B5EF4-FFF2-40B4-BE49-F238E27FC236}">
                            <a16:creationId xmlns:a16="http://schemas.microsoft.com/office/drawing/2014/main" id="{780D0B87-1C00-E78D-57D2-AA6B42F45BAF}"/>
                          </a:ext>
                        </a:extLst>
                      </p14:cNvPr>
                      <p14:cNvContentPartPr/>
                      <p14:nvPr/>
                    </p14:nvContentPartPr>
                    <p14:xfrm>
                      <a:off x="4580003" y="4511997"/>
                      <a:ext cx="306360" cy="180000"/>
                    </p14:xfrm>
                  </p:contentPart>
                </mc:Choice>
                <mc:Fallback xmlns="">
                  <p:pic>
                    <p:nvPicPr>
                      <p:cNvPr id="34" name="Ink 33">
                        <a:extLst>
                          <a:ext uri="{FF2B5EF4-FFF2-40B4-BE49-F238E27FC236}">
                            <a16:creationId xmlns:a16="http://schemas.microsoft.com/office/drawing/2014/main" id="{0E06FFED-7B88-495E-9D8E-5DCBE566E8CF}"/>
                          </a:ext>
                        </a:extLst>
                      </p:cNvPr>
                      <p:cNvPicPr/>
                      <p:nvPr/>
                    </p:nvPicPr>
                    <p:blipFill>
                      <a:blip r:embed="rId113"/>
                      <a:stretch>
                        <a:fillRect/>
                      </a:stretch>
                    </p:blipFill>
                    <p:spPr>
                      <a:xfrm>
                        <a:off x="4575683" y="4507677"/>
                        <a:ext cx="31500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37" name="Ink 75">
                        <a:extLst>
                          <a:ext uri="{FF2B5EF4-FFF2-40B4-BE49-F238E27FC236}">
                            <a16:creationId xmlns:a16="http://schemas.microsoft.com/office/drawing/2014/main" id="{092656BB-2C9D-1C3F-9A78-3AC3652F4AFE}"/>
                          </a:ext>
                        </a:extLst>
                      </p14:cNvPr>
                      <p14:cNvContentPartPr/>
                      <p14:nvPr/>
                    </p14:nvContentPartPr>
                    <p14:xfrm>
                      <a:off x="4210643" y="4676877"/>
                      <a:ext cx="667800" cy="50040"/>
                    </p14:xfrm>
                  </p:contentPart>
                </mc:Choice>
                <mc:Fallback xmlns="">
                  <p:pic>
                    <p:nvPicPr>
                      <p:cNvPr id="37" name="Ink 36">
                        <a:extLst>
                          <a:ext uri="{FF2B5EF4-FFF2-40B4-BE49-F238E27FC236}">
                            <a16:creationId xmlns:a16="http://schemas.microsoft.com/office/drawing/2014/main" id="{C22C8059-B96B-4066-8720-F7E907248A64}"/>
                          </a:ext>
                        </a:extLst>
                      </p:cNvPr>
                      <p:cNvPicPr/>
                      <p:nvPr/>
                    </p:nvPicPr>
                    <p:blipFill>
                      <a:blip r:embed="rId115"/>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38" name="Ink 76">
                        <a:extLst>
                          <a:ext uri="{FF2B5EF4-FFF2-40B4-BE49-F238E27FC236}">
                            <a16:creationId xmlns:a16="http://schemas.microsoft.com/office/drawing/2014/main" id="{935C76E3-BEE2-67EE-A8CF-C7125577EA52}"/>
                          </a:ext>
                        </a:extLst>
                      </p14:cNvPr>
                      <p14:cNvContentPartPr/>
                      <p14:nvPr/>
                    </p14:nvContentPartPr>
                    <p14:xfrm>
                      <a:off x="4134096" y="4712994"/>
                      <a:ext cx="740160" cy="150840"/>
                    </p14:xfrm>
                  </p:contentPart>
                </mc:Choice>
                <mc:Fallback xmlns="">
                  <p:pic>
                    <p:nvPicPr>
                      <p:cNvPr id="43" name="Ink 42">
                        <a:extLst>
                          <a:ext uri="{FF2B5EF4-FFF2-40B4-BE49-F238E27FC236}">
                            <a16:creationId xmlns:a16="http://schemas.microsoft.com/office/drawing/2014/main" id="{BFB15D23-4CCD-450B-81AE-06B6133DAE4A}"/>
                          </a:ext>
                        </a:extLst>
                      </p:cNvPr>
                      <p:cNvPicPr/>
                      <p:nvPr/>
                    </p:nvPicPr>
                    <p:blipFill>
                      <a:blip r:embed="rId117"/>
                      <a:stretch>
                        <a:fillRect/>
                      </a:stretch>
                    </p:blipFill>
                    <p:spPr>
                      <a:xfrm>
                        <a:off x="4129776" y="4708674"/>
                        <a:ext cx="748800"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39" name="Ink 77">
                        <a:extLst>
                          <a:ext uri="{FF2B5EF4-FFF2-40B4-BE49-F238E27FC236}">
                            <a16:creationId xmlns:a16="http://schemas.microsoft.com/office/drawing/2014/main" id="{276D5CFB-BD20-8184-7B88-E5960FC884DB}"/>
                          </a:ext>
                        </a:extLst>
                      </p14:cNvPr>
                      <p14:cNvContentPartPr/>
                      <p14:nvPr/>
                    </p14:nvContentPartPr>
                    <p14:xfrm>
                      <a:off x="4408416" y="4885434"/>
                      <a:ext cx="468000" cy="137880"/>
                    </p14:xfrm>
                  </p:contentPart>
                </mc:Choice>
                <mc:Fallback xmlns="">
                  <p:pic>
                    <p:nvPicPr>
                      <p:cNvPr id="44" name="Ink 43">
                        <a:extLst>
                          <a:ext uri="{FF2B5EF4-FFF2-40B4-BE49-F238E27FC236}">
                            <a16:creationId xmlns:a16="http://schemas.microsoft.com/office/drawing/2014/main" id="{54D09A60-CF1E-4599-A367-8E2B175C926B}"/>
                          </a:ext>
                        </a:extLst>
                      </p:cNvPr>
                      <p:cNvPicPr/>
                      <p:nvPr/>
                    </p:nvPicPr>
                    <p:blipFill>
                      <a:blip r:embed="rId119"/>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40" name="Ink 78">
                        <a:extLst>
                          <a:ext uri="{FF2B5EF4-FFF2-40B4-BE49-F238E27FC236}">
                            <a16:creationId xmlns:a16="http://schemas.microsoft.com/office/drawing/2014/main" id="{7CAAFB6A-05EF-9DDF-2B65-C3245B853035}"/>
                          </a:ext>
                        </a:extLst>
                      </p14:cNvPr>
                      <p14:cNvContentPartPr/>
                      <p14:nvPr/>
                    </p14:nvContentPartPr>
                    <p14:xfrm>
                      <a:off x="4048416" y="4866714"/>
                      <a:ext cx="472680" cy="151920"/>
                    </p14:xfrm>
                  </p:contentPart>
                </mc:Choice>
                <mc:Fallback xmlns="">
                  <p:pic>
                    <p:nvPicPr>
                      <p:cNvPr id="45" name="Ink 44">
                        <a:extLst>
                          <a:ext uri="{FF2B5EF4-FFF2-40B4-BE49-F238E27FC236}">
                            <a16:creationId xmlns:a16="http://schemas.microsoft.com/office/drawing/2014/main" id="{4C200B93-DE56-4A68-916A-14FDAD8FF47A}"/>
                          </a:ext>
                        </a:extLst>
                      </p:cNvPr>
                      <p:cNvPicPr/>
                      <p:nvPr/>
                    </p:nvPicPr>
                    <p:blipFill>
                      <a:blip r:embed="rId121"/>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41" name="Ink 79">
                        <a:extLst>
                          <a:ext uri="{FF2B5EF4-FFF2-40B4-BE49-F238E27FC236}">
                            <a16:creationId xmlns:a16="http://schemas.microsoft.com/office/drawing/2014/main" id="{A811EF5C-6440-491B-01DC-DB99C1D38960}"/>
                          </a:ext>
                        </a:extLst>
                      </p14:cNvPr>
                      <p14:cNvContentPartPr/>
                      <p14:nvPr/>
                    </p14:nvContentPartPr>
                    <p14:xfrm>
                      <a:off x="3986136" y="4989834"/>
                      <a:ext cx="1800" cy="35640"/>
                    </p14:xfrm>
                  </p:contentPart>
                </mc:Choice>
                <mc:Fallback xmlns="">
                  <p:pic>
                    <p:nvPicPr>
                      <p:cNvPr id="46" name="Ink 45">
                        <a:extLst>
                          <a:ext uri="{FF2B5EF4-FFF2-40B4-BE49-F238E27FC236}">
                            <a16:creationId xmlns:a16="http://schemas.microsoft.com/office/drawing/2014/main" id="{5BBF300D-9F58-4A4F-AA1E-A1E5D30D1FA2}"/>
                          </a:ext>
                        </a:extLst>
                      </p:cNvPr>
                      <p:cNvPicPr/>
                      <p:nvPr/>
                    </p:nvPicPr>
                    <p:blipFill>
                      <a:blip r:embed="rId123"/>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42" name="Ink 80">
                        <a:extLst>
                          <a:ext uri="{FF2B5EF4-FFF2-40B4-BE49-F238E27FC236}">
                            <a16:creationId xmlns:a16="http://schemas.microsoft.com/office/drawing/2014/main" id="{868D0A76-64FA-581E-9619-8600C2D77565}"/>
                          </a:ext>
                        </a:extLst>
                      </p14:cNvPr>
                      <p14:cNvContentPartPr/>
                      <p14:nvPr/>
                    </p14:nvContentPartPr>
                    <p14:xfrm>
                      <a:off x="4450176" y="4837554"/>
                      <a:ext cx="171000" cy="22320"/>
                    </p14:xfrm>
                  </p:contentPart>
                </mc:Choice>
                <mc:Fallback xmlns="">
                  <p:pic>
                    <p:nvPicPr>
                      <p:cNvPr id="48" name="Ink 47">
                        <a:extLst>
                          <a:ext uri="{FF2B5EF4-FFF2-40B4-BE49-F238E27FC236}">
                            <a16:creationId xmlns:a16="http://schemas.microsoft.com/office/drawing/2014/main" id="{B7CA3E3F-6C04-45F0-A8F4-94E3B89372C8}"/>
                          </a:ext>
                        </a:extLst>
                      </p:cNvPr>
                      <p:cNvPicPr/>
                      <p:nvPr/>
                    </p:nvPicPr>
                    <p:blipFill>
                      <a:blip r:embed="rId125"/>
                      <a:stretch>
                        <a:fillRect/>
                      </a:stretch>
                    </p:blipFill>
                    <p:spPr>
                      <a:xfrm>
                        <a:off x="4445856" y="4833234"/>
                        <a:ext cx="17964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43" name="Ink 81">
                        <a:extLst>
                          <a:ext uri="{FF2B5EF4-FFF2-40B4-BE49-F238E27FC236}">
                            <a16:creationId xmlns:a16="http://schemas.microsoft.com/office/drawing/2014/main" id="{04C37DC4-87EC-AD03-E9D6-C72C6F0E649F}"/>
                          </a:ext>
                        </a:extLst>
                      </p14:cNvPr>
                      <p14:cNvContentPartPr/>
                      <p14:nvPr/>
                    </p14:nvContentPartPr>
                    <p14:xfrm>
                      <a:off x="4444056" y="4832514"/>
                      <a:ext cx="154440" cy="23400"/>
                    </p14:xfrm>
                  </p:contentPart>
                </mc:Choice>
                <mc:Fallback xmlns="">
                  <p:pic>
                    <p:nvPicPr>
                      <p:cNvPr id="49" name="Ink 48">
                        <a:extLst>
                          <a:ext uri="{FF2B5EF4-FFF2-40B4-BE49-F238E27FC236}">
                            <a16:creationId xmlns:a16="http://schemas.microsoft.com/office/drawing/2014/main" id="{23B71FF8-F276-49A5-8D45-9CCBC7BBB9A7}"/>
                          </a:ext>
                        </a:extLst>
                      </p:cNvPr>
                      <p:cNvPicPr/>
                      <p:nvPr/>
                    </p:nvPicPr>
                    <p:blipFill>
                      <a:blip r:embed="rId127"/>
                      <a:stretch>
                        <a:fillRect/>
                      </a:stretch>
                    </p:blipFill>
                    <p:spPr>
                      <a:xfrm>
                        <a:off x="4439736" y="4828194"/>
                        <a:ext cx="163080" cy="32040"/>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44" name="Ink 82">
                        <a:extLst>
                          <a:ext uri="{FF2B5EF4-FFF2-40B4-BE49-F238E27FC236}">
                            <a16:creationId xmlns:a16="http://schemas.microsoft.com/office/drawing/2014/main" id="{84AC9213-1366-DDB4-3F6B-FE0465634530}"/>
                          </a:ext>
                        </a:extLst>
                      </p14:cNvPr>
                      <p14:cNvContentPartPr/>
                      <p14:nvPr/>
                    </p14:nvContentPartPr>
                    <p14:xfrm>
                      <a:off x="3343896" y="4694274"/>
                      <a:ext cx="230040" cy="23760"/>
                    </p14:xfrm>
                  </p:contentPart>
                </mc:Choice>
                <mc:Fallback xmlns="">
                  <p:pic>
                    <p:nvPicPr>
                      <p:cNvPr id="54" name="Ink 53">
                        <a:extLst>
                          <a:ext uri="{FF2B5EF4-FFF2-40B4-BE49-F238E27FC236}">
                            <a16:creationId xmlns:a16="http://schemas.microsoft.com/office/drawing/2014/main" id="{1CDC4632-CF18-49C1-B6F2-FDA8657433D9}"/>
                          </a:ext>
                        </a:extLst>
                      </p:cNvPr>
                      <p:cNvPicPr/>
                      <p:nvPr/>
                    </p:nvPicPr>
                    <p:blipFill>
                      <a:blip r:embed="rId129"/>
                      <a:stretch>
                        <a:fillRect/>
                      </a:stretch>
                    </p:blipFill>
                    <p:spPr>
                      <a:xfrm>
                        <a:off x="3339576" y="4689954"/>
                        <a:ext cx="238680" cy="324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45" name="Ink 83">
                        <a:extLst>
                          <a:ext uri="{FF2B5EF4-FFF2-40B4-BE49-F238E27FC236}">
                            <a16:creationId xmlns:a16="http://schemas.microsoft.com/office/drawing/2014/main" id="{C2D12C57-9DC9-D77F-41A8-E8CA21C63E24}"/>
                          </a:ext>
                        </a:extLst>
                      </p14:cNvPr>
                      <p14:cNvContentPartPr/>
                      <p14:nvPr/>
                    </p14:nvContentPartPr>
                    <p14:xfrm>
                      <a:off x="3032496" y="4432914"/>
                      <a:ext cx="199080" cy="74880"/>
                    </p14:xfrm>
                  </p:contentPart>
                </mc:Choice>
                <mc:Fallback xmlns="">
                  <p:pic>
                    <p:nvPicPr>
                      <p:cNvPr id="55" name="Ink 54">
                        <a:extLst>
                          <a:ext uri="{FF2B5EF4-FFF2-40B4-BE49-F238E27FC236}">
                            <a16:creationId xmlns:a16="http://schemas.microsoft.com/office/drawing/2014/main" id="{8C258157-A9D6-48F7-AC93-44E8BDF32107}"/>
                          </a:ext>
                        </a:extLst>
                      </p:cNvPr>
                      <p:cNvPicPr/>
                      <p:nvPr/>
                    </p:nvPicPr>
                    <p:blipFill>
                      <a:blip r:embed="rId131"/>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46" name="Ink 84">
                        <a:extLst>
                          <a:ext uri="{FF2B5EF4-FFF2-40B4-BE49-F238E27FC236}">
                            <a16:creationId xmlns:a16="http://schemas.microsoft.com/office/drawing/2014/main" id="{01ED8D17-2E83-AA7B-C93E-888233B2A887}"/>
                          </a:ext>
                        </a:extLst>
                      </p14:cNvPr>
                      <p14:cNvContentPartPr/>
                      <p14:nvPr/>
                    </p14:nvContentPartPr>
                    <p14:xfrm>
                      <a:off x="4270608" y="4040802"/>
                      <a:ext cx="610200" cy="282240"/>
                    </p14:xfrm>
                  </p:contentPart>
                </mc:Choice>
                <mc:Fallback xmlns="">
                  <p:pic>
                    <p:nvPicPr>
                      <p:cNvPr id="57" name="Ink 56">
                        <a:extLst>
                          <a:ext uri="{FF2B5EF4-FFF2-40B4-BE49-F238E27FC236}">
                            <a16:creationId xmlns:a16="http://schemas.microsoft.com/office/drawing/2014/main" id="{1C7B8730-5737-43EC-898E-765C2D67FC25}"/>
                          </a:ext>
                        </a:extLst>
                      </p:cNvPr>
                      <p:cNvPicPr/>
                      <p:nvPr/>
                    </p:nvPicPr>
                    <p:blipFill>
                      <a:blip r:embed="rId133"/>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47" name="Ink 85">
                        <a:extLst>
                          <a:ext uri="{FF2B5EF4-FFF2-40B4-BE49-F238E27FC236}">
                            <a16:creationId xmlns:a16="http://schemas.microsoft.com/office/drawing/2014/main" id="{7B139736-10E4-3BDF-AAE4-2BB2652DBB4D}"/>
                          </a:ext>
                        </a:extLst>
                      </p14:cNvPr>
                      <p14:cNvContentPartPr/>
                      <p14:nvPr/>
                    </p14:nvContentPartPr>
                    <p14:xfrm>
                      <a:off x="4443408" y="4247802"/>
                      <a:ext cx="189720" cy="61200"/>
                    </p14:xfrm>
                  </p:contentPart>
                </mc:Choice>
                <mc:Fallback xmlns="">
                  <p:pic>
                    <p:nvPicPr>
                      <p:cNvPr id="58" name="Ink 57">
                        <a:extLst>
                          <a:ext uri="{FF2B5EF4-FFF2-40B4-BE49-F238E27FC236}">
                            <a16:creationId xmlns:a16="http://schemas.microsoft.com/office/drawing/2014/main" id="{7283D5F0-FED3-412C-AF6B-78FA745DC439}"/>
                          </a:ext>
                        </a:extLst>
                      </p:cNvPr>
                      <p:cNvPicPr/>
                      <p:nvPr/>
                    </p:nvPicPr>
                    <p:blipFill>
                      <a:blip r:embed="rId135"/>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48" name="Ink 86">
                        <a:extLst>
                          <a:ext uri="{FF2B5EF4-FFF2-40B4-BE49-F238E27FC236}">
                            <a16:creationId xmlns:a16="http://schemas.microsoft.com/office/drawing/2014/main" id="{6CDF1E3E-9B67-A0B4-D2C2-4C0A4A076F00}"/>
                          </a:ext>
                        </a:extLst>
                      </p14:cNvPr>
                      <p14:cNvContentPartPr/>
                      <p14:nvPr/>
                    </p14:nvContentPartPr>
                    <p14:xfrm>
                      <a:off x="4908168" y="3906882"/>
                      <a:ext cx="115920" cy="371520"/>
                    </p14:xfrm>
                  </p:contentPart>
                </mc:Choice>
                <mc:Fallback xmlns="">
                  <p:pic>
                    <p:nvPicPr>
                      <p:cNvPr id="60" name="Ink 59">
                        <a:extLst>
                          <a:ext uri="{FF2B5EF4-FFF2-40B4-BE49-F238E27FC236}">
                            <a16:creationId xmlns:a16="http://schemas.microsoft.com/office/drawing/2014/main" id="{CF1073E4-DF6A-4FE9-A5CC-E32CF8C8C8BE}"/>
                          </a:ext>
                        </a:extLst>
                      </p:cNvPr>
                      <p:cNvPicPr/>
                      <p:nvPr/>
                    </p:nvPicPr>
                    <p:blipFill>
                      <a:blip r:embed="rId137"/>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49" name="Ink 87">
                        <a:extLst>
                          <a:ext uri="{FF2B5EF4-FFF2-40B4-BE49-F238E27FC236}">
                            <a16:creationId xmlns:a16="http://schemas.microsoft.com/office/drawing/2014/main" id="{9F915986-9F3B-C3FC-72A5-FF7BE159B0A7}"/>
                          </a:ext>
                        </a:extLst>
                      </p14:cNvPr>
                      <p14:cNvContentPartPr/>
                      <p14:nvPr/>
                    </p14:nvContentPartPr>
                    <p14:xfrm>
                      <a:off x="4974768" y="3835602"/>
                      <a:ext cx="158400" cy="379080"/>
                    </p14:xfrm>
                  </p:contentPart>
                </mc:Choice>
                <mc:Fallback xmlns="">
                  <p:pic>
                    <p:nvPicPr>
                      <p:cNvPr id="61" name="Ink 60">
                        <a:extLst>
                          <a:ext uri="{FF2B5EF4-FFF2-40B4-BE49-F238E27FC236}">
                            <a16:creationId xmlns:a16="http://schemas.microsoft.com/office/drawing/2014/main" id="{6F9B5537-9CF9-4D18-A56C-03FA56477FA6}"/>
                          </a:ext>
                        </a:extLst>
                      </p:cNvPr>
                      <p:cNvPicPr/>
                      <p:nvPr/>
                    </p:nvPicPr>
                    <p:blipFill>
                      <a:blip r:embed="rId139"/>
                      <a:stretch>
                        <a:fillRect/>
                      </a:stretch>
                    </p:blipFill>
                    <p:spPr>
                      <a:xfrm>
                        <a:off x="4970448" y="3831282"/>
                        <a:ext cx="16704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50" name="Ink 88">
                        <a:extLst>
                          <a:ext uri="{FF2B5EF4-FFF2-40B4-BE49-F238E27FC236}">
                            <a16:creationId xmlns:a16="http://schemas.microsoft.com/office/drawing/2014/main" id="{5B27E18A-FB3C-B370-B333-A2E5B50B1B44}"/>
                          </a:ext>
                        </a:extLst>
                      </p14:cNvPr>
                      <p14:cNvContentPartPr/>
                      <p14:nvPr/>
                    </p14:nvContentPartPr>
                    <p14:xfrm>
                      <a:off x="5062248" y="3880962"/>
                      <a:ext cx="205560" cy="239760"/>
                    </p14:xfrm>
                  </p:contentPart>
                </mc:Choice>
                <mc:Fallback xmlns="">
                  <p:pic>
                    <p:nvPicPr>
                      <p:cNvPr id="62" name="Ink 61">
                        <a:extLst>
                          <a:ext uri="{FF2B5EF4-FFF2-40B4-BE49-F238E27FC236}">
                            <a16:creationId xmlns:a16="http://schemas.microsoft.com/office/drawing/2014/main" id="{6025FC89-32B7-4245-99F7-31FCAD3F4062}"/>
                          </a:ext>
                        </a:extLst>
                      </p:cNvPr>
                      <p:cNvPicPr/>
                      <p:nvPr/>
                    </p:nvPicPr>
                    <p:blipFill>
                      <a:blip r:embed="rId141"/>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51" name="Ink 89">
                        <a:extLst>
                          <a:ext uri="{FF2B5EF4-FFF2-40B4-BE49-F238E27FC236}">
                            <a16:creationId xmlns:a16="http://schemas.microsoft.com/office/drawing/2014/main" id="{C60139C5-1EEC-3F38-D53C-D8EA0A45C86A}"/>
                          </a:ext>
                        </a:extLst>
                      </p14:cNvPr>
                      <p14:cNvContentPartPr/>
                      <p14:nvPr/>
                    </p14:nvContentPartPr>
                    <p14:xfrm>
                      <a:off x="5239728" y="3715722"/>
                      <a:ext cx="45000" cy="162360"/>
                    </p14:xfrm>
                  </p:contentPart>
                </mc:Choice>
                <mc:Fallback xmlns="">
                  <p:pic>
                    <p:nvPicPr>
                      <p:cNvPr id="63" name="Ink 62">
                        <a:extLst>
                          <a:ext uri="{FF2B5EF4-FFF2-40B4-BE49-F238E27FC236}">
                            <a16:creationId xmlns:a16="http://schemas.microsoft.com/office/drawing/2014/main" id="{D68175B0-A5FE-4AA7-87DC-1389828D425A}"/>
                          </a:ext>
                        </a:extLst>
                      </p:cNvPr>
                      <p:cNvPicPr/>
                      <p:nvPr/>
                    </p:nvPicPr>
                    <p:blipFill>
                      <a:blip r:embed="rId143"/>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52" name="Ink 90">
                        <a:extLst>
                          <a:ext uri="{FF2B5EF4-FFF2-40B4-BE49-F238E27FC236}">
                            <a16:creationId xmlns:a16="http://schemas.microsoft.com/office/drawing/2014/main" id="{3331FCA2-EE9A-DE9C-8A0C-8C923797F2E3}"/>
                          </a:ext>
                        </a:extLst>
                      </p14:cNvPr>
                      <p14:cNvContentPartPr/>
                      <p14:nvPr/>
                    </p14:nvContentPartPr>
                    <p14:xfrm>
                      <a:off x="5118768" y="3729042"/>
                      <a:ext cx="138960" cy="130320"/>
                    </p14:xfrm>
                  </p:contentPart>
                </mc:Choice>
                <mc:Fallback xmlns="">
                  <p:pic>
                    <p:nvPicPr>
                      <p:cNvPr id="1344" name="Ink 1343">
                        <a:extLst>
                          <a:ext uri="{FF2B5EF4-FFF2-40B4-BE49-F238E27FC236}">
                            <a16:creationId xmlns:a16="http://schemas.microsoft.com/office/drawing/2014/main" id="{E4F70FA7-E691-44A9-83DA-303461FDB0CA}"/>
                          </a:ext>
                        </a:extLst>
                      </p:cNvPr>
                      <p:cNvPicPr/>
                      <p:nvPr/>
                    </p:nvPicPr>
                    <p:blipFill>
                      <a:blip r:embed="rId145"/>
                      <a:stretch>
                        <a:fillRect/>
                      </a:stretch>
                    </p:blipFill>
                    <p:spPr>
                      <a:xfrm>
                        <a:off x="5114448" y="3724722"/>
                        <a:ext cx="14760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53" name="Ink 91">
                        <a:extLst>
                          <a:ext uri="{FF2B5EF4-FFF2-40B4-BE49-F238E27FC236}">
                            <a16:creationId xmlns:a16="http://schemas.microsoft.com/office/drawing/2014/main" id="{F3BBAD3E-9947-9777-D063-4D9DF4C67351}"/>
                          </a:ext>
                        </a:extLst>
                      </p14:cNvPr>
                      <p14:cNvContentPartPr/>
                      <p14:nvPr/>
                    </p14:nvContentPartPr>
                    <p14:xfrm>
                      <a:off x="5004648" y="4157082"/>
                      <a:ext cx="164880" cy="226080"/>
                    </p14:xfrm>
                  </p:contentPart>
                </mc:Choice>
                <mc:Fallback xmlns="">
                  <p:pic>
                    <p:nvPicPr>
                      <p:cNvPr id="1346" name="Ink 1345">
                        <a:extLst>
                          <a:ext uri="{FF2B5EF4-FFF2-40B4-BE49-F238E27FC236}">
                            <a16:creationId xmlns:a16="http://schemas.microsoft.com/office/drawing/2014/main" id="{4DDB403C-D47F-41F2-B1A9-F3CCCA75FB30}"/>
                          </a:ext>
                        </a:extLst>
                      </p:cNvPr>
                      <p:cNvPicPr/>
                      <p:nvPr/>
                    </p:nvPicPr>
                    <p:blipFill>
                      <a:blip r:embed="rId147"/>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54" name="Ink 92">
                        <a:extLst>
                          <a:ext uri="{FF2B5EF4-FFF2-40B4-BE49-F238E27FC236}">
                            <a16:creationId xmlns:a16="http://schemas.microsoft.com/office/drawing/2014/main" id="{4C2B8E69-C45B-BD4C-C21B-724162971E32}"/>
                          </a:ext>
                        </a:extLst>
                      </p14:cNvPr>
                      <p14:cNvContentPartPr/>
                      <p14:nvPr/>
                    </p14:nvContentPartPr>
                    <p14:xfrm>
                      <a:off x="5101128" y="4153842"/>
                      <a:ext cx="162000" cy="257040"/>
                    </p14:xfrm>
                  </p:contentPart>
                </mc:Choice>
                <mc:Fallback xmlns="">
                  <p:pic>
                    <p:nvPicPr>
                      <p:cNvPr id="1348" name="Ink 1347">
                        <a:extLst>
                          <a:ext uri="{FF2B5EF4-FFF2-40B4-BE49-F238E27FC236}">
                            <a16:creationId xmlns:a16="http://schemas.microsoft.com/office/drawing/2014/main" id="{1EFC9424-62FA-4D8E-8BC0-D3963B02DCB7}"/>
                          </a:ext>
                        </a:extLst>
                      </p:cNvPr>
                      <p:cNvPicPr/>
                      <p:nvPr/>
                    </p:nvPicPr>
                    <p:blipFill>
                      <a:blip r:embed="rId149"/>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55" name="Ink 93">
                        <a:extLst>
                          <a:ext uri="{FF2B5EF4-FFF2-40B4-BE49-F238E27FC236}">
                            <a16:creationId xmlns:a16="http://schemas.microsoft.com/office/drawing/2014/main" id="{28E38B81-A8CD-E5FE-8599-7AB18525612A}"/>
                          </a:ext>
                        </a:extLst>
                      </p14:cNvPr>
                      <p14:cNvContentPartPr/>
                      <p14:nvPr/>
                    </p14:nvContentPartPr>
                    <p14:xfrm>
                      <a:off x="5253768" y="4041522"/>
                      <a:ext cx="29160" cy="88200"/>
                    </p14:xfrm>
                  </p:contentPart>
                </mc:Choice>
                <mc:Fallback xmlns="">
                  <p:pic>
                    <p:nvPicPr>
                      <p:cNvPr id="1352" name="Ink 1351">
                        <a:extLst>
                          <a:ext uri="{FF2B5EF4-FFF2-40B4-BE49-F238E27FC236}">
                            <a16:creationId xmlns:a16="http://schemas.microsoft.com/office/drawing/2014/main" id="{C37D5D6D-1B9C-4CB5-9F4B-6FAF65E82704}"/>
                          </a:ext>
                        </a:extLst>
                      </p:cNvPr>
                      <p:cNvPicPr/>
                      <p:nvPr/>
                    </p:nvPicPr>
                    <p:blipFill>
                      <a:blip r:embed="rId151"/>
                      <a:stretch>
                        <a:fillRect/>
                      </a:stretch>
                    </p:blipFill>
                    <p:spPr>
                      <a:xfrm>
                        <a:off x="5249448" y="4037202"/>
                        <a:ext cx="37800" cy="96840"/>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56" name="Ink 94">
                        <a:extLst>
                          <a:ext uri="{FF2B5EF4-FFF2-40B4-BE49-F238E27FC236}">
                            <a16:creationId xmlns:a16="http://schemas.microsoft.com/office/drawing/2014/main" id="{A916A213-25FE-5E98-51D5-C23E5A11B157}"/>
                          </a:ext>
                        </a:extLst>
                      </p14:cNvPr>
                      <p14:cNvContentPartPr/>
                      <p14:nvPr/>
                    </p14:nvContentPartPr>
                    <p14:xfrm>
                      <a:off x="5054328" y="4001562"/>
                      <a:ext cx="231840" cy="134640"/>
                    </p14:xfrm>
                  </p:contentPart>
                </mc:Choice>
                <mc:Fallback xmlns="">
                  <p:pic>
                    <p:nvPicPr>
                      <p:cNvPr id="1354" name="Ink 1353">
                        <a:extLst>
                          <a:ext uri="{FF2B5EF4-FFF2-40B4-BE49-F238E27FC236}">
                            <a16:creationId xmlns:a16="http://schemas.microsoft.com/office/drawing/2014/main" id="{A1C83B56-0CF8-45A2-86B8-222A1EF0F817}"/>
                          </a:ext>
                        </a:extLst>
                      </p:cNvPr>
                      <p:cNvPicPr/>
                      <p:nvPr/>
                    </p:nvPicPr>
                    <p:blipFill>
                      <a:blip r:embed="rId153"/>
                      <a:stretch>
                        <a:fillRect/>
                      </a:stretch>
                    </p:blipFill>
                    <p:spPr>
                      <a:xfrm>
                        <a:off x="5050008" y="3997242"/>
                        <a:ext cx="240480"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57" name="Ink 95">
                        <a:extLst>
                          <a:ext uri="{FF2B5EF4-FFF2-40B4-BE49-F238E27FC236}">
                            <a16:creationId xmlns:a16="http://schemas.microsoft.com/office/drawing/2014/main" id="{4A4EA47C-11B7-5348-67C7-6F639078C671}"/>
                          </a:ext>
                        </a:extLst>
                      </p14:cNvPr>
                      <p14:cNvContentPartPr/>
                      <p14:nvPr/>
                    </p14:nvContentPartPr>
                    <p14:xfrm>
                      <a:off x="4895568" y="4295682"/>
                      <a:ext cx="144000" cy="271440"/>
                    </p14:xfrm>
                  </p:contentPart>
                </mc:Choice>
                <mc:Fallback xmlns="">
                  <p:pic>
                    <p:nvPicPr>
                      <p:cNvPr id="1357" name="Ink 1356">
                        <a:extLst>
                          <a:ext uri="{FF2B5EF4-FFF2-40B4-BE49-F238E27FC236}">
                            <a16:creationId xmlns:a16="http://schemas.microsoft.com/office/drawing/2014/main" id="{B7A804B5-D5B9-47BB-B5ED-75F41F11978F}"/>
                          </a:ext>
                        </a:extLst>
                      </p:cNvPr>
                      <p:cNvPicPr/>
                      <p:nvPr/>
                    </p:nvPicPr>
                    <p:blipFill>
                      <a:blip r:embed="rId155"/>
                      <a:stretch>
                        <a:fillRect/>
                      </a:stretch>
                    </p:blipFill>
                    <p:spPr>
                      <a:xfrm>
                        <a:off x="4891248" y="4291362"/>
                        <a:ext cx="152640"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58" name="Ink 96">
                        <a:extLst>
                          <a:ext uri="{FF2B5EF4-FFF2-40B4-BE49-F238E27FC236}">
                            <a16:creationId xmlns:a16="http://schemas.microsoft.com/office/drawing/2014/main" id="{4C705A2C-9D7A-3329-F9A0-AD220F2F45C0}"/>
                          </a:ext>
                        </a:extLst>
                      </p14:cNvPr>
                      <p14:cNvContentPartPr/>
                      <p14:nvPr/>
                    </p14:nvContentPartPr>
                    <p14:xfrm>
                      <a:off x="4894128" y="4531842"/>
                      <a:ext cx="54360" cy="132480"/>
                    </p14:xfrm>
                  </p:contentPart>
                </mc:Choice>
                <mc:Fallback xmlns="">
                  <p:pic>
                    <p:nvPicPr>
                      <p:cNvPr id="1358" name="Ink 1357">
                        <a:extLst>
                          <a:ext uri="{FF2B5EF4-FFF2-40B4-BE49-F238E27FC236}">
                            <a16:creationId xmlns:a16="http://schemas.microsoft.com/office/drawing/2014/main" id="{260B4D5C-3CA1-4109-B3AC-66155F646252}"/>
                          </a:ext>
                        </a:extLst>
                      </p:cNvPr>
                      <p:cNvPicPr/>
                      <p:nvPr/>
                    </p:nvPicPr>
                    <p:blipFill>
                      <a:blip r:embed="rId157"/>
                      <a:stretch>
                        <a:fillRect/>
                      </a:stretch>
                    </p:blipFill>
                    <p:spPr>
                      <a:xfrm>
                        <a:off x="4889808" y="4527522"/>
                        <a:ext cx="63000" cy="141120"/>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59" name="Ink 97">
                        <a:extLst>
                          <a:ext uri="{FF2B5EF4-FFF2-40B4-BE49-F238E27FC236}">
                            <a16:creationId xmlns:a16="http://schemas.microsoft.com/office/drawing/2014/main" id="{D05DE89B-5FD5-3CE3-B656-9FD88F7CC0F6}"/>
                          </a:ext>
                        </a:extLst>
                      </p14:cNvPr>
                      <p14:cNvContentPartPr/>
                      <p14:nvPr/>
                    </p14:nvContentPartPr>
                    <p14:xfrm>
                      <a:off x="4890528" y="4581162"/>
                      <a:ext cx="173520" cy="258840"/>
                    </p14:xfrm>
                  </p:contentPart>
                </mc:Choice>
                <mc:Fallback xmlns="">
                  <p:pic>
                    <p:nvPicPr>
                      <p:cNvPr id="1361" name="Ink 1360">
                        <a:extLst>
                          <a:ext uri="{FF2B5EF4-FFF2-40B4-BE49-F238E27FC236}">
                            <a16:creationId xmlns:a16="http://schemas.microsoft.com/office/drawing/2014/main" id="{11E4A68D-7D62-48DD-BF72-A50D048E5CE2}"/>
                          </a:ext>
                        </a:extLst>
                      </p:cNvPr>
                      <p:cNvPicPr/>
                      <p:nvPr/>
                    </p:nvPicPr>
                    <p:blipFill>
                      <a:blip r:embed="rId159"/>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60" name="Ink 98">
                        <a:extLst>
                          <a:ext uri="{FF2B5EF4-FFF2-40B4-BE49-F238E27FC236}">
                            <a16:creationId xmlns:a16="http://schemas.microsoft.com/office/drawing/2014/main" id="{433DC1D7-0B63-3441-B9F1-080C5E0F174C}"/>
                          </a:ext>
                        </a:extLst>
                      </p14:cNvPr>
                      <p14:cNvContentPartPr/>
                      <p14:nvPr/>
                    </p14:nvContentPartPr>
                    <p14:xfrm>
                      <a:off x="4904208" y="4873482"/>
                      <a:ext cx="75240" cy="48600"/>
                    </p14:xfrm>
                  </p:contentPart>
                </mc:Choice>
                <mc:Fallback xmlns="">
                  <p:pic>
                    <p:nvPicPr>
                      <p:cNvPr id="1362" name="Ink 1361">
                        <a:extLst>
                          <a:ext uri="{FF2B5EF4-FFF2-40B4-BE49-F238E27FC236}">
                            <a16:creationId xmlns:a16="http://schemas.microsoft.com/office/drawing/2014/main" id="{49CD7E89-C170-42B4-A9F5-F11F90FB3720}"/>
                          </a:ext>
                        </a:extLst>
                      </p:cNvPr>
                      <p:cNvPicPr/>
                      <p:nvPr/>
                    </p:nvPicPr>
                    <p:blipFill>
                      <a:blip r:embed="rId161"/>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61" name="Ink 99">
                        <a:extLst>
                          <a:ext uri="{FF2B5EF4-FFF2-40B4-BE49-F238E27FC236}">
                            <a16:creationId xmlns:a16="http://schemas.microsoft.com/office/drawing/2014/main" id="{A6B20232-B817-28C1-0685-EAB606352A4A}"/>
                          </a:ext>
                        </a:extLst>
                      </p14:cNvPr>
                      <p14:cNvContentPartPr/>
                      <p14:nvPr/>
                    </p14:nvContentPartPr>
                    <p14:xfrm>
                      <a:off x="4974048" y="4760802"/>
                      <a:ext cx="93240" cy="136440"/>
                    </p14:xfrm>
                  </p:contentPart>
                </mc:Choice>
                <mc:Fallback xmlns="">
                  <p:pic>
                    <p:nvPicPr>
                      <p:cNvPr id="1363" name="Ink 1362">
                        <a:extLst>
                          <a:ext uri="{FF2B5EF4-FFF2-40B4-BE49-F238E27FC236}">
                            <a16:creationId xmlns:a16="http://schemas.microsoft.com/office/drawing/2014/main" id="{881341A0-F15D-4FA7-AA51-07CFA21261BB}"/>
                          </a:ext>
                        </a:extLst>
                      </p:cNvPr>
                      <p:cNvPicPr/>
                      <p:nvPr/>
                    </p:nvPicPr>
                    <p:blipFill>
                      <a:blip r:embed="rId163"/>
                      <a:stretch>
                        <a:fillRect/>
                      </a:stretch>
                    </p:blipFill>
                    <p:spPr>
                      <a:xfrm>
                        <a:off x="4969728" y="4756482"/>
                        <a:ext cx="10188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62" name="Ink 100">
                        <a:extLst>
                          <a:ext uri="{FF2B5EF4-FFF2-40B4-BE49-F238E27FC236}">
                            <a16:creationId xmlns:a16="http://schemas.microsoft.com/office/drawing/2014/main" id="{CCB4B935-2FDF-8067-B89F-7E4DD181C246}"/>
                          </a:ext>
                        </a:extLst>
                      </p14:cNvPr>
                      <p14:cNvContentPartPr/>
                      <p14:nvPr/>
                    </p14:nvContentPartPr>
                    <p14:xfrm>
                      <a:off x="5056488" y="4647042"/>
                      <a:ext cx="81000" cy="163080"/>
                    </p14:xfrm>
                  </p:contentPart>
                </mc:Choice>
                <mc:Fallback xmlns="">
                  <p:pic>
                    <p:nvPicPr>
                      <p:cNvPr id="1367" name="Ink 1366">
                        <a:extLst>
                          <a:ext uri="{FF2B5EF4-FFF2-40B4-BE49-F238E27FC236}">
                            <a16:creationId xmlns:a16="http://schemas.microsoft.com/office/drawing/2014/main" id="{72A98E7B-E9D3-4E42-9618-62F9859E312C}"/>
                          </a:ext>
                        </a:extLst>
                      </p:cNvPr>
                      <p:cNvPicPr/>
                      <p:nvPr/>
                    </p:nvPicPr>
                    <p:blipFill>
                      <a:blip r:embed="rId165"/>
                      <a:stretch>
                        <a:fillRect/>
                      </a:stretch>
                    </p:blipFill>
                    <p:spPr>
                      <a:xfrm>
                        <a:off x="5052168" y="4642722"/>
                        <a:ext cx="89640"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63" name="Ink 101">
                        <a:extLst>
                          <a:ext uri="{FF2B5EF4-FFF2-40B4-BE49-F238E27FC236}">
                            <a16:creationId xmlns:a16="http://schemas.microsoft.com/office/drawing/2014/main" id="{44508FB8-3BE9-6341-19AE-5D2DC1089A8C}"/>
                          </a:ext>
                        </a:extLst>
                      </p14:cNvPr>
                      <p14:cNvContentPartPr/>
                      <p14:nvPr/>
                    </p14:nvContentPartPr>
                    <p14:xfrm>
                      <a:off x="5109768" y="4431042"/>
                      <a:ext cx="164520" cy="283320"/>
                    </p14:xfrm>
                  </p:contentPart>
                </mc:Choice>
                <mc:Fallback xmlns="">
                  <p:pic>
                    <p:nvPicPr>
                      <p:cNvPr id="1368" name="Ink 1367">
                        <a:extLst>
                          <a:ext uri="{FF2B5EF4-FFF2-40B4-BE49-F238E27FC236}">
                            <a16:creationId xmlns:a16="http://schemas.microsoft.com/office/drawing/2014/main" id="{8D016CA9-91E4-401B-B6CF-14A70FE945DD}"/>
                          </a:ext>
                        </a:extLst>
                      </p:cNvPr>
                      <p:cNvPicPr/>
                      <p:nvPr/>
                    </p:nvPicPr>
                    <p:blipFill>
                      <a:blip r:embed="rId167"/>
                      <a:stretch>
                        <a:fillRect/>
                      </a:stretch>
                    </p:blipFill>
                    <p:spPr>
                      <a:xfrm>
                        <a:off x="5105448" y="4426722"/>
                        <a:ext cx="173160" cy="291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64" name="Ink 102">
                        <a:extLst>
                          <a:ext uri="{FF2B5EF4-FFF2-40B4-BE49-F238E27FC236}">
                            <a16:creationId xmlns:a16="http://schemas.microsoft.com/office/drawing/2014/main" id="{23627A9A-7EBA-5FA0-E5CC-2BBB11A5BFAA}"/>
                          </a:ext>
                        </a:extLst>
                      </p14:cNvPr>
                      <p14:cNvContentPartPr/>
                      <p14:nvPr/>
                    </p14:nvContentPartPr>
                    <p14:xfrm>
                      <a:off x="5129208" y="4225122"/>
                      <a:ext cx="158040" cy="226080"/>
                    </p14:xfrm>
                  </p:contentPart>
                </mc:Choice>
                <mc:Fallback xmlns="">
                  <p:pic>
                    <p:nvPicPr>
                      <p:cNvPr id="1369" name="Ink 1368">
                        <a:extLst>
                          <a:ext uri="{FF2B5EF4-FFF2-40B4-BE49-F238E27FC236}">
                            <a16:creationId xmlns:a16="http://schemas.microsoft.com/office/drawing/2014/main" id="{80998E8B-2677-49F8-A0CF-3F242FFEA5B3}"/>
                          </a:ext>
                        </a:extLst>
                      </p:cNvPr>
                      <p:cNvPicPr/>
                      <p:nvPr/>
                    </p:nvPicPr>
                    <p:blipFill>
                      <a:blip r:embed="rId169"/>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65" name="Ink 103">
                        <a:extLst>
                          <a:ext uri="{FF2B5EF4-FFF2-40B4-BE49-F238E27FC236}">
                            <a16:creationId xmlns:a16="http://schemas.microsoft.com/office/drawing/2014/main" id="{94DCA09D-6B2B-39E0-8C3D-12FAD7FAF195}"/>
                          </a:ext>
                        </a:extLst>
                      </p14:cNvPr>
                      <p14:cNvContentPartPr/>
                      <p14:nvPr/>
                    </p14:nvContentPartPr>
                    <p14:xfrm>
                      <a:off x="5267448" y="4237722"/>
                      <a:ext cx="22680" cy="145800"/>
                    </p14:xfrm>
                  </p:contentPart>
                </mc:Choice>
                <mc:Fallback xmlns="">
                  <p:pic>
                    <p:nvPicPr>
                      <p:cNvPr id="1371" name="Ink 1370">
                        <a:extLst>
                          <a:ext uri="{FF2B5EF4-FFF2-40B4-BE49-F238E27FC236}">
                            <a16:creationId xmlns:a16="http://schemas.microsoft.com/office/drawing/2014/main" id="{C6FA14F8-4E3A-4EB6-851D-B230AD5C066E}"/>
                          </a:ext>
                        </a:extLst>
                      </p:cNvPr>
                      <p:cNvPicPr/>
                      <p:nvPr/>
                    </p:nvPicPr>
                    <p:blipFill>
                      <a:blip r:embed="rId171"/>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66" name="Ink 104">
                        <a:extLst>
                          <a:ext uri="{FF2B5EF4-FFF2-40B4-BE49-F238E27FC236}">
                            <a16:creationId xmlns:a16="http://schemas.microsoft.com/office/drawing/2014/main" id="{4634E632-DC9B-F7F5-FAD6-F5E48D8C044B}"/>
                          </a:ext>
                        </a:extLst>
                      </p14:cNvPr>
                      <p14:cNvContentPartPr/>
                      <p14:nvPr/>
                    </p14:nvContentPartPr>
                    <p14:xfrm>
                      <a:off x="5094288" y="4363002"/>
                      <a:ext cx="57960" cy="85320"/>
                    </p14:xfrm>
                  </p:contentPart>
                </mc:Choice>
                <mc:Fallback xmlns="">
                  <p:pic>
                    <p:nvPicPr>
                      <p:cNvPr id="1372" name="Ink 1371">
                        <a:extLst>
                          <a:ext uri="{FF2B5EF4-FFF2-40B4-BE49-F238E27FC236}">
                            <a16:creationId xmlns:a16="http://schemas.microsoft.com/office/drawing/2014/main" id="{5E63EE79-3031-4B7C-AD6D-CB2EB9670C78}"/>
                          </a:ext>
                        </a:extLst>
                      </p:cNvPr>
                      <p:cNvPicPr/>
                      <p:nvPr/>
                    </p:nvPicPr>
                    <p:blipFill>
                      <a:blip r:embed="rId173"/>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167" name="Ink 105">
                        <a:extLst>
                          <a:ext uri="{FF2B5EF4-FFF2-40B4-BE49-F238E27FC236}">
                            <a16:creationId xmlns:a16="http://schemas.microsoft.com/office/drawing/2014/main" id="{F40D7909-EBD4-9827-01CF-A3CC023EA6CD}"/>
                          </a:ext>
                        </a:extLst>
                      </p14:cNvPr>
                      <p14:cNvContentPartPr/>
                      <p14:nvPr/>
                    </p14:nvContentPartPr>
                    <p14:xfrm>
                      <a:off x="4199083" y="3852938"/>
                      <a:ext cx="221400" cy="130680"/>
                    </p14:xfrm>
                  </p:contentPart>
                </mc:Choice>
                <mc:Fallback xmlns="">
                  <p:pic>
                    <p:nvPicPr>
                      <p:cNvPr id="132" name="Ink 131">
                        <a:extLst>
                          <a:ext uri="{FF2B5EF4-FFF2-40B4-BE49-F238E27FC236}">
                            <a16:creationId xmlns:a16="http://schemas.microsoft.com/office/drawing/2014/main" id="{0633C568-89EB-4806-A9EA-6A9193018234}"/>
                          </a:ext>
                        </a:extLst>
                      </p:cNvPr>
                      <p:cNvPicPr/>
                      <p:nvPr/>
                    </p:nvPicPr>
                    <p:blipFill>
                      <a:blip r:embed="rId175"/>
                      <a:stretch>
                        <a:fillRect/>
                      </a:stretch>
                    </p:blipFill>
                    <p:spPr>
                      <a:xfrm>
                        <a:off x="4194763" y="3848618"/>
                        <a:ext cx="230040" cy="13932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168" name="Ink 106">
                        <a:extLst>
                          <a:ext uri="{FF2B5EF4-FFF2-40B4-BE49-F238E27FC236}">
                            <a16:creationId xmlns:a16="http://schemas.microsoft.com/office/drawing/2014/main" id="{AE170DB4-0AC6-BDDD-F598-E4FD4B402905}"/>
                          </a:ext>
                        </a:extLst>
                      </p14:cNvPr>
                      <p14:cNvContentPartPr/>
                      <p14:nvPr/>
                    </p14:nvContentPartPr>
                    <p14:xfrm>
                      <a:off x="4228963" y="3909458"/>
                      <a:ext cx="65520" cy="48240"/>
                    </p14:xfrm>
                  </p:contentPart>
                </mc:Choice>
                <mc:Fallback xmlns="">
                  <p:pic>
                    <p:nvPicPr>
                      <p:cNvPr id="133" name="Ink 132">
                        <a:extLst>
                          <a:ext uri="{FF2B5EF4-FFF2-40B4-BE49-F238E27FC236}">
                            <a16:creationId xmlns:a16="http://schemas.microsoft.com/office/drawing/2014/main" id="{FF1CC762-C659-4127-AA93-B1235DCDA949}"/>
                          </a:ext>
                        </a:extLst>
                      </p:cNvPr>
                      <p:cNvPicPr/>
                      <p:nvPr/>
                    </p:nvPicPr>
                    <p:blipFill>
                      <a:blip r:embed="rId177"/>
                      <a:stretch>
                        <a:fillRect/>
                      </a:stretch>
                    </p:blipFill>
                    <p:spPr>
                      <a:xfrm>
                        <a:off x="4224643" y="3905138"/>
                        <a:ext cx="74160"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169" name="Ink 107">
                        <a:extLst>
                          <a:ext uri="{FF2B5EF4-FFF2-40B4-BE49-F238E27FC236}">
                            <a16:creationId xmlns:a16="http://schemas.microsoft.com/office/drawing/2014/main" id="{880C4C0A-4C0F-B961-0B83-CAECD4340495}"/>
                          </a:ext>
                        </a:extLst>
                      </p14:cNvPr>
                      <p14:cNvContentPartPr/>
                      <p14:nvPr/>
                    </p14:nvContentPartPr>
                    <p14:xfrm>
                      <a:off x="4333003" y="3912698"/>
                      <a:ext cx="57600" cy="41760"/>
                    </p14:xfrm>
                  </p:contentPart>
                </mc:Choice>
                <mc:Fallback xmlns="">
                  <p:pic>
                    <p:nvPicPr>
                      <p:cNvPr id="134" name="Ink 133">
                        <a:extLst>
                          <a:ext uri="{FF2B5EF4-FFF2-40B4-BE49-F238E27FC236}">
                            <a16:creationId xmlns:a16="http://schemas.microsoft.com/office/drawing/2014/main" id="{10F23DAB-40D8-4CD2-B886-692E6964E5F8}"/>
                          </a:ext>
                        </a:extLst>
                      </p:cNvPr>
                      <p:cNvPicPr/>
                      <p:nvPr/>
                    </p:nvPicPr>
                    <p:blipFill>
                      <a:blip r:embed="rId179"/>
                      <a:stretch>
                        <a:fillRect/>
                      </a:stretch>
                    </p:blipFill>
                    <p:spPr>
                      <a:xfrm>
                        <a:off x="4328683" y="3908378"/>
                        <a:ext cx="66240" cy="5040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170" name="Ink 108">
                        <a:extLst>
                          <a:ext uri="{FF2B5EF4-FFF2-40B4-BE49-F238E27FC236}">
                            <a16:creationId xmlns:a16="http://schemas.microsoft.com/office/drawing/2014/main" id="{6B3EF1D3-1D77-6F43-4E5C-1644663B632A}"/>
                          </a:ext>
                        </a:extLst>
                      </p14:cNvPr>
                      <p14:cNvContentPartPr/>
                      <p14:nvPr/>
                    </p14:nvContentPartPr>
                    <p14:xfrm>
                      <a:off x="4407883" y="3853298"/>
                      <a:ext cx="114480" cy="117720"/>
                    </p14:xfrm>
                  </p:contentPart>
                </mc:Choice>
                <mc:Fallback xmlns="">
                  <p:pic>
                    <p:nvPicPr>
                      <p:cNvPr id="135" name="Ink 134">
                        <a:extLst>
                          <a:ext uri="{FF2B5EF4-FFF2-40B4-BE49-F238E27FC236}">
                            <a16:creationId xmlns:a16="http://schemas.microsoft.com/office/drawing/2014/main" id="{9AB31790-517D-4992-9A26-F4A46DC30781}"/>
                          </a:ext>
                        </a:extLst>
                      </p:cNvPr>
                      <p:cNvPicPr/>
                      <p:nvPr/>
                    </p:nvPicPr>
                    <p:blipFill>
                      <a:blip r:embed="rId181"/>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171" name="Ink 109">
                        <a:extLst>
                          <a:ext uri="{FF2B5EF4-FFF2-40B4-BE49-F238E27FC236}">
                            <a16:creationId xmlns:a16="http://schemas.microsoft.com/office/drawing/2014/main" id="{77A97138-C37A-FC5D-ED1F-2AEFA53BB1E3}"/>
                          </a:ext>
                        </a:extLst>
                      </p14:cNvPr>
                      <p14:cNvContentPartPr/>
                      <p14:nvPr/>
                    </p14:nvContentPartPr>
                    <p14:xfrm>
                      <a:off x="4451443" y="3906578"/>
                      <a:ext cx="44640" cy="39240"/>
                    </p14:xfrm>
                  </p:contentPart>
                </mc:Choice>
                <mc:Fallback xmlns="">
                  <p:pic>
                    <p:nvPicPr>
                      <p:cNvPr id="136" name="Ink 135">
                        <a:extLst>
                          <a:ext uri="{FF2B5EF4-FFF2-40B4-BE49-F238E27FC236}">
                            <a16:creationId xmlns:a16="http://schemas.microsoft.com/office/drawing/2014/main" id="{747BA645-552D-47FF-86DC-32A722EFA6B2}"/>
                          </a:ext>
                        </a:extLst>
                      </p:cNvPr>
                      <p:cNvPicPr/>
                      <p:nvPr/>
                    </p:nvPicPr>
                    <p:blipFill>
                      <a:blip r:embed="rId183"/>
                      <a:stretch>
                        <a:fillRect/>
                      </a:stretch>
                    </p:blipFill>
                    <p:spPr>
                      <a:xfrm>
                        <a:off x="4447123" y="3902258"/>
                        <a:ext cx="53280"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172" name="Ink 110">
                        <a:extLst>
                          <a:ext uri="{FF2B5EF4-FFF2-40B4-BE49-F238E27FC236}">
                            <a16:creationId xmlns:a16="http://schemas.microsoft.com/office/drawing/2014/main" id="{DA165BAF-87D4-AABC-C3CD-0D1B4897EF27}"/>
                          </a:ext>
                        </a:extLst>
                      </p14:cNvPr>
                      <p14:cNvContentPartPr/>
                      <p14:nvPr/>
                    </p14:nvContentPartPr>
                    <p14:xfrm>
                      <a:off x="4515883" y="3856538"/>
                      <a:ext cx="121320" cy="111960"/>
                    </p14:xfrm>
                  </p:contentPart>
                </mc:Choice>
                <mc:Fallback xmlns="">
                  <p:pic>
                    <p:nvPicPr>
                      <p:cNvPr id="137" name="Ink 136">
                        <a:extLst>
                          <a:ext uri="{FF2B5EF4-FFF2-40B4-BE49-F238E27FC236}">
                            <a16:creationId xmlns:a16="http://schemas.microsoft.com/office/drawing/2014/main" id="{C956AF1A-43FF-4FDE-834C-9C81AC56010C}"/>
                          </a:ext>
                        </a:extLst>
                      </p:cNvPr>
                      <p:cNvPicPr/>
                      <p:nvPr/>
                    </p:nvPicPr>
                    <p:blipFill>
                      <a:blip r:embed="rId185"/>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173" name="Ink 111">
                        <a:extLst>
                          <a:ext uri="{FF2B5EF4-FFF2-40B4-BE49-F238E27FC236}">
                            <a16:creationId xmlns:a16="http://schemas.microsoft.com/office/drawing/2014/main" id="{414A2935-2112-234B-DBD6-34047C2C1635}"/>
                          </a:ext>
                        </a:extLst>
                      </p14:cNvPr>
                      <p14:cNvContentPartPr/>
                      <p14:nvPr/>
                    </p14:nvContentPartPr>
                    <p14:xfrm>
                      <a:off x="4545403" y="3912338"/>
                      <a:ext cx="48960" cy="39960"/>
                    </p14:xfrm>
                  </p:contentPart>
                </mc:Choice>
                <mc:Fallback xmlns="">
                  <p:pic>
                    <p:nvPicPr>
                      <p:cNvPr id="140" name="Ink 139">
                        <a:extLst>
                          <a:ext uri="{FF2B5EF4-FFF2-40B4-BE49-F238E27FC236}">
                            <a16:creationId xmlns:a16="http://schemas.microsoft.com/office/drawing/2014/main" id="{92CE737F-600A-4114-B871-44B1C671F22A}"/>
                          </a:ext>
                        </a:extLst>
                      </p:cNvPr>
                      <p:cNvPicPr/>
                      <p:nvPr/>
                    </p:nvPicPr>
                    <p:blipFill>
                      <a:blip r:embed="rId187"/>
                      <a:stretch>
                        <a:fillRect/>
                      </a:stretch>
                    </p:blipFill>
                    <p:spPr>
                      <a:xfrm>
                        <a:off x="4541083" y="3908018"/>
                        <a:ext cx="5760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174" name="Ink 112">
                        <a:extLst>
                          <a:ext uri="{FF2B5EF4-FFF2-40B4-BE49-F238E27FC236}">
                            <a16:creationId xmlns:a16="http://schemas.microsoft.com/office/drawing/2014/main" id="{59F4B68D-2BDB-0466-3719-CBCAB6D8B735}"/>
                          </a:ext>
                        </a:extLst>
                      </p14:cNvPr>
                      <p14:cNvContentPartPr/>
                      <p14:nvPr/>
                    </p14:nvContentPartPr>
                    <p14:xfrm>
                      <a:off x="4620643" y="3842498"/>
                      <a:ext cx="105480" cy="127800"/>
                    </p14:xfrm>
                  </p:contentPart>
                </mc:Choice>
                <mc:Fallback xmlns="">
                  <p:pic>
                    <p:nvPicPr>
                      <p:cNvPr id="145" name="Ink 144">
                        <a:extLst>
                          <a:ext uri="{FF2B5EF4-FFF2-40B4-BE49-F238E27FC236}">
                            <a16:creationId xmlns:a16="http://schemas.microsoft.com/office/drawing/2014/main" id="{08FA95E0-F0D9-4AD0-9FD3-3BB4A88D3B8E}"/>
                          </a:ext>
                        </a:extLst>
                      </p:cNvPr>
                      <p:cNvPicPr/>
                      <p:nvPr/>
                    </p:nvPicPr>
                    <p:blipFill>
                      <a:blip r:embed="rId189"/>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175" name="Ink 113">
                        <a:extLst>
                          <a:ext uri="{FF2B5EF4-FFF2-40B4-BE49-F238E27FC236}">
                            <a16:creationId xmlns:a16="http://schemas.microsoft.com/office/drawing/2014/main" id="{33ACB031-8617-CA74-CFA3-C5288F3611DF}"/>
                          </a:ext>
                        </a:extLst>
                      </p14:cNvPr>
                      <p14:cNvContentPartPr/>
                      <p14:nvPr/>
                    </p14:nvContentPartPr>
                    <p14:xfrm>
                      <a:off x="4653043" y="3906218"/>
                      <a:ext cx="51120" cy="39600"/>
                    </p14:xfrm>
                  </p:contentPart>
                </mc:Choice>
                <mc:Fallback xmlns="">
                  <p:pic>
                    <p:nvPicPr>
                      <p:cNvPr id="148" name="Ink 147">
                        <a:extLst>
                          <a:ext uri="{FF2B5EF4-FFF2-40B4-BE49-F238E27FC236}">
                            <a16:creationId xmlns:a16="http://schemas.microsoft.com/office/drawing/2014/main" id="{EE3CA112-5D46-4E5A-8ABC-62A5623563BE}"/>
                          </a:ext>
                        </a:extLst>
                      </p:cNvPr>
                      <p:cNvPicPr/>
                      <p:nvPr/>
                    </p:nvPicPr>
                    <p:blipFill>
                      <a:blip r:embed="rId191"/>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176" name="Ink 114">
                        <a:extLst>
                          <a:ext uri="{FF2B5EF4-FFF2-40B4-BE49-F238E27FC236}">
                            <a16:creationId xmlns:a16="http://schemas.microsoft.com/office/drawing/2014/main" id="{9DBD7303-F901-A328-A67E-ECA6440245C7}"/>
                          </a:ext>
                        </a:extLst>
                      </p14:cNvPr>
                      <p14:cNvContentPartPr/>
                      <p14:nvPr/>
                    </p14:nvContentPartPr>
                    <p14:xfrm>
                      <a:off x="4711363" y="3852218"/>
                      <a:ext cx="123480" cy="114480"/>
                    </p14:xfrm>
                  </p:contentPart>
                </mc:Choice>
                <mc:Fallback xmlns="">
                  <p:pic>
                    <p:nvPicPr>
                      <p:cNvPr id="149" name="Ink 148">
                        <a:extLst>
                          <a:ext uri="{FF2B5EF4-FFF2-40B4-BE49-F238E27FC236}">
                            <a16:creationId xmlns:a16="http://schemas.microsoft.com/office/drawing/2014/main" id="{A076DD61-9039-47BA-9D37-7F62B3751C5E}"/>
                          </a:ext>
                        </a:extLst>
                      </p:cNvPr>
                      <p:cNvPicPr/>
                      <p:nvPr/>
                    </p:nvPicPr>
                    <p:blipFill>
                      <a:blip r:embed="rId193"/>
                      <a:stretch>
                        <a:fillRect/>
                      </a:stretch>
                    </p:blipFill>
                    <p:spPr>
                      <a:xfrm>
                        <a:off x="4707043" y="3847898"/>
                        <a:ext cx="13212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177" name="Ink 115">
                        <a:extLst>
                          <a:ext uri="{FF2B5EF4-FFF2-40B4-BE49-F238E27FC236}">
                            <a16:creationId xmlns:a16="http://schemas.microsoft.com/office/drawing/2014/main" id="{7BC81D72-B282-AD93-DD0B-2E8CA92149A9}"/>
                          </a:ext>
                        </a:extLst>
                      </p14:cNvPr>
                      <p14:cNvContentPartPr/>
                      <p14:nvPr/>
                    </p14:nvContentPartPr>
                    <p14:xfrm>
                      <a:off x="4758163" y="3903338"/>
                      <a:ext cx="56160" cy="43560"/>
                    </p14:xfrm>
                  </p:contentPart>
                </mc:Choice>
                <mc:Fallback xmlns="">
                  <p:pic>
                    <p:nvPicPr>
                      <p:cNvPr id="150" name="Ink 149">
                        <a:extLst>
                          <a:ext uri="{FF2B5EF4-FFF2-40B4-BE49-F238E27FC236}">
                            <a16:creationId xmlns:a16="http://schemas.microsoft.com/office/drawing/2014/main" id="{1FD27536-8035-45CD-852A-A9F9C1397746}"/>
                          </a:ext>
                        </a:extLst>
                      </p:cNvPr>
                      <p:cNvPicPr/>
                      <p:nvPr/>
                    </p:nvPicPr>
                    <p:blipFill>
                      <a:blip r:embed="rId195"/>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178" name="Ink 116">
                        <a:extLst>
                          <a:ext uri="{FF2B5EF4-FFF2-40B4-BE49-F238E27FC236}">
                            <a16:creationId xmlns:a16="http://schemas.microsoft.com/office/drawing/2014/main" id="{0867D00C-E06D-28A2-7C91-0C277D5EE5DF}"/>
                          </a:ext>
                        </a:extLst>
                      </p14:cNvPr>
                      <p14:cNvContentPartPr/>
                      <p14:nvPr/>
                    </p14:nvContentPartPr>
                    <p14:xfrm>
                      <a:off x="4825918" y="3863738"/>
                      <a:ext cx="69120" cy="114480"/>
                    </p14:xfrm>
                  </p:contentPart>
                </mc:Choice>
                <mc:Fallback xmlns="">
                  <p:pic>
                    <p:nvPicPr>
                      <p:cNvPr id="152" name="Ink 151">
                        <a:extLst>
                          <a:ext uri="{FF2B5EF4-FFF2-40B4-BE49-F238E27FC236}">
                            <a16:creationId xmlns:a16="http://schemas.microsoft.com/office/drawing/2014/main" id="{495B5714-5277-4B6B-81B0-E18C57F5E46E}"/>
                          </a:ext>
                        </a:extLst>
                      </p:cNvPr>
                      <p:cNvPicPr/>
                      <p:nvPr/>
                    </p:nvPicPr>
                    <p:blipFill>
                      <a:blip r:embed="rId197"/>
                      <a:stretch>
                        <a:fillRect/>
                      </a:stretch>
                    </p:blipFill>
                    <p:spPr>
                      <a:xfrm>
                        <a:off x="4821598" y="3859418"/>
                        <a:ext cx="7776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179" name="Ink 117">
                        <a:extLst>
                          <a:ext uri="{FF2B5EF4-FFF2-40B4-BE49-F238E27FC236}">
                            <a16:creationId xmlns:a16="http://schemas.microsoft.com/office/drawing/2014/main" id="{3BB220F0-5EAA-B4F9-3FC6-E2B3CF593226}"/>
                          </a:ext>
                        </a:extLst>
                      </p14:cNvPr>
                      <p14:cNvContentPartPr/>
                      <p14:nvPr/>
                    </p14:nvContentPartPr>
                    <p14:xfrm>
                      <a:off x="4845718" y="3924218"/>
                      <a:ext cx="26640" cy="34560"/>
                    </p14:xfrm>
                  </p:contentPart>
                </mc:Choice>
                <mc:Fallback xmlns="">
                  <p:pic>
                    <p:nvPicPr>
                      <p:cNvPr id="153" name="Ink 152">
                        <a:extLst>
                          <a:ext uri="{FF2B5EF4-FFF2-40B4-BE49-F238E27FC236}">
                            <a16:creationId xmlns:a16="http://schemas.microsoft.com/office/drawing/2014/main" id="{CE1D4C22-0ADF-4547-84FD-A7F0368761CE}"/>
                          </a:ext>
                        </a:extLst>
                      </p:cNvPr>
                      <p:cNvPicPr/>
                      <p:nvPr/>
                    </p:nvPicPr>
                    <p:blipFill>
                      <a:blip r:embed="rId199"/>
                      <a:stretch>
                        <a:fillRect/>
                      </a:stretch>
                    </p:blipFill>
                    <p:spPr>
                      <a:xfrm>
                        <a:off x="4841398" y="3919898"/>
                        <a:ext cx="35280"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180" name="Ink 118">
                        <a:extLst>
                          <a:ext uri="{FF2B5EF4-FFF2-40B4-BE49-F238E27FC236}">
                            <a16:creationId xmlns:a16="http://schemas.microsoft.com/office/drawing/2014/main" id="{F2F4745D-E79E-BC1A-CFD0-B8E99A52DF5B}"/>
                          </a:ext>
                        </a:extLst>
                      </p14:cNvPr>
                      <p14:cNvContentPartPr/>
                      <p14:nvPr/>
                    </p14:nvContentPartPr>
                    <p14:xfrm>
                      <a:off x="4892878" y="3845018"/>
                      <a:ext cx="38880" cy="111240"/>
                    </p14:xfrm>
                  </p:contentPart>
                </mc:Choice>
                <mc:Fallback xmlns="">
                  <p:pic>
                    <p:nvPicPr>
                      <p:cNvPr id="155" name="Ink 154">
                        <a:extLst>
                          <a:ext uri="{FF2B5EF4-FFF2-40B4-BE49-F238E27FC236}">
                            <a16:creationId xmlns:a16="http://schemas.microsoft.com/office/drawing/2014/main" id="{AC267DCA-E21A-40CE-9245-F15ABD64B920}"/>
                          </a:ext>
                        </a:extLst>
                      </p:cNvPr>
                      <p:cNvPicPr/>
                      <p:nvPr/>
                    </p:nvPicPr>
                    <p:blipFill>
                      <a:blip r:embed="rId201"/>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181" name="Ink 119">
                        <a:extLst>
                          <a:ext uri="{FF2B5EF4-FFF2-40B4-BE49-F238E27FC236}">
                            <a16:creationId xmlns:a16="http://schemas.microsoft.com/office/drawing/2014/main" id="{868D61FD-E16A-2042-7E59-78F91E296D4B}"/>
                          </a:ext>
                        </a:extLst>
                      </p14:cNvPr>
                      <p14:cNvContentPartPr/>
                      <p14:nvPr/>
                    </p14:nvContentPartPr>
                    <p14:xfrm>
                      <a:off x="4931038" y="3811178"/>
                      <a:ext cx="41040" cy="105120"/>
                    </p14:xfrm>
                  </p:contentPart>
                </mc:Choice>
                <mc:Fallback xmlns="">
                  <p:pic>
                    <p:nvPicPr>
                      <p:cNvPr id="157" name="Ink 156">
                        <a:extLst>
                          <a:ext uri="{FF2B5EF4-FFF2-40B4-BE49-F238E27FC236}">
                            <a16:creationId xmlns:a16="http://schemas.microsoft.com/office/drawing/2014/main" id="{23785C6D-5586-490D-9EA3-76C3FB96E6BB}"/>
                          </a:ext>
                        </a:extLst>
                      </p:cNvPr>
                      <p:cNvPicPr/>
                      <p:nvPr/>
                    </p:nvPicPr>
                    <p:blipFill>
                      <a:blip r:embed="rId203"/>
                      <a:stretch>
                        <a:fillRect/>
                      </a:stretch>
                    </p:blipFill>
                    <p:spPr>
                      <a:xfrm>
                        <a:off x="4926718" y="3806858"/>
                        <a:ext cx="49680"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182" name="Ink 120">
                        <a:extLst>
                          <a:ext uri="{FF2B5EF4-FFF2-40B4-BE49-F238E27FC236}">
                            <a16:creationId xmlns:a16="http://schemas.microsoft.com/office/drawing/2014/main" id="{C6AB2832-4CDB-10AB-A908-D120632AAEDF}"/>
                          </a:ext>
                        </a:extLst>
                      </p14:cNvPr>
                      <p14:cNvContentPartPr/>
                      <p14:nvPr/>
                    </p14:nvContentPartPr>
                    <p14:xfrm>
                      <a:off x="4964518" y="3774458"/>
                      <a:ext cx="57960" cy="111960"/>
                    </p14:xfrm>
                  </p:contentPart>
                </mc:Choice>
                <mc:Fallback xmlns="">
                  <p:pic>
                    <p:nvPicPr>
                      <p:cNvPr id="158" name="Ink 157">
                        <a:extLst>
                          <a:ext uri="{FF2B5EF4-FFF2-40B4-BE49-F238E27FC236}">
                            <a16:creationId xmlns:a16="http://schemas.microsoft.com/office/drawing/2014/main" id="{64B02EBD-DE0C-4812-813F-6B6EF9F2A6B4}"/>
                          </a:ext>
                        </a:extLst>
                      </p:cNvPr>
                      <p:cNvPicPr/>
                      <p:nvPr/>
                    </p:nvPicPr>
                    <p:blipFill>
                      <a:blip r:embed="rId205"/>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183" name="Ink 121">
                        <a:extLst>
                          <a:ext uri="{FF2B5EF4-FFF2-40B4-BE49-F238E27FC236}">
                            <a16:creationId xmlns:a16="http://schemas.microsoft.com/office/drawing/2014/main" id="{3A82B986-8C45-8961-06C4-A60DAE946FE2}"/>
                          </a:ext>
                        </a:extLst>
                      </p14:cNvPr>
                      <p14:cNvContentPartPr/>
                      <p14:nvPr/>
                    </p14:nvContentPartPr>
                    <p14:xfrm>
                      <a:off x="5007718" y="3737738"/>
                      <a:ext cx="65520" cy="97200"/>
                    </p14:xfrm>
                  </p:contentPart>
                </mc:Choice>
                <mc:Fallback xmlns="">
                  <p:pic>
                    <p:nvPicPr>
                      <p:cNvPr id="160" name="Ink 159">
                        <a:extLst>
                          <a:ext uri="{FF2B5EF4-FFF2-40B4-BE49-F238E27FC236}">
                            <a16:creationId xmlns:a16="http://schemas.microsoft.com/office/drawing/2014/main" id="{DE50CD26-52E6-48BB-9713-8BD38D93F636}"/>
                          </a:ext>
                        </a:extLst>
                      </p:cNvPr>
                      <p:cNvPicPr/>
                      <p:nvPr/>
                    </p:nvPicPr>
                    <p:blipFill>
                      <a:blip r:embed="rId207"/>
                      <a:stretch>
                        <a:fillRect/>
                      </a:stretch>
                    </p:blipFill>
                    <p:spPr>
                      <a:xfrm>
                        <a:off x="5003398" y="3733418"/>
                        <a:ext cx="74160" cy="10584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184" name="Ink 122">
                        <a:extLst>
                          <a:ext uri="{FF2B5EF4-FFF2-40B4-BE49-F238E27FC236}">
                            <a16:creationId xmlns:a16="http://schemas.microsoft.com/office/drawing/2014/main" id="{3E43A252-9D92-21B4-4B2C-6F8DEDE73445}"/>
                          </a:ext>
                        </a:extLst>
                      </p14:cNvPr>
                      <p14:cNvContentPartPr/>
                      <p14:nvPr/>
                    </p14:nvContentPartPr>
                    <p14:xfrm>
                      <a:off x="5049478" y="3685538"/>
                      <a:ext cx="75960" cy="94680"/>
                    </p14:xfrm>
                  </p:contentPart>
                </mc:Choice>
                <mc:Fallback xmlns="">
                  <p:pic>
                    <p:nvPicPr>
                      <p:cNvPr id="162" name="Ink 161">
                        <a:extLst>
                          <a:ext uri="{FF2B5EF4-FFF2-40B4-BE49-F238E27FC236}">
                            <a16:creationId xmlns:a16="http://schemas.microsoft.com/office/drawing/2014/main" id="{9E5AD331-EE3C-4CD3-955B-7F22C1E8AC7A}"/>
                          </a:ext>
                        </a:extLst>
                      </p:cNvPr>
                      <p:cNvPicPr/>
                      <p:nvPr/>
                    </p:nvPicPr>
                    <p:blipFill>
                      <a:blip r:embed="rId209"/>
                      <a:stretch>
                        <a:fillRect/>
                      </a:stretch>
                    </p:blipFill>
                    <p:spPr>
                      <a:xfrm>
                        <a:off x="5045158" y="3681218"/>
                        <a:ext cx="8460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185" name="Ink 123">
                        <a:extLst>
                          <a:ext uri="{FF2B5EF4-FFF2-40B4-BE49-F238E27FC236}">
                            <a16:creationId xmlns:a16="http://schemas.microsoft.com/office/drawing/2014/main" id="{0883B131-B70E-272D-D067-62C5D69A2D69}"/>
                          </a:ext>
                        </a:extLst>
                      </p14:cNvPr>
                      <p14:cNvContentPartPr/>
                      <p14:nvPr/>
                    </p14:nvContentPartPr>
                    <p14:xfrm>
                      <a:off x="5110678" y="3650978"/>
                      <a:ext cx="55800" cy="82080"/>
                    </p14:xfrm>
                  </p:contentPart>
                </mc:Choice>
                <mc:Fallback xmlns="">
                  <p:pic>
                    <p:nvPicPr>
                      <p:cNvPr id="164" name="Ink 163">
                        <a:extLst>
                          <a:ext uri="{FF2B5EF4-FFF2-40B4-BE49-F238E27FC236}">
                            <a16:creationId xmlns:a16="http://schemas.microsoft.com/office/drawing/2014/main" id="{68E2F9BF-1D26-4F0E-83AF-45AD825305BD}"/>
                          </a:ext>
                        </a:extLst>
                      </p:cNvPr>
                      <p:cNvPicPr/>
                      <p:nvPr/>
                    </p:nvPicPr>
                    <p:blipFill>
                      <a:blip r:embed="rId211"/>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186" name="Ink 124">
                        <a:extLst>
                          <a:ext uri="{FF2B5EF4-FFF2-40B4-BE49-F238E27FC236}">
                            <a16:creationId xmlns:a16="http://schemas.microsoft.com/office/drawing/2014/main" id="{AD2BF4E2-50DA-F00D-0B48-87C12BAF0412}"/>
                          </a:ext>
                        </a:extLst>
                      </p14:cNvPr>
                      <p14:cNvContentPartPr/>
                      <p14:nvPr/>
                    </p14:nvContentPartPr>
                    <p14:xfrm>
                      <a:off x="5133718" y="3606698"/>
                      <a:ext cx="72360" cy="90000"/>
                    </p14:xfrm>
                  </p:contentPart>
                </mc:Choice>
                <mc:Fallback xmlns="">
                  <p:pic>
                    <p:nvPicPr>
                      <p:cNvPr id="166" name="Ink 165">
                        <a:extLst>
                          <a:ext uri="{FF2B5EF4-FFF2-40B4-BE49-F238E27FC236}">
                            <a16:creationId xmlns:a16="http://schemas.microsoft.com/office/drawing/2014/main" id="{0DB7DB3F-773F-43CD-8613-2DF58CEA18B9}"/>
                          </a:ext>
                        </a:extLst>
                      </p:cNvPr>
                      <p:cNvPicPr/>
                      <p:nvPr/>
                    </p:nvPicPr>
                    <p:blipFill>
                      <a:blip r:embed="rId213"/>
                      <a:stretch>
                        <a:fillRect/>
                      </a:stretch>
                    </p:blipFill>
                    <p:spPr>
                      <a:xfrm>
                        <a:off x="5129398" y="3602378"/>
                        <a:ext cx="81000" cy="9864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187" name="Ink 125">
                        <a:extLst>
                          <a:ext uri="{FF2B5EF4-FFF2-40B4-BE49-F238E27FC236}">
                            <a16:creationId xmlns:a16="http://schemas.microsoft.com/office/drawing/2014/main" id="{A9B111A9-449C-A43E-EB9D-A2961871DDBF}"/>
                          </a:ext>
                        </a:extLst>
                      </p14:cNvPr>
                      <p14:cNvContentPartPr/>
                      <p14:nvPr/>
                    </p14:nvContentPartPr>
                    <p14:xfrm>
                      <a:off x="5185918" y="3553778"/>
                      <a:ext cx="57960" cy="110160"/>
                    </p14:xfrm>
                  </p:contentPart>
                </mc:Choice>
                <mc:Fallback xmlns="">
                  <p:pic>
                    <p:nvPicPr>
                      <p:cNvPr id="167" name="Ink 166">
                        <a:extLst>
                          <a:ext uri="{FF2B5EF4-FFF2-40B4-BE49-F238E27FC236}">
                            <a16:creationId xmlns:a16="http://schemas.microsoft.com/office/drawing/2014/main" id="{BD4DF6D5-7456-4915-9E26-2274DA8A1D3F}"/>
                          </a:ext>
                        </a:extLst>
                      </p:cNvPr>
                      <p:cNvPicPr/>
                      <p:nvPr/>
                    </p:nvPicPr>
                    <p:blipFill>
                      <a:blip r:embed="rId215"/>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188" name="Ink 126">
                        <a:extLst>
                          <a:ext uri="{FF2B5EF4-FFF2-40B4-BE49-F238E27FC236}">
                            <a16:creationId xmlns:a16="http://schemas.microsoft.com/office/drawing/2014/main" id="{50E83A74-6F86-E578-070A-3916DA416F23}"/>
                          </a:ext>
                        </a:extLst>
                      </p14:cNvPr>
                      <p14:cNvContentPartPr/>
                      <p14:nvPr/>
                    </p14:nvContentPartPr>
                    <p14:xfrm>
                      <a:off x="5226238" y="3504458"/>
                      <a:ext cx="79200" cy="127080"/>
                    </p14:xfrm>
                  </p:contentPart>
                </mc:Choice>
                <mc:Fallback xmlns="">
                  <p:pic>
                    <p:nvPicPr>
                      <p:cNvPr id="168" name="Ink 167">
                        <a:extLst>
                          <a:ext uri="{FF2B5EF4-FFF2-40B4-BE49-F238E27FC236}">
                            <a16:creationId xmlns:a16="http://schemas.microsoft.com/office/drawing/2014/main" id="{3A36E777-CC1F-4317-AB9F-3DF22E73AF87}"/>
                          </a:ext>
                        </a:extLst>
                      </p:cNvPr>
                      <p:cNvPicPr/>
                      <p:nvPr/>
                    </p:nvPicPr>
                    <p:blipFill>
                      <a:blip r:embed="rId217"/>
                      <a:stretch>
                        <a:fillRect/>
                      </a:stretch>
                    </p:blipFill>
                    <p:spPr>
                      <a:xfrm>
                        <a:off x="5221918" y="3500138"/>
                        <a:ext cx="87840" cy="13572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189" name="Ink 127">
                        <a:extLst>
                          <a:ext uri="{FF2B5EF4-FFF2-40B4-BE49-F238E27FC236}">
                            <a16:creationId xmlns:a16="http://schemas.microsoft.com/office/drawing/2014/main" id="{D9B948BB-1FD6-5C4A-A39E-2A987703A3C6}"/>
                          </a:ext>
                        </a:extLst>
                      </p14:cNvPr>
                      <p14:cNvContentPartPr/>
                      <p14:nvPr/>
                    </p14:nvContentPartPr>
                    <p14:xfrm>
                      <a:off x="5253598" y="3565658"/>
                      <a:ext cx="28800" cy="31320"/>
                    </p14:xfrm>
                  </p:contentPart>
                </mc:Choice>
                <mc:Fallback xmlns="">
                  <p:pic>
                    <p:nvPicPr>
                      <p:cNvPr id="169" name="Ink 168">
                        <a:extLst>
                          <a:ext uri="{FF2B5EF4-FFF2-40B4-BE49-F238E27FC236}">
                            <a16:creationId xmlns:a16="http://schemas.microsoft.com/office/drawing/2014/main" id="{C3CB1218-F893-4136-8714-A9959830863A}"/>
                          </a:ext>
                        </a:extLst>
                      </p:cNvPr>
                      <p:cNvPicPr/>
                      <p:nvPr/>
                    </p:nvPicPr>
                    <p:blipFill>
                      <a:blip r:embed="rId219"/>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190" name="Ink 128">
                        <a:extLst>
                          <a:ext uri="{FF2B5EF4-FFF2-40B4-BE49-F238E27FC236}">
                            <a16:creationId xmlns:a16="http://schemas.microsoft.com/office/drawing/2014/main" id="{C7EE81D0-A04D-1FC2-203C-699E550BB101}"/>
                          </a:ext>
                        </a:extLst>
                      </p14:cNvPr>
                      <p14:cNvContentPartPr/>
                      <p14:nvPr/>
                    </p14:nvContentPartPr>
                    <p14:xfrm>
                      <a:off x="5205718" y="3628658"/>
                      <a:ext cx="19080" cy="22320"/>
                    </p14:xfrm>
                  </p:contentPart>
                </mc:Choice>
                <mc:Fallback xmlns="">
                  <p:pic>
                    <p:nvPicPr>
                      <p:cNvPr id="170" name="Ink 169">
                        <a:extLst>
                          <a:ext uri="{FF2B5EF4-FFF2-40B4-BE49-F238E27FC236}">
                            <a16:creationId xmlns:a16="http://schemas.microsoft.com/office/drawing/2014/main" id="{A3693B6C-2A30-411C-8FD8-EBF023C8C546}"/>
                          </a:ext>
                        </a:extLst>
                      </p:cNvPr>
                      <p:cNvPicPr/>
                      <p:nvPr/>
                    </p:nvPicPr>
                    <p:blipFill>
                      <a:blip r:embed="rId221"/>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22">
                    <p14:nvContentPartPr>
                      <p14:cNvPr id="191" name="Ink 129">
                        <a:extLst>
                          <a:ext uri="{FF2B5EF4-FFF2-40B4-BE49-F238E27FC236}">
                            <a16:creationId xmlns:a16="http://schemas.microsoft.com/office/drawing/2014/main" id="{2FC542FB-44C5-1D79-2E93-C89BF3D7F34B}"/>
                          </a:ext>
                        </a:extLst>
                      </p14:cNvPr>
                      <p14:cNvContentPartPr/>
                      <p14:nvPr/>
                    </p14:nvContentPartPr>
                    <p14:xfrm>
                      <a:off x="5162878" y="3664658"/>
                      <a:ext cx="19080" cy="20880"/>
                    </p14:xfrm>
                  </p:contentPart>
                </mc:Choice>
                <mc:Fallback xmlns="">
                  <p:pic>
                    <p:nvPicPr>
                      <p:cNvPr id="171" name="Ink 170">
                        <a:extLst>
                          <a:ext uri="{FF2B5EF4-FFF2-40B4-BE49-F238E27FC236}">
                            <a16:creationId xmlns:a16="http://schemas.microsoft.com/office/drawing/2014/main" id="{7BC33D2C-0C27-4451-8A07-ABE84A15B76C}"/>
                          </a:ext>
                        </a:extLst>
                      </p:cNvPr>
                      <p:cNvPicPr/>
                      <p:nvPr/>
                    </p:nvPicPr>
                    <p:blipFill>
                      <a:blip r:embed="rId223"/>
                      <a:stretch>
                        <a:fillRect/>
                      </a:stretch>
                    </p:blipFill>
                    <p:spPr>
                      <a:xfrm>
                        <a:off x="5158558" y="3660338"/>
                        <a:ext cx="27720" cy="295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192" name="Ink 130">
                        <a:extLst>
                          <a:ext uri="{FF2B5EF4-FFF2-40B4-BE49-F238E27FC236}">
                            <a16:creationId xmlns:a16="http://schemas.microsoft.com/office/drawing/2014/main" id="{A21D4BC7-2AF2-1806-1516-675F6295A03C}"/>
                          </a:ext>
                        </a:extLst>
                      </p14:cNvPr>
                      <p14:cNvContentPartPr/>
                      <p14:nvPr/>
                    </p14:nvContentPartPr>
                    <p14:xfrm>
                      <a:off x="5128318" y="3701018"/>
                      <a:ext cx="14760" cy="15480"/>
                    </p14:xfrm>
                  </p:contentPart>
                </mc:Choice>
                <mc:Fallback xmlns="">
                  <p:pic>
                    <p:nvPicPr>
                      <p:cNvPr id="172" name="Ink 171">
                        <a:extLst>
                          <a:ext uri="{FF2B5EF4-FFF2-40B4-BE49-F238E27FC236}">
                            <a16:creationId xmlns:a16="http://schemas.microsoft.com/office/drawing/2014/main" id="{2A7E62B6-2255-4E97-AA91-75E7C8A31B5B}"/>
                          </a:ext>
                        </a:extLst>
                      </p:cNvPr>
                      <p:cNvPicPr/>
                      <p:nvPr/>
                    </p:nvPicPr>
                    <p:blipFill>
                      <a:blip r:embed="rId225"/>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226">
                    <p14:nvContentPartPr>
                      <p14:cNvPr id="193" name="Ink 131">
                        <a:extLst>
                          <a:ext uri="{FF2B5EF4-FFF2-40B4-BE49-F238E27FC236}">
                            <a16:creationId xmlns:a16="http://schemas.microsoft.com/office/drawing/2014/main" id="{173B1D75-F7A8-125D-0584-D906D0A9830E}"/>
                          </a:ext>
                        </a:extLst>
                      </p14:cNvPr>
                      <p14:cNvContentPartPr/>
                      <p14:nvPr/>
                    </p14:nvContentPartPr>
                    <p14:xfrm>
                      <a:off x="5080078" y="3733778"/>
                      <a:ext cx="28080" cy="30960"/>
                    </p14:xfrm>
                  </p:contentPart>
                </mc:Choice>
                <mc:Fallback xmlns="">
                  <p:pic>
                    <p:nvPicPr>
                      <p:cNvPr id="173" name="Ink 172">
                        <a:extLst>
                          <a:ext uri="{FF2B5EF4-FFF2-40B4-BE49-F238E27FC236}">
                            <a16:creationId xmlns:a16="http://schemas.microsoft.com/office/drawing/2014/main" id="{C57B0689-64F3-4D9C-B327-1E750B748FCF}"/>
                          </a:ext>
                        </a:extLst>
                      </p:cNvPr>
                      <p:cNvPicPr/>
                      <p:nvPr/>
                    </p:nvPicPr>
                    <p:blipFill>
                      <a:blip r:embed="rId227"/>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194" name="Ink 132">
                        <a:extLst>
                          <a:ext uri="{FF2B5EF4-FFF2-40B4-BE49-F238E27FC236}">
                            <a16:creationId xmlns:a16="http://schemas.microsoft.com/office/drawing/2014/main" id="{5757F493-8F03-640F-98EE-19C7CA9257F1}"/>
                          </a:ext>
                        </a:extLst>
                      </p14:cNvPr>
                      <p14:cNvContentPartPr/>
                      <p14:nvPr/>
                    </p14:nvContentPartPr>
                    <p14:xfrm>
                      <a:off x="5034358" y="3782738"/>
                      <a:ext cx="27000" cy="29880"/>
                    </p14:xfrm>
                  </p:contentPart>
                </mc:Choice>
                <mc:Fallback xmlns="">
                  <p:pic>
                    <p:nvPicPr>
                      <p:cNvPr id="174" name="Ink 173">
                        <a:extLst>
                          <a:ext uri="{FF2B5EF4-FFF2-40B4-BE49-F238E27FC236}">
                            <a16:creationId xmlns:a16="http://schemas.microsoft.com/office/drawing/2014/main" id="{FA003BD5-CC78-47F3-88A7-0090B5C4E125}"/>
                          </a:ext>
                        </a:extLst>
                      </p:cNvPr>
                      <p:cNvPicPr/>
                      <p:nvPr/>
                    </p:nvPicPr>
                    <p:blipFill>
                      <a:blip r:embed="rId229"/>
                      <a:stretch>
                        <a:fillRect/>
                      </a:stretch>
                    </p:blipFill>
                    <p:spPr>
                      <a:xfrm>
                        <a:off x="5030038" y="3778418"/>
                        <a:ext cx="35640" cy="38520"/>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195" name="Ink 133">
                        <a:extLst>
                          <a:ext uri="{FF2B5EF4-FFF2-40B4-BE49-F238E27FC236}">
                            <a16:creationId xmlns:a16="http://schemas.microsoft.com/office/drawing/2014/main" id="{135073F8-E7F9-56FC-030D-6496A4E8B5AE}"/>
                          </a:ext>
                        </a:extLst>
                      </p14:cNvPr>
                      <p14:cNvContentPartPr/>
                      <p14:nvPr/>
                    </p14:nvContentPartPr>
                    <p14:xfrm>
                      <a:off x="4983238" y="3839618"/>
                      <a:ext cx="20520" cy="24480"/>
                    </p14:xfrm>
                  </p:contentPart>
                </mc:Choice>
                <mc:Fallback xmlns="">
                  <p:pic>
                    <p:nvPicPr>
                      <p:cNvPr id="175" name="Ink 174">
                        <a:extLst>
                          <a:ext uri="{FF2B5EF4-FFF2-40B4-BE49-F238E27FC236}">
                            <a16:creationId xmlns:a16="http://schemas.microsoft.com/office/drawing/2014/main" id="{28A9A473-5443-40BD-958B-FF5112332309}"/>
                          </a:ext>
                        </a:extLst>
                      </p:cNvPr>
                      <p:cNvPicPr/>
                      <p:nvPr/>
                    </p:nvPicPr>
                    <p:blipFill>
                      <a:blip r:embed="rId231"/>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196" name="Ink 134">
                        <a:extLst>
                          <a:ext uri="{FF2B5EF4-FFF2-40B4-BE49-F238E27FC236}">
                            <a16:creationId xmlns:a16="http://schemas.microsoft.com/office/drawing/2014/main" id="{0471FEC4-551A-BA8C-5CF5-33CF4144B07E}"/>
                          </a:ext>
                        </a:extLst>
                      </p14:cNvPr>
                      <p14:cNvContentPartPr/>
                      <p14:nvPr/>
                    </p14:nvContentPartPr>
                    <p14:xfrm>
                      <a:off x="4934998" y="3880658"/>
                      <a:ext cx="18360" cy="22320"/>
                    </p14:xfrm>
                  </p:contentPart>
                </mc:Choice>
                <mc:Fallback xmlns="">
                  <p:pic>
                    <p:nvPicPr>
                      <p:cNvPr id="176" name="Ink 175">
                        <a:extLst>
                          <a:ext uri="{FF2B5EF4-FFF2-40B4-BE49-F238E27FC236}">
                            <a16:creationId xmlns:a16="http://schemas.microsoft.com/office/drawing/2014/main" id="{3E3C2252-5C55-4F40-8382-F26F209B7C07}"/>
                          </a:ext>
                        </a:extLst>
                      </p:cNvPr>
                      <p:cNvPicPr/>
                      <p:nvPr/>
                    </p:nvPicPr>
                    <p:blipFill>
                      <a:blip r:embed="rId233"/>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197" name="Ink 135">
                        <a:extLst>
                          <a:ext uri="{FF2B5EF4-FFF2-40B4-BE49-F238E27FC236}">
                            <a16:creationId xmlns:a16="http://schemas.microsoft.com/office/drawing/2014/main" id="{EC9AA929-1CB8-6893-147A-3771B3E0A7FC}"/>
                          </a:ext>
                        </a:extLst>
                      </p14:cNvPr>
                      <p14:cNvContentPartPr/>
                      <p14:nvPr/>
                    </p14:nvContentPartPr>
                    <p14:xfrm>
                      <a:off x="4895758" y="3921338"/>
                      <a:ext cx="19440" cy="20520"/>
                    </p14:xfrm>
                  </p:contentPart>
                </mc:Choice>
                <mc:Fallback xmlns="">
                  <p:pic>
                    <p:nvPicPr>
                      <p:cNvPr id="177" name="Ink 176">
                        <a:extLst>
                          <a:ext uri="{FF2B5EF4-FFF2-40B4-BE49-F238E27FC236}">
                            <a16:creationId xmlns:a16="http://schemas.microsoft.com/office/drawing/2014/main" id="{971AEADA-6DBB-4755-A975-8B3D001AE6EC}"/>
                          </a:ext>
                        </a:extLst>
                      </p:cNvPr>
                      <p:cNvPicPr/>
                      <p:nvPr/>
                    </p:nvPicPr>
                    <p:blipFill>
                      <a:blip r:embed="rId235"/>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198" name="Ink 136">
                        <a:extLst>
                          <a:ext uri="{FF2B5EF4-FFF2-40B4-BE49-F238E27FC236}">
                            <a16:creationId xmlns:a16="http://schemas.microsoft.com/office/drawing/2014/main" id="{CE6BBE85-D157-479D-3FB8-C0C5E38DAD3C}"/>
                          </a:ext>
                        </a:extLst>
                      </p14:cNvPr>
                      <p14:cNvContentPartPr/>
                      <p14:nvPr/>
                    </p14:nvContentPartPr>
                    <p14:xfrm>
                      <a:off x="3094283" y="4162437"/>
                      <a:ext cx="215640" cy="65160"/>
                    </p14:xfrm>
                  </p:contentPart>
                </mc:Choice>
                <mc:Fallback xmlns="">
                  <p:pic>
                    <p:nvPicPr>
                      <p:cNvPr id="7" name="Ink 6">
                        <a:extLst>
                          <a:ext uri="{FF2B5EF4-FFF2-40B4-BE49-F238E27FC236}">
                            <a16:creationId xmlns:a16="http://schemas.microsoft.com/office/drawing/2014/main" id="{D70D5A7B-B5B2-40C4-ABBD-EEE73B065330}"/>
                          </a:ext>
                        </a:extLst>
                      </p:cNvPr>
                      <p:cNvPicPr/>
                      <p:nvPr/>
                    </p:nvPicPr>
                    <p:blipFill>
                      <a:blip r:embed="rId237"/>
                      <a:stretch>
                        <a:fillRect/>
                      </a:stretch>
                    </p:blipFill>
                    <p:spPr>
                      <a:xfrm>
                        <a:off x="3089963" y="4158117"/>
                        <a:ext cx="224280"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199" name="Ink 137">
                        <a:extLst>
                          <a:ext uri="{FF2B5EF4-FFF2-40B4-BE49-F238E27FC236}">
                            <a16:creationId xmlns:a16="http://schemas.microsoft.com/office/drawing/2014/main" id="{F8DBEF73-5409-0457-05BA-750C425394FF}"/>
                          </a:ext>
                        </a:extLst>
                      </p14:cNvPr>
                      <p14:cNvContentPartPr/>
                      <p14:nvPr/>
                    </p14:nvContentPartPr>
                    <p14:xfrm>
                      <a:off x="3145403" y="4016277"/>
                      <a:ext cx="248040" cy="139680"/>
                    </p14:xfrm>
                  </p:contentPart>
                </mc:Choice>
                <mc:Fallback xmlns="">
                  <p:pic>
                    <p:nvPicPr>
                      <p:cNvPr id="8" name="Ink 7">
                        <a:extLst>
                          <a:ext uri="{FF2B5EF4-FFF2-40B4-BE49-F238E27FC236}">
                            <a16:creationId xmlns:a16="http://schemas.microsoft.com/office/drawing/2014/main" id="{7F69D4DE-C6F5-4FC2-9272-8F66297EFEA3}"/>
                          </a:ext>
                        </a:extLst>
                      </p:cNvPr>
                      <p:cNvPicPr/>
                      <p:nvPr/>
                    </p:nvPicPr>
                    <p:blipFill>
                      <a:blip r:embed="rId239"/>
                      <a:stretch>
                        <a:fillRect/>
                      </a:stretch>
                    </p:blipFill>
                    <p:spPr>
                      <a:xfrm>
                        <a:off x="3141083" y="4011957"/>
                        <a:ext cx="256680" cy="14832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200" name="Ink 138">
                        <a:extLst>
                          <a:ext uri="{FF2B5EF4-FFF2-40B4-BE49-F238E27FC236}">
                            <a16:creationId xmlns:a16="http://schemas.microsoft.com/office/drawing/2014/main" id="{16DE3302-226F-3003-03F4-9426E027F3DD}"/>
                          </a:ext>
                        </a:extLst>
                      </p14:cNvPr>
                      <p14:cNvContentPartPr/>
                      <p14:nvPr/>
                    </p14:nvContentPartPr>
                    <p14:xfrm>
                      <a:off x="2864963" y="4176477"/>
                      <a:ext cx="259200" cy="52920"/>
                    </p14:xfrm>
                  </p:contentPart>
                </mc:Choice>
                <mc:Fallback xmlns="">
                  <p:pic>
                    <p:nvPicPr>
                      <p:cNvPr id="10" name="Ink 9">
                        <a:extLst>
                          <a:ext uri="{FF2B5EF4-FFF2-40B4-BE49-F238E27FC236}">
                            <a16:creationId xmlns:a16="http://schemas.microsoft.com/office/drawing/2014/main" id="{5AE4C357-0B0A-41B8-9DC3-BEE9EE1A4358}"/>
                          </a:ext>
                        </a:extLst>
                      </p:cNvPr>
                      <p:cNvPicPr/>
                      <p:nvPr/>
                    </p:nvPicPr>
                    <p:blipFill>
                      <a:blip r:embed="rId241"/>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201" name="Ink 139">
                        <a:extLst>
                          <a:ext uri="{FF2B5EF4-FFF2-40B4-BE49-F238E27FC236}">
                            <a16:creationId xmlns:a16="http://schemas.microsoft.com/office/drawing/2014/main" id="{E88EDA04-4F48-CAF7-1C31-DADCCD9B900A}"/>
                          </a:ext>
                        </a:extLst>
                      </p14:cNvPr>
                      <p14:cNvContentPartPr/>
                      <p14:nvPr/>
                    </p14:nvContentPartPr>
                    <p14:xfrm>
                      <a:off x="2863163" y="4235877"/>
                      <a:ext cx="216360" cy="141840"/>
                    </p14:xfrm>
                  </p:contentPart>
                </mc:Choice>
                <mc:Fallback xmlns="">
                  <p:pic>
                    <p:nvPicPr>
                      <p:cNvPr id="12" name="Ink 11">
                        <a:extLst>
                          <a:ext uri="{FF2B5EF4-FFF2-40B4-BE49-F238E27FC236}">
                            <a16:creationId xmlns:a16="http://schemas.microsoft.com/office/drawing/2014/main" id="{B80400EF-DDB0-4EA4-BD3A-3FE86E2B2C01}"/>
                          </a:ext>
                        </a:extLst>
                      </p:cNvPr>
                      <p:cNvPicPr/>
                      <p:nvPr/>
                    </p:nvPicPr>
                    <p:blipFill>
                      <a:blip r:embed="rId243"/>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202" name="Ink 140">
                        <a:extLst>
                          <a:ext uri="{FF2B5EF4-FFF2-40B4-BE49-F238E27FC236}">
                            <a16:creationId xmlns:a16="http://schemas.microsoft.com/office/drawing/2014/main" id="{D51A51C9-17E9-A619-AB00-5BC176B46FFF}"/>
                          </a:ext>
                        </a:extLst>
                      </p14:cNvPr>
                      <p14:cNvContentPartPr/>
                      <p14:nvPr/>
                    </p14:nvContentPartPr>
                    <p14:xfrm>
                      <a:off x="3497483" y="4438197"/>
                      <a:ext cx="120600" cy="26640"/>
                    </p14:xfrm>
                  </p:contentPart>
                </mc:Choice>
                <mc:Fallback xmlns="">
                  <p:pic>
                    <p:nvPicPr>
                      <p:cNvPr id="30" name="Ink 29">
                        <a:extLst>
                          <a:ext uri="{FF2B5EF4-FFF2-40B4-BE49-F238E27FC236}">
                            <a16:creationId xmlns:a16="http://schemas.microsoft.com/office/drawing/2014/main" id="{302087B8-3E74-406D-8ED9-27198975D2EF}"/>
                          </a:ext>
                        </a:extLst>
                      </p:cNvPr>
                      <p:cNvPicPr/>
                      <p:nvPr/>
                    </p:nvPicPr>
                    <p:blipFill>
                      <a:blip r:embed="rId245"/>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203" name="Ink 141">
                        <a:extLst>
                          <a:ext uri="{FF2B5EF4-FFF2-40B4-BE49-F238E27FC236}">
                            <a16:creationId xmlns:a16="http://schemas.microsoft.com/office/drawing/2014/main" id="{A294BB59-4ED7-FC62-46A8-E272B6ED2587}"/>
                          </a:ext>
                        </a:extLst>
                      </p14:cNvPr>
                      <p14:cNvContentPartPr/>
                      <p14:nvPr/>
                    </p14:nvContentPartPr>
                    <p14:xfrm>
                      <a:off x="3277163" y="4328757"/>
                      <a:ext cx="230040" cy="18000"/>
                    </p14:xfrm>
                  </p:contentPart>
                </mc:Choice>
                <mc:Fallback xmlns="">
                  <p:pic>
                    <p:nvPicPr>
                      <p:cNvPr id="31" name="Ink 30">
                        <a:extLst>
                          <a:ext uri="{FF2B5EF4-FFF2-40B4-BE49-F238E27FC236}">
                            <a16:creationId xmlns:a16="http://schemas.microsoft.com/office/drawing/2014/main" id="{7139C663-0FF5-44A3-A26F-A0E10BA481D3}"/>
                          </a:ext>
                        </a:extLst>
                      </p:cNvPr>
                      <p:cNvPicPr/>
                      <p:nvPr/>
                    </p:nvPicPr>
                    <p:blipFill>
                      <a:blip r:embed="rId247"/>
                      <a:stretch>
                        <a:fillRect/>
                      </a:stretch>
                    </p:blipFill>
                    <p:spPr>
                      <a:xfrm>
                        <a:off x="3272843" y="4324437"/>
                        <a:ext cx="238680" cy="26640"/>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204" name="Ink 142">
                        <a:extLst>
                          <a:ext uri="{FF2B5EF4-FFF2-40B4-BE49-F238E27FC236}">
                            <a16:creationId xmlns:a16="http://schemas.microsoft.com/office/drawing/2014/main" id="{0EFEE5D5-DA81-5911-0BB6-2BA0DB004264}"/>
                          </a:ext>
                        </a:extLst>
                      </p14:cNvPr>
                      <p14:cNvContentPartPr/>
                      <p14:nvPr/>
                    </p14:nvContentPartPr>
                    <p14:xfrm>
                      <a:off x="3557808" y="3997530"/>
                      <a:ext cx="200520" cy="138240"/>
                    </p14:xfrm>
                  </p:contentPart>
                </mc:Choice>
                <mc:Fallback xmlns="">
                  <p:pic>
                    <p:nvPicPr>
                      <p:cNvPr id="1374" name="Ink 1373">
                        <a:extLst>
                          <a:ext uri="{FF2B5EF4-FFF2-40B4-BE49-F238E27FC236}">
                            <a16:creationId xmlns:a16="http://schemas.microsoft.com/office/drawing/2014/main" id="{18FE37A7-DF9F-4BE7-8442-232828F10CBD}"/>
                          </a:ext>
                        </a:extLst>
                      </p:cNvPr>
                      <p:cNvPicPr/>
                      <p:nvPr/>
                    </p:nvPicPr>
                    <p:blipFill>
                      <a:blip r:embed="rId249"/>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205" name="Ink 143">
                        <a:extLst>
                          <a:ext uri="{FF2B5EF4-FFF2-40B4-BE49-F238E27FC236}">
                            <a16:creationId xmlns:a16="http://schemas.microsoft.com/office/drawing/2014/main" id="{D31E02D6-85A1-E1BE-681C-FD8ABFDD7F33}"/>
                          </a:ext>
                        </a:extLst>
                      </p14:cNvPr>
                      <p14:cNvContentPartPr/>
                      <p14:nvPr/>
                    </p14:nvContentPartPr>
                    <p14:xfrm>
                      <a:off x="3508848" y="4007250"/>
                      <a:ext cx="163080" cy="111960"/>
                    </p14:xfrm>
                  </p:contentPart>
                </mc:Choice>
                <mc:Fallback xmlns="">
                  <p:pic>
                    <p:nvPicPr>
                      <p:cNvPr id="1375" name="Ink 1374">
                        <a:extLst>
                          <a:ext uri="{FF2B5EF4-FFF2-40B4-BE49-F238E27FC236}">
                            <a16:creationId xmlns:a16="http://schemas.microsoft.com/office/drawing/2014/main" id="{F33C6160-38BD-4EE1-92FA-C6F7E9FC5E09}"/>
                          </a:ext>
                        </a:extLst>
                      </p:cNvPr>
                      <p:cNvPicPr/>
                      <p:nvPr/>
                    </p:nvPicPr>
                    <p:blipFill>
                      <a:blip r:embed="rId439"/>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440">
                    <p14:nvContentPartPr>
                      <p14:cNvPr id="206" name="Ink 144">
                        <a:extLst>
                          <a:ext uri="{FF2B5EF4-FFF2-40B4-BE49-F238E27FC236}">
                            <a16:creationId xmlns:a16="http://schemas.microsoft.com/office/drawing/2014/main" id="{80BE70A0-CC05-0CCE-9325-6412D8D05AA6}"/>
                          </a:ext>
                        </a:extLst>
                      </p14:cNvPr>
                      <p14:cNvContentPartPr/>
                      <p14:nvPr/>
                    </p14:nvContentPartPr>
                    <p14:xfrm>
                      <a:off x="3292488" y="3993930"/>
                      <a:ext cx="120960" cy="82800"/>
                    </p14:xfrm>
                  </p:contentPart>
                </mc:Choice>
                <mc:Fallback xmlns="">
                  <p:pic>
                    <p:nvPicPr>
                      <p:cNvPr id="1378" name="Ink 1377">
                        <a:extLst>
                          <a:ext uri="{FF2B5EF4-FFF2-40B4-BE49-F238E27FC236}">
                            <a16:creationId xmlns:a16="http://schemas.microsoft.com/office/drawing/2014/main" id="{D89BE053-9C30-443C-8B92-86487A850FD9}"/>
                          </a:ext>
                        </a:extLst>
                      </p:cNvPr>
                      <p:cNvPicPr/>
                      <p:nvPr/>
                    </p:nvPicPr>
                    <p:blipFill>
                      <a:blip r:embed="rId441"/>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442">
                    <p14:nvContentPartPr>
                      <p14:cNvPr id="207" name="Ink 145">
                        <a:extLst>
                          <a:ext uri="{FF2B5EF4-FFF2-40B4-BE49-F238E27FC236}">
                            <a16:creationId xmlns:a16="http://schemas.microsoft.com/office/drawing/2014/main" id="{38C97D47-F61E-B6FB-2C62-E65F6AAE1706}"/>
                          </a:ext>
                        </a:extLst>
                      </p14:cNvPr>
                      <p14:cNvContentPartPr/>
                      <p14:nvPr/>
                    </p14:nvContentPartPr>
                    <p14:xfrm>
                      <a:off x="3397608" y="4063050"/>
                      <a:ext cx="273960" cy="55440"/>
                    </p14:xfrm>
                  </p:contentPart>
                </mc:Choice>
                <mc:Fallback xmlns="">
                  <p:pic>
                    <p:nvPicPr>
                      <p:cNvPr id="1379" name="Ink 1378">
                        <a:extLst>
                          <a:ext uri="{FF2B5EF4-FFF2-40B4-BE49-F238E27FC236}">
                            <a16:creationId xmlns:a16="http://schemas.microsoft.com/office/drawing/2014/main" id="{DEBE6BDF-76FF-42F7-9D50-C28B603E3FD0}"/>
                          </a:ext>
                        </a:extLst>
                      </p:cNvPr>
                      <p:cNvPicPr/>
                      <p:nvPr/>
                    </p:nvPicPr>
                    <p:blipFill>
                      <a:blip r:embed="rId443"/>
                      <a:stretch>
                        <a:fillRect/>
                      </a:stretch>
                    </p:blipFill>
                    <p:spPr>
                      <a:xfrm>
                        <a:off x="3393288" y="4058730"/>
                        <a:ext cx="282600" cy="64080"/>
                      </a:xfrm>
                      <a:prstGeom prst="rect">
                        <a:avLst/>
                      </a:prstGeom>
                    </p:spPr>
                  </p:pic>
                </mc:Fallback>
              </mc:AlternateContent>
              <mc:AlternateContent xmlns:mc="http://schemas.openxmlformats.org/markup-compatibility/2006" xmlns:p14="http://schemas.microsoft.com/office/powerpoint/2010/main">
                <mc:Choice Requires="p14">
                  <p:contentPart p14:bwMode="auto" r:id="rId444">
                    <p14:nvContentPartPr>
                      <p14:cNvPr id="208" name="Ink 146">
                        <a:extLst>
                          <a:ext uri="{FF2B5EF4-FFF2-40B4-BE49-F238E27FC236}">
                            <a16:creationId xmlns:a16="http://schemas.microsoft.com/office/drawing/2014/main" id="{AB69B02C-A432-E653-C49F-A5144CEA57C7}"/>
                          </a:ext>
                        </a:extLst>
                      </p14:cNvPr>
                      <p14:cNvContentPartPr/>
                      <p14:nvPr/>
                    </p14:nvContentPartPr>
                    <p14:xfrm>
                      <a:off x="2855923" y="3863738"/>
                      <a:ext cx="123840" cy="137520"/>
                    </p14:xfrm>
                  </p:contentPart>
                </mc:Choice>
                <mc:Fallback xmlns="">
                  <p:pic>
                    <p:nvPicPr>
                      <p:cNvPr id="1386" name="Ink 1385">
                        <a:extLst>
                          <a:ext uri="{FF2B5EF4-FFF2-40B4-BE49-F238E27FC236}">
                            <a16:creationId xmlns:a16="http://schemas.microsoft.com/office/drawing/2014/main" id="{FD45EF41-8BBE-4AA9-99FC-CAE5EF5E1265}"/>
                          </a:ext>
                        </a:extLst>
                      </p:cNvPr>
                      <p:cNvPicPr/>
                      <p:nvPr/>
                    </p:nvPicPr>
                    <p:blipFill>
                      <a:blip r:embed="rId445"/>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446">
                    <p14:nvContentPartPr>
                      <p14:cNvPr id="209" name="Ink 147">
                        <a:extLst>
                          <a:ext uri="{FF2B5EF4-FFF2-40B4-BE49-F238E27FC236}">
                            <a16:creationId xmlns:a16="http://schemas.microsoft.com/office/drawing/2014/main" id="{74B4E9D2-1854-1B79-653E-B52971E0D5F0}"/>
                          </a:ext>
                        </a:extLst>
                      </p14:cNvPr>
                      <p14:cNvContentPartPr/>
                      <p14:nvPr/>
                    </p14:nvContentPartPr>
                    <p14:xfrm>
                      <a:off x="2889043" y="3929618"/>
                      <a:ext cx="57960" cy="44280"/>
                    </p14:xfrm>
                  </p:contentPart>
                </mc:Choice>
                <mc:Fallback xmlns="">
                  <p:pic>
                    <p:nvPicPr>
                      <p:cNvPr id="1387" name="Ink 1386">
                        <a:extLst>
                          <a:ext uri="{FF2B5EF4-FFF2-40B4-BE49-F238E27FC236}">
                            <a16:creationId xmlns:a16="http://schemas.microsoft.com/office/drawing/2014/main" id="{1FB81D70-B14C-4619-AFEF-8053ABD915BD}"/>
                          </a:ext>
                        </a:extLst>
                      </p:cNvPr>
                      <p:cNvPicPr/>
                      <p:nvPr/>
                    </p:nvPicPr>
                    <p:blipFill>
                      <a:blip r:embed="rId447"/>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48">
                    <p14:nvContentPartPr>
                      <p14:cNvPr id="210" name="Ink 148">
                        <a:extLst>
                          <a:ext uri="{FF2B5EF4-FFF2-40B4-BE49-F238E27FC236}">
                            <a16:creationId xmlns:a16="http://schemas.microsoft.com/office/drawing/2014/main" id="{7180228A-774B-E6CB-D4A2-CCCE2B8D46C3}"/>
                          </a:ext>
                        </a:extLst>
                      </p14:cNvPr>
                      <p14:cNvContentPartPr/>
                      <p14:nvPr/>
                    </p14:nvContentPartPr>
                    <p14:xfrm>
                      <a:off x="2979763" y="3861578"/>
                      <a:ext cx="115560" cy="125280"/>
                    </p14:xfrm>
                  </p:contentPart>
                </mc:Choice>
                <mc:Fallback xmlns="">
                  <p:pic>
                    <p:nvPicPr>
                      <p:cNvPr id="1388" name="Ink 1387">
                        <a:extLst>
                          <a:ext uri="{FF2B5EF4-FFF2-40B4-BE49-F238E27FC236}">
                            <a16:creationId xmlns:a16="http://schemas.microsoft.com/office/drawing/2014/main" id="{52AB815F-A26F-46AF-BF20-7ABEF7FE8ABF}"/>
                          </a:ext>
                        </a:extLst>
                      </p:cNvPr>
                      <p:cNvPicPr/>
                      <p:nvPr/>
                    </p:nvPicPr>
                    <p:blipFill>
                      <a:blip r:embed="rId449"/>
                      <a:stretch>
                        <a:fillRect/>
                      </a:stretch>
                    </p:blipFill>
                    <p:spPr>
                      <a:xfrm>
                        <a:off x="2975443" y="3857258"/>
                        <a:ext cx="124200"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450">
                    <p14:nvContentPartPr>
                      <p14:cNvPr id="211" name="Ink 149">
                        <a:extLst>
                          <a:ext uri="{FF2B5EF4-FFF2-40B4-BE49-F238E27FC236}">
                            <a16:creationId xmlns:a16="http://schemas.microsoft.com/office/drawing/2014/main" id="{8EC62BAE-373A-61B6-2D6A-C1038A500E6D}"/>
                          </a:ext>
                        </a:extLst>
                      </p14:cNvPr>
                      <p14:cNvContentPartPr/>
                      <p14:nvPr/>
                    </p14:nvContentPartPr>
                    <p14:xfrm>
                      <a:off x="2998843" y="3927098"/>
                      <a:ext cx="50760" cy="44280"/>
                    </p14:xfrm>
                  </p:contentPart>
                </mc:Choice>
                <mc:Fallback xmlns="">
                  <p:pic>
                    <p:nvPicPr>
                      <p:cNvPr id="1389" name="Ink 1388">
                        <a:extLst>
                          <a:ext uri="{FF2B5EF4-FFF2-40B4-BE49-F238E27FC236}">
                            <a16:creationId xmlns:a16="http://schemas.microsoft.com/office/drawing/2014/main" id="{AAACB1AF-41E9-4700-820C-F3B5E9001DF1}"/>
                          </a:ext>
                        </a:extLst>
                      </p:cNvPr>
                      <p:cNvPicPr/>
                      <p:nvPr/>
                    </p:nvPicPr>
                    <p:blipFill>
                      <a:blip r:embed="rId451"/>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452">
                    <p14:nvContentPartPr>
                      <p14:cNvPr id="212" name="Ink 150">
                        <a:extLst>
                          <a:ext uri="{FF2B5EF4-FFF2-40B4-BE49-F238E27FC236}">
                            <a16:creationId xmlns:a16="http://schemas.microsoft.com/office/drawing/2014/main" id="{83E68817-8923-899A-A445-D6859D8A7F3F}"/>
                          </a:ext>
                        </a:extLst>
                      </p14:cNvPr>
                      <p14:cNvContentPartPr/>
                      <p14:nvPr/>
                    </p14:nvContentPartPr>
                    <p14:xfrm>
                      <a:off x="3094243" y="3857618"/>
                      <a:ext cx="113760" cy="135000"/>
                    </p14:xfrm>
                  </p:contentPart>
                </mc:Choice>
                <mc:Fallback xmlns="">
                  <p:pic>
                    <p:nvPicPr>
                      <p:cNvPr id="1390" name="Ink 1389">
                        <a:extLst>
                          <a:ext uri="{FF2B5EF4-FFF2-40B4-BE49-F238E27FC236}">
                            <a16:creationId xmlns:a16="http://schemas.microsoft.com/office/drawing/2014/main" id="{871883DA-CA3C-4DF3-86DE-DAF0130B366C}"/>
                          </a:ext>
                        </a:extLst>
                      </p:cNvPr>
                      <p:cNvPicPr/>
                      <p:nvPr/>
                    </p:nvPicPr>
                    <p:blipFill>
                      <a:blip r:embed="rId453"/>
                      <a:stretch>
                        <a:fillRect/>
                      </a:stretch>
                    </p:blipFill>
                    <p:spPr>
                      <a:xfrm>
                        <a:off x="3089923" y="3853298"/>
                        <a:ext cx="122400" cy="143640"/>
                      </a:xfrm>
                      <a:prstGeom prst="rect">
                        <a:avLst/>
                      </a:prstGeom>
                    </p:spPr>
                  </p:pic>
                </mc:Fallback>
              </mc:AlternateContent>
              <mc:AlternateContent xmlns:mc="http://schemas.openxmlformats.org/markup-compatibility/2006" xmlns:p14="http://schemas.microsoft.com/office/powerpoint/2010/main">
                <mc:Choice Requires="p14">
                  <p:contentPart p14:bwMode="auto" r:id="rId454">
                    <p14:nvContentPartPr>
                      <p14:cNvPr id="213" name="Ink 151">
                        <a:extLst>
                          <a:ext uri="{FF2B5EF4-FFF2-40B4-BE49-F238E27FC236}">
                            <a16:creationId xmlns:a16="http://schemas.microsoft.com/office/drawing/2014/main" id="{E51795CF-79C3-A0BF-00A5-43E985697859}"/>
                          </a:ext>
                        </a:extLst>
                      </p14:cNvPr>
                      <p14:cNvContentPartPr/>
                      <p14:nvPr/>
                    </p14:nvContentPartPr>
                    <p14:xfrm>
                      <a:off x="3114403" y="3923858"/>
                      <a:ext cx="66240" cy="55800"/>
                    </p14:xfrm>
                  </p:contentPart>
                </mc:Choice>
                <mc:Fallback xmlns="">
                  <p:pic>
                    <p:nvPicPr>
                      <p:cNvPr id="1391" name="Ink 1390">
                        <a:extLst>
                          <a:ext uri="{FF2B5EF4-FFF2-40B4-BE49-F238E27FC236}">
                            <a16:creationId xmlns:a16="http://schemas.microsoft.com/office/drawing/2014/main" id="{4A080750-6EF1-4CDC-9EDF-C577EB0C92C3}"/>
                          </a:ext>
                        </a:extLst>
                      </p:cNvPr>
                      <p:cNvPicPr/>
                      <p:nvPr/>
                    </p:nvPicPr>
                    <p:blipFill>
                      <a:blip r:embed="rId455"/>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456">
                    <p14:nvContentPartPr>
                      <p14:cNvPr id="214" name="Ink 152">
                        <a:extLst>
                          <a:ext uri="{FF2B5EF4-FFF2-40B4-BE49-F238E27FC236}">
                            <a16:creationId xmlns:a16="http://schemas.microsoft.com/office/drawing/2014/main" id="{559BA59D-28FF-5750-03C3-F47D1241964D}"/>
                          </a:ext>
                        </a:extLst>
                      </p14:cNvPr>
                      <p14:cNvContentPartPr/>
                      <p14:nvPr/>
                    </p14:nvContentPartPr>
                    <p14:xfrm>
                      <a:off x="3211243" y="3855098"/>
                      <a:ext cx="106200" cy="134280"/>
                    </p14:xfrm>
                  </p:contentPart>
                </mc:Choice>
                <mc:Fallback xmlns="">
                  <p:pic>
                    <p:nvPicPr>
                      <p:cNvPr id="1403" name="Ink 1402">
                        <a:extLst>
                          <a:ext uri="{FF2B5EF4-FFF2-40B4-BE49-F238E27FC236}">
                            <a16:creationId xmlns:a16="http://schemas.microsoft.com/office/drawing/2014/main" id="{F9A6206B-2287-4A22-A862-276C5DEDC384}"/>
                          </a:ext>
                        </a:extLst>
                      </p:cNvPr>
                      <p:cNvPicPr/>
                      <p:nvPr/>
                    </p:nvPicPr>
                    <p:blipFill>
                      <a:blip r:embed="rId457"/>
                      <a:stretch>
                        <a:fillRect/>
                      </a:stretch>
                    </p:blipFill>
                    <p:spPr>
                      <a:xfrm>
                        <a:off x="3206923" y="3850778"/>
                        <a:ext cx="11484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458">
                    <p14:nvContentPartPr>
                      <p14:cNvPr id="215" name="Ink 153">
                        <a:extLst>
                          <a:ext uri="{FF2B5EF4-FFF2-40B4-BE49-F238E27FC236}">
                            <a16:creationId xmlns:a16="http://schemas.microsoft.com/office/drawing/2014/main" id="{130618B4-B067-7C82-1237-B7C32EC29032}"/>
                          </a:ext>
                        </a:extLst>
                      </p14:cNvPr>
                      <p14:cNvContentPartPr/>
                      <p14:nvPr/>
                    </p14:nvContentPartPr>
                    <p14:xfrm>
                      <a:off x="3234643" y="3923498"/>
                      <a:ext cx="60840" cy="36000"/>
                    </p14:xfrm>
                  </p:contentPart>
                </mc:Choice>
                <mc:Fallback xmlns="">
                  <p:pic>
                    <p:nvPicPr>
                      <p:cNvPr id="1404" name="Ink 1403">
                        <a:extLst>
                          <a:ext uri="{FF2B5EF4-FFF2-40B4-BE49-F238E27FC236}">
                            <a16:creationId xmlns:a16="http://schemas.microsoft.com/office/drawing/2014/main" id="{64941D9E-CF78-4AC9-AFB1-6269610CF2FC}"/>
                          </a:ext>
                        </a:extLst>
                      </p:cNvPr>
                      <p:cNvPicPr/>
                      <p:nvPr/>
                    </p:nvPicPr>
                    <p:blipFill>
                      <a:blip r:embed="rId459"/>
                      <a:stretch>
                        <a:fillRect/>
                      </a:stretch>
                    </p:blipFill>
                    <p:spPr>
                      <a:xfrm>
                        <a:off x="3230323" y="3919178"/>
                        <a:ext cx="694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60">
                    <p14:nvContentPartPr>
                      <p14:cNvPr id="216" name="Ink 154">
                        <a:extLst>
                          <a:ext uri="{FF2B5EF4-FFF2-40B4-BE49-F238E27FC236}">
                            <a16:creationId xmlns:a16="http://schemas.microsoft.com/office/drawing/2014/main" id="{6EEEAF6C-D333-D2D1-E1D6-DFF039706FE5}"/>
                          </a:ext>
                        </a:extLst>
                      </p14:cNvPr>
                      <p14:cNvContentPartPr/>
                      <p14:nvPr/>
                    </p14:nvContentPartPr>
                    <p14:xfrm>
                      <a:off x="3321403" y="3852578"/>
                      <a:ext cx="121320" cy="137160"/>
                    </p14:xfrm>
                  </p:contentPart>
                </mc:Choice>
                <mc:Fallback xmlns="">
                  <p:pic>
                    <p:nvPicPr>
                      <p:cNvPr id="1405" name="Ink 1404">
                        <a:extLst>
                          <a:ext uri="{FF2B5EF4-FFF2-40B4-BE49-F238E27FC236}">
                            <a16:creationId xmlns:a16="http://schemas.microsoft.com/office/drawing/2014/main" id="{A6E608F5-FDB5-4DAC-BBDD-0C653AC7A1D9}"/>
                          </a:ext>
                        </a:extLst>
                      </p:cNvPr>
                      <p:cNvPicPr/>
                      <p:nvPr/>
                    </p:nvPicPr>
                    <p:blipFill>
                      <a:blip r:embed="rId461"/>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462">
                    <p14:nvContentPartPr>
                      <p14:cNvPr id="217" name="Ink 155">
                        <a:extLst>
                          <a:ext uri="{FF2B5EF4-FFF2-40B4-BE49-F238E27FC236}">
                            <a16:creationId xmlns:a16="http://schemas.microsoft.com/office/drawing/2014/main" id="{C33D0136-D5C1-3312-4833-537B8D1059EB}"/>
                          </a:ext>
                        </a:extLst>
                      </p14:cNvPr>
                      <p14:cNvContentPartPr/>
                      <p14:nvPr/>
                    </p14:nvContentPartPr>
                    <p14:xfrm>
                      <a:off x="3346603" y="3920618"/>
                      <a:ext cx="64080" cy="42120"/>
                    </p14:xfrm>
                  </p:contentPart>
                </mc:Choice>
                <mc:Fallback xmlns="">
                  <p:pic>
                    <p:nvPicPr>
                      <p:cNvPr id="1406" name="Ink 1405">
                        <a:extLst>
                          <a:ext uri="{FF2B5EF4-FFF2-40B4-BE49-F238E27FC236}">
                            <a16:creationId xmlns:a16="http://schemas.microsoft.com/office/drawing/2014/main" id="{2643633A-6D6E-45F3-82C9-AAC2D24E23F4}"/>
                          </a:ext>
                        </a:extLst>
                      </p:cNvPr>
                      <p:cNvPicPr/>
                      <p:nvPr/>
                    </p:nvPicPr>
                    <p:blipFill>
                      <a:blip r:embed="rId463"/>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464">
                    <p14:nvContentPartPr>
                      <p14:cNvPr id="218" name="Ink 156">
                        <a:extLst>
                          <a:ext uri="{FF2B5EF4-FFF2-40B4-BE49-F238E27FC236}">
                            <a16:creationId xmlns:a16="http://schemas.microsoft.com/office/drawing/2014/main" id="{4C05B720-242D-DB3E-2F88-57311D01058C}"/>
                          </a:ext>
                        </a:extLst>
                      </p14:cNvPr>
                      <p14:cNvContentPartPr/>
                      <p14:nvPr/>
                    </p14:nvContentPartPr>
                    <p14:xfrm>
                      <a:off x="3436963" y="3862658"/>
                      <a:ext cx="97560" cy="127440"/>
                    </p14:xfrm>
                  </p:contentPart>
                </mc:Choice>
                <mc:Fallback xmlns="">
                  <p:pic>
                    <p:nvPicPr>
                      <p:cNvPr id="1407" name="Ink 1406">
                        <a:extLst>
                          <a:ext uri="{FF2B5EF4-FFF2-40B4-BE49-F238E27FC236}">
                            <a16:creationId xmlns:a16="http://schemas.microsoft.com/office/drawing/2014/main" id="{B4685270-E564-45D6-9850-0B7D4364085A}"/>
                          </a:ext>
                        </a:extLst>
                      </p:cNvPr>
                      <p:cNvPicPr/>
                      <p:nvPr/>
                    </p:nvPicPr>
                    <p:blipFill>
                      <a:blip r:embed="rId465"/>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466">
                    <p14:nvContentPartPr>
                      <p14:cNvPr id="219" name="Ink 157">
                        <a:extLst>
                          <a:ext uri="{FF2B5EF4-FFF2-40B4-BE49-F238E27FC236}">
                            <a16:creationId xmlns:a16="http://schemas.microsoft.com/office/drawing/2014/main" id="{867D0DFA-EB73-547A-7EE8-02166F179ADC}"/>
                          </a:ext>
                        </a:extLst>
                      </p14:cNvPr>
                      <p14:cNvContentPartPr/>
                      <p14:nvPr/>
                    </p14:nvContentPartPr>
                    <p14:xfrm>
                      <a:off x="3462523" y="3929258"/>
                      <a:ext cx="54720" cy="40320"/>
                    </p14:xfrm>
                  </p:contentPart>
                </mc:Choice>
                <mc:Fallback xmlns="">
                  <p:pic>
                    <p:nvPicPr>
                      <p:cNvPr id="128" name="Ink 127">
                        <a:extLst>
                          <a:ext uri="{FF2B5EF4-FFF2-40B4-BE49-F238E27FC236}">
                            <a16:creationId xmlns:a16="http://schemas.microsoft.com/office/drawing/2014/main" id="{B7528A03-DAA9-4A28-9B7E-3CCF1BA7DAA8}"/>
                          </a:ext>
                        </a:extLst>
                      </p:cNvPr>
                      <p:cNvPicPr/>
                      <p:nvPr/>
                    </p:nvPicPr>
                    <p:blipFill>
                      <a:blip r:embed="rId467"/>
                      <a:stretch>
                        <a:fillRect/>
                      </a:stretch>
                    </p:blipFill>
                    <p:spPr>
                      <a:xfrm>
                        <a:off x="3458203" y="3924938"/>
                        <a:ext cx="63360"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468">
                    <p14:nvContentPartPr>
                      <p14:cNvPr id="220" name="Ink 158">
                        <a:extLst>
                          <a:ext uri="{FF2B5EF4-FFF2-40B4-BE49-F238E27FC236}">
                            <a16:creationId xmlns:a16="http://schemas.microsoft.com/office/drawing/2014/main" id="{4174C02B-8BF2-3DB5-6EEF-017B7131556D}"/>
                          </a:ext>
                        </a:extLst>
                      </p14:cNvPr>
                      <p14:cNvContentPartPr/>
                      <p14:nvPr/>
                    </p14:nvContentPartPr>
                    <p14:xfrm>
                      <a:off x="3529123" y="3865178"/>
                      <a:ext cx="125280" cy="121320"/>
                    </p14:xfrm>
                  </p:contentPart>
                </mc:Choice>
                <mc:Fallback xmlns="">
                  <p:pic>
                    <p:nvPicPr>
                      <p:cNvPr id="129" name="Ink 128">
                        <a:extLst>
                          <a:ext uri="{FF2B5EF4-FFF2-40B4-BE49-F238E27FC236}">
                            <a16:creationId xmlns:a16="http://schemas.microsoft.com/office/drawing/2014/main" id="{14E12234-42B3-4000-A49A-D2266077DC1B}"/>
                          </a:ext>
                        </a:extLst>
                      </p:cNvPr>
                      <p:cNvPicPr/>
                      <p:nvPr/>
                    </p:nvPicPr>
                    <p:blipFill>
                      <a:blip r:embed="rId469"/>
                      <a:stretch>
                        <a:fillRect/>
                      </a:stretch>
                    </p:blipFill>
                    <p:spPr>
                      <a:xfrm>
                        <a:off x="3524803" y="3860858"/>
                        <a:ext cx="133920"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470">
                    <p14:nvContentPartPr>
                      <p14:cNvPr id="221" name="Ink 159">
                        <a:extLst>
                          <a:ext uri="{FF2B5EF4-FFF2-40B4-BE49-F238E27FC236}">
                            <a16:creationId xmlns:a16="http://schemas.microsoft.com/office/drawing/2014/main" id="{E32C473A-C665-4AC5-BA54-D6DEC122E091}"/>
                          </a:ext>
                        </a:extLst>
                      </p14:cNvPr>
                      <p14:cNvContentPartPr/>
                      <p14:nvPr/>
                    </p14:nvContentPartPr>
                    <p14:xfrm>
                      <a:off x="3556843" y="3926378"/>
                      <a:ext cx="64080" cy="48600"/>
                    </p14:xfrm>
                  </p:contentPart>
                </mc:Choice>
                <mc:Fallback xmlns="">
                  <p:pic>
                    <p:nvPicPr>
                      <p:cNvPr id="130" name="Ink 129">
                        <a:extLst>
                          <a:ext uri="{FF2B5EF4-FFF2-40B4-BE49-F238E27FC236}">
                            <a16:creationId xmlns:a16="http://schemas.microsoft.com/office/drawing/2014/main" id="{68DD019E-BD15-4C9D-AC4F-92842F8A1185}"/>
                          </a:ext>
                        </a:extLst>
                      </p:cNvPr>
                      <p:cNvPicPr/>
                      <p:nvPr/>
                    </p:nvPicPr>
                    <p:blipFill>
                      <a:blip r:embed="rId471"/>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472">
                    <p14:nvContentPartPr>
                      <p14:cNvPr id="222" name="Ink 160">
                        <a:extLst>
                          <a:ext uri="{FF2B5EF4-FFF2-40B4-BE49-F238E27FC236}">
                            <a16:creationId xmlns:a16="http://schemas.microsoft.com/office/drawing/2014/main" id="{31996E79-0A81-3E44-D7B3-5C82AD9566E1}"/>
                          </a:ext>
                        </a:extLst>
                      </p14:cNvPr>
                      <p14:cNvContentPartPr/>
                      <p14:nvPr/>
                    </p14:nvContentPartPr>
                    <p14:xfrm>
                      <a:off x="3565873" y="4010128"/>
                      <a:ext cx="220320" cy="70560"/>
                    </p14:xfrm>
                  </p:contentPart>
                </mc:Choice>
                <mc:Fallback xmlns="">
                  <p:pic>
                    <p:nvPicPr>
                      <p:cNvPr id="179" name="Ink 178">
                        <a:extLst>
                          <a:ext uri="{FF2B5EF4-FFF2-40B4-BE49-F238E27FC236}">
                            <a16:creationId xmlns:a16="http://schemas.microsoft.com/office/drawing/2014/main" id="{3154E76D-4AD4-4E9B-8F27-D102927E3FB5}"/>
                          </a:ext>
                        </a:extLst>
                      </p:cNvPr>
                      <p:cNvPicPr/>
                      <p:nvPr/>
                    </p:nvPicPr>
                    <p:blipFill>
                      <a:blip r:embed="rId473"/>
                      <a:stretch>
                        <a:fillRect/>
                      </a:stretch>
                    </p:blipFill>
                    <p:spPr>
                      <a:xfrm>
                        <a:off x="3561553" y="4005808"/>
                        <a:ext cx="228960" cy="79200"/>
                      </a:xfrm>
                      <a:prstGeom prst="rect">
                        <a:avLst/>
                      </a:prstGeom>
                    </p:spPr>
                  </p:pic>
                </mc:Fallback>
              </mc:AlternateContent>
              <mc:AlternateContent xmlns:mc="http://schemas.openxmlformats.org/markup-compatibility/2006" xmlns:p14="http://schemas.microsoft.com/office/powerpoint/2010/main">
                <mc:Choice Requires="p14">
                  <p:contentPart p14:bwMode="auto" r:id="rId474">
                    <p14:nvContentPartPr>
                      <p14:cNvPr id="223" name="Ink 161">
                        <a:extLst>
                          <a:ext uri="{FF2B5EF4-FFF2-40B4-BE49-F238E27FC236}">
                            <a16:creationId xmlns:a16="http://schemas.microsoft.com/office/drawing/2014/main" id="{D82942FB-8B34-9A7D-4100-F7A509DD265E}"/>
                          </a:ext>
                        </a:extLst>
                      </p14:cNvPr>
                      <p14:cNvContentPartPr/>
                      <p14:nvPr/>
                    </p14:nvContentPartPr>
                    <p14:xfrm>
                      <a:off x="3814273" y="4009408"/>
                      <a:ext cx="270720" cy="68760"/>
                    </p14:xfrm>
                  </p:contentPart>
                </mc:Choice>
                <mc:Fallback xmlns="">
                  <p:pic>
                    <p:nvPicPr>
                      <p:cNvPr id="181" name="Ink 180">
                        <a:extLst>
                          <a:ext uri="{FF2B5EF4-FFF2-40B4-BE49-F238E27FC236}">
                            <a16:creationId xmlns:a16="http://schemas.microsoft.com/office/drawing/2014/main" id="{D2F98113-0F09-4028-A651-EBF196046DBD}"/>
                          </a:ext>
                        </a:extLst>
                      </p:cNvPr>
                      <p:cNvPicPr/>
                      <p:nvPr/>
                    </p:nvPicPr>
                    <p:blipFill>
                      <a:blip r:embed="rId475"/>
                      <a:stretch>
                        <a:fillRect/>
                      </a:stretch>
                    </p:blipFill>
                    <p:spPr>
                      <a:xfrm>
                        <a:off x="3809953" y="4005088"/>
                        <a:ext cx="279360" cy="77400"/>
                      </a:xfrm>
                      <a:prstGeom prst="rect">
                        <a:avLst/>
                      </a:prstGeom>
                    </p:spPr>
                  </p:pic>
                </mc:Fallback>
              </mc:AlternateContent>
            </p:grpSp>
            <p:grpSp>
              <p:nvGrpSpPr>
                <p:cNvPr id="93" name="Group 225">
                  <a:extLst>
                    <a:ext uri="{FF2B5EF4-FFF2-40B4-BE49-F238E27FC236}">
                      <a16:creationId xmlns:a16="http://schemas.microsoft.com/office/drawing/2014/main" id="{9DE33B03-26EF-0D29-13B9-FF4575D15CE2}"/>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4F686AF7-CD27-D918-0022-20E3FEEC6ABA}"/>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1D333A57-1628-B337-7AEA-42F35C6A24E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686A71A0-5EF2-1A38-70FC-3955B04D6A94}"/>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ACE8D629-F2B6-E0A1-A35D-9EF5D2BB7009}"/>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B291EAA8-72A4-F0D7-E06B-FA98171C8819}"/>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E24132DB-AFA4-16D2-7104-1A95935F6F7B}"/>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BCFF455F-6527-245B-0EA0-1DCC0A04E31C}"/>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2B7862E4-F840-EE2F-7812-886FB7637B1D}"/>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E69962C1-9B33-4507-9188-5657104A659D}"/>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CA9BB997-666F-ABD7-5CD6-C6DFE57F09DF}"/>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5FB25420-FAB7-81AE-9740-0EFED80B240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D99EB67A-927E-9111-54D5-5788AE8F16FB}"/>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944466EA-B12C-67BA-A35C-4645ACBC14BB}"/>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33F89DAD-6733-99A1-6C5B-5D7F8E9AF6D2}"/>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0D79EA15-A468-4F17-6C7F-607B62B5CFC0}"/>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29D509DB-247C-5A91-C65D-172414C3557C}"/>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0AC8DB85-5107-E847-FB53-A7797B27A384}"/>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48417A0E-3896-8D47-6E7E-E97396430058}"/>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9D6452E0-3B38-8B00-9602-97BE46EC792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361C0517-C9A9-9F82-001D-6C2A91702533}"/>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46D5FC2F-D202-F4CE-19F1-BC4A40383740}"/>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FE697483-D695-782E-49E7-1B9B63DA2A73}"/>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15D69794-D5A9-5486-A0ED-487BEF99B00F}"/>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CA3089E8-275F-5637-F74E-FC9B8C66E6CC}"/>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F91421A-1AFB-433D-AD5D-D0DFFBBECB36}"/>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5287F858-CD10-9CBC-D012-21C3D0219D2E}"/>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F6DA4CD3-AAE7-41A3-0B1B-B089D6BE3A0A}"/>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C240A7F6-3095-E668-F9E4-C1E21B3887CB}"/>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06863930-1852-4B77-0B0D-134C519FF49C}"/>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04679633-5F67-005B-9F9E-7DA9E443CBE2}"/>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65521FE0-8368-10DC-A012-1130B8D5CAB9}"/>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16C2C4F-A748-03A2-019A-3F88FE130488}"/>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327362F7-B33E-3173-5CC6-47A06A11EB83}"/>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7B7DCBE6-77E7-1BE3-280B-FF2D34F4BD1E}"/>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7ED5BD98-7999-7F99-9340-51F9F6A78D26}"/>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EC90033F-F857-6FAF-81DA-7CB6BD8107A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651B834-6E91-741B-C10F-ADD7FB6A97D7}"/>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785E3A38-0BD4-6F59-D06D-5B380857F60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76">
                <p14:nvContentPartPr>
                  <p14:cNvPr id="52" name="Ink 164">
                    <a:extLst>
                      <a:ext uri="{FF2B5EF4-FFF2-40B4-BE49-F238E27FC236}">
                        <a16:creationId xmlns:a16="http://schemas.microsoft.com/office/drawing/2014/main" id="{4F8E4EF0-5FBA-DB1C-3F8E-9B47140C56A3}"/>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478">
                <p14:nvContentPartPr>
                  <p14:cNvPr id="53" name="Ink 165">
                    <a:extLst>
                      <a:ext uri="{FF2B5EF4-FFF2-40B4-BE49-F238E27FC236}">
                        <a16:creationId xmlns:a16="http://schemas.microsoft.com/office/drawing/2014/main" id="{F7E20F6F-7890-4DEE-EF0F-DFA15EE8964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54" name="Oval 166">
                <a:extLst>
                  <a:ext uri="{FF2B5EF4-FFF2-40B4-BE49-F238E27FC236}">
                    <a16:creationId xmlns:a16="http://schemas.microsoft.com/office/drawing/2014/main" id="{ABD7E6EE-9C5A-8F23-4B39-4BEF4BD0AC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391B6EF2-5153-2187-BD39-F918AF4DD03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13581A16-1524-41A0-08BD-09328596AAD9}"/>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480">
                  <p14:nvContentPartPr>
                    <p14:cNvPr id="57" name="Ink 169">
                      <a:extLst>
                        <a:ext uri="{FF2B5EF4-FFF2-40B4-BE49-F238E27FC236}">
                          <a16:creationId xmlns:a16="http://schemas.microsoft.com/office/drawing/2014/main" id="{92874810-9FFB-7D61-B47F-52DD9984BB93}"/>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481">
                  <p14:nvContentPartPr>
                    <p14:cNvPr id="58" name="Ink 170">
                      <a:extLst>
                        <a:ext uri="{FF2B5EF4-FFF2-40B4-BE49-F238E27FC236}">
                          <a16:creationId xmlns:a16="http://schemas.microsoft.com/office/drawing/2014/main" id="{D9F601B9-6FC7-E85A-DA8F-B40D68D9CF9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482">
                  <p14:nvContentPartPr>
                    <p14:cNvPr id="59" name="Ink 171">
                      <a:extLst>
                        <a:ext uri="{FF2B5EF4-FFF2-40B4-BE49-F238E27FC236}">
                          <a16:creationId xmlns:a16="http://schemas.microsoft.com/office/drawing/2014/main" id="{4C561142-8CDE-0F5E-3C1C-EA3B35B869C2}"/>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484">
                  <p14:nvContentPartPr>
                    <p14:cNvPr id="60" name="Ink 172">
                      <a:extLst>
                        <a:ext uri="{FF2B5EF4-FFF2-40B4-BE49-F238E27FC236}">
                          <a16:creationId xmlns:a16="http://schemas.microsoft.com/office/drawing/2014/main" id="{B97570F5-0839-FADB-82C0-722393A9FE4E}"/>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486">
                  <p14:nvContentPartPr>
                    <p14:cNvPr id="61" name="Ink 173">
                      <a:extLst>
                        <a:ext uri="{FF2B5EF4-FFF2-40B4-BE49-F238E27FC236}">
                          <a16:creationId xmlns:a16="http://schemas.microsoft.com/office/drawing/2014/main" id="{F05E128F-21B8-5576-5081-F13922234DCA}"/>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488">
                  <p14:nvContentPartPr>
                    <p14:cNvPr id="62" name="Ink 174">
                      <a:extLst>
                        <a:ext uri="{FF2B5EF4-FFF2-40B4-BE49-F238E27FC236}">
                          <a16:creationId xmlns:a16="http://schemas.microsoft.com/office/drawing/2014/main" id="{F7E7BE89-75E7-4BAE-918A-79A6C8777CA0}"/>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490">
                  <p14:nvContentPartPr>
                    <p14:cNvPr id="63" name="Ink 175">
                      <a:extLst>
                        <a:ext uri="{FF2B5EF4-FFF2-40B4-BE49-F238E27FC236}">
                          <a16:creationId xmlns:a16="http://schemas.microsoft.com/office/drawing/2014/main" id="{CC2C7DE0-00C8-3F92-4DE2-63A31ED517B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492">
                  <p14:nvContentPartPr>
                    <p14:cNvPr id="64" name="Ink 176">
                      <a:extLst>
                        <a:ext uri="{FF2B5EF4-FFF2-40B4-BE49-F238E27FC236}">
                          <a16:creationId xmlns:a16="http://schemas.microsoft.com/office/drawing/2014/main" id="{7EB31AF2-48B9-E27D-20AA-26094381AC45}"/>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494">
                  <p14:nvContentPartPr>
                    <p14:cNvPr id="65" name="Ink 177">
                      <a:extLst>
                        <a:ext uri="{FF2B5EF4-FFF2-40B4-BE49-F238E27FC236}">
                          <a16:creationId xmlns:a16="http://schemas.microsoft.com/office/drawing/2014/main" id="{1BBFBF78-9C89-0053-18E9-4C3249826535}"/>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496">
                  <p14:nvContentPartPr>
                    <p14:cNvPr id="66" name="Ink 178">
                      <a:extLst>
                        <a:ext uri="{FF2B5EF4-FFF2-40B4-BE49-F238E27FC236}">
                          <a16:creationId xmlns:a16="http://schemas.microsoft.com/office/drawing/2014/main" id="{DC974E85-7EFB-D8DC-D88D-DF49AA445B50}"/>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498">
                  <p14:nvContentPartPr>
                    <p14:cNvPr id="67" name="Ink 179">
                      <a:extLst>
                        <a:ext uri="{FF2B5EF4-FFF2-40B4-BE49-F238E27FC236}">
                          <a16:creationId xmlns:a16="http://schemas.microsoft.com/office/drawing/2014/main" id="{1A5BE88A-2706-707C-2B7E-428D72A1FAD4}"/>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00">
                  <p14:nvContentPartPr>
                    <p14:cNvPr id="68" name="Ink 180">
                      <a:extLst>
                        <a:ext uri="{FF2B5EF4-FFF2-40B4-BE49-F238E27FC236}">
                          <a16:creationId xmlns:a16="http://schemas.microsoft.com/office/drawing/2014/main" id="{6CE665B4-E5E8-F33D-FC90-AC40F460F28F}"/>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02">
                  <p14:nvContentPartPr>
                    <p14:cNvPr id="69" name="Ink 181">
                      <a:extLst>
                        <a:ext uri="{FF2B5EF4-FFF2-40B4-BE49-F238E27FC236}">
                          <a16:creationId xmlns:a16="http://schemas.microsoft.com/office/drawing/2014/main" id="{46A7C803-F257-07D6-293C-E9A6E2A7F4E5}"/>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04">
                  <p14:nvContentPartPr>
                    <p14:cNvPr id="70" name="Ink 182">
                      <a:extLst>
                        <a:ext uri="{FF2B5EF4-FFF2-40B4-BE49-F238E27FC236}">
                          <a16:creationId xmlns:a16="http://schemas.microsoft.com/office/drawing/2014/main" id="{E583BD51-474F-F5CE-C063-69505CA22AE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3D1B926C-CF24-2A91-CB76-B480DB710460}"/>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7A60D4DD-AB79-C2C5-5B15-BC4806B81D1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06">
                <p14:nvContentPartPr>
                  <p14:cNvPr id="32" name="Ink 185">
                    <a:extLst>
                      <a:ext uri="{FF2B5EF4-FFF2-40B4-BE49-F238E27FC236}">
                        <a16:creationId xmlns:a16="http://schemas.microsoft.com/office/drawing/2014/main" id="{6F8915BF-7B6A-7FE1-3135-30711A95C6DE}"/>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07">
                <p14:nvContentPartPr>
                  <p14:cNvPr id="33" name="Ink 186">
                    <a:extLst>
                      <a:ext uri="{FF2B5EF4-FFF2-40B4-BE49-F238E27FC236}">
                        <a16:creationId xmlns:a16="http://schemas.microsoft.com/office/drawing/2014/main" id="{1CF88931-3FF5-AA49-C677-F91FE723AE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34" name="Oval 187">
                <a:extLst>
                  <a:ext uri="{FF2B5EF4-FFF2-40B4-BE49-F238E27FC236}">
                    <a16:creationId xmlns:a16="http://schemas.microsoft.com/office/drawing/2014/main" id="{5F8ABD21-9E38-87B4-C2DC-8150545094EA}"/>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65F66C85-CB0B-67B8-D8BF-4C8E47B0D59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008C3F2-1C2D-C4CC-019F-D4AB9496A4B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08">
                  <p14:nvContentPartPr>
                    <p14:cNvPr id="37" name="Ink 190">
                      <a:extLst>
                        <a:ext uri="{FF2B5EF4-FFF2-40B4-BE49-F238E27FC236}">
                          <a16:creationId xmlns:a16="http://schemas.microsoft.com/office/drawing/2014/main" id="{55C0DFBF-E9D2-2A58-8FB3-E2643698440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09">
                  <p14:nvContentPartPr>
                    <p14:cNvPr id="38" name="Ink 191">
                      <a:extLst>
                        <a:ext uri="{FF2B5EF4-FFF2-40B4-BE49-F238E27FC236}">
                          <a16:creationId xmlns:a16="http://schemas.microsoft.com/office/drawing/2014/main" id="{33E8B822-6324-3FD7-E493-302CC74A61E7}"/>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10">
                  <p14:nvContentPartPr>
                    <p14:cNvPr id="39" name="Ink 192">
                      <a:extLst>
                        <a:ext uri="{FF2B5EF4-FFF2-40B4-BE49-F238E27FC236}">
                          <a16:creationId xmlns:a16="http://schemas.microsoft.com/office/drawing/2014/main" id="{C9ED1D6B-BC20-0746-C93B-280EFF3D39F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11">
                  <p14:nvContentPartPr>
                    <p14:cNvPr id="40" name="Ink 193">
                      <a:extLst>
                        <a:ext uri="{FF2B5EF4-FFF2-40B4-BE49-F238E27FC236}">
                          <a16:creationId xmlns:a16="http://schemas.microsoft.com/office/drawing/2014/main" id="{E49C8ECD-9315-02D1-7C67-4E700A752772}"/>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12">
                  <p14:nvContentPartPr>
                    <p14:cNvPr id="41" name="Ink 194">
                      <a:extLst>
                        <a:ext uri="{FF2B5EF4-FFF2-40B4-BE49-F238E27FC236}">
                          <a16:creationId xmlns:a16="http://schemas.microsoft.com/office/drawing/2014/main" id="{27221C61-D758-E5B7-1A5D-9532E0A241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13">
                  <p14:nvContentPartPr>
                    <p14:cNvPr id="42" name="Ink 195">
                      <a:extLst>
                        <a:ext uri="{FF2B5EF4-FFF2-40B4-BE49-F238E27FC236}">
                          <a16:creationId xmlns:a16="http://schemas.microsoft.com/office/drawing/2014/main" id="{7AE60BE5-CF7A-203F-F101-15742C63934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14">
                  <p14:nvContentPartPr>
                    <p14:cNvPr id="43" name="Ink 196">
                      <a:extLst>
                        <a:ext uri="{FF2B5EF4-FFF2-40B4-BE49-F238E27FC236}">
                          <a16:creationId xmlns:a16="http://schemas.microsoft.com/office/drawing/2014/main" id="{6E48493D-F394-5E41-961D-4A05A89CFCF0}"/>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15">
                  <p14:nvContentPartPr>
                    <p14:cNvPr id="44" name="Ink 197">
                      <a:extLst>
                        <a:ext uri="{FF2B5EF4-FFF2-40B4-BE49-F238E27FC236}">
                          <a16:creationId xmlns:a16="http://schemas.microsoft.com/office/drawing/2014/main" id="{CA59BA17-16BE-EE12-AA9E-80212E22302E}"/>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16">
                  <p14:nvContentPartPr>
                    <p14:cNvPr id="45" name="Ink 198">
                      <a:extLst>
                        <a:ext uri="{FF2B5EF4-FFF2-40B4-BE49-F238E27FC236}">
                          <a16:creationId xmlns:a16="http://schemas.microsoft.com/office/drawing/2014/main" id="{466131F2-C54C-14C7-3868-67B27E06A08B}"/>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17">
                  <p14:nvContentPartPr>
                    <p14:cNvPr id="46" name="Ink 199">
                      <a:extLst>
                        <a:ext uri="{FF2B5EF4-FFF2-40B4-BE49-F238E27FC236}">
                          <a16:creationId xmlns:a16="http://schemas.microsoft.com/office/drawing/2014/main" id="{E146641E-55B8-3DC0-0B94-CA9A459BA8A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18">
                  <p14:nvContentPartPr>
                    <p14:cNvPr id="47" name="Ink 200">
                      <a:extLst>
                        <a:ext uri="{FF2B5EF4-FFF2-40B4-BE49-F238E27FC236}">
                          <a16:creationId xmlns:a16="http://schemas.microsoft.com/office/drawing/2014/main" id="{86319AED-73E2-682A-8E1A-BD2D686D558F}"/>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19">
                  <p14:nvContentPartPr>
                    <p14:cNvPr id="48" name="Ink 201">
                      <a:extLst>
                        <a:ext uri="{FF2B5EF4-FFF2-40B4-BE49-F238E27FC236}">
                          <a16:creationId xmlns:a16="http://schemas.microsoft.com/office/drawing/2014/main" id="{07B62061-B75A-A833-828D-5261CF2D8405}"/>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20">
                  <p14:nvContentPartPr>
                    <p14:cNvPr id="49" name="Ink 202">
                      <a:extLst>
                        <a:ext uri="{FF2B5EF4-FFF2-40B4-BE49-F238E27FC236}">
                          <a16:creationId xmlns:a16="http://schemas.microsoft.com/office/drawing/2014/main" id="{872D3EA1-454D-E828-5855-B82D0C74E599}"/>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21">
                  <p14:nvContentPartPr>
                    <p14:cNvPr id="50" name="Ink 203">
                      <a:extLst>
                        <a:ext uri="{FF2B5EF4-FFF2-40B4-BE49-F238E27FC236}">
                          <a16:creationId xmlns:a16="http://schemas.microsoft.com/office/drawing/2014/main" id="{C8755DD4-41A0-8DCB-2ACD-9239FC43BF0C}"/>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95BD35AB-6B89-4B24-D197-FAD03BC42210}"/>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ABCBE10C-674B-C00F-DF29-0E3E6428807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22">
                <p14:nvContentPartPr>
                  <p14:cNvPr id="12" name="Ink 206">
                    <a:extLst>
                      <a:ext uri="{FF2B5EF4-FFF2-40B4-BE49-F238E27FC236}">
                        <a16:creationId xmlns:a16="http://schemas.microsoft.com/office/drawing/2014/main" id="{E2C0D086-1B7D-2025-282D-ED459A919068}"/>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23">
                <p14:nvContentPartPr>
                  <p14:cNvPr id="13" name="Ink 207">
                    <a:extLst>
                      <a:ext uri="{FF2B5EF4-FFF2-40B4-BE49-F238E27FC236}">
                        <a16:creationId xmlns:a16="http://schemas.microsoft.com/office/drawing/2014/main" id="{47D41637-22F7-80BF-6C98-5F1651799FC5}"/>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14" name="Oval 208">
                <a:extLst>
                  <a:ext uri="{FF2B5EF4-FFF2-40B4-BE49-F238E27FC236}">
                    <a16:creationId xmlns:a16="http://schemas.microsoft.com/office/drawing/2014/main" id="{BB8EF38E-5313-43C0-2C97-E8698134546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F357A388-CCB9-DFB3-D0FE-7FB078C2DC3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D0A2C992-7472-3DE4-095F-6A6D2B1EA9C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24">
                  <p14:nvContentPartPr>
                    <p14:cNvPr id="17" name="Ink 211">
                      <a:extLst>
                        <a:ext uri="{FF2B5EF4-FFF2-40B4-BE49-F238E27FC236}">
                          <a16:creationId xmlns:a16="http://schemas.microsoft.com/office/drawing/2014/main" id="{24E2E17D-F639-4689-CD92-0FB3C45A4C7E}"/>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25">
                  <p14:nvContentPartPr>
                    <p14:cNvPr id="18" name="Ink 212">
                      <a:extLst>
                        <a:ext uri="{FF2B5EF4-FFF2-40B4-BE49-F238E27FC236}">
                          <a16:creationId xmlns:a16="http://schemas.microsoft.com/office/drawing/2014/main" id="{1009E1CE-9097-096B-490D-FD9C22679484}"/>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26">
                  <p14:nvContentPartPr>
                    <p14:cNvPr id="19" name="Ink 213">
                      <a:extLst>
                        <a:ext uri="{FF2B5EF4-FFF2-40B4-BE49-F238E27FC236}">
                          <a16:creationId xmlns:a16="http://schemas.microsoft.com/office/drawing/2014/main" id="{1D76BD50-E00D-6A20-AD6F-5C0AADC4E9D1}"/>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27">
                  <p14:nvContentPartPr>
                    <p14:cNvPr id="20" name="Ink 214">
                      <a:extLst>
                        <a:ext uri="{FF2B5EF4-FFF2-40B4-BE49-F238E27FC236}">
                          <a16:creationId xmlns:a16="http://schemas.microsoft.com/office/drawing/2014/main" id="{CBD7CBCC-7141-6046-BF34-59F9AC13CA8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28">
                  <p14:nvContentPartPr>
                    <p14:cNvPr id="21" name="Ink 215">
                      <a:extLst>
                        <a:ext uri="{FF2B5EF4-FFF2-40B4-BE49-F238E27FC236}">
                          <a16:creationId xmlns:a16="http://schemas.microsoft.com/office/drawing/2014/main" id="{2BEAF079-3A5C-AA26-8970-6A2FBF8006B1}"/>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29">
                  <p14:nvContentPartPr>
                    <p14:cNvPr id="22" name="Ink 216">
                      <a:extLst>
                        <a:ext uri="{FF2B5EF4-FFF2-40B4-BE49-F238E27FC236}">
                          <a16:creationId xmlns:a16="http://schemas.microsoft.com/office/drawing/2014/main" id="{81D80492-2689-E0F7-7D73-E9467D54DFB1}"/>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30">
                  <p14:nvContentPartPr>
                    <p14:cNvPr id="23" name="Ink 217">
                      <a:extLst>
                        <a:ext uri="{FF2B5EF4-FFF2-40B4-BE49-F238E27FC236}">
                          <a16:creationId xmlns:a16="http://schemas.microsoft.com/office/drawing/2014/main" id="{2C8BC1FC-DC2F-B086-1B74-E374EFEC9261}"/>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31">
                  <p14:nvContentPartPr>
                    <p14:cNvPr id="24" name="Ink 218">
                      <a:extLst>
                        <a:ext uri="{FF2B5EF4-FFF2-40B4-BE49-F238E27FC236}">
                          <a16:creationId xmlns:a16="http://schemas.microsoft.com/office/drawing/2014/main" id="{6E8AD4DE-E6D9-AF2D-476F-E36C64B412BB}"/>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32">
                  <p14:nvContentPartPr>
                    <p14:cNvPr id="25" name="Ink 219">
                      <a:extLst>
                        <a:ext uri="{FF2B5EF4-FFF2-40B4-BE49-F238E27FC236}">
                          <a16:creationId xmlns:a16="http://schemas.microsoft.com/office/drawing/2014/main" id="{1609F048-65C2-6761-E95A-82D62A829A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33">
                  <p14:nvContentPartPr>
                    <p14:cNvPr id="26" name="Ink 220">
                      <a:extLst>
                        <a:ext uri="{FF2B5EF4-FFF2-40B4-BE49-F238E27FC236}">
                          <a16:creationId xmlns:a16="http://schemas.microsoft.com/office/drawing/2014/main" id="{1A06B396-5B60-2346-C302-E9C529F783B9}"/>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34">
                  <p14:nvContentPartPr>
                    <p14:cNvPr id="27" name="Ink 221">
                      <a:extLst>
                        <a:ext uri="{FF2B5EF4-FFF2-40B4-BE49-F238E27FC236}">
                          <a16:creationId xmlns:a16="http://schemas.microsoft.com/office/drawing/2014/main" id="{D2EF2FC9-73EC-8803-9544-EC16170045A3}"/>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35">
                  <p14:nvContentPartPr>
                    <p14:cNvPr id="28" name="Ink 222">
                      <a:extLst>
                        <a:ext uri="{FF2B5EF4-FFF2-40B4-BE49-F238E27FC236}">
                          <a16:creationId xmlns:a16="http://schemas.microsoft.com/office/drawing/2014/main" id="{95273130-42BA-DC39-2BE7-560599299730}"/>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36">
                  <p14:nvContentPartPr>
                    <p14:cNvPr id="29" name="Ink 223">
                      <a:extLst>
                        <a:ext uri="{FF2B5EF4-FFF2-40B4-BE49-F238E27FC236}">
                          <a16:creationId xmlns:a16="http://schemas.microsoft.com/office/drawing/2014/main" id="{9F3291CD-0D08-46E0-4F0B-60261AFB7CE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37">
                  <p14:nvContentPartPr>
                    <p14:cNvPr id="30" name="Ink 224">
                      <a:extLst>
                        <a:ext uri="{FF2B5EF4-FFF2-40B4-BE49-F238E27FC236}">
                          <a16:creationId xmlns:a16="http://schemas.microsoft.com/office/drawing/2014/main" id="{E49A43AB-CE4B-CFE0-8398-4DA41D9F172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47D01A52-276D-DA62-A1F8-A15A421CB2F4}"/>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A18D6FB3-74D2-D9DC-0E9D-C94AC245FB22}"/>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CE42ABF2-E483-FA5F-6FD1-0F0D08360E97}"/>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55C97DB5-189B-7EA1-E8B4-EC4ACA1A28AB}"/>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85EEEBCF-4953-41A5-03E4-0121C661B954}"/>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FC238DCC-3882-4EBF-F10D-D9B18F4D5C00}"/>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2098F7A4-A0FD-2AB5-6B09-2709001AC22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38">
              <p14:nvContentPartPr>
                <p14:cNvPr id="231" name="Ink 277">
                  <a:extLst>
                    <a:ext uri="{FF2B5EF4-FFF2-40B4-BE49-F238E27FC236}">
                      <a16:creationId xmlns:a16="http://schemas.microsoft.com/office/drawing/2014/main" id="{B86CFAC5-E205-30E4-469F-5F847027827D}"/>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39">
              <p14:nvContentPartPr>
                <p14:cNvPr id="232" name="Ink 279">
                  <a:extLst>
                    <a:ext uri="{FF2B5EF4-FFF2-40B4-BE49-F238E27FC236}">
                      <a16:creationId xmlns:a16="http://schemas.microsoft.com/office/drawing/2014/main" id="{AF5167F0-9620-7D51-DE1B-6BF37B293A04}"/>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33" name="Oval 282">
              <a:extLst>
                <a:ext uri="{FF2B5EF4-FFF2-40B4-BE49-F238E27FC236}">
                  <a16:creationId xmlns:a16="http://schemas.microsoft.com/office/drawing/2014/main" id="{39CD9DC5-1B88-82C4-8A89-03B2E9E21D84}"/>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A15A58C7-8C19-034D-A61A-A9F9E16C9E2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CF3E5573-1692-0819-2444-E5EE9573D8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40">
                <p14:nvContentPartPr>
                  <p14:cNvPr id="236" name="Ink 285">
                    <a:extLst>
                      <a:ext uri="{FF2B5EF4-FFF2-40B4-BE49-F238E27FC236}">
                        <a16:creationId xmlns:a16="http://schemas.microsoft.com/office/drawing/2014/main" id="{0B41176C-95F1-5BD6-F1EF-3AEDE65A1AD4}"/>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41">
                <p14:nvContentPartPr>
                  <p14:cNvPr id="237" name="Ink 286">
                    <a:extLst>
                      <a:ext uri="{FF2B5EF4-FFF2-40B4-BE49-F238E27FC236}">
                        <a16:creationId xmlns:a16="http://schemas.microsoft.com/office/drawing/2014/main" id="{8F36639C-D2F1-9453-F26D-FD15CF02FC1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42">
                <p14:nvContentPartPr>
                  <p14:cNvPr id="238" name="Ink 287">
                    <a:extLst>
                      <a:ext uri="{FF2B5EF4-FFF2-40B4-BE49-F238E27FC236}">
                        <a16:creationId xmlns:a16="http://schemas.microsoft.com/office/drawing/2014/main" id="{B508790C-A417-2605-07A2-D4599755811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43">
                <p14:nvContentPartPr>
                  <p14:cNvPr id="239" name="Ink 292">
                    <a:extLst>
                      <a:ext uri="{FF2B5EF4-FFF2-40B4-BE49-F238E27FC236}">
                        <a16:creationId xmlns:a16="http://schemas.microsoft.com/office/drawing/2014/main" id="{A8C86ABB-160D-B00A-8B6A-EE740F575C3F}"/>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44">
                <p14:nvContentPartPr>
                  <p14:cNvPr id="240" name="Ink 295">
                    <a:extLst>
                      <a:ext uri="{FF2B5EF4-FFF2-40B4-BE49-F238E27FC236}">
                        <a16:creationId xmlns:a16="http://schemas.microsoft.com/office/drawing/2014/main" id="{39F7B38E-E2A4-8ABC-593C-DB5BBB8C5CFD}"/>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45">
                <p14:nvContentPartPr>
                  <p14:cNvPr id="241" name="Ink 296">
                    <a:extLst>
                      <a:ext uri="{FF2B5EF4-FFF2-40B4-BE49-F238E27FC236}">
                        <a16:creationId xmlns:a16="http://schemas.microsoft.com/office/drawing/2014/main" id="{4AC834DC-3759-862A-5BED-07CE50E07BE2}"/>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46">
                <p14:nvContentPartPr>
                  <p14:cNvPr id="242" name="Ink 297">
                    <a:extLst>
                      <a:ext uri="{FF2B5EF4-FFF2-40B4-BE49-F238E27FC236}">
                        <a16:creationId xmlns:a16="http://schemas.microsoft.com/office/drawing/2014/main" id="{A3E97A55-4220-435A-089D-FD1DFF4AF853}"/>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47">
                <p14:nvContentPartPr>
                  <p14:cNvPr id="243" name="Ink 298">
                    <a:extLst>
                      <a:ext uri="{FF2B5EF4-FFF2-40B4-BE49-F238E27FC236}">
                        <a16:creationId xmlns:a16="http://schemas.microsoft.com/office/drawing/2014/main" id="{547B4DCD-1BDE-3F94-8159-58CD908D66BF}"/>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48">
                <p14:nvContentPartPr>
                  <p14:cNvPr id="244" name="Ink 299">
                    <a:extLst>
                      <a:ext uri="{FF2B5EF4-FFF2-40B4-BE49-F238E27FC236}">
                        <a16:creationId xmlns:a16="http://schemas.microsoft.com/office/drawing/2014/main" id="{899E5987-5C46-6CB9-DB9A-1423294DC40A}"/>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49">
                <p14:nvContentPartPr>
                  <p14:cNvPr id="245" name="Ink 301">
                    <a:extLst>
                      <a:ext uri="{FF2B5EF4-FFF2-40B4-BE49-F238E27FC236}">
                        <a16:creationId xmlns:a16="http://schemas.microsoft.com/office/drawing/2014/main" id="{6837A2C8-B9D4-C08D-D79A-0BDD2C812C1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0">
                <p14:nvContentPartPr>
                  <p14:cNvPr id="246" name="Ink 302">
                    <a:extLst>
                      <a:ext uri="{FF2B5EF4-FFF2-40B4-BE49-F238E27FC236}">
                        <a16:creationId xmlns:a16="http://schemas.microsoft.com/office/drawing/2014/main" id="{E4F044A9-9870-F3F8-E8F4-7E2E46EC6199}"/>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51">
                <p14:nvContentPartPr>
                  <p14:cNvPr id="247" name="Ink 303">
                    <a:extLst>
                      <a:ext uri="{FF2B5EF4-FFF2-40B4-BE49-F238E27FC236}">
                        <a16:creationId xmlns:a16="http://schemas.microsoft.com/office/drawing/2014/main" id="{5414013B-AF8E-F1F3-5060-4FD20DBE62B1}"/>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52">
                <p14:nvContentPartPr>
                  <p14:cNvPr id="248" name="Ink 304">
                    <a:extLst>
                      <a:ext uri="{FF2B5EF4-FFF2-40B4-BE49-F238E27FC236}">
                        <a16:creationId xmlns:a16="http://schemas.microsoft.com/office/drawing/2014/main" id="{24CD70A8-25C6-A269-A63C-EB4DFA7DC3AF}"/>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53">
                <p14:nvContentPartPr>
                  <p14:cNvPr id="249" name="Ink 305">
                    <a:extLst>
                      <a:ext uri="{FF2B5EF4-FFF2-40B4-BE49-F238E27FC236}">
                        <a16:creationId xmlns:a16="http://schemas.microsoft.com/office/drawing/2014/main" id="{9098C4DA-BEA3-E9D8-EF59-3EA0FCB896AB}"/>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DEDDECEA-4B68-C0F0-AA4A-B5C85356410F}"/>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8B66A060-5250-C73D-C3D7-FCE64CD991A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54">
              <p14:nvContentPartPr>
                <p14:cNvPr id="252" name="Ink 330">
                  <a:extLst>
                    <a:ext uri="{FF2B5EF4-FFF2-40B4-BE49-F238E27FC236}">
                      <a16:creationId xmlns:a16="http://schemas.microsoft.com/office/drawing/2014/main" id="{A200EFA2-A161-182C-22D0-653869223F4C}"/>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55">
              <p14:nvContentPartPr>
                <p14:cNvPr id="253" name="Ink 331">
                  <a:extLst>
                    <a:ext uri="{FF2B5EF4-FFF2-40B4-BE49-F238E27FC236}">
                      <a16:creationId xmlns:a16="http://schemas.microsoft.com/office/drawing/2014/main" id="{4945D377-B84F-1D6A-DE0A-B5F9CABD687E}"/>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54" name="Oval 332">
              <a:extLst>
                <a:ext uri="{FF2B5EF4-FFF2-40B4-BE49-F238E27FC236}">
                  <a16:creationId xmlns:a16="http://schemas.microsoft.com/office/drawing/2014/main" id="{642A5907-7752-6FBB-F29B-6D116CD9233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58AEA222-8985-4DD2-D3DF-7A389969747A}"/>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E7040077-EDA8-D27A-007B-BB94D57630AB}"/>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56">
                <p14:nvContentPartPr>
                  <p14:cNvPr id="257" name="Ink 335">
                    <a:extLst>
                      <a:ext uri="{FF2B5EF4-FFF2-40B4-BE49-F238E27FC236}">
                        <a16:creationId xmlns:a16="http://schemas.microsoft.com/office/drawing/2014/main" id="{793C477D-7BFA-1357-D369-2C56607B584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57">
                <p14:nvContentPartPr>
                  <p14:cNvPr id="258" name="Ink 336">
                    <a:extLst>
                      <a:ext uri="{FF2B5EF4-FFF2-40B4-BE49-F238E27FC236}">
                        <a16:creationId xmlns:a16="http://schemas.microsoft.com/office/drawing/2014/main" id="{FFE01334-3FA0-0E62-9E6C-4852EC9BA0F8}"/>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58">
                <p14:nvContentPartPr>
                  <p14:cNvPr id="259" name="Ink 337">
                    <a:extLst>
                      <a:ext uri="{FF2B5EF4-FFF2-40B4-BE49-F238E27FC236}">
                        <a16:creationId xmlns:a16="http://schemas.microsoft.com/office/drawing/2014/main" id="{0658F5EE-2200-3534-082C-ECB76C41930C}"/>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59">
                <p14:nvContentPartPr>
                  <p14:cNvPr id="260" name="Ink 338">
                    <a:extLst>
                      <a:ext uri="{FF2B5EF4-FFF2-40B4-BE49-F238E27FC236}">
                        <a16:creationId xmlns:a16="http://schemas.microsoft.com/office/drawing/2014/main" id="{F4ADACC0-D873-B62F-DB75-F422088901CD}"/>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60">
                <p14:nvContentPartPr>
                  <p14:cNvPr id="261" name="Ink 339">
                    <a:extLst>
                      <a:ext uri="{FF2B5EF4-FFF2-40B4-BE49-F238E27FC236}">
                        <a16:creationId xmlns:a16="http://schemas.microsoft.com/office/drawing/2014/main" id="{8318543A-66ED-71DA-FD4F-0F66A5A7D387}"/>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61">
                <p14:nvContentPartPr>
                  <p14:cNvPr id="262" name="Ink 340">
                    <a:extLst>
                      <a:ext uri="{FF2B5EF4-FFF2-40B4-BE49-F238E27FC236}">
                        <a16:creationId xmlns:a16="http://schemas.microsoft.com/office/drawing/2014/main" id="{9F76FF1C-E19B-CA92-15AA-90D14AB4D1B8}"/>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62">
                <p14:nvContentPartPr>
                  <p14:cNvPr id="263" name="Ink 341">
                    <a:extLst>
                      <a:ext uri="{FF2B5EF4-FFF2-40B4-BE49-F238E27FC236}">
                        <a16:creationId xmlns:a16="http://schemas.microsoft.com/office/drawing/2014/main" id="{509C16D5-BBBC-433F-194F-944C2A9B2AA8}"/>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63">
                <p14:nvContentPartPr>
                  <p14:cNvPr id="264" name="Ink 342">
                    <a:extLst>
                      <a:ext uri="{FF2B5EF4-FFF2-40B4-BE49-F238E27FC236}">
                        <a16:creationId xmlns:a16="http://schemas.microsoft.com/office/drawing/2014/main" id="{EC17E788-E0C4-B141-C014-165CBC8405F2}"/>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64">
                <p14:nvContentPartPr>
                  <p14:cNvPr id="265" name="Ink 343">
                    <a:extLst>
                      <a:ext uri="{FF2B5EF4-FFF2-40B4-BE49-F238E27FC236}">
                        <a16:creationId xmlns:a16="http://schemas.microsoft.com/office/drawing/2014/main" id="{48459868-499E-B184-71F2-2F6D3BB90B4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65">
                <p14:nvContentPartPr>
                  <p14:cNvPr id="266" name="Ink 344">
                    <a:extLst>
                      <a:ext uri="{FF2B5EF4-FFF2-40B4-BE49-F238E27FC236}">
                        <a16:creationId xmlns:a16="http://schemas.microsoft.com/office/drawing/2014/main" id="{447E0E17-1BE2-7DCC-A98A-EE449EA4B74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66">
                <p14:nvContentPartPr>
                  <p14:cNvPr id="267" name="Ink 345">
                    <a:extLst>
                      <a:ext uri="{FF2B5EF4-FFF2-40B4-BE49-F238E27FC236}">
                        <a16:creationId xmlns:a16="http://schemas.microsoft.com/office/drawing/2014/main" id="{CC0897FA-75FB-28CD-C86A-8F028296BD1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67">
                <p14:nvContentPartPr>
                  <p14:cNvPr id="268" name="Ink 346">
                    <a:extLst>
                      <a:ext uri="{FF2B5EF4-FFF2-40B4-BE49-F238E27FC236}">
                        <a16:creationId xmlns:a16="http://schemas.microsoft.com/office/drawing/2014/main" id="{1A1FD9EB-63E0-841D-B7BC-FB58E0396499}"/>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68">
                <p14:nvContentPartPr>
                  <p14:cNvPr id="269" name="Ink 347">
                    <a:extLst>
                      <a:ext uri="{FF2B5EF4-FFF2-40B4-BE49-F238E27FC236}">
                        <a16:creationId xmlns:a16="http://schemas.microsoft.com/office/drawing/2014/main" id="{7B2489F7-B42F-39B6-4718-F5585568FF6B}"/>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69">
                <p14:nvContentPartPr>
                  <p14:cNvPr id="270" name="Ink 348">
                    <a:extLst>
                      <a:ext uri="{FF2B5EF4-FFF2-40B4-BE49-F238E27FC236}">
                        <a16:creationId xmlns:a16="http://schemas.microsoft.com/office/drawing/2014/main" id="{2D77BEFB-9B0F-6297-5240-B058CE182849}"/>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5462C6-AFB3-DAB3-6C39-8815BE6ACF96}"/>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FD72744D-31CA-8D52-116C-4AE8F0E44D3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70">
              <p14:nvContentPartPr>
                <p14:cNvPr id="273" name="Ink 351">
                  <a:extLst>
                    <a:ext uri="{FF2B5EF4-FFF2-40B4-BE49-F238E27FC236}">
                      <a16:creationId xmlns:a16="http://schemas.microsoft.com/office/drawing/2014/main" id="{AE31399D-F86E-33D2-A960-8462771A1010}"/>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71">
              <p14:nvContentPartPr>
                <p14:cNvPr id="274" name="Ink 352">
                  <a:extLst>
                    <a:ext uri="{FF2B5EF4-FFF2-40B4-BE49-F238E27FC236}">
                      <a16:creationId xmlns:a16="http://schemas.microsoft.com/office/drawing/2014/main" id="{776AC071-45A9-9018-FE39-598FE2DB927B}"/>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75" name="Oval 353">
              <a:extLst>
                <a:ext uri="{FF2B5EF4-FFF2-40B4-BE49-F238E27FC236}">
                  <a16:creationId xmlns:a16="http://schemas.microsoft.com/office/drawing/2014/main" id="{6EF8552D-F94C-2EA5-3F45-8FC10CAE61A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8D451DD7-1AA1-FE4C-3B15-B48414A9E0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09144274-6863-E83C-307B-EFF6F35BFD3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72">
                <p14:nvContentPartPr>
                  <p14:cNvPr id="278" name="Ink 356">
                    <a:extLst>
                      <a:ext uri="{FF2B5EF4-FFF2-40B4-BE49-F238E27FC236}">
                        <a16:creationId xmlns:a16="http://schemas.microsoft.com/office/drawing/2014/main" id="{C9667F39-F558-841A-28CD-D61EB02CDC56}"/>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73">
                <p14:nvContentPartPr>
                  <p14:cNvPr id="279" name="Ink 357">
                    <a:extLst>
                      <a:ext uri="{FF2B5EF4-FFF2-40B4-BE49-F238E27FC236}">
                        <a16:creationId xmlns:a16="http://schemas.microsoft.com/office/drawing/2014/main" id="{E0E51938-08FB-CE82-C8FA-F8AB80A24C9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74">
                <p14:nvContentPartPr>
                  <p14:cNvPr id="280" name="Ink 358">
                    <a:extLst>
                      <a:ext uri="{FF2B5EF4-FFF2-40B4-BE49-F238E27FC236}">
                        <a16:creationId xmlns:a16="http://schemas.microsoft.com/office/drawing/2014/main" id="{4F5D30A0-2BF4-AF86-8030-3422D2A64985}"/>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75">
                <p14:nvContentPartPr>
                  <p14:cNvPr id="281" name="Ink 359">
                    <a:extLst>
                      <a:ext uri="{FF2B5EF4-FFF2-40B4-BE49-F238E27FC236}">
                        <a16:creationId xmlns:a16="http://schemas.microsoft.com/office/drawing/2014/main" id="{2FAA12BC-8294-309D-26FC-64503148EFB7}"/>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76">
                <p14:nvContentPartPr>
                  <p14:cNvPr id="282" name="Ink 360">
                    <a:extLst>
                      <a:ext uri="{FF2B5EF4-FFF2-40B4-BE49-F238E27FC236}">
                        <a16:creationId xmlns:a16="http://schemas.microsoft.com/office/drawing/2014/main" id="{1855A41B-6344-FDF2-1A09-29F3A469FDC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77">
                <p14:nvContentPartPr>
                  <p14:cNvPr id="283" name="Ink 361">
                    <a:extLst>
                      <a:ext uri="{FF2B5EF4-FFF2-40B4-BE49-F238E27FC236}">
                        <a16:creationId xmlns:a16="http://schemas.microsoft.com/office/drawing/2014/main" id="{8823ADB2-3CB0-51A0-9ED0-540261C52535}"/>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78">
                <p14:nvContentPartPr>
                  <p14:cNvPr id="284" name="Ink 362">
                    <a:extLst>
                      <a:ext uri="{FF2B5EF4-FFF2-40B4-BE49-F238E27FC236}">
                        <a16:creationId xmlns:a16="http://schemas.microsoft.com/office/drawing/2014/main" id="{76FD51DF-04CD-126F-57A6-36AC28B2D19E}"/>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79">
                <p14:nvContentPartPr>
                  <p14:cNvPr id="285" name="Ink 363">
                    <a:extLst>
                      <a:ext uri="{FF2B5EF4-FFF2-40B4-BE49-F238E27FC236}">
                        <a16:creationId xmlns:a16="http://schemas.microsoft.com/office/drawing/2014/main" id="{BCBBBEDA-3EB6-AB1B-4E09-69C00050DE07}"/>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80">
                <p14:nvContentPartPr>
                  <p14:cNvPr id="286" name="Ink 364">
                    <a:extLst>
                      <a:ext uri="{FF2B5EF4-FFF2-40B4-BE49-F238E27FC236}">
                        <a16:creationId xmlns:a16="http://schemas.microsoft.com/office/drawing/2014/main" id="{4CC6801D-0786-72E1-904B-C0EF181B24E7}"/>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81">
                <p14:nvContentPartPr>
                  <p14:cNvPr id="287" name="Ink 365">
                    <a:extLst>
                      <a:ext uri="{FF2B5EF4-FFF2-40B4-BE49-F238E27FC236}">
                        <a16:creationId xmlns:a16="http://schemas.microsoft.com/office/drawing/2014/main" id="{BC4D1A78-8FF8-3C29-110A-BF17FC81525E}"/>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82">
                <p14:nvContentPartPr>
                  <p14:cNvPr id="288" name="Ink 366">
                    <a:extLst>
                      <a:ext uri="{FF2B5EF4-FFF2-40B4-BE49-F238E27FC236}">
                        <a16:creationId xmlns:a16="http://schemas.microsoft.com/office/drawing/2014/main" id="{2667279D-2740-C667-AF90-7868CAA131E6}"/>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83">
                <p14:nvContentPartPr>
                  <p14:cNvPr id="289" name="Ink 367">
                    <a:extLst>
                      <a:ext uri="{FF2B5EF4-FFF2-40B4-BE49-F238E27FC236}">
                        <a16:creationId xmlns:a16="http://schemas.microsoft.com/office/drawing/2014/main" id="{940F5308-C709-C69A-C333-66149109A1F4}"/>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584">
                <p14:nvContentPartPr>
                  <p14:cNvPr id="290" name="Ink 368">
                    <a:extLst>
                      <a:ext uri="{FF2B5EF4-FFF2-40B4-BE49-F238E27FC236}">
                        <a16:creationId xmlns:a16="http://schemas.microsoft.com/office/drawing/2014/main" id="{4600739B-C432-4386-7B6A-2D993AFA7D08}"/>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585">
                <p14:nvContentPartPr>
                  <p14:cNvPr id="291" name="Ink 369">
                    <a:extLst>
                      <a:ext uri="{FF2B5EF4-FFF2-40B4-BE49-F238E27FC236}">
                        <a16:creationId xmlns:a16="http://schemas.microsoft.com/office/drawing/2014/main" id="{DB2E83B7-AD62-907D-58FB-A1F18B74C595}"/>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77A47B8-B5CD-949F-FE29-5057D4B893CF}"/>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B791D22E-A1D2-DA20-2AA3-B23BDC608606}"/>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586">
              <p14:nvContentPartPr>
                <p14:cNvPr id="294" name="Ink 372">
                  <a:extLst>
                    <a:ext uri="{FF2B5EF4-FFF2-40B4-BE49-F238E27FC236}">
                      <a16:creationId xmlns:a16="http://schemas.microsoft.com/office/drawing/2014/main" id="{830010AB-536D-0BE6-EF89-B30F731994B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477"/>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587">
              <p14:nvContentPartPr>
                <p14:cNvPr id="295" name="Ink 373">
                  <a:extLst>
                    <a:ext uri="{FF2B5EF4-FFF2-40B4-BE49-F238E27FC236}">
                      <a16:creationId xmlns:a16="http://schemas.microsoft.com/office/drawing/2014/main" id="{9CAABDAE-1145-0994-BEFA-5F2723DB7B18}"/>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479"/>
                <a:stretch>
                  <a:fillRect/>
                </a:stretch>
              </p:blipFill>
              <p:spPr>
                <a:xfrm>
                  <a:off x="3698880" y="1793948"/>
                  <a:ext cx="61560" cy="16920"/>
                </a:xfrm>
                <a:prstGeom prst="rect">
                  <a:avLst/>
                </a:prstGeom>
              </p:spPr>
            </p:pic>
          </mc:Fallback>
        </mc:AlternateContent>
        <p:sp>
          <p:nvSpPr>
            <p:cNvPr id="296" name="Oval 374">
              <a:extLst>
                <a:ext uri="{FF2B5EF4-FFF2-40B4-BE49-F238E27FC236}">
                  <a16:creationId xmlns:a16="http://schemas.microsoft.com/office/drawing/2014/main" id="{33307A5B-14B4-D129-1726-7195C0B4A55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B57FC243-6613-7B3B-5DF2-9D7B4BE3EBC1}"/>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2BC2B62B-B19B-3DB8-24AD-4CD0D1D402C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588">
                <p14:nvContentPartPr>
                  <p14:cNvPr id="299" name="Ink 377">
                    <a:extLst>
                      <a:ext uri="{FF2B5EF4-FFF2-40B4-BE49-F238E27FC236}">
                        <a16:creationId xmlns:a16="http://schemas.microsoft.com/office/drawing/2014/main" id="{9ADAF064-628A-F330-DAAE-D84A7B351649}"/>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10"/>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589">
                <p14:nvContentPartPr>
                  <p14:cNvPr id="300" name="Ink 378">
                    <a:extLst>
                      <a:ext uri="{FF2B5EF4-FFF2-40B4-BE49-F238E27FC236}">
                        <a16:creationId xmlns:a16="http://schemas.microsoft.com/office/drawing/2014/main" id="{90422D1F-A935-BB08-BE2D-39BBD0318E43}"/>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12"/>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590">
                <p14:nvContentPartPr>
                  <p14:cNvPr id="301" name="Ink 379">
                    <a:extLst>
                      <a:ext uri="{FF2B5EF4-FFF2-40B4-BE49-F238E27FC236}">
                        <a16:creationId xmlns:a16="http://schemas.microsoft.com/office/drawing/2014/main" id="{311E50B8-95AC-9F59-6F77-9789239E1B84}"/>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483"/>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591">
                <p14:nvContentPartPr>
                  <p14:cNvPr id="302" name="Ink 380">
                    <a:extLst>
                      <a:ext uri="{FF2B5EF4-FFF2-40B4-BE49-F238E27FC236}">
                        <a16:creationId xmlns:a16="http://schemas.microsoft.com/office/drawing/2014/main" id="{9221F82F-A1C3-FEC0-AAA1-A3D6892D31E3}"/>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485"/>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592">
                <p14:nvContentPartPr>
                  <p14:cNvPr id="303" name="Ink 381">
                    <a:extLst>
                      <a:ext uri="{FF2B5EF4-FFF2-40B4-BE49-F238E27FC236}">
                        <a16:creationId xmlns:a16="http://schemas.microsoft.com/office/drawing/2014/main" id="{2533DB08-16EF-4BE3-077C-9AC23AEC6AD6}"/>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487"/>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593">
                <p14:nvContentPartPr>
                  <p14:cNvPr id="304" name="Ink 382">
                    <a:extLst>
                      <a:ext uri="{FF2B5EF4-FFF2-40B4-BE49-F238E27FC236}">
                        <a16:creationId xmlns:a16="http://schemas.microsoft.com/office/drawing/2014/main" id="{90B830C4-68FF-2A18-F7A4-E428E264925D}"/>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489"/>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594">
                <p14:nvContentPartPr>
                  <p14:cNvPr id="305" name="Ink 383">
                    <a:extLst>
                      <a:ext uri="{FF2B5EF4-FFF2-40B4-BE49-F238E27FC236}">
                        <a16:creationId xmlns:a16="http://schemas.microsoft.com/office/drawing/2014/main" id="{52EAEB76-89A9-A7A9-C94D-A7224831FD9C}"/>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491"/>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595">
                <p14:nvContentPartPr>
                  <p14:cNvPr id="306" name="Ink 384">
                    <a:extLst>
                      <a:ext uri="{FF2B5EF4-FFF2-40B4-BE49-F238E27FC236}">
                        <a16:creationId xmlns:a16="http://schemas.microsoft.com/office/drawing/2014/main" id="{06105F40-6BE3-7BD2-5672-7F2B0FC3331A}"/>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493"/>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596">
                <p14:nvContentPartPr>
                  <p14:cNvPr id="307" name="Ink 385">
                    <a:extLst>
                      <a:ext uri="{FF2B5EF4-FFF2-40B4-BE49-F238E27FC236}">
                        <a16:creationId xmlns:a16="http://schemas.microsoft.com/office/drawing/2014/main" id="{0419769E-2BA7-29AF-0597-F3BBF9DF4A62}"/>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495"/>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597">
                <p14:nvContentPartPr>
                  <p14:cNvPr id="308" name="Ink 386">
                    <a:extLst>
                      <a:ext uri="{FF2B5EF4-FFF2-40B4-BE49-F238E27FC236}">
                        <a16:creationId xmlns:a16="http://schemas.microsoft.com/office/drawing/2014/main" id="{53923373-5B63-7994-F0C1-0036C7E1146D}"/>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497"/>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98">
                <p14:nvContentPartPr>
                  <p14:cNvPr id="309" name="Ink 387">
                    <a:extLst>
                      <a:ext uri="{FF2B5EF4-FFF2-40B4-BE49-F238E27FC236}">
                        <a16:creationId xmlns:a16="http://schemas.microsoft.com/office/drawing/2014/main" id="{0BEC4E57-FAE8-1B6C-F59C-25C052C4D75B}"/>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499"/>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599">
                <p14:nvContentPartPr>
                  <p14:cNvPr id="310" name="Ink 388">
                    <a:extLst>
                      <a:ext uri="{FF2B5EF4-FFF2-40B4-BE49-F238E27FC236}">
                        <a16:creationId xmlns:a16="http://schemas.microsoft.com/office/drawing/2014/main" id="{31944AC6-F43B-AA3E-CE32-B4CFC7B1956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501"/>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00">
                <p14:nvContentPartPr>
                  <p14:cNvPr id="311" name="Ink 389">
                    <a:extLst>
                      <a:ext uri="{FF2B5EF4-FFF2-40B4-BE49-F238E27FC236}">
                        <a16:creationId xmlns:a16="http://schemas.microsoft.com/office/drawing/2014/main" id="{74EE7044-58D9-C028-5CE4-E2A31B7A9231}"/>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503"/>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01">
                <p14:nvContentPartPr>
                  <p14:cNvPr id="312" name="Ink 390">
                    <a:extLst>
                      <a:ext uri="{FF2B5EF4-FFF2-40B4-BE49-F238E27FC236}">
                        <a16:creationId xmlns:a16="http://schemas.microsoft.com/office/drawing/2014/main" id="{CDE812D3-F941-5516-3C1C-9778CC214A14}"/>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505"/>
                  <a:stretch>
                    <a:fillRect/>
                  </a:stretch>
                </p:blipFill>
                <p:spPr>
                  <a:xfrm>
                    <a:off x="3797388" y="1862872"/>
                    <a:ext cx="32400" cy="54000"/>
                  </a:xfrm>
                  <a:prstGeom prst="rect">
                    <a:avLst/>
                  </a:prstGeom>
                </p:spPr>
              </p:pic>
            </mc:Fallback>
          </mc:AlternateContent>
        </p:grpSp>
      </p:grpSp>
      <p:grpSp>
        <p:nvGrpSpPr>
          <p:cNvPr id="2" name="Group 1">
            <a:extLst>
              <a:ext uri="{FF2B5EF4-FFF2-40B4-BE49-F238E27FC236}">
                <a16:creationId xmlns:a16="http://schemas.microsoft.com/office/drawing/2014/main" id="{5CD70200-6548-1867-1A14-FD6F3229BF7D}"/>
              </a:ext>
            </a:extLst>
          </p:cNvPr>
          <p:cNvGrpSpPr/>
          <p:nvPr/>
        </p:nvGrpSpPr>
        <p:grpSpPr>
          <a:xfrm>
            <a:off x="2086925" y="0"/>
            <a:ext cx="3464491" cy="2972297"/>
            <a:chOff x="2086925" y="0"/>
            <a:chExt cx="3464491" cy="2972297"/>
          </a:xfrm>
        </p:grpSpPr>
        <p:sp>
          <p:nvSpPr>
            <p:cNvPr id="3" name="Rectangle 436">
              <a:extLst>
                <a:ext uri="{FF2B5EF4-FFF2-40B4-BE49-F238E27FC236}">
                  <a16:creationId xmlns:a16="http://schemas.microsoft.com/office/drawing/2014/main" id="{1079057E-F525-9D94-CB3E-DBD67AA664AB}"/>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56" name="Straight Connector 437">
              <a:extLst>
                <a:ext uri="{FF2B5EF4-FFF2-40B4-BE49-F238E27FC236}">
                  <a16:creationId xmlns:a16="http://schemas.microsoft.com/office/drawing/2014/main" id="{D5DEA4F5-6129-E31A-58B7-C7E92CF1AC4A}"/>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57" name="Straight Connector 438">
              <a:extLst>
                <a:ext uri="{FF2B5EF4-FFF2-40B4-BE49-F238E27FC236}">
                  <a16:creationId xmlns:a16="http://schemas.microsoft.com/office/drawing/2014/main" id="{8FED1D36-64C7-99E5-127C-E05D29606808}"/>
                </a:ext>
              </a:extLst>
            </p:cNvPr>
            <p:cNvCxnSpPr>
              <a:cxnSpLocks/>
              <a:endCxn id="379"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358" name="Group 357">
              <a:extLst>
                <a:ext uri="{FF2B5EF4-FFF2-40B4-BE49-F238E27FC236}">
                  <a16:creationId xmlns:a16="http://schemas.microsoft.com/office/drawing/2014/main" id="{5E3AECA6-4285-B996-E0C7-69BBC077921D}"/>
                </a:ext>
              </a:extLst>
            </p:cNvPr>
            <p:cNvGrpSpPr/>
            <p:nvPr/>
          </p:nvGrpSpPr>
          <p:grpSpPr>
            <a:xfrm>
              <a:off x="2865547" y="0"/>
              <a:ext cx="2685869" cy="2582983"/>
              <a:chOff x="2865547" y="0"/>
              <a:chExt cx="2685869" cy="2582983"/>
            </a:xfrm>
          </p:grpSpPr>
          <p:sp>
            <p:nvSpPr>
              <p:cNvPr id="359" name="Prostokąt 14">
                <a:extLst>
                  <a:ext uri="{FF2B5EF4-FFF2-40B4-BE49-F238E27FC236}">
                    <a16:creationId xmlns:a16="http://schemas.microsoft.com/office/drawing/2014/main" id="{FBA0505D-40A4-B9CC-EE7D-4BA382DA55E4}"/>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60" name="Oval 359">
                <a:extLst>
                  <a:ext uri="{FF2B5EF4-FFF2-40B4-BE49-F238E27FC236}">
                    <a16:creationId xmlns:a16="http://schemas.microsoft.com/office/drawing/2014/main" id="{FE7450E4-5CFB-9939-0764-A4A032FD12D7}"/>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5E6CCB9F-0AB0-C527-AFC9-CDD4D905E618}"/>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2" name="Oval 361">
                <a:extLst>
                  <a:ext uri="{FF2B5EF4-FFF2-40B4-BE49-F238E27FC236}">
                    <a16:creationId xmlns:a16="http://schemas.microsoft.com/office/drawing/2014/main" id="{0927D8BA-22F8-9BB3-95E1-09D9301C93B9}"/>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3" name="Connector: Elbow 362">
                <a:extLst>
                  <a:ext uri="{FF2B5EF4-FFF2-40B4-BE49-F238E27FC236}">
                    <a16:creationId xmlns:a16="http://schemas.microsoft.com/office/drawing/2014/main" id="{1803A688-E313-01BE-C623-B27290DF2BF7}"/>
                  </a:ext>
                </a:extLst>
              </p:cNvPr>
              <p:cNvCxnSpPr>
                <a:endCxn id="360"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Connector: Elbow 363">
                <a:extLst>
                  <a:ext uri="{FF2B5EF4-FFF2-40B4-BE49-F238E27FC236}">
                    <a16:creationId xmlns:a16="http://schemas.microsoft.com/office/drawing/2014/main" id="{BE4E5B53-20FF-D9E8-083F-31C05A311006}"/>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7" name="Straight Connector 366">
                <a:extLst>
                  <a:ext uri="{FF2B5EF4-FFF2-40B4-BE49-F238E27FC236}">
                    <a16:creationId xmlns:a16="http://schemas.microsoft.com/office/drawing/2014/main" id="{60E8B58B-86AC-6804-0B30-A91D91A6F60F}"/>
                  </a:ext>
                </a:extLst>
              </p:cNvPr>
              <p:cNvCxnSpPr>
                <a:cxnSpLocks/>
                <a:stCxn id="361" idx="4"/>
                <a:endCxn id="359"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8" name="Oval 367">
                <a:extLst>
                  <a:ext uri="{FF2B5EF4-FFF2-40B4-BE49-F238E27FC236}">
                    <a16:creationId xmlns:a16="http://schemas.microsoft.com/office/drawing/2014/main" id="{49AEBFFF-1FC2-EB7B-8B00-6B7325491912}"/>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F3856565-BC9C-5CDB-9A26-464BAAFB6750}"/>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4" name="Oval 373">
                <a:extLst>
                  <a:ext uri="{FF2B5EF4-FFF2-40B4-BE49-F238E27FC236}">
                    <a16:creationId xmlns:a16="http://schemas.microsoft.com/office/drawing/2014/main" id="{267C4DBE-A4D7-EE73-4ECD-9B5668C8F3E0}"/>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5" name="Connector: Elbow 374">
                <a:extLst>
                  <a:ext uri="{FF2B5EF4-FFF2-40B4-BE49-F238E27FC236}">
                    <a16:creationId xmlns:a16="http://schemas.microsoft.com/office/drawing/2014/main" id="{26E10630-5C18-702D-4025-6425941FB2FA}"/>
                  </a:ext>
                </a:extLst>
              </p:cNvPr>
              <p:cNvCxnSpPr>
                <a:cxnSpLocks/>
                <a:endCxn id="368"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Connector: Elbow 375">
                <a:extLst>
                  <a:ext uri="{FF2B5EF4-FFF2-40B4-BE49-F238E27FC236}">
                    <a16:creationId xmlns:a16="http://schemas.microsoft.com/office/drawing/2014/main" id="{E6001CE1-3F76-CC94-C6DE-F76DD797C7F9}"/>
                  </a:ext>
                </a:extLst>
              </p:cNvPr>
              <p:cNvCxnSpPr>
                <a:cxnSpLocks/>
                <a:endCxn id="374"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7" name="Straight Connector 376">
                <a:extLst>
                  <a:ext uri="{FF2B5EF4-FFF2-40B4-BE49-F238E27FC236}">
                    <a16:creationId xmlns:a16="http://schemas.microsoft.com/office/drawing/2014/main" id="{32DFB805-4D57-76F2-FB90-14508CEC0BD7}"/>
                  </a:ext>
                </a:extLst>
              </p:cNvPr>
              <p:cNvCxnSpPr>
                <a:cxnSpLocks/>
                <a:stCxn id="373" idx="0"/>
                <a:endCxn id="384"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8" name="Group 377">
                <a:extLst>
                  <a:ext uri="{FF2B5EF4-FFF2-40B4-BE49-F238E27FC236}">
                    <a16:creationId xmlns:a16="http://schemas.microsoft.com/office/drawing/2014/main" id="{AACB108F-C59F-5B2B-4245-ADAC6852AF97}"/>
                  </a:ext>
                </a:extLst>
              </p:cNvPr>
              <p:cNvGrpSpPr/>
              <p:nvPr/>
            </p:nvGrpSpPr>
            <p:grpSpPr>
              <a:xfrm rot="7671557">
                <a:off x="3373367" y="1955986"/>
                <a:ext cx="349450" cy="484303"/>
                <a:chOff x="3476018" y="1655769"/>
                <a:chExt cx="349450" cy="484303"/>
              </a:xfrm>
            </p:grpSpPr>
            <p:sp>
              <p:nvSpPr>
                <p:cNvPr id="386" name="Flowchart: Delay 385">
                  <a:extLst>
                    <a:ext uri="{FF2B5EF4-FFF2-40B4-BE49-F238E27FC236}">
                      <a16:creationId xmlns:a16="http://schemas.microsoft.com/office/drawing/2014/main" id="{A6A62432-8EEB-8D3E-846D-D86100855CF5}"/>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602">
                  <p14:nvContentPartPr>
                    <p14:cNvPr id="387" name="Ink 386">
                      <a:extLst>
                        <a:ext uri="{FF2B5EF4-FFF2-40B4-BE49-F238E27FC236}">
                          <a16:creationId xmlns:a16="http://schemas.microsoft.com/office/drawing/2014/main" id="{83464CA1-9DFF-53F4-FE00-F55BAD6726E9}"/>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6"/>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03">
                  <p14:nvContentPartPr>
                    <p14:cNvPr id="388" name="Ink 387">
                      <a:extLst>
                        <a:ext uri="{FF2B5EF4-FFF2-40B4-BE49-F238E27FC236}">
                          <a16:creationId xmlns:a16="http://schemas.microsoft.com/office/drawing/2014/main" id="{417D8CCC-4B7B-1ADD-30F4-236BAC9B52A6}"/>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8"/>
                    <a:stretch>
                      <a:fillRect/>
                    </a:stretch>
                  </p:blipFill>
                  <p:spPr>
                    <a:xfrm>
                      <a:off x="3698880" y="1793948"/>
                      <a:ext cx="61560" cy="16920"/>
                    </a:xfrm>
                    <a:prstGeom prst="rect">
                      <a:avLst/>
                    </a:prstGeom>
                  </p:spPr>
                </p:pic>
              </mc:Fallback>
            </mc:AlternateContent>
            <p:sp>
              <p:nvSpPr>
                <p:cNvPr id="389" name="Oval 388">
                  <a:extLst>
                    <a:ext uri="{FF2B5EF4-FFF2-40B4-BE49-F238E27FC236}">
                      <a16:creationId xmlns:a16="http://schemas.microsoft.com/office/drawing/2014/main" id="{B02052A4-F7EF-BCC9-74F9-8A9819CF90FD}"/>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90" name="Oval 389">
                  <a:extLst>
                    <a:ext uri="{FF2B5EF4-FFF2-40B4-BE49-F238E27FC236}">
                      <a16:creationId xmlns:a16="http://schemas.microsoft.com/office/drawing/2014/main" id="{EF856C78-9D37-296B-AFC2-9741CDD505EB}"/>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91" name="Group 390">
                  <a:extLst>
                    <a:ext uri="{FF2B5EF4-FFF2-40B4-BE49-F238E27FC236}">
                      <a16:creationId xmlns:a16="http://schemas.microsoft.com/office/drawing/2014/main" id="{CA2CF26E-F9BB-A149-3439-2B88EEC0E066}"/>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604">
                    <p14:nvContentPartPr>
                      <p14:cNvPr id="392" name="Ink 391">
                        <a:extLst>
                          <a:ext uri="{FF2B5EF4-FFF2-40B4-BE49-F238E27FC236}">
                            <a16:creationId xmlns:a16="http://schemas.microsoft.com/office/drawing/2014/main" id="{F5DF8BFB-8F71-9824-3724-98353BB2EC6D}"/>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605"/>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606">
                    <p14:nvContentPartPr>
                      <p14:cNvPr id="393" name="Ink 392">
                        <a:extLst>
                          <a:ext uri="{FF2B5EF4-FFF2-40B4-BE49-F238E27FC236}">
                            <a16:creationId xmlns:a16="http://schemas.microsoft.com/office/drawing/2014/main" id="{845AA3D2-AF58-D8E0-56F7-E2BF72F77CAC}"/>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607"/>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608">
                    <p14:nvContentPartPr>
                      <p14:cNvPr id="394" name="Ink 393">
                        <a:extLst>
                          <a:ext uri="{FF2B5EF4-FFF2-40B4-BE49-F238E27FC236}">
                            <a16:creationId xmlns:a16="http://schemas.microsoft.com/office/drawing/2014/main" id="{0451CF71-AE0D-34AC-4226-C8FA5428BD6E}"/>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14"/>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609">
                    <p14:nvContentPartPr>
                      <p14:cNvPr id="395" name="Ink 394">
                        <a:extLst>
                          <a:ext uri="{FF2B5EF4-FFF2-40B4-BE49-F238E27FC236}">
                            <a16:creationId xmlns:a16="http://schemas.microsoft.com/office/drawing/2014/main" id="{7A0487D4-D1E4-83E8-8A87-D5AAF03E3356}"/>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16"/>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610">
                    <p14:nvContentPartPr>
                      <p14:cNvPr id="396" name="Ink 395">
                        <a:extLst>
                          <a:ext uri="{FF2B5EF4-FFF2-40B4-BE49-F238E27FC236}">
                            <a16:creationId xmlns:a16="http://schemas.microsoft.com/office/drawing/2014/main" id="{F6F446DB-66A0-AA0F-FB98-8533989656B9}"/>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18"/>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611">
                    <p14:nvContentPartPr>
                      <p14:cNvPr id="397" name="Ink 396">
                        <a:extLst>
                          <a:ext uri="{FF2B5EF4-FFF2-40B4-BE49-F238E27FC236}">
                            <a16:creationId xmlns:a16="http://schemas.microsoft.com/office/drawing/2014/main" id="{B6539808-30F5-5BF4-3EF6-1490FD40D443}"/>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20"/>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612">
                    <p14:nvContentPartPr>
                      <p14:cNvPr id="398" name="Ink 397">
                        <a:extLst>
                          <a:ext uri="{FF2B5EF4-FFF2-40B4-BE49-F238E27FC236}">
                            <a16:creationId xmlns:a16="http://schemas.microsoft.com/office/drawing/2014/main" id="{6D4198BB-E20F-9C97-13E1-3FAC4B69556A}"/>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22"/>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613">
                    <p14:nvContentPartPr>
                      <p14:cNvPr id="399" name="Ink 398">
                        <a:extLst>
                          <a:ext uri="{FF2B5EF4-FFF2-40B4-BE49-F238E27FC236}">
                            <a16:creationId xmlns:a16="http://schemas.microsoft.com/office/drawing/2014/main" id="{C6D87731-5293-AE39-4D8A-1ACBCD2B111D}"/>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24"/>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614">
                    <p14:nvContentPartPr>
                      <p14:cNvPr id="400" name="Ink 399">
                        <a:extLst>
                          <a:ext uri="{FF2B5EF4-FFF2-40B4-BE49-F238E27FC236}">
                            <a16:creationId xmlns:a16="http://schemas.microsoft.com/office/drawing/2014/main" id="{8B05022B-E42E-C39E-C94E-7621A06C48F0}"/>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26"/>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615">
                    <p14:nvContentPartPr>
                      <p14:cNvPr id="401" name="Ink 400">
                        <a:extLst>
                          <a:ext uri="{FF2B5EF4-FFF2-40B4-BE49-F238E27FC236}">
                            <a16:creationId xmlns:a16="http://schemas.microsoft.com/office/drawing/2014/main" id="{6EFD53FB-479F-4CA3-0533-C33AB2F593DF}"/>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28"/>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616">
                    <p14:nvContentPartPr>
                      <p14:cNvPr id="402" name="Ink 401">
                        <a:extLst>
                          <a:ext uri="{FF2B5EF4-FFF2-40B4-BE49-F238E27FC236}">
                            <a16:creationId xmlns:a16="http://schemas.microsoft.com/office/drawing/2014/main" id="{0266DC95-77CE-4AB8-4754-3EC382F843DD}"/>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0"/>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617">
                    <p14:nvContentPartPr>
                      <p14:cNvPr id="403" name="Ink 402">
                        <a:extLst>
                          <a:ext uri="{FF2B5EF4-FFF2-40B4-BE49-F238E27FC236}">
                            <a16:creationId xmlns:a16="http://schemas.microsoft.com/office/drawing/2014/main" id="{816DB1D6-D7FF-DE3D-EDA4-6C3804696C3C}"/>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2"/>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618">
                    <p14:nvContentPartPr>
                      <p14:cNvPr id="404" name="Ink 403">
                        <a:extLst>
                          <a:ext uri="{FF2B5EF4-FFF2-40B4-BE49-F238E27FC236}">
                            <a16:creationId xmlns:a16="http://schemas.microsoft.com/office/drawing/2014/main" id="{2E42275D-D97B-FAF0-FFA7-CD3797832927}"/>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4"/>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619">
                    <p14:nvContentPartPr>
                      <p14:cNvPr id="405" name="Ink 404">
                        <a:extLst>
                          <a:ext uri="{FF2B5EF4-FFF2-40B4-BE49-F238E27FC236}">
                            <a16:creationId xmlns:a16="http://schemas.microsoft.com/office/drawing/2014/main" id="{18297C6F-A228-BC92-08E2-F89551341250}"/>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6"/>
                      <a:stretch>
                        <a:fillRect/>
                      </a:stretch>
                    </p:blipFill>
                    <p:spPr>
                      <a:xfrm>
                        <a:off x="3797388" y="1862872"/>
                        <a:ext cx="32400" cy="54000"/>
                      </a:xfrm>
                      <a:prstGeom prst="rect">
                        <a:avLst/>
                      </a:prstGeom>
                    </p:spPr>
                  </p:pic>
                </mc:Fallback>
              </mc:AlternateContent>
            </p:grpSp>
          </p:grpSp>
          <p:sp>
            <p:nvSpPr>
              <p:cNvPr id="379" name="Oval 378">
                <a:extLst>
                  <a:ext uri="{FF2B5EF4-FFF2-40B4-BE49-F238E27FC236}">
                    <a16:creationId xmlns:a16="http://schemas.microsoft.com/office/drawing/2014/main" id="{B76227EF-8830-E81B-BE28-AC952E86DF15}"/>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80" name="Connector: Curved 379">
                <a:extLst>
                  <a:ext uri="{FF2B5EF4-FFF2-40B4-BE49-F238E27FC236}">
                    <a16:creationId xmlns:a16="http://schemas.microsoft.com/office/drawing/2014/main" id="{E648CD94-D843-C2AD-A687-BEC5FFF823F3}"/>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1" name="Connector: Curved 380">
                <a:extLst>
                  <a:ext uri="{FF2B5EF4-FFF2-40B4-BE49-F238E27FC236}">
                    <a16:creationId xmlns:a16="http://schemas.microsoft.com/office/drawing/2014/main" id="{154D827F-21CE-B839-5FE8-CDB7593C7936}"/>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382" name="Connector: Curved 381">
                <a:extLst>
                  <a:ext uri="{FF2B5EF4-FFF2-40B4-BE49-F238E27FC236}">
                    <a16:creationId xmlns:a16="http://schemas.microsoft.com/office/drawing/2014/main" id="{CBD7422F-7FB1-6DAB-B11B-F72A0163851D}"/>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383" name="TextBox 382">
                <a:extLst>
                  <a:ext uri="{FF2B5EF4-FFF2-40B4-BE49-F238E27FC236}">
                    <a16:creationId xmlns:a16="http://schemas.microsoft.com/office/drawing/2014/main" id="{4776A52D-8A36-5C5A-FC96-2D19E694E78E}"/>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384" name="Graphic 383" descr="Monitor outline">
                <a:extLst>
                  <a:ext uri="{FF2B5EF4-FFF2-40B4-BE49-F238E27FC236}">
                    <a16:creationId xmlns:a16="http://schemas.microsoft.com/office/drawing/2014/main" id="{A052798D-82D7-81B9-1305-B3E56AC5DAE0}"/>
                  </a:ext>
                </a:extLst>
              </p:cNvPr>
              <p:cNvPicPr>
                <a:picLocks noChangeAspect="1"/>
              </p:cNvPicPr>
              <p:nvPr/>
            </p:nvPicPr>
            <p:blipFill>
              <a:blip r:embed="rId620">
                <a:extLst>
                  <a:ext uri="{28A0092B-C50C-407E-A947-70E740481C1C}">
                    <a14:useLocalDpi xmlns:a14="http://schemas.microsoft.com/office/drawing/2010/main" val="0"/>
                  </a:ext>
                  <a:ext uri="{96DAC541-7B7A-43D3-8B79-37D633B846F1}">
                    <asvg:svgBlip xmlns:asvg="http://schemas.microsoft.com/office/drawing/2016/SVG/main" r:embed="rId621"/>
                  </a:ext>
                </a:extLst>
              </a:blip>
              <a:stretch>
                <a:fillRect/>
              </a:stretch>
            </p:blipFill>
            <p:spPr>
              <a:xfrm>
                <a:off x="4064501" y="527610"/>
                <a:ext cx="914400" cy="914400"/>
              </a:xfrm>
              <a:prstGeom prst="rect">
                <a:avLst/>
              </a:prstGeom>
            </p:spPr>
          </p:pic>
          <p:pic>
            <p:nvPicPr>
              <p:cNvPr id="385" name="Graphic 384" descr="Heartbeat with solid fill">
                <a:extLst>
                  <a:ext uri="{FF2B5EF4-FFF2-40B4-BE49-F238E27FC236}">
                    <a16:creationId xmlns:a16="http://schemas.microsoft.com/office/drawing/2014/main" id="{828E477F-4130-C842-497A-105408918B36}"/>
                  </a:ext>
                </a:extLst>
              </p:cNvPr>
              <p:cNvPicPr>
                <a:picLocks noChangeAspect="1"/>
              </p:cNvPicPr>
              <p:nvPr/>
            </p:nvPicPr>
            <p:blipFill>
              <a:blip r:embed="rId622">
                <a:extLst>
                  <a:ext uri="{28A0092B-C50C-407E-A947-70E740481C1C}">
                    <a14:useLocalDpi xmlns:a14="http://schemas.microsoft.com/office/drawing/2010/main" val="0"/>
                  </a:ext>
                  <a:ext uri="{96DAC541-7B7A-43D3-8B79-37D633B846F1}">
                    <asvg:svgBlip xmlns:asvg="http://schemas.microsoft.com/office/drawing/2016/SVG/main" r:embed="rId623"/>
                  </a:ext>
                </a:extLst>
              </a:blip>
              <a:stretch>
                <a:fillRect/>
              </a:stretch>
            </p:blipFill>
            <p:spPr>
              <a:xfrm>
                <a:off x="4262507" y="663295"/>
                <a:ext cx="531086" cy="531086"/>
              </a:xfrm>
              <a:prstGeom prst="rect">
                <a:avLst/>
              </a:prstGeom>
            </p:spPr>
          </p:pic>
        </p:grpSp>
      </p:grpSp>
      <p:sp>
        <p:nvSpPr>
          <p:cNvPr id="315" name="Title 1">
            <a:extLst>
              <a:ext uri="{FF2B5EF4-FFF2-40B4-BE49-F238E27FC236}">
                <a16:creationId xmlns:a16="http://schemas.microsoft.com/office/drawing/2014/main" id="{58952897-8398-C3D6-43D0-8696D420BF57}"/>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Tree>
    <p:extLst>
      <p:ext uri="{BB962C8B-B14F-4D97-AF65-F5344CB8AC3E}">
        <p14:creationId xmlns:p14="http://schemas.microsoft.com/office/powerpoint/2010/main" val="19471851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grpId="0" nodeType="clickEffect">
                                  <p:stCondLst>
                                    <p:cond delay="0"/>
                                  </p:stCondLst>
                                  <p:childTnLst>
                                    <p:set>
                                      <p:cBhvr>
                                        <p:cTn id="6" dur="1" fill="hold">
                                          <p:stCondLst>
                                            <p:cond delay="0"/>
                                          </p:stCondLst>
                                        </p:cTn>
                                        <p:tgtEl>
                                          <p:spTgt spid="224"/>
                                        </p:tgtEl>
                                        <p:attrNameLst>
                                          <p:attrName>style.visibility</p:attrName>
                                        </p:attrNameLst>
                                      </p:cBhvr>
                                      <p:to>
                                        <p:strVal val="visible"/>
                                      </p:to>
                                    </p:set>
                                    <p:anim calcmode="lin" valueType="num">
                                      <p:cBhvr>
                                        <p:cTn id="7" dur="5000" fill="hold"/>
                                        <p:tgtEl>
                                          <p:spTgt spid="224"/>
                                        </p:tgtEl>
                                        <p:attrNameLst>
                                          <p:attrName>ppt_w</p:attrName>
                                        </p:attrNameLst>
                                      </p:cBhvr>
                                      <p:tavLst>
                                        <p:tav tm="0">
                                          <p:val>
                                            <p:fltVal val="0"/>
                                          </p:val>
                                        </p:tav>
                                        <p:tav tm="100000">
                                          <p:val>
                                            <p:strVal val="#ppt_w"/>
                                          </p:val>
                                        </p:tav>
                                      </p:tavLst>
                                    </p:anim>
                                    <p:anim calcmode="lin" valueType="num">
                                      <p:cBhvr>
                                        <p:cTn id="8" dur="5000" fill="hold"/>
                                        <p:tgtEl>
                                          <p:spTgt spid="224"/>
                                        </p:tgtEl>
                                        <p:attrNameLst>
                                          <p:attrName>ppt_h</p:attrName>
                                        </p:attrNameLst>
                                      </p:cBhvr>
                                      <p:tavLst>
                                        <p:tav tm="0">
                                          <p:val>
                                            <p:fltVal val="0"/>
                                          </p:val>
                                        </p:tav>
                                        <p:tav tm="100000">
                                          <p:val>
                                            <p:strVal val="#ppt_h"/>
                                          </p:val>
                                        </p:tav>
                                      </p:tavLst>
                                    </p:anim>
                                    <p:anim calcmode="lin" valueType="num">
                                      <p:cBhvr>
                                        <p:cTn id="9" dur="5000" fill="hold"/>
                                        <p:tgtEl>
                                          <p:spTgt spid="224"/>
                                        </p:tgtEl>
                                        <p:attrNameLst>
                                          <p:attrName>style.rotation</p:attrName>
                                        </p:attrNameLst>
                                      </p:cBhvr>
                                      <p:tavLst>
                                        <p:tav tm="0">
                                          <p:val>
                                            <p:fltVal val="360"/>
                                          </p:val>
                                        </p:tav>
                                        <p:tav tm="100000">
                                          <p:val>
                                            <p:fltVal val="0"/>
                                          </p:val>
                                        </p:tav>
                                      </p:tavLst>
                                    </p:anim>
                                    <p:animEffect transition="in" filter="fade">
                                      <p:cBhvr>
                                        <p:cTn id="10" dur="5000"/>
                                        <p:tgtEl>
                                          <p:spTgt spid="224"/>
                                        </p:tgtEl>
                                      </p:cBhvr>
                                    </p:animEffect>
                                  </p:childTnLst>
                                </p:cTn>
                              </p:par>
                              <p:par>
                                <p:cTn id="11" presetID="49" presetClass="entr" presetSubtype="0" decel="100000" fill="hold" grpId="0" nodeType="withEffect">
                                  <p:stCondLst>
                                    <p:cond delay="0"/>
                                  </p:stCondLst>
                                  <p:childTnLst>
                                    <p:set>
                                      <p:cBhvr>
                                        <p:cTn id="12" dur="1" fill="hold">
                                          <p:stCondLst>
                                            <p:cond delay="0"/>
                                          </p:stCondLst>
                                        </p:cTn>
                                        <p:tgtEl>
                                          <p:spTgt spid="226"/>
                                        </p:tgtEl>
                                        <p:attrNameLst>
                                          <p:attrName>style.visibility</p:attrName>
                                        </p:attrNameLst>
                                      </p:cBhvr>
                                      <p:to>
                                        <p:strVal val="visible"/>
                                      </p:to>
                                    </p:set>
                                    <p:anim calcmode="lin" valueType="num">
                                      <p:cBhvr>
                                        <p:cTn id="13" dur="5000" fill="hold"/>
                                        <p:tgtEl>
                                          <p:spTgt spid="226"/>
                                        </p:tgtEl>
                                        <p:attrNameLst>
                                          <p:attrName>ppt_w</p:attrName>
                                        </p:attrNameLst>
                                      </p:cBhvr>
                                      <p:tavLst>
                                        <p:tav tm="0">
                                          <p:val>
                                            <p:fltVal val="0"/>
                                          </p:val>
                                        </p:tav>
                                        <p:tav tm="100000">
                                          <p:val>
                                            <p:strVal val="#ppt_w"/>
                                          </p:val>
                                        </p:tav>
                                      </p:tavLst>
                                    </p:anim>
                                    <p:anim calcmode="lin" valueType="num">
                                      <p:cBhvr>
                                        <p:cTn id="14" dur="5000" fill="hold"/>
                                        <p:tgtEl>
                                          <p:spTgt spid="226"/>
                                        </p:tgtEl>
                                        <p:attrNameLst>
                                          <p:attrName>ppt_h</p:attrName>
                                        </p:attrNameLst>
                                      </p:cBhvr>
                                      <p:tavLst>
                                        <p:tav tm="0">
                                          <p:val>
                                            <p:fltVal val="0"/>
                                          </p:val>
                                        </p:tav>
                                        <p:tav tm="100000">
                                          <p:val>
                                            <p:strVal val="#ppt_h"/>
                                          </p:val>
                                        </p:tav>
                                      </p:tavLst>
                                    </p:anim>
                                    <p:anim calcmode="lin" valueType="num">
                                      <p:cBhvr>
                                        <p:cTn id="15" dur="5000" fill="hold"/>
                                        <p:tgtEl>
                                          <p:spTgt spid="226"/>
                                        </p:tgtEl>
                                        <p:attrNameLst>
                                          <p:attrName>style.rotation</p:attrName>
                                        </p:attrNameLst>
                                      </p:cBhvr>
                                      <p:tavLst>
                                        <p:tav tm="0">
                                          <p:val>
                                            <p:fltVal val="360"/>
                                          </p:val>
                                        </p:tav>
                                        <p:tav tm="100000">
                                          <p:val>
                                            <p:fltVal val="0"/>
                                          </p:val>
                                        </p:tav>
                                      </p:tavLst>
                                    </p:anim>
                                    <p:animEffect transition="in" filter="fade">
                                      <p:cBhvr>
                                        <p:cTn id="16" dur="5000"/>
                                        <p:tgtEl>
                                          <p:spTgt spid="226"/>
                                        </p:tgtEl>
                                      </p:cBhvr>
                                    </p:animEffect>
                                  </p:childTnLst>
                                </p:cTn>
                              </p:par>
                              <p:par>
                                <p:cTn id="17" presetID="49" presetClass="entr" presetSubtype="0" decel="100000" fill="hold" grpId="0" nodeType="withEffect">
                                  <p:stCondLst>
                                    <p:cond delay="0"/>
                                  </p:stCondLst>
                                  <p:childTnLst>
                                    <p:set>
                                      <p:cBhvr>
                                        <p:cTn id="18" dur="1" fill="hold">
                                          <p:stCondLst>
                                            <p:cond delay="0"/>
                                          </p:stCondLst>
                                        </p:cTn>
                                        <p:tgtEl>
                                          <p:spTgt spid="225"/>
                                        </p:tgtEl>
                                        <p:attrNameLst>
                                          <p:attrName>style.visibility</p:attrName>
                                        </p:attrNameLst>
                                      </p:cBhvr>
                                      <p:to>
                                        <p:strVal val="visible"/>
                                      </p:to>
                                    </p:set>
                                    <p:anim calcmode="lin" valueType="num">
                                      <p:cBhvr>
                                        <p:cTn id="19" dur="5000" fill="hold"/>
                                        <p:tgtEl>
                                          <p:spTgt spid="225"/>
                                        </p:tgtEl>
                                        <p:attrNameLst>
                                          <p:attrName>ppt_w</p:attrName>
                                        </p:attrNameLst>
                                      </p:cBhvr>
                                      <p:tavLst>
                                        <p:tav tm="0">
                                          <p:val>
                                            <p:fltVal val="0"/>
                                          </p:val>
                                        </p:tav>
                                        <p:tav tm="100000">
                                          <p:val>
                                            <p:strVal val="#ppt_w"/>
                                          </p:val>
                                        </p:tav>
                                      </p:tavLst>
                                    </p:anim>
                                    <p:anim calcmode="lin" valueType="num">
                                      <p:cBhvr>
                                        <p:cTn id="20" dur="5000" fill="hold"/>
                                        <p:tgtEl>
                                          <p:spTgt spid="225"/>
                                        </p:tgtEl>
                                        <p:attrNameLst>
                                          <p:attrName>ppt_h</p:attrName>
                                        </p:attrNameLst>
                                      </p:cBhvr>
                                      <p:tavLst>
                                        <p:tav tm="0">
                                          <p:val>
                                            <p:fltVal val="0"/>
                                          </p:val>
                                        </p:tav>
                                        <p:tav tm="100000">
                                          <p:val>
                                            <p:strVal val="#ppt_h"/>
                                          </p:val>
                                        </p:tav>
                                      </p:tavLst>
                                    </p:anim>
                                    <p:anim calcmode="lin" valueType="num">
                                      <p:cBhvr>
                                        <p:cTn id="21" dur="5000" fill="hold"/>
                                        <p:tgtEl>
                                          <p:spTgt spid="225"/>
                                        </p:tgtEl>
                                        <p:attrNameLst>
                                          <p:attrName>style.rotation</p:attrName>
                                        </p:attrNameLst>
                                      </p:cBhvr>
                                      <p:tavLst>
                                        <p:tav tm="0">
                                          <p:val>
                                            <p:fltVal val="360"/>
                                          </p:val>
                                        </p:tav>
                                        <p:tav tm="100000">
                                          <p:val>
                                            <p:fltVal val="0"/>
                                          </p:val>
                                        </p:tav>
                                      </p:tavLst>
                                    </p:anim>
                                    <p:animEffect transition="in" filter="fade">
                                      <p:cBhvr>
                                        <p:cTn id="22" dur="5000"/>
                                        <p:tgtEl>
                                          <p:spTgt spid="225"/>
                                        </p:tgtEl>
                                      </p:cBhvr>
                                    </p:animEffect>
                                  </p:childTnLst>
                                </p:cTn>
                              </p:par>
                              <p:par>
                                <p:cTn id="23" presetID="49" presetClass="entr" presetSubtype="0" decel="100000" fill="hold" grpId="0" nodeType="withEffect">
                                  <p:stCondLst>
                                    <p:cond delay="0"/>
                                  </p:stCondLst>
                                  <p:childTnLst>
                                    <p:set>
                                      <p:cBhvr>
                                        <p:cTn id="24" dur="1" fill="hold">
                                          <p:stCondLst>
                                            <p:cond delay="0"/>
                                          </p:stCondLst>
                                        </p:cTn>
                                        <p:tgtEl>
                                          <p:spTgt spid="228"/>
                                        </p:tgtEl>
                                        <p:attrNameLst>
                                          <p:attrName>style.visibility</p:attrName>
                                        </p:attrNameLst>
                                      </p:cBhvr>
                                      <p:to>
                                        <p:strVal val="visible"/>
                                      </p:to>
                                    </p:set>
                                    <p:anim calcmode="lin" valueType="num">
                                      <p:cBhvr>
                                        <p:cTn id="25" dur="5000" fill="hold"/>
                                        <p:tgtEl>
                                          <p:spTgt spid="228"/>
                                        </p:tgtEl>
                                        <p:attrNameLst>
                                          <p:attrName>ppt_w</p:attrName>
                                        </p:attrNameLst>
                                      </p:cBhvr>
                                      <p:tavLst>
                                        <p:tav tm="0">
                                          <p:val>
                                            <p:fltVal val="0"/>
                                          </p:val>
                                        </p:tav>
                                        <p:tav tm="100000">
                                          <p:val>
                                            <p:strVal val="#ppt_w"/>
                                          </p:val>
                                        </p:tav>
                                      </p:tavLst>
                                    </p:anim>
                                    <p:anim calcmode="lin" valueType="num">
                                      <p:cBhvr>
                                        <p:cTn id="26" dur="5000" fill="hold"/>
                                        <p:tgtEl>
                                          <p:spTgt spid="228"/>
                                        </p:tgtEl>
                                        <p:attrNameLst>
                                          <p:attrName>ppt_h</p:attrName>
                                        </p:attrNameLst>
                                      </p:cBhvr>
                                      <p:tavLst>
                                        <p:tav tm="0">
                                          <p:val>
                                            <p:fltVal val="0"/>
                                          </p:val>
                                        </p:tav>
                                        <p:tav tm="100000">
                                          <p:val>
                                            <p:strVal val="#ppt_h"/>
                                          </p:val>
                                        </p:tav>
                                      </p:tavLst>
                                    </p:anim>
                                    <p:anim calcmode="lin" valueType="num">
                                      <p:cBhvr>
                                        <p:cTn id="27" dur="5000" fill="hold"/>
                                        <p:tgtEl>
                                          <p:spTgt spid="228"/>
                                        </p:tgtEl>
                                        <p:attrNameLst>
                                          <p:attrName>style.rotation</p:attrName>
                                        </p:attrNameLst>
                                      </p:cBhvr>
                                      <p:tavLst>
                                        <p:tav tm="0">
                                          <p:val>
                                            <p:fltVal val="360"/>
                                          </p:val>
                                        </p:tav>
                                        <p:tav tm="100000">
                                          <p:val>
                                            <p:fltVal val="0"/>
                                          </p:val>
                                        </p:tav>
                                      </p:tavLst>
                                    </p:anim>
                                    <p:animEffect transition="in" filter="fade">
                                      <p:cBhvr>
                                        <p:cTn id="28" dur="5000"/>
                                        <p:tgtEl>
                                          <p:spTgt spid="228"/>
                                        </p:tgtEl>
                                      </p:cBhvr>
                                    </p:animEffect>
                                  </p:childTnLst>
                                </p:cTn>
                              </p:par>
                              <p:par>
                                <p:cTn id="29" presetID="49" presetClass="entr" presetSubtype="0" decel="100000" fill="hold" grpId="0" nodeType="withEffect">
                                  <p:stCondLst>
                                    <p:cond delay="0"/>
                                  </p:stCondLst>
                                  <p:childTnLst>
                                    <p:set>
                                      <p:cBhvr>
                                        <p:cTn id="30" dur="1" fill="hold">
                                          <p:stCondLst>
                                            <p:cond delay="0"/>
                                          </p:stCondLst>
                                        </p:cTn>
                                        <p:tgtEl>
                                          <p:spTgt spid="227"/>
                                        </p:tgtEl>
                                        <p:attrNameLst>
                                          <p:attrName>style.visibility</p:attrName>
                                        </p:attrNameLst>
                                      </p:cBhvr>
                                      <p:to>
                                        <p:strVal val="visible"/>
                                      </p:to>
                                    </p:set>
                                    <p:anim calcmode="lin" valueType="num">
                                      <p:cBhvr>
                                        <p:cTn id="31" dur="5000" fill="hold"/>
                                        <p:tgtEl>
                                          <p:spTgt spid="227"/>
                                        </p:tgtEl>
                                        <p:attrNameLst>
                                          <p:attrName>ppt_w</p:attrName>
                                        </p:attrNameLst>
                                      </p:cBhvr>
                                      <p:tavLst>
                                        <p:tav tm="0">
                                          <p:val>
                                            <p:fltVal val="0"/>
                                          </p:val>
                                        </p:tav>
                                        <p:tav tm="100000">
                                          <p:val>
                                            <p:strVal val="#ppt_w"/>
                                          </p:val>
                                        </p:tav>
                                      </p:tavLst>
                                    </p:anim>
                                    <p:anim calcmode="lin" valueType="num">
                                      <p:cBhvr>
                                        <p:cTn id="32" dur="5000" fill="hold"/>
                                        <p:tgtEl>
                                          <p:spTgt spid="227"/>
                                        </p:tgtEl>
                                        <p:attrNameLst>
                                          <p:attrName>ppt_h</p:attrName>
                                        </p:attrNameLst>
                                      </p:cBhvr>
                                      <p:tavLst>
                                        <p:tav tm="0">
                                          <p:val>
                                            <p:fltVal val="0"/>
                                          </p:val>
                                        </p:tav>
                                        <p:tav tm="100000">
                                          <p:val>
                                            <p:strVal val="#ppt_h"/>
                                          </p:val>
                                        </p:tav>
                                      </p:tavLst>
                                    </p:anim>
                                    <p:anim calcmode="lin" valueType="num">
                                      <p:cBhvr>
                                        <p:cTn id="33" dur="5000" fill="hold"/>
                                        <p:tgtEl>
                                          <p:spTgt spid="227"/>
                                        </p:tgtEl>
                                        <p:attrNameLst>
                                          <p:attrName>style.rotation</p:attrName>
                                        </p:attrNameLst>
                                      </p:cBhvr>
                                      <p:tavLst>
                                        <p:tav tm="0">
                                          <p:val>
                                            <p:fltVal val="360"/>
                                          </p:val>
                                        </p:tav>
                                        <p:tav tm="100000">
                                          <p:val>
                                            <p:fltVal val="0"/>
                                          </p:val>
                                        </p:tav>
                                      </p:tavLst>
                                    </p:anim>
                                    <p:animEffect transition="in" filter="fade">
                                      <p:cBhvr>
                                        <p:cTn id="34" dur="5000"/>
                                        <p:tgtEl>
                                          <p:spTgt spid="227"/>
                                        </p:tgtEl>
                                      </p:cBhvr>
                                    </p:animEffect>
                                  </p:childTnLst>
                                </p:cTn>
                              </p:par>
                              <p:par>
                                <p:cTn id="35" presetID="10" presetClass="entr" presetSubtype="0" fill="hold" nodeType="withEffect">
                                  <p:stCondLst>
                                    <p:cond delay="0"/>
                                  </p:stCondLst>
                                  <p:childTnLst>
                                    <p:set>
                                      <p:cBhvr>
                                        <p:cTn id="36" dur="1" fill="hold">
                                          <p:stCondLst>
                                            <p:cond delay="0"/>
                                          </p:stCondLst>
                                        </p:cTn>
                                        <p:tgtEl>
                                          <p:spTgt spid="229"/>
                                        </p:tgtEl>
                                        <p:attrNameLst>
                                          <p:attrName>style.visibility</p:attrName>
                                        </p:attrNameLst>
                                      </p:cBhvr>
                                      <p:to>
                                        <p:strVal val="visible"/>
                                      </p:to>
                                    </p:set>
                                    <p:animEffect transition="in" filter="fade">
                                      <p:cBhvr>
                                        <p:cTn id="37" dur="500"/>
                                        <p:tgtEl>
                                          <p:spTgt spid="229"/>
                                        </p:tgtEl>
                                      </p:cBhvr>
                                    </p:animEffect>
                                  </p:childTnLst>
                                </p:cTn>
                              </p:par>
                              <p:par>
                                <p:cTn id="38" presetID="1" presetClass="path" presetSubtype="0" accel="50000" decel="50000" fill="hold" nodeType="withEffect">
                                  <p:stCondLst>
                                    <p:cond delay="0"/>
                                  </p:stCondLst>
                                  <p:childTnLst>
                                    <p:animMotion origin="layout" path="M -2.5E-6 0.00023 C 0.03112 -0.05093 0.08347 -0.06389 0.11706 -0.02778 C 0.15065 0.00856 0.15222 0.07986 0.12136 0.13101 C 0.09011 0.1824 0.0375 0.19467 0.00404 0.15833 C -0.02955 0.12222 -0.03125 0.05162 -2.5E-6 0.00023 Z " pathEditMode="relative" rAng="18540000" ptsTypes="AAAAA">
                                      <p:cBhvr>
                                        <p:cTn id="39" dur="5000" spd="-100000" fill="hold"/>
                                        <p:tgtEl>
                                          <p:spTgt spid="229"/>
                                        </p:tgtEl>
                                        <p:attrNameLst>
                                          <p:attrName>ppt_x</p:attrName>
                                          <p:attrName>ppt_y</p:attrName>
                                        </p:attrNameLst>
                                      </p:cBhvr>
                                      <p:rCtr x="6055" y="6528"/>
                                    </p:animMotion>
                                  </p:childTnLst>
                                </p:cTn>
                              </p:par>
                              <p:par>
                                <p:cTn id="40" presetID="10" presetClass="entr" presetSubtype="0" fill="hold" nodeType="withEffect">
                                  <p:stCondLst>
                                    <p:cond delay="0"/>
                                  </p:stCondLst>
                                  <p:childTnLst>
                                    <p:set>
                                      <p:cBhvr>
                                        <p:cTn id="41" dur="1" fill="hold">
                                          <p:stCondLst>
                                            <p:cond delay="0"/>
                                          </p:stCondLst>
                                        </p:cTn>
                                        <p:tgtEl>
                                          <p:spTgt spid="250"/>
                                        </p:tgtEl>
                                        <p:attrNameLst>
                                          <p:attrName>style.visibility</p:attrName>
                                        </p:attrNameLst>
                                      </p:cBhvr>
                                      <p:to>
                                        <p:strVal val="visible"/>
                                      </p:to>
                                    </p:set>
                                    <p:animEffect transition="in" filter="fade">
                                      <p:cBhvr>
                                        <p:cTn id="42" dur="500"/>
                                        <p:tgtEl>
                                          <p:spTgt spid="250"/>
                                        </p:tgtEl>
                                      </p:cBhvr>
                                    </p:animEffect>
                                  </p:childTnLst>
                                </p:cTn>
                              </p:par>
                              <p:par>
                                <p:cTn id="43" presetID="1" presetClass="path" presetSubtype="0" accel="50000" decel="50000" fill="hold" nodeType="withEffect">
                                  <p:stCondLst>
                                    <p:cond delay="0"/>
                                  </p:stCondLst>
                                  <p:childTnLst>
                                    <p:animMotion origin="layout" path="M -2.5E-6 -0.00023 C 0.01797 -0.05995 0.06797 -0.09051 0.11133 -0.06713 C 0.15508 -0.04352 0.17578 0.025 0.15768 0.08472 C 0.13959 0.14491 0.08907 0.17408 0.04532 0.15047 C 0.00209 0.12709 -0.01823 0.05996 -2.5E-6 -0.00023 Z " pathEditMode="relative" rAng="17520000" ptsTypes="AAAAA">
                                      <p:cBhvr>
                                        <p:cTn id="44" dur="5000" spd="-100000" fill="hold"/>
                                        <p:tgtEl>
                                          <p:spTgt spid="250"/>
                                        </p:tgtEl>
                                        <p:attrNameLst>
                                          <p:attrName>ppt_x</p:attrName>
                                          <p:attrName>ppt_y</p:attrName>
                                        </p:attrNameLst>
                                      </p:cBhvr>
                                      <p:rCtr x="7878" y="4236"/>
                                    </p:animMotion>
                                  </p:childTnLst>
                                </p:cTn>
                              </p:par>
                              <p:par>
                                <p:cTn id="45" presetID="10" presetClass="entr" presetSubtype="0" fill="hold" nodeType="withEffect">
                                  <p:stCondLst>
                                    <p:cond delay="0"/>
                                  </p:stCondLst>
                                  <p:childTnLst>
                                    <p:set>
                                      <p:cBhvr>
                                        <p:cTn id="46" dur="1" fill="hold">
                                          <p:stCondLst>
                                            <p:cond delay="0"/>
                                          </p:stCondLst>
                                        </p:cTn>
                                        <p:tgtEl>
                                          <p:spTgt spid="271"/>
                                        </p:tgtEl>
                                        <p:attrNameLst>
                                          <p:attrName>style.visibility</p:attrName>
                                        </p:attrNameLst>
                                      </p:cBhvr>
                                      <p:to>
                                        <p:strVal val="visible"/>
                                      </p:to>
                                    </p:set>
                                    <p:animEffect transition="in" filter="fade">
                                      <p:cBhvr>
                                        <p:cTn id="47" dur="500"/>
                                        <p:tgtEl>
                                          <p:spTgt spid="271"/>
                                        </p:tgtEl>
                                      </p:cBhvr>
                                    </p:animEffect>
                                  </p:childTnLst>
                                </p:cTn>
                              </p:par>
                              <p:par>
                                <p:cTn id="48" presetID="1" presetClass="path" presetSubtype="0" accel="50000" decel="50000" fill="hold" nodeType="withEffect">
                                  <p:stCondLst>
                                    <p:cond delay="0"/>
                                  </p:stCondLst>
                                  <p:childTnLst>
                                    <p:animMotion origin="layout" path="M -0.00234 -0.00139 C 0.0155 -0.06065 0.06576 -0.09143 0.10873 -0.06782 C 0.15248 -0.04398 0.17318 0.02454 0.15534 0.08403 C 0.13711 0.14422 0.08659 0.17361 0.04284 0.14977 C -0.00065 0.12662 -0.02096 0.05926 -0.00234 -0.00139 Z " pathEditMode="relative" rAng="17520000" ptsTypes="AAAAA">
                                      <p:cBhvr>
                                        <p:cTn id="49" dur="5000" spd="-100000" fill="hold"/>
                                        <p:tgtEl>
                                          <p:spTgt spid="271"/>
                                        </p:tgtEl>
                                        <p:attrNameLst>
                                          <p:attrName>ppt_x</p:attrName>
                                          <p:attrName>ppt_y</p:attrName>
                                        </p:attrNameLst>
                                      </p:cBhvr>
                                      <p:rCtr x="7852" y="4306"/>
                                    </p:animMotion>
                                  </p:childTnLst>
                                </p:cTn>
                              </p:par>
                              <p:par>
                                <p:cTn id="50" presetID="10" presetClass="entr" presetSubtype="0" fill="hold" nodeType="withEffect">
                                  <p:stCondLst>
                                    <p:cond delay="0"/>
                                  </p:stCondLst>
                                  <p:childTnLst>
                                    <p:set>
                                      <p:cBhvr>
                                        <p:cTn id="51" dur="1" fill="hold">
                                          <p:stCondLst>
                                            <p:cond delay="0"/>
                                          </p:stCondLst>
                                        </p:cTn>
                                        <p:tgtEl>
                                          <p:spTgt spid="292"/>
                                        </p:tgtEl>
                                        <p:attrNameLst>
                                          <p:attrName>style.visibility</p:attrName>
                                        </p:attrNameLst>
                                      </p:cBhvr>
                                      <p:to>
                                        <p:strVal val="visible"/>
                                      </p:to>
                                    </p:set>
                                    <p:animEffect transition="in" filter="fade">
                                      <p:cBhvr>
                                        <p:cTn id="52" dur="500"/>
                                        <p:tgtEl>
                                          <p:spTgt spid="292"/>
                                        </p:tgtEl>
                                      </p:cBhvr>
                                    </p:animEffect>
                                  </p:childTnLst>
                                </p:cTn>
                              </p:par>
                              <p:par>
                                <p:cTn id="53" presetID="1" presetClass="path" presetSubtype="0" accel="50000" decel="50000" fill="hold" nodeType="withEffect">
                                  <p:stCondLst>
                                    <p:cond delay="0"/>
                                  </p:stCondLst>
                                  <p:childTnLst>
                                    <p:animMotion origin="layout" path="M -2.5E-6 0.00024 C 0.03112 -0.05092 0.08347 -0.06342 0.11706 -0.02777 C 0.15065 0.00857 0.15222 0.07987 0.12136 0.13102 C 0.09011 0.18241 0.0375 0.19468 0.00404 0.15834 C -0.02955 0.12223 -0.03125 0.05163 -2.5E-6 0.00024 Z " pathEditMode="relative" rAng="18540000" ptsTypes="AAAAA">
                                      <p:cBhvr>
                                        <p:cTn id="54" dur="5000" spd="-100000" fill="hold"/>
                                        <p:tgtEl>
                                          <p:spTgt spid="292"/>
                                        </p:tgtEl>
                                        <p:attrNameLst>
                                          <p:attrName>ppt_x</p:attrName>
                                          <p:attrName>ppt_y</p:attrName>
                                        </p:attrNameLst>
                                      </p:cBhvr>
                                      <p:rCtr x="6055" y="6528"/>
                                    </p:animMotion>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
                                        </p:tgtEl>
                                        <p:attrNameLst>
                                          <p:attrName>style.visibility</p:attrName>
                                        </p:attrNameLst>
                                      </p:cBhvr>
                                      <p:to>
                                        <p:strVal val="visible"/>
                                      </p:to>
                                    </p:set>
                                    <p:animEffect transition="in" filter="fade">
                                      <p:cBhvr>
                                        <p:cTn id="59"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4" grpId="0" animBg="1"/>
      <p:bldP spid="225" grpId="0" animBg="1"/>
      <p:bldP spid="226" grpId="0" animBg="1"/>
      <p:bldP spid="227" grpId="0" animBg="1"/>
      <p:bldP spid="22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0A452-B71A-95FC-9C65-5B50872C7E6E}"/>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CE69568-D9E1-D317-F85C-95D8B5D86654}"/>
              </a:ext>
            </a:extLst>
          </p:cNvPr>
          <p:cNvSpPr>
            <a:spLocks noGrp="1"/>
          </p:cNvSpPr>
          <p:nvPr>
            <p:ph type="sldNum" sz="quarter" idx="12"/>
          </p:nvPr>
        </p:nvSpPr>
        <p:spPr/>
        <p:txBody>
          <a:bodyPr/>
          <a:lstStyle/>
          <a:p>
            <a:fld id="{5A51F297-1191-4DB8-B109-50EF96A3851C}" type="slidenum">
              <a:rPr lang="en-GB" noProof="0" smtClean="0"/>
              <a:t>4</a:t>
            </a:fld>
            <a:endParaRPr lang="en-GB" noProof="0" dirty="0"/>
          </a:p>
        </p:txBody>
      </p:sp>
      <p:pic>
        <p:nvPicPr>
          <p:cNvPr id="5" name="Picture 7">
            <a:extLst>
              <a:ext uri="{FF2B5EF4-FFF2-40B4-BE49-F238E27FC236}">
                <a16:creationId xmlns:a16="http://schemas.microsoft.com/office/drawing/2014/main" id="{0FE25001-D71E-9F8B-63C6-6AB449279166}"/>
              </a:ext>
            </a:extLst>
          </p:cNvPr>
          <p:cNvPicPr>
            <a:picLocks noChangeAspect="1"/>
          </p:cNvPicPr>
          <p:nvPr/>
        </p:nvPicPr>
        <p:blipFill>
          <a:blip r:embed="rId2"/>
          <a:stretch>
            <a:fillRect/>
          </a:stretch>
        </p:blipFill>
        <p:spPr>
          <a:xfrm>
            <a:off x="119528" y="60449"/>
            <a:ext cx="2690741" cy="6648082"/>
          </a:xfrm>
          <a:prstGeom prst="rect">
            <a:avLst/>
          </a:prstGeom>
        </p:spPr>
      </p:pic>
      <p:grpSp>
        <p:nvGrpSpPr>
          <p:cNvPr id="6" name="Group 11">
            <a:extLst>
              <a:ext uri="{FF2B5EF4-FFF2-40B4-BE49-F238E27FC236}">
                <a16:creationId xmlns:a16="http://schemas.microsoft.com/office/drawing/2014/main" id="{3D5C265F-0CDA-3CEA-EBE7-5FF9408EFC32}"/>
              </a:ext>
            </a:extLst>
          </p:cNvPr>
          <p:cNvGrpSpPr/>
          <p:nvPr/>
        </p:nvGrpSpPr>
        <p:grpSpPr>
          <a:xfrm>
            <a:off x="1951689" y="4340182"/>
            <a:ext cx="3784052" cy="2283952"/>
            <a:chOff x="2743406" y="5114957"/>
            <a:chExt cx="5465853" cy="3299042"/>
          </a:xfrm>
        </p:grpSpPr>
        <p:grpSp>
          <p:nvGrpSpPr>
            <p:cNvPr id="7" name="Group 306">
              <a:extLst>
                <a:ext uri="{FF2B5EF4-FFF2-40B4-BE49-F238E27FC236}">
                  <a16:creationId xmlns:a16="http://schemas.microsoft.com/office/drawing/2014/main" id="{41486EDE-6B7C-5800-6CC2-C2B4EE970352}"/>
                </a:ext>
              </a:extLst>
            </p:cNvPr>
            <p:cNvGrpSpPr/>
            <p:nvPr/>
          </p:nvGrpSpPr>
          <p:grpSpPr>
            <a:xfrm>
              <a:off x="2743406" y="5114957"/>
              <a:ext cx="5465853" cy="3299042"/>
              <a:chOff x="1899281" y="3541124"/>
              <a:chExt cx="3784052" cy="2283952"/>
            </a:xfrm>
          </p:grpSpPr>
          <p:cxnSp>
            <p:nvCxnSpPr>
              <p:cNvPr id="71" name="Straight Connector 270">
                <a:extLst>
                  <a:ext uri="{FF2B5EF4-FFF2-40B4-BE49-F238E27FC236}">
                    <a16:creationId xmlns:a16="http://schemas.microsoft.com/office/drawing/2014/main" id="{3988595F-0D7A-3749-14C2-A6C1C6DBBD4D}"/>
                  </a:ext>
                </a:extLst>
              </p:cNvPr>
              <p:cNvCxnSpPr>
                <a:cxnSpLocks/>
              </p:cNvCxnSpPr>
              <p:nvPr/>
            </p:nvCxnSpPr>
            <p:spPr>
              <a:xfrm flipH="1">
                <a:off x="1899281" y="4149386"/>
                <a:ext cx="1329687" cy="639305"/>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cxnSp>
            <p:nvCxnSpPr>
              <p:cNvPr id="72" name="Straight Connector 271">
                <a:extLst>
                  <a:ext uri="{FF2B5EF4-FFF2-40B4-BE49-F238E27FC236}">
                    <a16:creationId xmlns:a16="http://schemas.microsoft.com/office/drawing/2014/main" id="{CDA1B2DA-4A41-7812-702B-5A4E8D5138A0}"/>
                  </a:ext>
                </a:extLst>
              </p:cNvPr>
              <p:cNvCxnSpPr>
                <a:cxnSpLocks/>
              </p:cNvCxnSpPr>
              <p:nvPr/>
            </p:nvCxnSpPr>
            <p:spPr>
              <a:xfrm flipH="1" flipV="1">
                <a:off x="1899281" y="4978625"/>
                <a:ext cx="1378411" cy="846451"/>
              </a:xfrm>
              <a:prstGeom prst="line">
                <a:avLst/>
              </a:prstGeom>
              <a:ln w="31750">
                <a:solidFill>
                  <a:srgbClr val="F2D9D4"/>
                </a:solidFill>
              </a:ln>
            </p:spPr>
            <p:style>
              <a:lnRef idx="1">
                <a:schemeClr val="accent1"/>
              </a:lnRef>
              <a:fillRef idx="0">
                <a:schemeClr val="accent1"/>
              </a:fillRef>
              <a:effectRef idx="0">
                <a:schemeClr val="accent1"/>
              </a:effectRef>
              <a:fontRef idx="minor">
                <a:schemeClr val="tx1"/>
              </a:fontRef>
            </p:style>
          </p:cxnSp>
          <p:grpSp>
            <p:nvGrpSpPr>
              <p:cNvPr id="73" name="Group 300">
                <a:extLst>
                  <a:ext uri="{FF2B5EF4-FFF2-40B4-BE49-F238E27FC236}">
                    <a16:creationId xmlns:a16="http://schemas.microsoft.com/office/drawing/2014/main" id="{2247F865-32BB-C318-A4AC-61B1F3B858A8}"/>
                  </a:ext>
                </a:extLst>
              </p:cNvPr>
              <p:cNvGrpSpPr/>
              <p:nvPr/>
            </p:nvGrpSpPr>
            <p:grpSpPr>
              <a:xfrm>
                <a:off x="3222254" y="3541124"/>
                <a:ext cx="2461079" cy="2267004"/>
                <a:chOff x="3222254" y="3541124"/>
                <a:chExt cx="2461079" cy="2267004"/>
              </a:xfrm>
            </p:grpSpPr>
            <p:sp>
              <p:nvSpPr>
                <p:cNvPr id="74" name="Cube 5">
                  <a:extLst>
                    <a:ext uri="{FF2B5EF4-FFF2-40B4-BE49-F238E27FC236}">
                      <a16:creationId xmlns:a16="http://schemas.microsoft.com/office/drawing/2014/main" id="{D9F4CF8B-A042-49D0-D7D4-350D7B608FFD}"/>
                    </a:ext>
                  </a:extLst>
                </p:cNvPr>
                <p:cNvSpPr/>
                <p:nvPr/>
              </p:nvSpPr>
              <p:spPr>
                <a:xfrm>
                  <a:off x="3222254" y="4800600"/>
                  <a:ext cx="2454920" cy="1007528"/>
                </a:xfrm>
                <a:prstGeom prst="cube">
                  <a:avLst>
                    <a:gd name="adj" fmla="val 41079"/>
                  </a:avLst>
                </a:prstGeom>
                <a:solidFill>
                  <a:srgbClr val="C00000">
                    <a:alpha val="27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5" name="Cube 6">
                  <a:extLst>
                    <a:ext uri="{FF2B5EF4-FFF2-40B4-BE49-F238E27FC236}">
                      <a16:creationId xmlns:a16="http://schemas.microsoft.com/office/drawing/2014/main" id="{EF709692-E1D0-4C34-1E8C-4E66D13685CF}"/>
                    </a:ext>
                  </a:extLst>
                </p:cNvPr>
                <p:cNvSpPr/>
                <p:nvPr/>
              </p:nvSpPr>
              <p:spPr>
                <a:xfrm>
                  <a:off x="3229391" y="3666811"/>
                  <a:ext cx="2446404" cy="1565714"/>
                </a:xfrm>
                <a:prstGeom prst="cube">
                  <a:avLst>
                    <a:gd name="adj" fmla="val 25719"/>
                  </a:avLst>
                </a:prstGeom>
                <a:solidFill>
                  <a:schemeClr val="accent2">
                    <a:lumMod val="20000"/>
                    <a:lumOff val="80000"/>
                    <a:alpha val="84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76" name="Cube 51">
                  <a:extLst>
                    <a:ext uri="{FF2B5EF4-FFF2-40B4-BE49-F238E27FC236}">
                      <a16:creationId xmlns:a16="http://schemas.microsoft.com/office/drawing/2014/main" id="{CD9F05D5-FDFC-B975-5B8C-694A079AE605}"/>
                    </a:ext>
                  </a:extLst>
                </p:cNvPr>
                <p:cNvSpPr/>
                <p:nvPr/>
              </p:nvSpPr>
              <p:spPr>
                <a:xfrm>
                  <a:off x="3225867" y="3670391"/>
                  <a:ext cx="2454920" cy="525748"/>
                </a:xfrm>
                <a:prstGeom prst="cube">
                  <a:avLst>
                    <a:gd name="adj" fmla="val 77415"/>
                  </a:avLst>
                </a:prstGeom>
                <a:blipFill dpi="0" rotWithShape="1">
                  <a:blip r:embed="rId3">
                    <a:alphaModFix amt="55000"/>
                  </a:blip>
                  <a:srcRect/>
                  <a:tile tx="0" ty="0" sx="100000" sy="100000" flip="none" algn="tl"/>
                </a:blip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4">
                  <p14:nvContentPartPr>
                    <p14:cNvPr id="77" name="Ink 52">
                      <a:extLst>
                        <a:ext uri="{FF2B5EF4-FFF2-40B4-BE49-F238E27FC236}">
                          <a16:creationId xmlns:a16="http://schemas.microsoft.com/office/drawing/2014/main" id="{B2E4D26E-7693-8FEA-D8D2-44A1962D0103}"/>
                        </a:ext>
                      </a:extLst>
                    </p14:cNvPr>
                    <p14:cNvContentPartPr/>
                    <p14:nvPr/>
                  </p14:nvContentPartPr>
                  <p14:xfrm>
                    <a:off x="3242138" y="4566885"/>
                    <a:ext cx="492480" cy="197280"/>
                  </p14:xfrm>
                </p:contentPart>
              </mc:Choice>
              <mc:Fallback xmlns="">
                <p:pic>
                  <p:nvPicPr>
                    <p:cNvPr id="77" name="Ink 52">
                      <a:extLst>
                        <a:ext uri="{FF2B5EF4-FFF2-40B4-BE49-F238E27FC236}">
                          <a16:creationId xmlns:a16="http://schemas.microsoft.com/office/drawing/2014/main" id="{B2E4D26E-7693-8FEA-D8D2-44A1962D0103}"/>
                        </a:ext>
                      </a:extLst>
                    </p:cNvPr>
                    <p:cNvPicPr/>
                    <p:nvPr/>
                  </p:nvPicPr>
                  <p:blipFill>
                    <a:blip r:embed="rId5"/>
                    <a:stretch>
                      <a:fillRect/>
                    </a:stretch>
                  </p:blipFill>
                  <p:spPr>
                    <a:xfrm>
                      <a:off x="3237818" y="4562557"/>
                      <a:ext cx="501120" cy="205936"/>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78" name="Ink 53">
                      <a:extLst>
                        <a:ext uri="{FF2B5EF4-FFF2-40B4-BE49-F238E27FC236}">
                          <a16:creationId xmlns:a16="http://schemas.microsoft.com/office/drawing/2014/main" id="{05C44550-6ECA-B521-1AA7-F4AD5D052798}"/>
                        </a:ext>
                      </a:extLst>
                    </p14:cNvPr>
                    <p14:cNvContentPartPr/>
                    <p14:nvPr/>
                  </p14:nvContentPartPr>
                  <p14:xfrm>
                    <a:off x="3245018" y="4768485"/>
                    <a:ext cx="429840" cy="236160"/>
                  </p14:xfrm>
                </p:contentPart>
              </mc:Choice>
              <mc:Fallback xmlns="">
                <p:pic>
                  <p:nvPicPr>
                    <p:cNvPr id="78" name="Ink 53">
                      <a:extLst>
                        <a:ext uri="{FF2B5EF4-FFF2-40B4-BE49-F238E27FC236}">
                          <a16:creationId xmlns:a16="http://schemas.microsoft.com/office/drawing/2014/main" id="{05C44550-6ECA-B521-1AA7-F4AD5D052798}"/>
                        </a:ext>
                      </a:extLst>
                    </p:cNvPr>
                    <p:cNvPicPr/>
                    <p:nvPr/>
                  </p:nvPicPr>
                  <p:blipFill>
                    <a:blip r:embed="rId7"/>
                    <a:stretch>
                      <a:fillRect/>
                    </a:stretch>
                  </p:blipFill>
                  <p:spPr>
                    <a:xfrm>
                      <a:off x="3240698" y="4764165"/>
                      <a:ext cx="438480" cy="2448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9" name="Ink 54">
                      <a:extLst>
                        <a:ext uri="{FF2B5EF4-FFF2-40B4-BE49-F238E27FC236}">
                          <a16:creationId xmlns:a16="http://schemas.microsoft.com/office/drawing/2014/main" id="{E4523880-8A33-2090-5046-E999DE3DB167}"/>
                        </a:ext>
                      </a:extLst>
                    </p14:cNvPr>
                    <p14:cNvContentPartPr/>
                    <p14:nvPr/>
                  </p14:nvContentPartPr>
                  <p14:xfrm>
                    <a:off x="3248618" y="5033445"/>
                    <a:ext cx="303480" cy="181080"/>
                  </p14:xfrm>
                </p:contentPart>
              </mc:Choice>
              <mc:Fallback xmlns="">
                <p:pic>
                  <p:nvPicPr>
                    <p:cNvPr id="79" name="Ink 54">
                      <a:extLst>
                        <a:ext uri="{FF2B5EF4-FFF2-40B4-BE49-F238E27FC236}">
                          <a16:creationId xmlns:a16="http://schemas.microsoft.com/office/drawing/2014/main" id="{E4523880-8A33-2090-5046-E999DE3DB167}"/>
                        </a:ext>
                      </a:extLst>
                    </p:cNvPr>
                    <p:cNvPicPr/>
                    <p:nvPr/>
                  </p:nvPicPr>
                  <p:blipFill>
                    <a:blip r:embed="rId9"/>
                    <a:stretch>
                      <a:fillRect/>
                    </a:stretch>
                  </p:blipFill>
                  <p:spPr>
                    <a:xfrm>
                      <a:off x="3244303" y="5029125"/>
                      <a:ext cx="312110" cy="1897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0" name="Ink 55">
                      <a:extLst>
                        <a:ext uri="{FF2B5EF4-FFF2-40B4-BE49-F238E27FC236}">
                          <a16:creationId xmlns:a16="http://schemas.microsoft.com/office/drawing/2014/main" id="{92B769EC-61F7-C165-84EF-61DD046FC8A0}"/>
                        </a:ext>
                      </a:extLst>
                    </p14:cNvPr>
                    <p14:cNvContentPartPr/>
                    <p14:nvPr/>
                  </p14:nvContentPartPr>
                  <p14:xfrm>
                    <a:off x="3493778" y="4905645"/>
                    <a:ext cx="774360" cy="244800"/>
                  </p14:xfrm>
                </p:contentPart>
              </mc:Choice>
              <mc:Fallback xmlns="">
                <p:pic>
                  <p:nvPicPr>
                    <p:cNvPr id="80" name="Ink 55">
                      <a:extLst>
                        <a:ext uri="{FF2B5EF4-FFF2-40B4-BE49-F238E27FC236}">
                          <a16:creationId xmlns:a16="http://schemas.microsoft.com/office/drawing/2014/main" id="{92B769EC-61F7-C165-84EF-61DD046FC8A0}"/>
                        </a:ext>
                      </a:extLst>
                    </p:cNvPr>
                    <p:cNvPicPr/>
                    <p:nvPr/>
                  </p:nvPicPr>
                  <p:blipFill>
                    <a:blip r:embed="rId11"/>
                    <a:stretch>
                      <a:fillRect/>
                    </a:stretch>
                  </p:blipFill>
                  <p:spPr>
                    <a:xfrm>
                      <a:off x="3489458" y="4901325"/>
                      <a:ext cx="783000" cy="2534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81" name="Ink 56">
                      <a:extLst>
                        <a:ext uri="{FF2B5EF4-FFF2-40B4-BE49-F238E27FC236}">
                          <a16:creationId xmlns:a16="http://schemas.microsoft.com/office/drawing/2014/main" id="{755943EB-36C9-0A70-9B94-9CD228E129C2}"/>
                        </a:ext>
                      </a:extLst>
                    </p14:cNvPr>
                    <p14:cNvContentPartPr/>
                    <p14:nvPr/>
                  </p14:nvContentPartPr>
                  <p14:xfrm>
                    <a:off x="3497738" y="4355565"/>
                    <a:ext cx="911160" cy="196200"/>
                  </p14:xfrm>
                </p:contentPart>
              </mc:Choice>
              <mc:Fallback xmlns="">
                <p:pic>
                  <p:nvPicPr>
                    <p:cNvPr id="81" name="Ink 56">
                      <a:extLst>
                        <a:ext uri="{FF2B5EF4-FFF2-40B4-BE49-F238E27FC236}">
                          <a16:creationId xmlns:a16="http://schemas.microsoft.com/office/drawing/2014/main" id="{755943EB-36C9-0A70-9B94-9CD228E129C2}"/>
                        </a:ext>
                      </a:extLst>
                    </p:cNvPr>
                    <p:cNvPicPr/>
                    <p:nvPr/>
                  </p:nvPicPr>
                  <p:blipFill>
                    <a:blip r:embed="rId13"/>
                    <a:stretch>
                      <a:fillRect/>
                    </a:stretch>
                  </p:blipFill>
                  <p:spPr>
                    <a:xfrm>
                      <a:off x="3493418" y="4351245"/>
                      <a:ext cx="919800" cy="20484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82" name="Ink 57">
                      <a:extLst>
                        <a:ext uri="{FF2B5EF4-FFF2-40B4-BE49-F238E27FC236}">
                          <a16:creationId xmlns:a16="http://schemas.microsoft.com/office/drawing/2014/main" id="{60C5FD31-8B26-8C67-EC7C-83195A0C32AD}"/>
                        </a:ext>
                      </a:extLst>
                    </p14:cNvPr>
                    <p14:cNvContentPartPr/>
                    <p14:nvPr/>
                  </p14:nvContentPartPr>
                  <p14:xfrm>
                    <a:off x="3580898" y="4638165"/>
                    <a:ext cx="753480" cy="234720"/>
                  </p14:xfrm>
                </p:contentPart>
              </mc:Choice>
              <mc:Fallback xmlns="">
                <p:pic>
                  <p:nvPicPr>
                    <p:cNvPr id="82" name="Ink 57">
                      <a:extLst>
                        <a:ext uri="{FF2B5EF4-FFF2-40B4-BE49-F238E27FC236}">
                          <a16:creationId xmlns:a16="http://schemas.microsoft.com/office/drawing/2014/main" id="{60C5FD31-8B26-8C67-EC7C-83195A0C32AD}"/>
                        </a:ext>
                      </a:extLst>
                    </p:cNvPr>
                    <p:cNvPicPr/>
                    <p:nvPr/>
                  </p:nvPicPr>
                  <p:blipFill>
                    <a:blip r:embed="rId15"/>
                    <a:stretch>
                      <a:fillRect/>
                    </a:stretch>
                  </p:blipFill>
                  <p:spPr>
                    <a:xfrm>
                      <a:off x="3576576" y="4633838"/>
                      <a:ext cx="762124" cy="243373"/>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3" name="Ink 58">
                      <a:extLst>
                        <a:ext uri="{FF2B5EF4-FFF2-40B4-BE49-F238E27FC236}">
                          <a16:creationId xmlns:a16="http://schemas.microsoft.com/office/drawing/2014/main" id="{517C8B59-24F5-9D38-1531-B764BD795483}"/>
                        </a:ext>
                      </a:extLst>
                    </p14:cNvPr>
                    <p14:cNvContentPartPr/>
                    <p14:nvPr/>
                  </p14:nvContentPartPr>
                  <p14:xfrm>
                    <a:off x="4016498" y="4534485"/>
                    <a:ext cx="687960" cy="219960"/>
                  </p14:xfrm>
                </p:contentPart>
              </mc:Choice>
              <mc:Fallback xmlns="">
                <p:pic>
                  <p:nvPicPr>
                    <p:cNvPr id="83" name="Ink 58">
                      <a:extLst>
                        <a:ext uri="{FF2B5EF4-FFF2-40B4-BE49-F238E27FC236}">
                          <a16:creationId xmlns:a16="http://schemas.microsoft.com/office/drawing/2014/main" id="{517C8B59-24F5-9D38-1531-B764BD795483}"/>
                        </a:ext>
                      </a:extLst>
                    </p:cNvPr>
                    <p:cNvPicPr/>
                    <p:nvPr/>
                  </p:nvPicPr>
                  <p:blipFill>
                    <a:blip r:embed="rId17"/>
                    <a:stretch>
                      <a:fillRect/>
                    </a:stretch>
                  </p:blipFill>
                  <p:spPr>
                    <a:xfrm>
                      <a:off x="4012178" y="4530165"/>
                      <a:ext cx="696600" cy="22860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84" name="Ink 59">
                      <a:extLst>
                        <a:ext uri="{FF2B5EF4-FFF2-40B4-BE49-F238E27FC236}">
                          <a16:creationId xmlns:a16="http://schemas.microsoft.com/office/drawing/2014/main" id="{E67BE536-FC9B-4EE3-7762-7899DA1C69C6}"/>
                        </a:ext>
                      </a:extLst>
                    </p14:cNvPr>
                    <p14:cNvContentPartPr/>
                    <p14:nvPr/>
                  </p14:nvContentPartPr>
                  <p14:xfrm>
                    <a:off x="4288658" y="4824285"/>
                    <a:ext cx="240840" cy="111960"/>
                  </p14:xfrm>
                </p:contentPart>
              </mc:Choice>
              <mc:Fallback xmlns="">
                <p:pic>
                  <p:nvPicPr>
                    <p:cNvPr id="84" name="Ink 59">
                      <a:extLst>
                        <a:ext uri="{FF2B5EF4-FFF2-40B4-BE49-F238E27FC236}">
                          <a16:creationId xmlns:a16="http://schemas.microsoft.com/office/drawing/2014/main" id="{E67BE536-FC9B-4EE3-7762-7899DA1C69C6}"/>
                        </a:ext>
                      </a:extLst>
                    </p:cNvPr>
                    <p:cNvPicPr/>
                    <p:nvPr/>
                  </p:nvPicPr>
                  <p:blipFill>
                    <a:blip r:embed="rId19"/>
                    <a:stretch>
                      <a:fillRect/>
                    </a:stretch>
                  </p:blipFill>
                  <p:spPr>
                    <a:xfrm>
                      <a:off x="4284338" y="4819979"/>
                      <a:ext cx="249480" cy="120572"/>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85" name="Ink 60">
                      <a:extLst>
                        <a:ext uri="{FF2B5EF4-FFF2-40B4-BE49-F238E27FC236}">
                          <a16:creationId xmlns:a16="http://schemas.microsoft.com/office/drawing/2014/main" id="{F158F23B-9DF1-0C00-DC3E-F63F1AE3D507}"/>
                        </a:ext>
                      </a:extLst>
                    </p14:cNvPr>
                    <p14:cNvContentPartPr/>
                    <p14:nvPr/>
                  </p14:nvContentPartPr>
                  <p14:xfrm>
                    <a:off x="4643258" y="4544205"/>
                    <a:ext cx="597240" cy="174600"/>
                  </p14:xfrm>
                </p:contentPart>
              </mc:Choice>
              <mc:Fallback xmlns="">
                <p:pic>
                  <p:nvPicPr>
                    <p:cNvPr id="85" name="Ink 60">
                      <a:extLst>
                        <a:ext uri="{FF2B5EF4-FFF2-40B4-BE49-F238E27FC236}">
                          <a16:creationId xmlns:a16="http://schemas.microsoft.com/office/drawing/2014/main" id="{F158F23B-9DF1-0C00-DC3E-F63F1AE3D507}"/>
                        </a:ext>
                      </a:extLst>
                    </p:cNvPr>
                    <p:cNvPicPr/>
                    <p:nvPr/>
                  </p:nvPicPr>
                  <p:blipFill>
                    <a:blip r:embed="rId21"/>
                    <a:stretch>
                      <a:fillRect/>
                    </a:stretch>
                  </p:blipFill>
                  <p:spPr>
                    <a:xfrm>
                      <a:off x="4638935" y="4539885"/>
                      <a:ext cx="605885" cy="183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6" name="Ink 61">
                      <a:extLst>
                        <a:ext uri="{FF2B5EF4-FFF2-40B4-BE49-F238E27FC236}">
                          <a16:creationId xmlns:a16="http://schemas.microsoft.com/office/drawing/2014/main" id="{136B803D-D134-68B0-F503-D597B49C22D6}"/>
                        </a:ext>
                      </a:extLst>
                    </p14:cNvPr>
                    <p14:cNvContentPartPr/>
                    <p14:nvPr/>
                  </p14:nvContentPartPr>
                  <p14:xfrm>
                    <a:off x="4119098" y="4214445"/>
                    <a:ext cx="704160" cy="300960"/>
                  </p14:xfrm>
                </p:contentPart>
              </mc:Choice>
              <mc:Fallback xmlns="">
                <p:pic>
                  <p:nvPicPr>
                    <p:cNvPr id="86" name="Ink 61">
                      <a:extLst>
                        <a:ext uri="{FF2B5EF4-FFF2-40B4-BE49-F238E27FC236}">
                          <a16:creationId xmlns:a16="http://schemas.microsoft.com/office/drawing/2014/main" id="{136B803D-D134-68B0-F503-D597B49C22D6}"/>
                        </a:ext>
                      </a:extLst>
                    </p:cNvPr>
                    <p:cNvPicPr/>
                    <p:nvPr/>
                  </p:nvPicPr>
                  <p:blipFill>
                    <a:blip r:embed="rId23"/>
                    <a:stretch>
                      <a:fillRect/>
                    </a:stretch>
                  </p:blipFill>
                  <p:spPr>
                    <a:xfrm>
                      <a:off x="4114778" y="4210125"/>
                      <a:ext cx="712800" cy="30960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87" name="Ink 62">
                      <a:extLst>
                        <a:ext uri="{FF2B5EF4-FFF2-40B4-BE49-F238E27FC236}">
                          <a16:creationId xmlns:a16="http://schemas.microsoft.com/office/drawing/2014/main" id="{C4493AA1-4CF4-CB6A-9AAA-F303D8816D9A}"/>
                        </a:ext>
                      </a:extLst>
                    </p14:cNvPr>
                    <p14:cNvContentPartPr/>
                    <p14:nvPr/>
                  </p14:nvContentPartPr>
                  <p14:xfrm>
                    <a:off x="4659897" y="4247250"/>
                    <a:ext cx="572760" cy="169920"/>
                  </p14:xfrm>
                </p:contentPart>
              </mc:Choice>
              <mc:Fallback xmlns="">
                <p:pic>
                  <p:nvPicPr>
                    <p:cNvPr id="87" name="Ink 62">
                      <a:extLst>
                        <a:ext uri="{FF2B5EF4-FFF2-40B4-BE49-F238E27FC236}">
                          <a16:creationId xmlns:a16="http://schemas.microsoft.com/office/drawing/2014/main" id="{C4493AA1-4CF4-CB6A-9AAA-F303D8816D9A}"/>
                        </a:ext>
                      </a:extLst>
                    </p:cNvPr>
                    <p:cNvPicPr/>
                    <p:nvPr/>
                  </p:nvPicPr>
                  <p:blipFill>
                    <a:blip r:embed="rId25"/>
                    <a:stretch>
                      <a:fillRect/>
                    </a:stretch>
                  </p:blipFill>
                  <p:spPr>
                    <a:xfrm>
                      <a:off x="4655580" y="4242930"/>
                      <a:ext cx="581395" cy="17856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88" name="Ink 63">
                      <a:extLst>
                        <a:ext uri="{FF2B5EF4-FFF2-40B4-BE49-F238E27FC236}">
                          <a16:creationId xmlns:a16="http://schemas.microsoft.com/office/drawing/2014/main" id="{69F59523-1D4A-2D44-17CF-9FB997D2BAB0}"/>
                        </a:ext>
                      </a:extLst>
                    </p14:cNvPr>
                    <p14:cNvContentPartPr/>
                    <p14:nvPr/>
                  </p14:nvContentPartPr>
                  <p14:xfrm>
                    <a:off x="4692711" y="4800282"/>
                    <a:ext cx="253800" cy="72720"/>
                  </p14:xfrm>
                </p:contentPart>
              </mc:Choice>
              <mc:Fallback xmlns="">
                <p:pic>
                  <p:nvPicPr>
                    <p:cNvPr id="88" name="Ink 63">
                      <a:extLst>
                        <a:ext uri="{FF2B5EF4-FFF2-40B4-BE49-F238E27FC236}">
                          <a16:creationId xmlns:a16="http://schemas.microsoft.com/office/drawing/2014/main" id="{69F59523-1D4A-2D44-17CF-9FB997D2BAB0}"/>
                        </a:ext>
                      </a:extLst>
                    </p:cNvPr>
                    <p:cNvPicPr/>
                    <p:nvPr/>
                  </p:nvPicPr>
                  <p:blipFill>
                    <a:blip r:embed="rId27"/>
                    <a:stretch>
                      <a:fillRect/>
                    </a:stretch>
                  </p:blipFill>
                  <p:spPr>
                    <a:xfrm>
                      <a:off x="4688391" y="4795962"/>
                      <a:ext cx="262440" cy="8136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9" name="Ink 64">
                      <a:extLst>
                        <a:ext uri="{FF2B5EF4-FFF2-40B4-BE49-F238E27FC236}">
                          <a16:creationId xmlns:a16="http://schemas.microsoft.com/office/drawing/2014/main" id="{C2200078-E896-FDCC-61D7-C7C17838B804}"/>
                        </a:ext>
                      </a:extLst>
                    </p14:cNvPr>
                    <p14:cNvContentPartPr/>
                    <p14:nvPr/>
                  </p14:nvContentPartPr>
                  <p14:xfrm>
                    <a:off x="4736703" y="4198290"/>
                    <a:ext cx="525600" cy="193320"/>
                  </p14:xfrm>
                </p:contentPart>
              </mc:Choice>
              <mc:Fallback xmlns="">
                <p:pic>
                  <p:nvPicPr>
                    <p:cNvPr id="89" name="Ink 64">
                      <a:extLst>
                        <a:ext uri="{FF2B5EF4-FFF2-40B4-BE49-F238E27FC236}">
                          <a16:creationId xmlns:a16="http://schemas.microsoft.com/office/drawing/2014/main" id="{C2200078-E896-FDCC-61D7-C7C17838B804}"/>
                        </a:ext>
                      </a:extLst>
                    </p:cNvPr>
                    <p:cNvPicPr/>
                    <p:nvPr/>
                  </p:nvPicPr>
                  <p:blipFill>
                    <a:blip r:embed="rId29"/>
                    <a:stretch>
                      <a:fillRect/>
                    </a:stretch>
                  </p:blipFill>
                  <p:spPr>
                    <a:xfrm>
                      <a:off x="4732383" y="4193962"/>
                      <a:ext cx="534240" cy="201976"/>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Ink 65">
                      <a:extLst>
                        <a:ext uri="{FF2B5EF4-FFF2-40B4-BE49-F238E27FC236}">
                          <a16:creationId xmlns:a16="http://schemas.microsoft.com/office/drawing/2014/main" id="{A6C0F0B2-E098-BDAF-0AB8-D1D56371CA21}"/>
                        </a:ext>
                      </a:extLst>
                    </p14:cNvPr>
                    <p14:cNvContentPartPr/>
                    <p14:nvPr/>
                  </p14:nvContentPartPr>
                  <p14:xfrm>
                    <a:off x="3255058" y="4211666"/>
                    <a:ext cx="278640" cy="15480"/>
                  </p14:xfrm>
                </p:contentPart>
              </mc:Choice>
              <mc:Fallback xmlns="">
                <p:pic>
                  <p:nvPicPr>
                    <p:cNvPr id="90" name="Ink 65">
                      <a:extLst>
                        <a:ext uri="{FF2B5EF4-FFF2-40B4-BE49-F238E27FC236}">
                          <a16:creationId xmlns:a16="http://schemas.microsoft.com/office/drawing/2014/main" id="{A6C0F0B2-E098-BDAF-0AB8-D1D56371CA21}"/>
                        </a:ext>
                      </a:extLst>
                    </p:cNvPr>
                    <p:cNvPicPr/>
                    <p:nvPr/>
                  </p:nvPicPr>
                  <p:blipFill>
                    <a:blip r:embed="rId31"/>
                    <a:stretch>
                      <a:fillRect/>
                    </a:stretch>
                  </p:blipFill>
                  <p:spPr>
                    <a:xfrm>
                      <a:off x="3250738" y="4207243"/>
                      <a:ext cx="287280" cy="24326"/>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91" name="Ink 66">
                      <a:extLst>
                        <a:ext uri="{FF2B5EF4-FFF2-40B4-BE49-F238E27FC236}">
                          <a16:creationId xmlns:a16="http://schemas.microsoft.com/office/drawing/2014/main" id="{752C791C-845E-FD3A-37F0-3565AEFC993D}"/>
                        </a:ext>
                      </a:extLst>
                    </p14:cNvPr>
                    <p14:cNvContentPartPr/>
                    <p14:nvPr/>
                  </p14:nvContentPartPr>
                  <p14:xfrm>
                    <a:off x="3255418" y="4233266"/>
                    <a:ext cx="447120" cy="42120"/>
                  </p14:xfrm>
                </p:contentPart>
              </mc:Choice>
              <mc:Fallback xmlns="">
                <p:pic>
                  <p:nvPicPr>
                    <p:cNvPr id="91" name="Ink 66">
                      <a:extLst>
                        <a:ext uri="{FF2B5EF4-FFF2-40B4-BE49-F238E27FC236}">
                          <a16:creationId xmlns:a16="http://schemas.microsoft.com/office/drawing/2014/main" id="{752C791C-845E-FD3A-37F0-3565AEFC993D}"/>
                        </a:ext>
                      </a:extLst>
                    </p:cNvPr>
                    <p:cNvPicPr/>
                    <p:nvPr/>
                  </p:nvPicPr>
                  <p:blipFill>
                    <a:blip r:embed="rId33"/>
                    <a:stretch>
                      <a:fillRect/>
                    </a:stretch>
                  </p:blipFill>
                  <p:spPr>
                    <a:xfrm>
                      <a:off x="3251101" y="4228946"/>
                      <a:ext cx="455753" cy="50760"/>
                    </a:xfrm>
                    <a:prstGeom prst="rect">
                      <a:avLst/>
                    </a:prstGeom>
                  </p:spPr>
                </p:pic>
              </mc:Fallback>
            </mc:AlternateContent>
            <p:grpSp>
              <p:nvGrpSpPr>
                <p:cNvPr id="92" name="Group 67">
                  <a:extLst>
                    <a:ext uri="{FF2B5EF4-FFF2-40B4-BE49-F238E27FC236}">
                      <a16:creationId xmlns:a16="http://schemas.microsoft.com/office/drawing/2014/main" id="{26F3E7D8-F8EA-6FE6-7C2B-4CAB929374A5}"/>
                    </a:ext>
                  </a:extLst>
                </p:cNvPr>
                <p:cNvGrpSpPr/>
                <p:nvPr/>
              </p:nvGrpSpPr>
              <p:grpSpPr>
                <a:xfrm>
                  <a:off x="3233818" y="3711986"/>
                  <a:ext cx="2449515" cy="1521979"/>
                  <a:chOff x="2855923" y="3504458"/>
                  <a:chExt cx="2449515" cy="1521979"/>
                </a:xfrm>
              </p:grpSpPr>
              <mc:AlternateContent xmlns:mc="http://schemas.openxmlformats.org/markup-compatibility/2006" xmlns:p14="http://schemas.microsoft.com/office/powerpoint/2010/main">
                <mc:Choice Requires="p14">
                  <p:contentPart p14:bwMode="auto" r:id="rId34">
                    <p14:nvContentPartPr>
                      <p14:cNvPr id="130" name="Ink 68">
                        <a:extLst>
                          <a:ext uri="{FF2B5EF4-FFF2-40B4-BE49-F238E27FC236}">
                            <a16:creationId xmlns:a16="http://schemas.microsoft.com/office/drawing/2014/main" id="{79C004C8-1DD5-A650-E65A-56A72BF5CAE4}"/>
                          </a:ext>
                        </a:extLst>
                      </p14:cNvPr>
                      <p14:cNvContentPartPr/>
                      <p14:nvPr/>
                    </p14:nvContentPartPr>
                    <p14:xfrm>
                      <a:off x="3073763" y="4928157"/>
                      <a:ext cx="513720" cy="89640"/>
                    </p14:xfrm>
                  </p:contentPart>
                </mc:Choice>
                <mc:Fallback xmlns="">
                  <p:pic>
                    <p:nvPicPr>
                      <p:cNvPr id="130" name="Ink 68">
                        <a:extLst>
                          <a:ext uri="{FF2B5EF4-FFF2-40B4-BE49-F238E27FC236}">
                            <a16:creationId xmlns:a16="http://schemas.microsoft.com/office/drawing/2014/main" id="{79C004C8-1DD5-A650-E65A-56A72BF5CAE4}"/>
                          </a:ext>
                        </a:extLst>
                      </p:cNvPr>
                      <p:cNvPicPr/>
                      <p:nvPr/>
                    </p:nvPicPr>
                    <p:blipFill>
                      <a:blip r:embed="rId35"/>
                      <a:stretch>
                        <a:fillRect/>
                      </a:stretch>
                    </p:blipFill>
                    <p:spPr>
                      <a:xfrm>
                        <a:off x="3069443" y="4923837"/>
                        <a:ext cx="522360" cy="9828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131" name="Ink 69">
                        <a:extLst>
                          <a:ext uri="{FF2B5EF4-FFF2-40B4-BE49-F238E27FC236}">
                            <a16:creationId xmlns:a16="http://schemas.microsoft.com/office/drawing/2014/main" id="{42679531-CB7B-5A40-E23E-FB2952FEFBED}"/>
                          </a:ext>
                        </a:extLst>
                      </p14:cNvPr>
                      <p14:cNvContentPartPr/>
                      <p14:nvPr/>
                    </p14:nvContentPartPr>
                    <p14:xfrm>
                      <a:off x="3120923" y="4808997"/>
                      <a:ext cx="360" cy="360"/>
                    </p14:xfrm>
                  </p:contentPart>
                </mc:Choice>
                <mc:Fallback xmlns="">
                  <p:pic>
                    <p:nvPicPr>
                      <p:cNvPr id="131" name="Ink 69">
                        <a:extLst>
                          <a:ext uri="{FF2B5EF4-FFF2-40B4-BE49-F238E27FC236}">
                            <a16:creationId xmlns:a16="http://schemas.microsoft.com/office/drawing/2014/main" id="{42679531-CB7B-5A40-E23E-FB2952FEFBED}"/>
                          </a:ext>
                        </a:extLst>
                      </p:cNvPr>
                      <p:cNvPicPr/>
                      <p:nvPr/>
                    </p:nvPicPr>
                    <p:blipFill>
                      <a:blip r:embed="rId37"/>
                      <a:stretch>
                        <a:fillRect/>
                      </a:stretch>
                    </p:blipFill>
                    <p:spPr>
                      <a:xfrm>
                        <a:off x="3116603" y="4804677"/>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132" name="Ink 70">
                        <a:extLst>
                          <a:ext uri="{FF2B5EF4-FFF2-40B4-BE49-F238E27FC236}">
                            <a16:creationId xmlns:a16="http://schemas.microsoft.com/office/drawing/2014/main" id="{1E581834-F45F-68B4-6689-B57EF3068048}"/>
                          </a:ext>
                        </a:extLst>
                      </p14:cNvPr>
                      <p14:cNvContentPartPr/>
                      <p14:nvPr/>
                    </p14:nvContentPartPr>
                    <p14:xfrm>
                      <a:off x="3701243" y="4796037"/>
                      <a:ext cx="432720" cy="230400"/>
                    </p14:xfrm>
                  </p:contentPart>
                </mc:Choice>
                <mc:Fallback xmlns="">
                  <p:pic>
                    <p:nvPicPr>
                      <p:cNvPr id="132" name="Ink 70">
                        <a:extLst>
                          <a:ext uri="{FF2B5EF4-FFF2-40B4-BE49-F238E27FC236}">
                            <a16:creationId xmlns:a16="http://schemas.microsoft.com/office/drawing/2014/main" id="{1E581834-F45F-68B4-6689-B57EF3068048}"/>
                          </a:ext>
                        </a:extLst>
                      </p:cNvPr>
                      <p:cNvPicPr/>
                      <p:nvPr/>
                    </p:nvPicPr>
                    <p:blipFill>
                      <a:blip r:embed="rId39"/>
                      <a:stretch>
                        <a:fillRect/>
                      </a:stretch>
                    </p:blipFill>
                    <p:spPr>
                      <a:xfrm>
                        <a:off x="3696923" y="4791710"/>
                        <a:ext cx="441360" cy="239054"/>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33" name="Ink 71">
                        <a:extLst>
                          <a:ext uri="{FF2B5EF4-FFF2-40B4-BE49-F238E27FC236}">
                            <a16:creationId xmlns:a16="http://schemas.microsoft.com/office/drawing/2014/main" id="{E132842C-8C45-F8F3-1314-9642C8D7C440}"/>
                          </a:ext>
                        </a:extLst>
                      </p14:cNvPr>
                      <p14:cNvContentPartPr/>
                      <p14:nvPr/>
                    </p14:nvContentPartPr>
                    <p14:xfrm>
                      <a:off x="3810323" y="4861557"/>
                      <a:ext cx="114120" cy="96120"/>
                    </p14:xfrm>
                  </p:contentPart>
                </mc:Choice>
                <mc:Fallback xmlns="">
                  <p:pic>
                    <p:nvPicPr>
                      <p:cNvPr id="133" name="Ink 71">
                        <a:extLst>
                          <a:ext uri="{FF2B5EF4-FFF2-40B4-BE49-F238E27FC236}">
                            <a16:creationId xmlns:a16="http://schemas.microsoft.com/office/drawing/2014/main" id="{E132842C-8C45-F8F3-1314-9642C8D7C440}"/>
                          </a:ext>
                        </a:extLst>
                      </p:cNvPr>
                      <p:cNvPicPr/>
                      <p:nvPr/>
                    </p:nvPicPr>
                    <p:blipFill>
                      <a:blip r:embed="rId41"/>
                      <a:stretch>
                        <a:fillRect/>
                      </a:stretch>
                    </p:blipFill>
                    <p:spPr>
                      <a:xfrm>
                        <a:off x="3806003" y="4857237"/>
                        <a:ext cx="122760" cy="10476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34" name="Ink 72">
                        <a:extLst>
                          <a:ext uri="{FF2B5EF4-FFF2-40B4-BE49-F238E27FC236}">
                            <a16:creationId xmlns:a16="http://schemas.microsoft.com/office/drawing/2014/main" id="{7EFC7B28-FEB1-8ABE-C92A-38AB013E6EBA}"/>
                          </a:ext>
                        </a:extLst>
                      </p14:cNvPr>
                      <p14:cNvContentPartPr/>
                      <p14:nvPr/>
                    </p14:nvContentPartPr>
                    <p14:xfrm>
                      <a:off x="3768563" y="4810797"/>
                      <a:ext cx="108000" cy="87840"/>
                    </p14:xfrm>
                  </p:contentPart>
                </mc:Choice>
                <mc:Fallback xmlns="">
                  <p:pic>
                    <p:nvPicPr>
                      <p:cNvPr id="134" name="Ink 72">
                        <a:extLst>
                          <a:ext uri="{FF2B5EF4-FFF2-40B4-BE49-F238E27FC236}">
                            <a16:creationId xmlns:a16="http://schemas.microsoft.com/office/drawing/2014/main" id="{7EFC7B28-FEB1-8ABE-C92A-38AB013E6EBA}"/>
                          </a:ext>
                        </a:extLst>
                      </p:cNvPr>
                      <p:cNvPicPr/>
                      <p:nvPr/>
                    </p:nvPicPr>
                    <p:blipFill>
                      <a:blip r:embed="rId43"/>
                      <a:stretch>
                        <a:fillRect/>
                      </a:stretch>
                    </p:blipFill>
                    <p:spPr>
                      <a:xfrm>
                        <a:off x="3764243" y="4806477"/>
                        <a:ext cx="116640" cy="9648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35" name="Ink 73">
                        <a:extLst>
                          <a:ext uri="{FF2B5EF4-FFF2-40B4-BE49-F238E27FC236}">
                            <a16:creationId xmlns:a16="http://schemas.microsoft.com/office/drawing/2014/main" id="{756594F3-151B-9D58-46E5-1BD7D6DB0AC3}"/>
                          </a:ext>
                        </a:extLst>
                      </p14:cNvPr>
                      <p14:cNvContentPartPr/>
                      <p14:nvPr/>
                    </p14:nvContentPartPr>
                    <p14:xfrm>
                      <a:off x="4198043" y="4394277"/>
                      <a:ext cx="671760" cy="279360"/>
                    </p14:xfrm>
                  </p:contentPart>
                </mc:Choice>
                <mc:Fallback xmlns="">
                  <p:pic>
                    <p:nvPicPr>
                      <p:cNvPr id="135" name="Ink 73">
                        <a:extLst>
                          <a:ext uri="{FF2B5EF4-FFF2-40B4-BE49-F238E27FC236}">
                            <a16:creationId xmlns:a16="http://schemas.microsoft.com/office/drawing/2014/main" id="{756594F3-151B-9D58-46E5-1BD7D6DB0AC3}"/>
                          </a:ext>
                        </a:extLst>
                      </p:cNvPr>
                      <p:cNvPicPr/>
                      <p:nvPr/>
                    </p:nvPicPr>
                    <p:blipFill>
                      <a:blip r:embed="rId45"/>
                      <a:stretch>
                        <a:fillRect/>
                      </a:stretch>
                    </p:blipFill>
                    <p:spPr>
                      <a:xfrm>
                        <a:off x="4193723" y="4389963"/>
                        <a:ext cx="680400" cy="287989"/>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136" name="Ink 74">
                        <a:extLst>
                          <a:ext uri="{FF2B5EF4-FFF2-40B4-BE49-F238E27FC236}">
                            <a16:creationId xmlns:a16="http://schemas.microsoft.com/office/drawing/2014/main" id="{2A9B06E2-229A-2EC4-4347-3984BC3C8550}"/>
                          </a:ext>
                        </a:extLst>
                      </p14:cNvPr>
                      <p14:cNvContentPartPr/>
                      <p14:nvPr/>
                    </p14:nvContentPartPr>
                    <p14:xfrm>
                      <a:off x="4580003" y="4511997"/>
                      <a:ext cx="306360" cy="180000"/>
                    </p14:xfrm>
                  </p:contentPart>
                </mc:Choice>
                <mc:Fallback xmlns="">
                  <p:pic>
                    <p:nvPicPr>
                      <p:cNvPr id="136" name="Ink 74">
                        <a:extLst>
                          <a:ext uri="{FF2B5EF4-FFF2-40B4-BE49-F238E27FC236}">
                            <a16:creationId xmlns:a16="http://schemas.microsoft.com/office/drawing/2014/main" id="{2A9B06E2-229A-2EC4-4347-3984BC3C8550}"/>
                          </a:ext>
                        </a:extLst>
                      </p:cNvPr>
                      <p:cNvPicPr/>
                      <p:nvPr/>
                    </p:nvPicPr>
                    <p:blipFill>
                      <a:blip r:embed="rId47"/>
                      <a:stretch>
                        <a:fillRect/>
                      </a:stretch>
                    </p:blipFill>
                    <p:spPr>
                      <a:xfrm>
                        <a:off x="4575688" y="4507677"/>
                        <a:ext cx="314990" cy="18864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37" name="Ink 75">
                        <a:extLst>
                          <a:ext uri="{FF2B5EF4-FFF2-40B4-BE49-F238E27FC236}">
                            <a16:creationId xmlns:a16="http://schemas.microsoft.com/office/drawing/2014/main" id="{F3D45AE9-BB8C-2221-4763-3F67FB273B58}"/>
                          </a:ext>
                        </a:extLst>
                      </p14:cNvPr>
                      <p14:cNvContentPartPr/>
                      <p14:nvPr/>
                    </p14:nvContentPartPr>
                    <p14:xfrm>
                      <a:off x="4210643" y="4676877"/>
                      <a:ext cx="667800" cy="50040"/>
                    </p14:xfrm>
                  </p:contentPart>
                </mc:Choice>
                <mc:Fallback xmlns="">
                  <p:pic>
                    <p:nvPicPr>
                      <p:cNvPr id="137" name="Ink 75">
                        <a:extLst>
                          <a:ext uri="{FF2B5EF4-FFF2-40B4-BE49-F238E27FC236}">
                            <a16:creationId xmlns:a16="http://schemas.microsoft.com/office/drawing/2014/main" id="{F3D45AE9-BB8C-2221-4763-3F67FB273B58}"/>
                          </a:ext>
                        </a:extLst>
                      </p:cNvPr>
                      <p:cNvPicPr/>
                      <p:nvPr/>
                    </p:nvPicPr>
                    <p:blipFill>
                      <a:blip r:embed="rId49"/>
                      <a:stretch>
                        <a:fillRect/>
                      </a:stretch>
                    </p:blipFill>
                    <p:spPr>
                      <a:xfrm>
                        <a:off x="4206323" y="4672557"/>
                        <a:ext cx="676440" cy="5868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138" name="Ink 76">
                        <a:extLst>
                          <a:ext uri="{FF2B5EF4-FFF2-40B4-BE49-F238E27FC236}">
                            <a16:creationId xmlns:a16="http://schemas.microsoft.com/office/drawing/2014/main" id="{CF1BB97A-D992-B073-EC70-5258A07B436A}"/>
                          </a:ext>
                        </a:extLst>
                      </p14:cNvPr>
                      <p14:cNvContentPartPr/>
                      <p14:nvPr/>
                    </p14:nvContentPartPr>
                    <p14:xfrm>
                      <a:off x="4134096" y="4712994"/>
                      <a:ext cx="740160" cy="150840"/>
                    </p14:xfrm>
                  </p:contentPart>
                </mc:Choice>
                <mc:Fallback xmlns="">
                  <p:pic>
                    <p:nvPicPr>
                      <p:cNvPr id="138" name="Ink 76">
                        <a:extLst>
                          <a:ext uri="{FF2B5EF4-FFF2-40B4-BE49-F238E27FC236}">
                            <a16:creationId xmlns:a16="http://schemas.microsoft.com/office/drawing/2014/main" id="{CF1BB97A-D992-B073-EC70-5258A07B436A}"/>
                          </a:ext>
                        </a:extLst>
                      </p:cNvPr>
                      <p:cNvPicPr/>
                      <p:nvPr/>
                    </p:nvPicPr>
                    <p:blipFill>
                      <a:blip r:embed="rId51"/>
                      <a:stretch>
                        <a:fillRect/>
                      </a:stretch>
                    </p:blipFill>
                    <p:spPr>
                      <a:xfrm>
                        <a:off x="4129778" y="4708674"/>
                        <a:ext cx="748796" cy="159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39" name="Ink 77">
                        <a:extLst>
                          <a:ext uri="{FF2B5EF4-FFF2-40B4-BE49-F238E27FC236}">
                            <a16:creationId xmlns:a16="http://schemas.microsoft.com/office/drawing/2014/main" id="{530F6AD1-1B04-124E-EE48-8D646461C28E}"/>
                          </a:ext>
                        </a:extLst>
                      </p14:cNvPr>
                      <p14:cNvContentPartPr/>
                      <p14:nvPr/>
                    </p14:nvContentPartPr>
                    <p14:xfrm>
                      <a:off x="4408416" y="4885434"/>
                      <a:ext cx="468000" cy="137880"/>
                    </p14:xfrm>
                  </p:contentPart>
                </mc:Choice>
                <mc:Fallback xmlns="">
                  <p:pic>
                    <p:nvPicPr>
                      <p:cNvPr id="139" name="Ink 77">
                        <a:extLst>
                          <a:ext uri="{FF2B5EF4-FFF2-40B4-BE49-F238E27FC236}">
                            <a16:creationId xmlns:a16="http://schemas.microsoft.com/office/drawing/2014/main" id="{530F6AD1-1B04-124E-EE48-8D646461C28E}"/>
                          </a:ext>
                        </a:extLst>
                      </p:cNvPr>
                      <p:cNvPicPr/>
                      <p:nvPr/>
                    </p:nvPicPr>
                    <p:blipFill>
                      <a:blip r:embed="rId53"/>
                      <a:stretch>
                        <a:fillRect/>
                      </a:stretch>
                    </p:blipFill>
                    <p:spPr>
                      <a:xfrm>
                        <a:off x="4404096" y="4881114"/>
                        <a:ext cx="47664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40" name="Ink 78">
                        <a:extLst>
                          <a:ext uri="{FF2B5EF4-FFF2-40B4-BE49-F238E27FC236}">
                            <a16:creationId xmlns:a16="http://schemas.microsoft.com/office/drawing/2014/main" id="{B00A92E1-9E1A-3C8D-5B19-67EB673CCBB2}"/>
                          </a:ext>
                        </a:extLst>
                      </p14:cNvPr>
                      <p14:cNvContentPartPr/>
                      <p14:nvPr/>
                    </p14:nvContentPartPr>
                    <p14:xfrm>
                      <a:off x="4048416" y="4866714"/>
                      <a:ext cx="472680" cy="151920"/>
                    </p14:xfrm>
                  </p:contentPart>
                </mc:Choice>
                <mc:Fallback xmlns="">
                  <p:pic>
                    <p:nvPicPr>
                      <p:cNvPr id="140" name="Ink 78">
                        <a:extLst>
                          <a:ext uri="{FF2B5EF4-FFF2-40B4-BE49-F238E27FC236}">
                            <a16:creationId xmlns:a16="http://schemas.microsoft.com/office/drawing/2014/main" id="{B00A92E1-9E1A-3C8D-5B19-67EB673CCBB2}"/>
                          </a:ext>
                        </a:extLst>
                      </p:cNvPr>
                      <p:cNvPicPr/>
                      <p:nvPr/>
                    </p:nvPicPr>
                    <p:blipFill>
                      <a:blip r:embed="rId55"/>
                      <a:stretch>
                        <a:fillRect/>
                      </a:stretch>
                    </p:blipFill>
                    <p:spPr>
                      <a:xfrm>
                        <a:off x="4044096" y="4862394"/>
                        <a:ext cx="481320" cy="16056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141" name="Ink 79">
                        <a:extLst>
                          <a:ext uri="{FF2B5EF4-FFF2-40B4-BE49-F238E27FC236}">
                            <a16:creationId xmlns:a16="http://schemas.microsoft.com/office/drawing/2014/main" id="{E1A84AE3-09D0-E92D-5D7B-87D004491411}"/>
                          </a:ext>
                        </a:extLst>
                      </p14:cNvPr>
                      <p14:cNvContentPartPr/>
                      <p14:nvPr/>
                    </p14:nvContentPartPr>
                    <p14:xfrm>
                      <a:off x="3986136" y="4989834"/>
                      <a:ext cx="1800" cy="35640"/>
                    </p14:xfrm>
                  </p:contentPart>
                </mc:Choice>
                <mc:Fallback xmlns="">
                  <p:pic>
                    <p:nvPicPr>
                      <p:cNvPr id="141" name="Ink 79">
                        <a:extLst>
                          <a:ext uri="{FF2B5EF4-FFF2-40B4-BE49-F238E27FC236}">
                            <a16:creationId xmlns:a16="http://schemas.microsoft.com/office/drawing/2014/main" id="{E1A84AE3-09D0-E92D-5D7B-87D004491411}"/>
                          </a:ext>
                        </a:extLst>
                      </p:cNvPr>
                      <p:cNvPicPr/>
                      <p:nvPr/>
                    </p:nvPicPr>
                    <p:blipFill>
                      <a:blip r:embed="rId57"/>
                      <a:stretch>
                        <a:fillRect/>
                      </a:stretch>
                    </p:blipFill>
                    <p:spPr>
                      <a:xfrm>
                        <a:off x="3981816" y="4985514"/>
                        <a:ext cx="10440" cy="442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42" name="Ink 80">
                        <a:extLst>
                          <a:ext uri="{FF2B5EF4-FFF2-40B4-BE49-F238E27FC236}">
                            <a16:creationId xmlns:a16="http://schemas.microsoft.com/office/drawing/2014/main" id="{0D86F4D4-D50B-34DA-A1C2-FB64AB33D811}"/>
                          </a:ext>
                        </a:extLst>
                      </p14:cNvPr>
                      <p14:cNvContentPartPr/>
                      <p14:nvPr/>
                    </p14:nvContentPartPr>
                    <p14:xfrm>
                      <a:off x="4450176" y="4837554"/>
                      <a:ext cx="171000" cy="22320"/>
                    </p14:xfrm>
                  </p:contentPart>
                </mc:Choice>
                <mc:Fallback xmlns="">
                  <p:pic>
                    <p:nvPicPr>
                      <p:cNvPr id="142" name="Ink 80">
                        <a:extLst>
                          <a:ext uri="{FF2B5EF4-FFF2-40B4-BE49-F238E27FC236}">
                            <a16:creationId xmlns:a16="http://schemas.microsoft.com/office/drawing/2014/main" id="{0D86F4D4-D50B-34DA-A1C2-FB64AB33D811}"/>
                          </a:ext>
                        </a:extLst>
                      </p:cNvPr>
                      <p:cNvPicPr/>
                      <p:nvPr/>
                    </p:nvPicPr>
                    <p:blipFill>
                      <a:blip r:embed="rId59"/>
                      <a:stretch>
                        <a:fillRect/>
                      </a:stretch>
                    </p:blipFill>
                    <p:spPr>
                      <a:xfrm>
                        <a:off x="4445847" y="4833234"/>
                        <a:ext cx="179658"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43" name="Ink 81">
                        <a:extLst>
                          <a:ext uri="{FF2B5EF4-FFF2-40B4-BE49-F238E27FC236}">
                            <a16:creationId xmlns:a16="http://schemas.microsoft.com/office/drawing/2014/main" id="{53FC4C51-93C0-E340-5B13-EF440D121709}"/>
                          </a:ext>
                        </a:extLst>
                      </p14:cNvPr>
                      <p14:cNvContentPartPr/>
                      <p14:nvPr/>
                    </p14:nvContentPartPr>
                    <p14:xfrm>
                      <a:off x="4444056" y="4832514"/>
                      <a:ext cx="154440" cy="23400"/>
                    </p14:xfrm>
                  </p:contentPart>
                </mc:Choice>
                <mc:Fallback xmlns="">
                  <p:pic>
                    <p:nvPicPr>
                      <p:cNvPr id="143" name="Ink 81">
                        <a:extLst>
                          <a:ext uri="{FF2B5EF4-FFF2-40B4-BE49-F238E27FC236}">
                            <a16:creationId xmlns:a16="http://schemas.microsoft.com/office/drawing/2014/main" id="{53FC4C51-93C0-E340-5B13-EF440D121709}"/>
                          </a:ext>
                        </a:extLst>
                      </p:cNvPr>
                      <p:cNvPicPr/>
                      <p:nvPr/>
                    </p:nvPicPr>
                    <p:blipFill>
                      <a:blip r:embed="rId61"/>
                      <a:stretch>
                        <a:fillRect/>
                      </a:stretch>
                    </p:blipFill>
                    <p:spPr>
                      <a:xfrm>
                        <a:off x="4439746" y="4828126"/>
                        <a:ext cx="163060" cy="32175"/>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44" name="Ink 82">
                        <a:extLst>
                          <a:ext uri="{FF2B5EF4-FFF2-40B4-BE49-F238E27FC236}">
                            <a16:creationId xmlns:a16="http://schemas.microsoft.com/office/drawing/2014/main" id="{A630ADF9-66B5-EA9E-D024-629BA7097D32}"/>
                          </a:ext>
                        </a:extLst>
                      </p14:cNvPr>
                      <p14:cNvContentPartPr/>
                      <p14:nvPr/>
                    </p14:nvContentPartPr>
                    <p14:xfrm>
                      <a:off x="3343896" y="4694274"/>
                      <a:ext cx="230040" cy="23760"/>
                    </p14:xfrm>
                  </p:contentPart>
                </mc:Choice>
                <mc:Fallback xmlns="">
                  <p:pic>
                    <p:nvPicPr>
                      <p:cNvPr id="144" name="Ink 82">
                        <a:extLst>
                          <a:ext uri="{FF2B5EF4-FFF2-40B4-BE49-F238E27FC236}">
                            <a16:creationId xmlns:a16="http://schemas.microsoft.com/office/drawing/2014/main" id="{A630ADF9-66B5-EA9E-D024-629BA7097D32}"/>
                          </a:ext>
                        </a:extLst>
                      </p:cNvPr>
                      <p:cNvPicPr/>
                      <p:nvPr/>
                    </p:nvPicPr>
                    <p:blipFill>
                      <a:blip r:embed="rId63"/>
                      <a:stretch>
                        <a:fillRect/>
                      </a:stretch>
                    </p:blipFill>
                    <p:spPr>
                      <a:xfrm>
                        <a:off x="3339583" y="4690018"/>
                        <a:ext cx="238667" cy="32271"/>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45" name="Ink 83">
                        <a:extLst>
                          <a:ext uri="{FF2B5EF4-FFF2-40B4-BE49-F238E27FC236}">
                            <a16:creationId xmlns:a16="http://schemas.microsoft.com/office/drawing/2014/main" id="{BA8F38B3-4938-F6A6-792B-19C77F92DDE4}"/>
                          </a:ext>
                        </a:extLst>
                      </p14:cNvPr>
                      <p14:cNvContentPartPr/>
                      <p14:nvPr/>
                    </p14:nvContentPartPr>
                    <p14:xfrm>
                      <a:off x="3032496" y="4432914"/>
                      <a:ext cx="199080" cy="74880"/>
                    </p14:xfrm>
                  </p:contentPart>
                </mc:Choice>
                <mc:Fallback xmlns="">
                  <p:pic>
                    <p:nvPicPr>
                      <p:cNvPr id="145" name="Ink 83">
                        <a:extLst>
                          <a:ext uri="{FF2B5EF4-FFF2-40B4-BE49-F238E27FC236}">
                            <a16:creationId xmlns:a16="http://schemas.microsoft.com/office/drawing/2014/main" id="{BA8F38B3-4938-F6A6-792B-19C77F92DDE4}"/>
                          </a:ext>
                        </a:extLst>
                      </p:cNvPr>
                      <p:cNvPicPr/>
                      <p:nvPr/>
                    </p:nvPicPr>
                    <p:blipFill>
                      <a:blip r:embed="rId65"/>
                      <a:stretch>
                        <a:fillRect/>
                      </a:stretch>
                    </p:blipFill>
                    <p:spPr>
                      <a:xfrm>
                        <a:off x="3028176" y="4428594"/>
                        <a:ext cx="207720" cy="835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46" name="Ink 84">
                        <a:extLst>
                          <a:ext uri="{FF2B5EF4-FFF2-40B4-BE49-F238E27FC236}">
                            <a16:creationId xmlns:a16="http://schemas.microsoft.com/office/drawing/2014/main" id="{9AB4F146-B61F-574B-F735-2D1C573719CA}"/>
                          </a:ext>
                        </a:extLst>
                      </p14:cNvPr>
                      <p14:cNvContentPartPr/>
                      <p14:nvPr/>
                    </p14:nvContentPartPr>
                    <p14:xfrm>
                      <a:off x="4270608" y="4040802"/>
                      <a:ext cx="610200" cy="282240"/>
                    </p14:xfrm>
                  </p:contentPart>
                </mc:Choice>
                <mc:Fallback xmlns="">
                  <p:pic>
                    <p:nvPicPr>
                      <p:cNvPr id="146" name="Ink 84">
                        <a:extLst>
                          <a:ext uri="{FF2B5EF4-FFF2-40B4-BE49-F238E27FC236}">
                            <a16:creationId xmlns:a16="http://schemas.microsoft.com/office/drawing/2014/main" id="{9AB4F146-B61F-574B-F735-2D1C573719CA}"/>
                          </a:ext>
                        </a:extLst>
                      </p:cNvPr>
                      <p:cNvPicPr/>
                      <p:nvPr/>
                    </p:nvPicPr>
                    <p:blipFill>
                      <a:blip r:embed="rId67"/>
                      <a:stretch>
                        <a:fillRect/>
                      </a:stretch>
                    </p:blipFill>
                    <p:spPr>
                      <a:xfrm>
                        <a:off x="4266288" y="4036482"/>
                        <a:ext cx="618840" cy="2908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47" name="Ink 85">
                        <a:extLst>
                          <a:ext uri="{FF2B5EF4-FFF2-40B4-BE49-F238E27FC236}">
                            <a16:creationId xmlns:a16="http://schemas.microsoft.com/office/drawing/2014/main" id="{DFEF1AFF-86BE-C814-45F0-1B7B17FE5243}"/>
                          </a:ext>
                        </a:extLst>
                      </p14:cNvPr>
                      <p14:cNvContentPartPr/>
                      <p14:nvPr/>
                    </p14:nvContentPartPr>
                    <p14:xfrm>
                      <a:off x="4443408" y="4247802"/>
                      <a:ext cx="189720" cy="61200"/>
                    </p14:xfrm>
                  </p:contentPart>
                </mc:Choice>
                <mc:Fallback xmlns="">
                  <p:pic>
                    <p:nvPicPr>
                      <p:cNvPr id="147" name="Ink 85">
                        <a:extLst>
                          <a:ext uri="{FF2B5EF4-FFF2-40B4-BE49-F238E27FC236}">
                            <a16:creationId xmlns:a16="http://schemas.microsoft.com/office/drawing/2014/main" id="{DFEF1AFF-86BE-C814-45F0-1B7B17FE5243}"/>
                          </a:ext>
                        </a:extLst>
                      </p:cNvPr>
                      <p:cNvPicPr/>
                      <p:nvPr/>
                    </p:nvPicPr>
                    <p:blipFill>
                      <a:blip r:embed="rId69"/>
                      <a:stretch>
                        <a:fillRect/>
                      </a:stretch>
                    </p:blipFill>
                    <p:spPr>
                      <a:xfrm>
                        <a:off x="4439088" y="4243482"/>
                        <a:ext cx="19836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148" name="Ink 86">
                        <a:extLst>
                          <a:ext uri="{FF2B5EF4-FFF2-40B4-BE49-F238E27FC236}">
                            <a16:creationId xmlns:a16="http://schemas.microsoft.com/office/drawing/2014/main" id="{58D8E812-1494-BABD-D33E-AAC1D8661AE8}"/>
                          </a:ext>
                        </a:extLst>
                      </p14:cNvPr>
                      <p14:cNvContentPartPr/>
                      <p14:nvPr/>
                    </p14:nvContentPartPr>
                    <p14:xfrm>
                      <a:off x="4908168" y="3906882"/>
                      <a:ext cx="115920" cy="371520"/>
                    </p14:xfrm>
                  </p:contentPart>
                </mc:Choice>
                <mc:Fallback xmlns="">
                  <p:pic>
                    <p:nvPicPr>
                      <p:cNvPr id="148" name="Ink 86">
                        <a:extLst>
                          <a:ext uri="{FF2B5EF4-FFF2-40B4-BE49-F238E27FC236}">
                            <a16:creationId xmlns:a16="http://schemas.microsoft.com/office/drawing/2014/main" id="{58D8E812-1494-BABD-D33E-AAC1D8661AE8}"/>
                          </a:ext>
                        </a:extLst>
                      </p:cNvPr>
                      <p:cNvPicPr/>
                      <p:nvPr/>
                    </p:nvPicPr>
                    <p:blipFill>
                      <a:blip r:embed="rId71"/>
                      <a:stretch>
                        <a:fillRect/>
                      </a:stretch>
                    </p:blipFill>
                    <p:spPr>
                      <a:xfrm>
                        <a:off x="4903848" y="3902562"/>
                        <a:ext cx="124560" cy="38016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49" name="Ink 87">
                        <a:extLst>
                          <a:ext uri="{FF2B5EF4-FFF2-40B4-BE49-F238E27FC236}">
                            <a16:creationId xmlns:a16="http://schemas.microsoft.com/office/drawing/2014/main" id="{B4DEE555-2AB9-991E-C29C-248553B9180B}"/>
                          </a:ext>
                        </a:extLst>
                      </p14:cNvPr>
                      <p14:cNvContentPartPr/>
                      <p14:nvPr/>
                    </p14:nvContentPartPr>
                    <p14:xfrm>
                      <a:off x="4974768" y="3835602"/>
                      <a:ext cx="158400" cy="379080"/>
                    </p14:xfrm>
                  </p:contentPart>
                </mc:Choice>
                <mc:Fallback xmlns="">
                  <p:pic>
                    <p:nvPicPr>
                      <p:cNvPr id="149" name="Ink 87">
                        <a:extLst>
                          <a:ext uri="{FF2B5EF4-FFF2-40B4-BE49-F238E27FC236}">
                            <a16:creationId xmlns:a16="http://schemas.microsoft.com/office/drawing/2014/main" id="{B4DEE555-2AB9-991E-C29C-248553B9180B}"/>
                          </a:ext>
                        </a:extLst>
                      </p:cNvPr>
                      <p:cNvPicPr/>
                      <p:nvPr/>
                    </p:nvPicPr>
                    <p:blipFill>
                      <a:blip r:embed="rId73"/>
                      <a:stretch>
                        <a:fillRect/>
                      </a:stretch>
                    </p:blipFill>
                    <p:spPr>
                      <a:xfrm>
                        <a:off x="4970458" y="3831282"/>
                        <a:ext cx="167020" cy="38772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150" name="Ink 88">
                        <a:extLst>
                          <a:ext uri="{FF2B5EF4-FFF2-40B4-BE49-F238E27FC236}">
                            <a16:creationId xmlns:a16="http://schemas.microsoft.com/office/drawing/2014/main" id="{68A64C4C-93E4-FA26-4FFB-C34849996535}"/>
                          </a:ext>
                        </a:extLst>
                      </p14:cNvPr>
                      <p14:cNvContentPartPr/>
                      <p14:nvPr/>
                    </p14:nvContentPartPr>
                    <p14:xfrm>
                      <a:off x="5062248" y="3880962"/>
                      <a:ext cx="205560" cy="239760"/>
                    </p14:xfrm>
                  </p:contentPart>
                </mc:Choice>
                <mc:Fallback xmlns="">
                  <p:pic>
                    <p:nvPicPr>
                      <p:cNvPr id="150" name="Ink 88">
                        <a:extLst>
                          <a:ext uri="{FF2B5EF4-FFF2-40B4-BE49-F238E27FC236}">
                            <a16:creationId xmlns:a16="http://schemas.microsoft.com/office/drawing/2014/main" id="{68A64C4C-93E4-FA26-4FFB-C34849996535}"/>
                          </a:ext>
                        </a:extLst>
                      </p:cNvPr>
                      <p:cNvPicPr/>
                      <p:nvPr/>
                    </p:nvPicPr>
                    <p:blipFill>
                      <a:blip r:embed="rId75"/>
                      <a:stretch>
                        <a:fillRect/>
                      </a:stretch>
                    </p:blipFill>
                    <p:spPr>
                      <a:xfrm>
                        <a:off x="5057928" y="3876642"/>
                        <a:ext cx="214200" cy="24840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151" name="Ink 89">
                        <a:extLst>
                          <a:ext uri="{FF2B5EF4-FFF2-40B4-BE49-F238E27FC236}">
                            <a16:creationId xmlns:a16="http://schemas.microsoft.com/office/drawing/2014/main" id="{0F9A49A3-57D7-AF6C-2BAF-5682F541580E}"/>
                          </a:ext>
                        </a:extLst>
                      </p14:cNvPr>
                      <p14:cNvContentPartPr/>
                      <p14:nvPr/>
                    </p14:nvContentPartPr>
                    <p14:xfrm>
                      <a:off x="5239728" y="3715722"/>
                      <a:ext cx="45000" cy="162360"/>
                    </p14:xfrm>
                  </p:contentPart>
                </mc:Choice>
                <mc:Fallback xmlns="">
                  <p:pic>
                    <p:nvPicPr>
                      <p:cNvPr id="151" name="Ink 89">
                        <a:extLst>
                          <a:ext uri="{FF2B5EF4-FFF2-40B4-BE49-F238E27FC236}">
                            <a16:creationId xmlns:a16="http://schemas.microsoft.com/office/drawing/2014/main" id="{0F9A49A3-57D7-AF6C-2BAF-5682F541580E}"/>
                          </a:ext>
                        </a:extLst>
                      </p:cNvPr>
                      <p:cNvPicPr/>
                      <p:nvPr/>
                    </p:nvPicPr>
                    <p:blipFill>
                      <a:blip r:embed="rId77"/>
                      <a:stretch>
                        <a:fillRect/>
                      </a:stretch>
                    </p:blipFill>
                    <p:spPr>
                      <a:xfrm>
                        <a:off x="5235408" y="3711402"/>
                        <a:ext cx="53640" cy="1710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152" name="Ink 90">
                        <a:extLst>
                          <a:ext uri="{FF2B5EF4-FFF2-40B4-BE49-F238E27FC236}">
                            <a16:creationId xmlns:a16="http://schemas.microsoft.com/office/drawing/2014/main" id="{DF73158E-490A-FBFF-4FE3-CA89818078FC}"/>
                          </a:ext>
                        </a:extLst>
                      </p14:cNvPr>
                      <p14:cNvContentPartPr/>
                      <p14:nvPr/>
                    </p14:nvContentPartPr>
                    <p14:xfrm>
                      <a:off x="5118768" y="3729042"/>
                      <a:ext cx="138960" cy="130320"/>
                    </p14:xfrm>
                  </p:contentPart>
                </mc:Choice>
                <mc:Fallback xmlns="">
                  <p:pic>
                    <p:nvPicPr>
                      <p:cNvPr id="152" name="Ink 90">
                        <a:extLst>
                          <a:ext uri="{FF2B5EF4-FFF2-40B4-BE49-F238E27FC236}">
                            <a16:creationId xmlns:a16="http://schemas.microsoft.com/office/drawing/2014/main" id="{DF73158E-490A-FBFF-4FE3-CA89818078FC}"/>
                          </a:ext>
                        </a:extLst>
                      </p:cNvPr>
                      <p:cNvPicPr/>
                      <p:nvPr/>
                    </p:nvPicPr>
                    <p:blipFill>
                      <a:blip r:embed="rId79"/>
                      <a:stretch>
                        <a:fillRect/>
                      </a:stretch>
                    </p:blipFill>
                    <p:spPr>
                      <a:xfrm>
                        <a:off x="5114437" y="3724722"/>
                        <a:ext cx="147622"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153" name="Ink 91">
                        <a:extLst>
                          <a:ext uri="{FF2B5EF4-FFF2-40B4-BE49-F238E27FC236}">
                            <a16:creationId xmlns:a16="http://schemas.microsoft.com/office/drawing/2014/main" id="{A97DE5D1-E960-7726-8C06-EDEB22C6F4C7}"/>
                          </a:ext>
                        </a:extLst>
                      </p14:cNvPr>
                      <p14:cNvContentPartPr/>
                      <p14:nvPr/>
                    </p14:nvContentPartPr>
                    <p14:xfrm>
                      <a:off x="5004648" y="4157082"/>
                      <a:ext cx="164880" cy="226080"/>
                    </p14:xfrm>
                  </p:contentPart>
                </mc:Choice>
                <mc:Fallback xmlns="">
                  <p:pic>
                    <p:nvPicPr>
                      <p:cNvPr id="153" name="Ink 91">
                        <a:extLst>
                          <a:ext uri="{FF2B5EF4-FFF2-40B4-BE49-F238E27FC236}">
                            <a16:creationId xmlns:a16="http://schemas.microsoft.com/office/drawing/2014/main" id="{A97DE5D1-E960-7726-8C06-EDEB22C6F4C7}"/>
                          </a:ext>
                        </a:extLst>
                      </p:cNvPr>
                      <p:cNvPicPr/>
                      <p:nvPr/>
                    </p:nvPicPr>
                    <p:blipFill>
                      <a:blip r:embed="rId81"/>
                      <a:stretch>
                        <a:fillRect/>
                      </a:stretch>
                    </p:blipFill>
                    <p:spPr>
                      <a:xfrm>
                        <a:off x="5000328" y="4152762"/>
                        <a:ext cx="1735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82">
                    <p14:nvContentPartPr>
                      <p14:cNvPr id="154" name="Ink 92">
                        <a:extLst>
                          <a:ext uri="{FF2B5EF4-FFF2-40B4-BE49-F238E27FC236}">
                            <a16:creationId xmlns:a16="http://schemas.microsoft.com/office/drawing/2014/main" id="{56917720-30F5-17DB-686E-65B3001BF03D}"/>
                          </a:ext>
                        </a:extLst>
                      </p14:cNvPr>
                      <p14:cNvContentPartPr/>
                      <p14:nvPr/>
                    </p14:nvContentPartPr>
                    <p14:xfrm>
                      <a:off x="5101128" y="4153842"/>
                      <a:ext cx="162000" cy="257040"/>
                    </p14:xfrm>
                  </p:contentPart>
                </mc:Choice>
                <mc:Fallback xmlns="">
                  <p:pic>
                    <p:nvPicPr>
                      <p:cNvPr id="154" name="Ink 92">
                        <a:extLst>
                          <a:ext uri="{FF2B5EF4-FFF2-40B4-BE49-F238E27FC236}">
                            <a16:creationId xmlns:a16="http://schemas.microsoft.com/office/drawing/2014/main" id="{56917720-30F5-17DB-686E-65B3001BF03D}"/>
                          </a:ext>
                        </a:extLst>
                      </p:cNvPr>
                      <p:cNvPicPr/>
                      <p:nvPr/>
                    </p:nvPicPr>
                    <p:blipFill>
                      <a:blip r:embed="rId83"/>
                      <a:stretch>
                        <a:fillRect/>
                      </a:stretch>
                    </p:blipFill>
                    <p:spPr>
                      <a:xfrm>
                        <a:off x="5096808" y="4149522"/>
                        <a:ext cx="17064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84">
                    <p14:nvContentPartPr>
                      <p14:cNvPr id="155" name="Ink 93">
                        <a:extLst>
                          <a:ext uri="{FF2B5EF4-FFF2-40B4-BE49-F238E27FC236}">
                            <a16:creationId xmlns:a16="http://schemas.microsoft.com/office/drawing/2014/main" id="{7FCA1D0D-389C-2945-FF07-D17DC493F795}"/>
                          </a:ext>
                        </a:extLst>
                      </p14:cNvPr>
                      <p14:cNvContentPartPr/>
                      <p14:nvPr/>
                    </p14:nvContentPartPr>
                    <p14:xfrm>
                      <a:off x="5253768" y="4041522"/>
                      <a:ext cx="29160" cy="88200"/>
                    </p14:xfrm>
                  </p:contentPart>
                </mc:Choice>
                <mc:Fallback xmlns="">
                  <p:pic>
                    <p:nvPicPr>
                      <p:cNvPr id="155" name="Ink 93">
                        <a:extLst>
                          <a:ext uri="{FF2B5EF4-FFF2-40B4-BE49-F238E27FC236}">
                            <a16:creationId xmlns:a16="http://schemas.microsoft.com/office/drawing/2014/main" id="{7FCA1D0D-389C-2945-FF07-D17DC493F795}"/>
                          </a:ext>
                        </a:extLst>
                      </p:cNvPr>
                      <p:cNvPicPr/>
                      <p:nvPr/>
                    </p:nvPicPr>
                    <p:blipFill>
                      <a:blip r:embed="rId85"/>
                      <a:stretch>
                        <a:fillRect/>
                      </a:stretch>
                    </p:blipFill>
                    <p:spPr>
                      <a:xfrm>
                        <a:off x="5249448" y="4037184"/>
                        <a:ext cx="37800" cy="96875"/>
                      </a:xfrm>
                      <a:prstGeom prst="rect">
                        <a:avLst/>
                      </a:prstGeom>
                    </p:spPr>
                  </p:pic>
                </mc:Fallback>
              </mc:AlternateContent>
              <mc:AlternateContent xmlns:mc="http://schemas.openxmlformats.org/markup-compatibility/2006" xmlns:p14="http://schemas.microsoft.com/office/powerpoint/2010/main">
                <mc:Choice Requires="p14">
                  <p:contentPart p14:bwMode="auto" r:id="rId86">
                    <p14:nvContentPartPr>
                      <p14:cNvPr id="156" name="Ink 94">
                        <a:extLst>
                          <a:ext uri="{FF2B5EF4-FFF2-40B4-BE49-F238E27FC236}">
                            <a16:creationId xmlns:a16="http://schemas.microsoft.com/office/drawing/2014/main" id="{DCD6C08E-AFBB-DD52-1CCE-A88F6572F66C}"/>
                          </a:ext>
                        </a:extLst>
                      </p14:cNvPr>
                      <p14:cNvContentPartPr/>
                      <p14:nvPr/>
                    </p14:nvContentPartPr>
                    <p14:xfrm>
                      <a:off x="5054328" y="4001562"/>
                      <a:ext cx="231840" cy="134640"/>
                    </p14:xfrm>
                  </p:contentPart>
                </mc:Choice>
                <mc:Fallback xmlns="">
                  <p:pic>
                    <p:nvPicPr>
                      <p:cNvPr id="156" name="Ink 94">
                        <a:extLst>
                          <a:ext uri="{FF2B5EF4-FFF2-40B4-BE49-F238E27FC236}">
                            <a16:creationId xmlns:a16="http://schemas.microsoft.com/office/drawing/2014/main" id="{DCD6C08E-AFBB-DD52-1CCE-A88F6572F66C}"/>
                          </a:ext>
                        </a:extLst>
                      </p:cNvPr>
                      <p:cNvPicPr/>
                      <p:nvPr/>
                    </p:nvPicPr>
                    <p:blipFill>
                      <a:blip r:embed="rId87"/>
                      <a:stretch>
                        <a:fillRect/>
                      </a:stretch>
                    </p:blipFill>
                    <p:spPr>
                      <a:xfrm>
                        <a:off x="5050001" y="3997242"/>
                        <a:ext cx="240493" cy="143280"/>
                      </a:xfrm>
                      <a:prstGeom prst="rect">
                        <a:avLst/>
                      </a:prstGeom>
                    </p:spPr>
                  </p:pic>
                </mc:Fallback>
              </mc:AlternateContent>
              <mc:AlternateContent xmlns:mc="http://schemas.openxmlformats.org/markup-compatibility/2006" xmlns:p14="http://schemas.microsoft.com/office/powerpoint/2010/main">
                <mc:Choice Requires="p14">
                  <p:contentPart p14:bwMode="auto" r:id="rId88">
                    <p14:nvContentPartPr>
                      <p14:cNvPr id="157" name="Ink 95">
                        <a:extLst>
                          <a:ext uri="{FF2B5EF4-FFF2-40B4-BE49-F238E27FC236}">
                            <a16:creationId xmlns:a16="http://schemas.microsoft.com/office/drawing/2014/main" id="{AC2D7E53-4D97-E95A-936F-E208FF7CAA11}"/>
                          </a:ext>
                        </a:extLst>
                      </p14:cNvPr>
                      <p14:cNvContentPartPr/>
                      <p14:nvPr/>
                    </p14:nvContentPartPr>
                    <p14:xfrm>
                      <a:off x="4895568" y="4295682"/>
                      <a:ext cx="144000" cy="271440"/>
                    </p14:xfrm>
                  </p:contentPart>
                </mc:Choice>
                <mc:Fallback xmlns="">
                  <p:pic>
                    <p:nvPicPr>
                      <p:cNvPr id="157" name="Ink 95">
                        <a:extLst>
                          <a:ext uri="{FF2B5EF4-FFF2-40B4-BE49-F238E27FC236}">
                            <a16:creationId xmlns:a16="http://schemas.microsoft.com/office/drawing/2014/main" id="{AC2D7E53-4D97-E95A-936F-E208FF7CAA11}"/>
                          </a:ext>
                        </a:extLst>
                      </p:cNvPr>
                      <p:cNvPicPr/>
                      <p:nvPr/>
                    </p:nvPicPr>
                    <p:blipFill>
                      <a:blip r:embed="rId89"/>
                      <a:stretch>
                        <a:fillRect/>
                      </a:stretch>
                    </p:blipFill>
                    <p:spPr>
                      <a:xfrm>
                        <a:off x="4891259" y="4291362"/>
                        <a:ext cx="152618" cy="28008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8" name="Ink 96">
                        <a:extLst>
                          <a:ext uri="{FF2B5EF4-FFF2-40B4-BE49-F238E27FC236}">
                            <a16:creationId xmlns:a16="http://schemas.microsoft.com/office/drawing/2014/main" id="{8806D29F-7182-BE7A-2FC8-B485304803EA}"/>
                          </a:ext>
                        </a:extLst>
                      </p14:cNvPr>
                      <p14:cNvContentPartPr/>
                      <p14:nvPr/>
                    </p14:nvContentPartPr>
                    <p14:xfrm>
                      <a:off x="4894128" y="4531842"/>
                      <a:ext cx="54360" cy="132480"/>
                    </p14:xfrm>
                  </p:contentPart>
                </mc:Choice>
                <mc:Fallback xmlns="">
                  <p:pic>
                    <p:nvPicPr>
                      <p:cNvPr id="158" name="Ink 96">
                        <a:extLst>
                          <a:ext uri="{FF2B5EF4-FFF2-40B4-BE49-F238E27FC236}">
                            <a16:creationId xmlns:a16="http://schemas.microsoft.com/office/drawing/2014/main" id="{8806D29F-7182-BE7A-2FC8-B485304803EA}"/>
                          </a:ext>
                        </a:extLst>
                      </p:cNvPr>
                      <p:cNvPicPr/>
                      <p:nvPr/>
                    </p:nvPicPr>
                    <p:blipFill>
                      <a:blip r:embed="rId91"/>
                      <a:stretch>
                        <a:fillRect/>
                      </a:stretch>
                    </p:blipFill>
                    <p:spPr>
                      <a:xfrm>
                        <a:off x="4889808" y="4527534"/>
                        <a:ext cx="63000" cy="141097"/>
                      </a:xfrm>
                      <a:prstGeom prst="rect">
                        <a:avLst/>
                      </a:prstGeom>
                    </p:spPr>
                  </p:pic>
                </mc:Fallback>
              </mc:AlternateContent>
              <mc:AlternateContent xmlns:mc="http://schemas.openxmlformats.org/markup-compatibility/2006" xmlns:p14="http://schemas.microsoft.com/office/powerpoint/2010/main">
                <mc:Choice Requires="p14">
                  <p:contentPart p14:bwMode="auto" r:id="rId92">
                    <p14:nvContentPartPr>
                      <p14:cNvPr id="159" name="Ink 97">
                        <a:extLst>
                          <a:ext uri="{FF2B5EF4-FFF2-40B4-BE49-F238E27FC236}">
                            <a16:creationId xmlns:a16="http://schemas.microsoft.com/office/drawing/2014/main" id="{C7F402C6-973E-97CF-6EFB-6F4D2F20F0EF}"/>
                          </a:ext>
                        </a:extLst>
                      </p14:cNvPr>
                      <p14:cNvContentPartPr/>
                      <p14:nvPr/>
                    </p14:nvContentPartPr>
                    <p14:xfrm>
                      <a:off x="4890528" y="4581162"/>
                      <a:ext cx="173520" cy="258840"/>
                    </p14:xfrm>
                  </p:contentPart>
                </mc:Choice>
                <mc:Fallback xmlns="">
                  <p:pic>
                    <p:nvPicPr>
                      <p:cNvPr id="159" name="Ink 97">
                        <a:extLst>
                          <a:ext uri="{FF2B5EF4-FFF2-40B4-BE49-F238E27FC236}">
                            <a16:creationId xmlns:a16="http://schemas.microsoft.com/office/drawing/2014/main" id="{C7F402C6-973E-97CF-6EFB-6F4D2F20F0EF}"/>
                          </a:ext>
                        </a:extLst>
                      </p:cNvPr>
                      <p:cNvPicPr/>
                      <p:nvPr/>
                    </p:nvPicPr>
                    <p:blipFill>
                      <a:blip r:embed="rId93"/>
                      <a:stretch>
                        <a:fillRect/>
                      </a:stretch>
                    </p:blipFill>
                    <p:spPr>
                      <a:xfrm>
                        <a:off x="4886208" y="4576842"/>
                        <a:ext cx="18216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60" name="Ink 98">
                        <a:extLst>
                          <a:ext uri="{FF2B5EF4-FFF2-40B4-BE49-F238E27FC236}">
                            <a16:creationId xmlns:a16="http://schemas.microsoft.com/office/drawing/2014/main" id="{FEACE55D-5BFE-4C44-7997-E8602683817C}"/>
                          </a:ext>
                        </a:extLst>
                      </p14:cNvPr>
                      <p14:cNvContentPartPr/>
                      <p14:nvPr/>
                    </p14:nvContentPartPr>
                    <p14:xfrm>
                      <a:off x="4904208" y="4873482"/>
                      <a:ext cx="75240" cy="48600"/>
                    </p14:xfrm>
                  </p:contentPart>
                </mc:Choice>
                <mc:Fallback xmlns="">
                  <p:pic>
                    <p:nvPicPr>
                      <p:cNvPr id="160" name="Ink 98">
                        <a:extLst>
                          <a:ext uri="{FF2B5EF4-FFF2-40B4-BE49-F238E27FC236}">
                            <a16:creationId xmlns:a16="http://schemas.microsoft.com/office/drawing/2014/main" id="{FEACE55D-5BFE-4C44-7997-E8602683817C}"/>
                          </a:ext>
                        </a:extLst>
                      </p:cNvPr>
                      <p:cNvPicPr/>
                      <p:nvPr/>
                    </p:nvPicPr>
                    <p:blipFill>
                      <a:blip r:embed="rId95"/>
                      <a:stretch>
                        <a:fillRect/>
                      </a:stretch>
                    </p:blipFill>
                    <p:spPr>
                      <a:xfrm>
                        <a:off x="4899888" y="4869162"/>
                        <a:ext cx="8388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96">
                    <p14:nvContentPartPr>
                      <p14:cNvPr id="161" name="Ink 99">
                        <a:extLst>
                          <a:ext uri="{FF2B5EF4-FFF2-40B4-BE49-F238E27FC236}">
                            <a16:creationId xmlns:a16="http://schemas.microsoft.com/office/drawing/2014/main" id="{7C0FE006-3EDB-0139-CD59-67ED432E73AD}"/>
                          </a:ext>
                        </a:extLst>
                      </p14:cNvPr>
                      <p14:cNvContentPartPr/>
                      <p14:nvPr/>
                    </p14:nvContentPartPr>
                    <p14:xfrm>
                      <a:off x="4974048" y="4760802"/>
                      <a:ext cx="93240" cy="136440"/>
                    </p14:xfrm>
                  </p:contentPart>
                </mc:Choice>
                <mc:Fallback xmlns="">
                  <p:pic>
                    <p:nvPicPr>
                      <p:cNvPr id="161" name="Ink 99">
                        <a:extLst>
                          <a:ext uri="{FF2B5EF4-FFF2-40B4-BE49-F238E27FC236}">
                            <a16:creationId xmlns:a16="http://schemas.microsoft.com/office/drawing/2014/main" id="{7C0FE006-3EDB-0139-CD59-67ED432E73AD}"/>
                          </a:ext>
                        </a:extLst>
                      </p:cNvPr>
                      <p:cNvPicPr/>
                      <p:nvPr/>
                    </p:nvPicPr>
                    <p:blipFill>
                      <a:blip r:embed="rId97"/>
                      <a:stretch>
                        <a:fillRect/>
                      </a:stretch>
                    </p:blipFill>
                    <p:spPr>
                      <a:xfrm>
                        <a:off x="4969711" y="4756482"/>
                        <a:ext cx="101913"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Ink 100">
                        <a:extLst>
                          <a:ext uri="{FF2B5EF4-FFF2-40B4-BE49-F238E27FC236}">
                            <a16:creationId xmlns:a16="http://schemas.microsoft.com/office/drawing/2014/main" id="{2810BDB1-2C0F-9D05-807A-20230EA6DAA4}"/>
                          </a:ext>
                        </a:extLst>
                      </p14:cNvPr>
                      <p14:cNvContentPartPr/>
                      <p14:nvPr/>
                    </p14:nvContentPartPr>
                    <p14:xfrm>
                      <a:off x="5056488" y="4647042"/>
                      <a:ext cx="81000" cy="163080"/>
                    </p14:xfrm>
                  </p:contentPart>
                </mc:Choice>
                <mc:Fallback xmlns="">
                  <p:pic>
                    <p:nvPicPr>
                      <p:cNvPr id="162" name="Ink 100">
                        <a:extLst>
                          <a:ext uri="{FF2B5EF4-FFF2-40B4-BE49-F238E27FC236}">
                            <a16:creationId xmlns:a16="http://schemas.microsoft.com/office/drawing/2014/main" id="{2810BDB1-2C0F-9D05-807A-20230EA6DAA4}"/>
                          </a:ext>
                        </a:extLst>
                      </p:cNvPr>
                      <p:cNvPicPr/>
                      <p:nvPr/>
                    </p:nvPicPr>
                    <p:blipFill>
                      <a:blip r:embed="rId99"/>
                      <a:stretch>
                        <a:fillRect/>
                      </a:stretch>
                    </p:blipFill>
                    <p:spPr>
                      <a:xfrm>
                        <a:off x="5052149" y="4642722"/>
                        <a:ext cx="89679" cy="171720"/>
                      </a:xfrm>
                      <a:prstGeom prst="rect">
                        <a:avLst/>
                      </a:prstGeom>
                    </p:spPr>
                  </p:pic>
                </mc:Fallback>
              </mc:AlternateContent>
              <mc:AlternateContent xmlns:mc="http://schemas.openxmlformats.org/markup-compatibility/2006" xmlns:p14="http://schemas.microsoft.com/office/powerpoint/2010/main">
                <mc:Choice Requires="p14">
                  <p:contentPart p14:bwMode="auto" r:id="rId100">
                    <p14:nvContentPartPr>
                      <p14:cNvPr id="163" name="Ink 101">
                        <a:extLst>
                          <a:ext uri="{FF2B5EF4-FFF2-40B4-BE49-F238E27FC236}">
                            <a16:creationId xmlns:a16="http://schemas.microsoft.com/office/drawing/2014/main" id="{175CDB84-AFAA-B2A4-5F70-1EAD3C5D550F}"/>
                          </a:ext>
                        </a:extLst>
                      </p14:cNvPr>
                      <p14:cNvContentPartPr/>
                      <p14:nvPr/>
                    </p14:nvContentPartPr>
                    <p14:xfrm>
                      <a:off x="5109768" y="4431042"/>
                      <a:ext cx="164520" cy="283320"/>
                    </p14:xfrm>
                  </p:contentPart>
                </mc:Choice>
                <mc:Fallback xmlns="">
                  <p:pic>
                    <p:nvPicPr>
                      <p:cNvPr id="163" name="Ink 101">
                        <a:extLst>
                          <a:ext uri="{FF2B5EF4-FFF2-40B4-BE49-F238E27FC236}">
                            <a16:creationId xmlns:a16="http://schemas.microsoft.com/office/drawing/2014/main" id="{175CDB84-AFAA-B2A4-5F70-1EAD3C5D550F}"/>
                          </a:ext>
                        </a:extLst>
                      </p:cNvPr>
                      <p:cNvPicPr/>
                      <p:nvPr/>
                    </p:nvPicPr>
                    <p:blipFill>
                      <a:blip r:embed="rId101"/>
                      <a:stretch>
                        <a:fillRect/>
                      </a:stretch>
                    </p:blipFill>
                    <p:spPr>
                      <a:xfrm>
                        <a:off x="5105448" y="4426727"/>
                        <a:ext cx="173160" cy="291949"/>
                      </a:xfrm>
                      <a:prstGeom prst="rect">
                        <a:avLst/>
                      </a:prstGeom>
                    </p:spPr>
                  </p:pic>
                </mc:Fallback>
              </mc:AlternateContent>
              <mc:AlternateContent xmlns:mc="http://schemas.openxmlformats.org/markup-compatibility/2006" xmlns:p14="http://schemas.microsoft.com/office/powerpoint/2010/main">
                <mc:Choice Requires="p14">
                  <p:contentPart p14:bwMode="auto" r:id="rId102">
                    <p14:nvContentPartPr>
                      <p14:cNvPr id="164" name="Ink 102">
                        <a:extLst>
                          <a:ext uri="{FF2B5EF4-FFF2-40B4-BE49-F238E27FC236}">
                            <a16:creationId xmlns:a16="http://schemas.microsoft.com/office/drawing/2014/main" id="{49E47C71-1988-16DC-F8BE-18DD1D873E2A}"/>
                          </a:ext>
                        </a:extLst>
                      </p14:cNvPr>
                      <p14:cNvContentPartPr/>
                      <p14:nvPr/>
                    </p14:nvContentPartPr>
                    <p14:xfrm>
                      <a:off x="5129208" y="4225122"/>
                      <a:ext cx="158040" cy="226080"/>
                    </p14:xfrm>
                  </p:contentPart>
                </mc:Choice>
                <mc:Fallback xmlns="">
                  <p:pic>
                    <p:nvPicPr>
                      <p:cNvPr id="164" name="Ink 102">
                        <a:extLst>
                          <a:ext uri="{FF2B5EF4-FFF2-40B4-BE49-F238E27FC236}">
                            <a16:creationId xmlns:a16="http://schemas.microsoft.com/office/drawing/2014/main" id="{49E47C71-1988-16DC-F8BE-18DD1D873E2A}"/>
                          </a:ext>
                        </a:extLst>
                      </p:cNvPr>
                      <p:cNvPicPr/>
                      <p:nvPr/>
                    </p:nvPicPr>
                    <p:blipFill>
                      <a:blip r:embed="rId103"/>
                      <a:stretch>
                        <a:fillRect/>
                      </a:stretch>
                    </p:blipFill>
                    <p:spPr>
                      <a:xfrm>
                        <a:off x="5124888" y="4220802"/>
                        <a:ext cx="16668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5" name="Ink 103">
                        <a:extLst>
                          <a:ext uri="{FF2B5EF4-FFF2-40B4-BE49-F238E27FC236}">
                            <a16:creationId xmlns:a16="http://schemas.microsoft.com/office/drawing/2014/main" id="{732E48ED-90AB-9E71-4E82-71A21557ADCA}"/>
                          </a:ext>
                        </a:extLst>
                      </p14:cNvPr>
                      <p14:cNvContentPartPr/>
                      <p14:nvPr/>
                    </p14:nvContentPartPr>
                    <p14:xfrm>
                      <a:off x="5267448" y="4237722"/>
                      <a:ext cx="22680" cy="145800"/>
                    </p14:xfrm>
                  </p:contentPart>
                </mc:Choice>
                <mc:Fallback xmlns="">
                  <p:pic>
                    <p:nvPicPr>
                      <p:cNvPr id="165" name="Ink 103">
                        <a:extLst>
                          <a:ext uri="{FF2B5EF4-FFF2-40B4-BE49-F238E27FC236}">
                            <a16:creationId xmlns:a16="http://schemas.microsoft.com/office/drawing/2014/main" id="{732E48ED-90AB-9E71-4E82-71A21557ADCA}"/>
                          </a:ext>
                        </a:extLst>
                      </p:cNvPr>
                      <p:cNvPicPr/>
                      <p:nvPr/>
                    </p:nvPicPr>
                    <p:blipFill>
                      <a:blip r:embed="rId105"/>
                      <a:stretch>
                        <a:fillRect/>
                      </a:stretch>
                    </p:blipFill>
                    <p:spPr>
                      <a:xfrm>
                        <a:off x="5263128" y="4233402"/>
                        <a:ext cx="31320" cy="154440"/>
                      </a:xfrm>
                      <a:prstGeom prst="rect">
                        <a:avLst/>
                      </a:prstGeom>
                    </p:spPr>
                  </p:pic>
                </mc:Fallback>
              </mc:AlternateContent>
              <mc:AlternateContent xmlns:mc="http://schemas.openxmlformats.org/markup-compatibility/2006" xmlns:p14="http://schemas.microsoft.com/office/powerpoint/2010/main">
                <mc:Choice Requires="p14">
                  <p:contentPart p14:bwMode="auto" r:id="rId106">
                    <p14:nvContentPartPr>
                      <p14:cNvPr id="166" name="Ink 104">
                        <a:extLst>
                          <a:ext uri="{FF2B5EF4-FFF2-40B4-BE49-F238E27FC236}">
                            <a16:creationId xmlns:a16="http://schemas.microsoft.com/office/drawing/2014/main" id="{E507B35F-FFF8-68E4-E09B-D6AB06A6B34B}"/>
                          </a:ext>
                        </a:extLst>
                      </p14:cNvPr>
                      <p14:cNvContentPartPr/>
                      <p14:nvPr/>
                    </p14:nvContentPartPr>
                    <p14:xfrm>
                      <a:off x="5094288" y="4363002"/>
                      <a:ext cx="57960" cy="85320"/>
                    </p14:xfrm>
                  </p:contentPart>
                </mc:Choice>
                <mc:Fallback xmlns="">
                  <p:pic>
                    <p:nvPicPr>
                      <p:cNvPr id="166" name="Ink 104">
                        <a:extLst>
                          <a:ext uri="{FF2B5EF4-FFF2-40B4-BE49-F238E27FC236}">
                            <a16:creationId xmlns:a16="http://schemas.microsoft.com/office/drawing/2014/main" id="{E507B35F-FFF8-68E4-E09B-D6AB06A6B34B}"/>
                          </a:ext>
                        </a:extLst>
                      </p:cNvPr>
                      <p:cNvPicPr/>
                      <p:nvPr/>
                    </p:nvPicPr>
                    <p:blipFill>
                      <a:blip r:embed="rId107"/>
                      <a:stretch>
                        <a:fillRect/>
                      </a:stretch>
                    </p:blipFill>
                    <p:spPr>
                      <a:xfrm>
                        <a:off x="5089968" y="4358682"/>
                        <a:ext cx="66600" cy="939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67" name="Ink 105">
                        <a:extLst>
                          <a:ext uri="{FF2B5EF4-FFF2-40B4-BE49-F238E27FC236}">
                            <a16:creationId xmlns:a16="http://schemas.microsoft.com/office/drawing/2014/main" id="{9D9011A0-9984-48A9-A8A5-A44EE4E9685A}"/>
                          </a:ext>
                        </a:extLst>
                      </p14:cNvPr>
                      <p14:cNvContentPartPr/>
                      <p14:nvPr/>
                    </p14:nvContentPartPr>
                    <p14:xfrm>
                      <a:off x="4199083" y="3852938"/>
                      <a:ext cx="221400" cy="130680"/>
                    </p14:xfrm>
                  </p:contentPart>
                </mc:Choice>
                <mc:Fallback xmlns="">
                  <p:pic>
                    <p:nvPicPr>
                      <p:cNvPr id="167" name="Ink 105">
                        <a:extLst>
                          <a:ext uri="{FF2B5EF4-FFF2-40B4-BE49-F238E27FC236}">
                            <a16:creationId xmlns:a16="http://schemas.microsoft.com/office/drawing/2014/main" id="{9D9011A0-9984-48A9-A8A5-A44EE4E9685A}"/>
                          </a:ext>
                        </a:extLst>
                      </p:cNvPr>
                      <p:cNvPicPr/>
                      <p:nvPr/>
                    </p:nvPicPr>
                    <p:blipFill>
                      <a:blip r:embed="rId109"/>
                      <a:stretch>
                        <a:fillRect/>
                      </a:stretch>
                    </p:blipFill>
                    <p:spPr>
                      <a:xfrm>
                        <a:off x="4194763" y="3848630"/>
                        <a:ext cx="230040" cy="139296"/>
                      </a:xfrm>
                      <a:prstGeom prst="rect">
                        <a:avLst/>
                      </a:prstGeom>
                    </p:spPr>
                  </p:pic>
                </mc:Fallback>
              </mc:AlternateContent>
              <mc:AlternateContent xmlns:mc="http://schemas.openxmlformats.org/markup-compatibility/2006" xmlns:p14="http://schemas.microsoft.com/office/powerpoint/2010/main">
                <mc:Choice Requires="p14">
                  <p:contentPart p14:bwMode="auto" r:id="rId110">
                    <p14:nvContentPartPr>
                      <p14:cNvPr id="168" name="Ink 106">
                        <a:extLst>
                          <a:ext uri="{FF2B5EF4-FFF2-40B4-BE49-F238E27FC236}">
                            <a16:creationId xmlns:a16="http://schemas.microsoft.com/office/drawing/2014/main" id="{3E884CFE-F0C7-89E5-CD80-BE5B54F3177B}"/>
                          </a:ext>
                        </a:extLst>
                      </p14:cNvPr>
                      <p14:cNvContentPartPr/>
                      <p14:nvPr/>
                    </p14:nvContentPartPr>
                    <p14:xfrm>
                      <a:off x="4228963" y="3909458"/>
                      <a:ext cx="65520" cy="48240"/>
                    </p14:xfrm>
                  </p:contentPart>
                </mc:Choice>
                <mc:Fallback xmlns="">
                  <p:pic>
                    <p:nvPicPr>
                      <p:cNvPr id="168" name="Ink 106">
                        <a:extLst>
                          <a:ext uri="{FF2B5EF4-FFF2-40B4-BE49-F238E27FC236}">
                            <a16:creationId xmlns:a16="http://schemas.microsoft.com/office/drawing/2014/main" id="{3E884CFE-F0C7-89E5-CD80-BE5B54F3177B}"/>
                          </a:ext>
                        </a:extLst>
                      </p:cNvPr>
                      <p:cNvPicPr/>
                      <p:nvPr/>
                    </p:nvPicPr>
                    <p:blipFill>
                      <a:blip r:embed="rId111"/>
                      <a:stretch>
                        <a:fillRect/>
                      </a:stretch>
                    </p:blipFill>
                    <p:spPr>
                      <a:xfrm>
                        <a:off x="4224667" y="3905138"/>
                        <a:ext cx="74113" cy="5688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69" name="Ink 107">
                        <a:extLst>
                          <a:ext uri="{FF2B5EF4-FFF2-40B4-BE49-F238E27FC236}">
                            <a16:creationId xmlns:a16="http://schemas.microsoft.com/office/drawing/2014/main" id="{17DFDEC4-35E0-17BF-4D3A-A3D8BC4EE925}"/>
                          </a:ext>
                        </a:extLst>
                      </p14:cNvPr>
                      <p14:cNvContentPartPr/>
                      <p14:nvPr/>
                    </p14:nvContentPartPr>
                    <p14:xfrm>
                      <a:off x="4333003" y="3912698"/>
                      <a:ext cx="57600" cy="41760"/>
                    </p14:xfrm>
                  </p:contentPart>
                </mc:Choice>
                <mc:Fallback xmlns="">
                  <p:pic>
                    <p:nvPicPr>
                      <p:cNvPr id="169" name="Ink 107">
                        <a:extLst>
                          <a:ext uri="{FF2B5EF4-FFF2-40B4-BE49-F238E27FC236}">
                            <a16:creationId xmlns:a16="http://schemas.microsoft.com/office/drawing/2014/main" id="{17DFDEC4-35E0-17BF-4D3A-A3D8BC4EE925}"/>
                          </a:ext>
                        </a:extLst>
                      </p:cNvPr>
                      <p:cNvPicPr/>
                      <p:nvPr/>
                    </p:nvPicPr>
                    <p:blipFill>
                      <a:blip r:embed="rId113"/>
                      <a:stretch>
                        <a:fillRect/>
                      </a:stretch>
                    </p:blipFill>
                    <p:spPr>
                      <a:xfrm>
                        <a:off x="4328683" y="3908340"/>
                        <a:ext cx="66240" cy="50475"/>
                      </a:xfrm>
                      <a:prstGeom prst="rect">
                        <a:avLst/>
                      </a:prstGeom>
                    </p:spPr>
                  </p:pic>
                </mc:Fallback>
              </mc:AlternateContent>
              <mc:AlternateContent xmlns:mc="http://schemas.openxmlformats.org/markup-compatibility/2006" xmlns:p14="http://schemas.microsoft.com/office/powerpoint/2010/main">
                <mc:Choice Requires="p14">
                  <p:contentPart p14:bwMode="auto" r:id="rId114">
                    <p14:nvContentPartPr>
                      <p14:cNvPr id="170" name="Ink 108">
                        <a:extLst>
                          <a:ext uri="{FF2B5EF4-FFF2-40B4-BE49-F238E27FC236}">
                            <a16:creationId xmlns:a16="http://schemas.microsoft.com/office/drawing/2014/main" id="{B167B95E-4C46-437A-61F2-4B13B27BA696}"/>
                          </a:ext>
                        </a:extLst>
                      </p14:cNvPr>
                      <p14:cNvContentPartPr/>
                      <p14:nvPr/>
                    </p14:nvContentPartPr>
                    <p14:xfrm>
                      <a:off x="4407883" y="3853298"/>
                      <a:ext cx="114480" cy="117720"/>
                    </p14:xfrm>
                  </p:contentPart>
                </mc:Choice>
                <mc:Fallback xmlns="">
                  <p:pic>
                    <p:nvPicPr>
                      <p:cNvPr id="170" name="Ink 108">
                        <a:extLst>
                          <a:ext uri="{FF2B5EF4-FFF2-40B4-BE49-F238E27FC236}">
                            <a16:creationId xmlns:a16="http://schemas.microsoft.com/office/drawing/2014/main" id="{B167B95E-4C46-437A-61F2-4B13B27BA696}"/>
                          </a:ext>
                        </a:extLst>
                      </p:cNvPr>
                      <p:cNvPicPr/>
                      <p:nvPr/>
                    </p:nvPicPr>
                    <p:blipFill>
                      <a:blip r:embed="rId115"/>
                      <a:stretch>
                        <a:fillRect/>
                      </a:stretch>
                    </p:blipFill>
                    <p:spPr>
                      <a:xfrm>
                        <a:off x="4403563" y="3848978"/>
                        <a:ext cx="123120" cy="126360"/>
                      </a:xfrm>
                      <a:prstGeom prst="rect">
                        <a:avLst/>
                      </a:prstGeom>
                    </p:spPr>
                  </p:pic>
                </mc:Fallback>
              </mc:AlternateContent>
              <mc:AlternateContent xmlns:mc="http://schemas.openxmlformats.org/markup-compatibility/2006" xmlns:p14="http://schemas.microsoft.com/office/powerpoint/2010/main">
                <mc:Choice Requires="p14">
                  <p:contentPart p14:bwMode="auto" r:id="rId116">
                    <p14:nvContentPartPr>
                      <p14:cNvPr id="171" name="Ink 109">
                        <a:extLst>
                          <a:ext uri="{FF2B5EF4-FFF2-40B4-BE49-F238E27FC236}">
                            <a16:creationId xmlns:a16="http://schemas.microsoft.com/office/drawing/2014/main" id="{97A6F224-173C-2A20-B8BC-7B8F7950A42B}"/>
                          </a:ext>
                        </a:extLst>
                      </p14:cNvPr>
                      <p14:cNvContentPartPr/>
                      <p14:nvPr/>
                    </p14:nvContentPartPr>
                    <p14:xfrm>
                      <a:off x="4451443" y="3906578"/>
                      <a:ext cx="44640" cy="39240"/>
                    </p14:xfrm>
                  </p:contentPart>
                </mc:Choice>
                <mc:Fallback xmlns="">
                  <p:pic>
                    <p:nvPicPr>
                      <p:cNvPr id="171" name="Ink 109">
                        <a:extLst>
                          <a:ext uri="{FF2B5EF4-FFF2-40B4-BE49-F238E27FC236}">
                            <a16:creationId xmlns:a16="http://schemas.microsoft.com/office/drawing/2014/main" id="{97A6F224-173C-2A20-B8BC-7B8F7950A42B}"/>
                          </a:ext>
                        </a:extLst>
                      </p:cNvPr>
                      <p:cNvPicPr/>
                      <p:nvPr/>
                    </p:nvPicPr>
                    <p:blipFill>
                      <a:blip r:embed="rId117"/>
                      <a:stretch>
                        <a:fillRect/>
                      </a:stretch>
                    </p:blipFill>
                    <p:spPr>
                      <a:xfrm>
                        <a:off x="4447158" y="3902258"/>
                        <a:ext cx="53211" cy="47880"/>
                      </a:xfrm>
                      <a:prstGeom prst="rect">
                        <a:avLst/>
                      </a:prstGeom>
                    </p:spPr>
                  </p:pic>
                </mc:Fallback>
              </mc:AlternateContent>
              <mc:AlternateContent xmlns:mc="http://schemas.openxmlformats.org/markup-compatibility/2006" xmlns:p14="http://schemas.microsoft.com/office/powerpoint/2010/main">
                <mc:Choice Requires="p14">
                  <p:contentPart p14:bwMode="auto" r:id="rId118">
                    <p14:nvContentPartPr>
                      <p14:cNvPr id="172" name="Ink 110">
                        <a:extLst>
                          <a:ext uri="{FF2B5EF4-FFF2-40B4-BE49-F238E27FC236}">
                            <a16:creationId xmlns:a16="http://schemas.microsoft.com/office/drawing/2014/main" id="{EF957B49-7D27-DCA9-CBC6-2C3901F51476}"/>
                          </a:ext>
                        </a:extLst>
                      </p14:cNvPr>
                      <p14:cNvContentPartPr/>
                      <p14:nvPr/>
                    </p14:nvContentPartPr>
                    <p14:xfrm>
                      <a:off x="4515883" y="3856538"/>
                      <a:ext cx="121320" cy="111960"/>
                    </p14:xfrm>
                  </p:contentPart>
                </mc:Choice>
                <mc:Fallback xmlns="">
                  <p:pic>
                    <p:nvPicPr>
                      <p:cNvPr id="172" name="Ink 110">
                        <a:extLst>
                          <a:ext uri="{FF2B5EF4-FFF2-40B4-BE49-F238E27FC236}">
                            <a16:creationId xmlns:a16="http://schemas.microsoft.com/office/drawing/2014/main" id="{EF957B49-7D27-DCA9-CBC6-2C3901F51476}"/>
                          </a:ext>
                        </a:extLst>
                      </p:cNvPr>
                      <p:cNvPicPr/>
                      <p:nvPr/>
                    </p:nvPicPr>
                    <p:blipFill>
                      <a:blip r:embed="rId119"/>
                      <a:stretch>
                        <a:fillRect/>
                      </a:stretch>
                    </p:blipFill>
                    <p:spPr>
                      <a:xfrm>
                        <a:off x="4511563" y="3852218"/>
                        <a:ext cx="12996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20">
                    <p14:nvContentPartPr>
                      <p14:cNvPr id="173" name="Ink 111">
                        <a:extLst>
                          <a:ext uri="{FF2B5EF4-FFF2-40B4-BE49-F238E27FC236}">
                            <a16:creationId xmlns:a16="http://schemas.microsoft.com/office/drawing/2014/main" id="{864196D0-188B-F2E5-6EEC-3413A7B5B52D}"/>
                          </a:ext>
                        </a:extLst>
                      </p14:cNvPr>
                      <p14:cNvContentPartPr/>
                      <p14:nvPr/>
                    </p14:nvContentPartPr>
                    <p14:xfrm>
                      <a:off x="4545403" y="3912338"/>
                      <a:ext cx="48960" cy="39960"/>
                    </p14:xfrm>
                  </p:contentPart>
                </mc:Choice>
                <mc:Fallback xmlns="">
                  <p:pic>
                    <p:nvPicPr>
                      <p:cNvPr id="173" name="Ink 111">
                        <a:extLst>
                          <a:ext uri="{FF2B5EF4-FFF2-40B4-BE49-F238E27FC236}">
                            <a16:creationId xmlns:a16="http://schemas.microsoft.com/office/drawing/2014/main" id="{864196D0-188B-F2E5-6EEC-3413A7B5B52D}"/>
                          </a:ext>
                        </a:extLst>
                      </p:cNvPr>
                      <p:cNvPicPr/>
                      <p:nvPr/>
                    </p:nvPicPr>
                    <p:blipFill>
                      <a:blip r:embed="rId121"/>
                      <a:stretch>
                        <a:fillRect/>
                      </a:stretch>
                    </p:blipFill>
                    <p:spPr>
                      <a:xfrm>
                        <a:off x="4541115" y="3908018"/>
                        <a:ext cx="57537"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122">
                    <p14:nvContentPartPr>
                      <p14:cNvPr id="174" name="Ink 112">
                        <a:extLst>
                          <a:ext uri="{FF2B5EF4-FFF2-40B4-BE49-F238E27FC236}">
                            <a16:creationId xmlns:a16="http://schemas.microsoft.com/office/drawing/2014/main" id="{AA32AC90-5C8A-EB0E-51CA-7F4389DCB076}"/>
                          </a:ext>
                        </a:extLst>
                      </p14:cNvPr>
                      <p14:cNvContentPartPr/>
                      <p14:nvPr/>
                    </p14:nvContentPartPr>
                    <p14:xfrm>
                      <a:off x="4620643" y="3842498"/>
                      <a:ext cx="105480" cy="127800"/>
                    </p14:xfrm>
                  </p:contentPart>
                </mc:Choice>
                <mc:Fallback xmlns="">
                  <p:pic>
                    <p:nvPicPr>
                      <p:cNvPr id="174" name="Ink 112">
                        <a:extLst>
                          <a:ext uri="{FF2B5EF4-FFF2-40B4-BE49-F238E27FC236}">
                            <a16:creationId xmlns:a16="http://schemas.microsoft.com/office/drawing/2014/main" id="{AA32AC90-5C8A-EB0E-51CA-7F4389DCB076}"/>
                          </a:ext>
                        </a:extLst>
                      </p:cNvPr>
                      <p:cNvPicPr/>
                      <p:nvPr/>
                    </p:nvPicPr>
                    <p:blipFill>
                      <a:blip r:embed="rId123"/>
                      <a:stretch>
                        <a:fillRect/>
                      </a:stretch>
                    </p:blipFill>
                    <p:spPr>
                      <a:xfrm>
                        <a:off x="4616323" y="3838178"/>
                        <a:ext cx="114120" cy="136440"/>
                      </a:xfrm>
                      <a:prstGeom prst="rect">
                        <a:avLst/>
                      </a:prstGeom>
                    </p:spPr>
                  </p:pic>
                </mc:Fallback>
              </mc:AlternateContent>
              <mc:AlternateContent xmlns:mc="http://schemas.openxmlformats.org/markup-compatibility/2006" xmlns:p14="http://schemas.microsoft.com/office/powerpoint/2010/main">
                <mc:Choice Requires="p14">
                  <p:contentPart p14:bwMode="auto" r:id="rId124">
                    <p14:nvContentPartPr>
                      <p14:cNvPr id="175" name="Ink 113">
                        <a:extLst>
                          <a:ext uri="{FF2B5EF4-FFF2-40B4-BE49-F238E27FC236}">
                            <a16:creationId xmlns:a16="http://schemas.microsoft.com/office/drawing/2014/main" id="{D2DEEAC5-38E2-CA49-EE33-9BA6CF31E449}"/>
                          </a:ext>
                        </a:extLst>
                      </p14:cNvPr>
                      <p14:cNvContentPartPr/>
                      <p14:nvPr/>
                    </p14:nvContentPartPr>
                    <p14:xfrm>
                      <a:off x="4653043" y="3906218"/>
                      <a:ext cx="51120" cy="39600"/>
                    </p14:xfrm>
                  </p:contentPart>
                </mc:Choice>
                <mc:Fallback xmlns="">
                  <p:pic>
                    <p:nvPicPr>
                      <p:cNvPr id="175" name="Ink 113">
                        <a:extLst>
                          <a:ext uri="{FF2B5EF4-FFF2-40B4-BE49-F238E27FC236}">
                            <a16:creationId xmlns:a16="http://schemas.microsoft.com/office/drawing/2014/main" id="{D2DEEAC5-38E2-CA49-EE33-9BA6CF31E449}"/>
                          </a:ext>
                        </a:extLst>
                      </p:cNvPr>
                      <p:cNvPicPr/>
                      <p:nvPr/>
                    </p:nvPicPr>
                    <p:blipFill>
                      <a:blip r:embed="rId125"/>
                      <a:stretch>
                        <a:fillRect/>
                      </a:stretch>
                    </p:blipFill>
                    <p:spPr>
                      <a:xfrm>
                        <a:off x="4648723" y="3901898"/>
                        <a:ext cx="59760" cy="48240"/>
                      </a:xfrm>
                      <a:prstGeom prst="rect">
                        <a:avLst/>
                      </a:prstGeom>
                    </p:spPr>
                  </p:pic>
                </mc:Fallback>
              </mc:AlternateContent>
              <mc:AlternateContent xmlns:mc="http://schemas.openxmlformats.org/markup-compatibility/2006" xmlns:p14="http://schemas.microsoft.com/office/powerpoint/2010/main">
                <mc:Choice Requires="p14">
                  <p:contentPart p14:bwMode="auto" r:id="rId126">
                    <p14:nvContentPartPr>
                      <p14:cNvPr id="176" name="Ink 114">
                        <a:extLst>
                          <a:ext uri="{FF2B5EF4-FFF2-40B4-BE49-F238E27FC236}">
                            <a16:creationId xmlns:a16="http://schemas.microsoft.com/office/drawing/2014/main" id="{D5BD0440-192F-C796-BBB3-3D9B57CB62C5}"/>
                          </a:ext>
                        </a:extLst>
                      </p14:cNvPr>
                      <p14:cNvContentPartPr/>
                      <p14:nvPr/>
                    </p14:nvContentPartPr>
                    <p14:xfrm>
                      <a:off x="4711363" y="3852218"/>
                      <a:ext cx="123480" cy="114480"/>
                    </p14:xfrm>
                  </p:contentPart>
                </mc:Choice>
                <mc:Fallback xmlns="">
                  <p:pic>
                    <p:nvPicPr>
                      <p:cNvPr id="176" name="Ink 114">
                        <a:extLst>
                          <a:ext uri="{FF2B5EF4-FFF2-40B4-BE49-F238E27FC236}">
                            <a16:creationId xmlns:a16="http://schemas.microsoft.com/office/drawing/2014/main" id="{D5BD0440-192F-C796-BBB3-3D9B57CB62C5}"/>
                          </a:ext>
                        </a:extLst>
                      </p:cNvPr>
                      <p:cNvPicPr/>
                      <p:nvPr/>
                    </p:nvPicPr>
                    <p:blipFill>
                      <a:blip r:embed="rId127"/>
                      <a:stretch>
                        <a:fillRect/>
                      </a:stretch>
                    </p:blipFill>
                    <p:spPr>
                      <a:xfrm>
                        <a:off x="4707043" y="3847912"/>
                        <a:ext cx="132120" cy="123093"/>
                      </a:xfrm>
                      <a:prstGeom prst="rect">
                        <a:avLst/>
                      </a:prstGeom>
                    </p:spPr>
                  </p:pic>
                </mc:Fallback>
              </mc:AlternateContent>
              <mc:AlternateContent xmlns:mc="http://schemas.openxmlformats.org/markup-compatibility/2006" xmlns:p14="http://schemas.microsoft.com/office/powerpoint/2010/main">
                <mc:Choice Requires="p14">
                  <p:contentPart p14:bwMode="auto" r:id="rId128">
                    <p14:nvContentPartPr>
                      <p14:cNvPr id="177" name="Ink 115">
                        <a:extLst>
                          <a:ext uri="{FF2B5EF4-FFF2-40B4-BE49-F238E27FC236}">
                            <a16:creationId xmlns:a16="http://schemas.microsoft.com/office/drawing/2014/main" id="{D14A9B73-F665-E050-C834-6CAF6F7C0BA8}"/>
                          </a:ext>
                        </a:extLst>
                      </p14:cNvPr>
                      <p14:cNvContentPartPr/>
                      <p14:nvPr/>
                    </p14:nvContentPartPr>
                    <p14:xfrm>
                      <a:off x="4758163" y="3903338"/>
                      <a:ext cx="56160" cy="43560"/>
                    </p14:xfrm>
                  </p:contentPart>
                </mc:Choice>
                <mc:Fallback xmlns="">
                  <p:pic>
                    <p:nvPicPr>
                      <p:cNvPr id="177" name="Ink 115">
                        <a:extLst>
                          <a:ext uri="{FF2B5EF4-FFF2-40B4-BE49-F238E27FC236}">
                            <a16:creationId xmlns:a16="http://schemas.microsoft.com/office/drawing/2014/main" id="{D14A9B73-F665-E050-C834-6CAF6F7C0BA8}"/>
                          </a:ext>
                        </a:extLst>
                      </p:cNvPr>
                      <p:cNvPicPr/>
                      <p:nvPr/>
                    </p:nvPicPr>
                    <p:blipFill>
                      <a:blip r:embed="rId129"/>
                      <a:stretch>
                        <a:fillRect/>
                      </a:stretch>
                    </p:blipFill>
                    <p:spPr>
                      <a:xfrm>
                        <a:off x="4753843" y="3899018"/>
                        <a:ext cx="6480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130">
                    <p14:nvContentPartPr>
                      <p14:cNvPr id="178" name="Ink 116">
                        <a:extLst>
                          <a:ext uri="{FF2B5EF4-FFF2-40B4-BE49-F238E27FC236}">
                            <a16:creationId xmlns:a16="http://schemas.microsoft.com/office/drawing/2014/main" id="{901A7E81-303D-32BB-485B-4647B7AA959A}"/>
                          </a:ext>
                        </a:extLst>
                      </p14:cNvPr>
                      <p14:cNvContentPartPr/>
                      <p14:nvPr/>
                    </p14:nvContentPartPr>
                    <p14:xfrm>
                      <a:off x="4825918" y="3863738"/>
                      <a:ext cx="69120" cy="114480"/>
                    </p14:xfrm>
                  </p:contentPart>
                </mc:Choice>
                <mc:Fallback xmlns="">
                  <p:pic>
                    <p:nvPicPr>
                      <p:cNvPr id="178" name="Ink 116">
                        <a:extLst>
                          <a:ext uri="{FF2B5EF4-FFF2-40B4-BE49-F238E27FC236}">
                            <a16:creationId xmlns:a16="http://schemas.microsoft.com/office/drawing/2014/main" id="{901A7E81-303D-32BB-485B-4647B7AA959A}"/>
                          </a:ext>
                        </a:extLst>
                      </p:cNvPr>
                      <p:cNvPicPr/>
                      <p:nvPr/>
                    </p:nvPicPr>
                    <p:blipFill>
                      <a:blip r:embed="rId131"/>
                      <a:stretch>
                        <a:fillRect/>
                      </a:stretch>
                    </p:blipFill>
                    <p:spPr>
                      <a:xfrm>
                        <a:off x="4821620" y="3859418"/>
                        <a:ext cx="77715"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132">
                    <p14:nvContentPartPr>
                      <p14:cNvPr id="179" name="Ink 117">
                        <a:extLst>
                          <a:ext uri="{FF2B5EF4-FFF2-40B4-BE49-F238E27FC236}">
                            <a16:creationId xmlns:a16="http://schemas.microsoft.com/office/drawing/2014/main" id="{EA14FD89-938C-D078-3BA9-0FC775BAA29F}"/>
                          </a:ext>
                        </a:extLst>
                      </p14:cNvPr>
                      <p14:cNvContentPartPr/>
                      <p14:nvPr/>
                    </p14:nvContentPartPr>
                    <p14:xfrm>
                      <a:off x="4845718" y="3924218"/>
                      <a:ext cx="26640" cy="34560"/>
                    </p14:xfrm>
                  </p:contentPart>
                </mc:Choice>
                <mc:Fallback xmlns="">
                  <p:pic>
                    <p:nvPicPr>
                      <p:cNvPr id="179" name="Ink 117">
                        <a:extLst>
                          <a:ext uri="{FF2B5EF4-FFF2-40B4-BE49-F238E27FC236}">
                            <a16:creationId xmlns:a16="http://schemas.microsoft.com/office/drawing/2014/main" id="{EA14FD89-938C-D078-3BA9-0FC775BAA29F}"/>
                          </a:ext>
                        </a:extLst>
                      </p:cNvPr>
                      <p:cNvPicPr/>
                      <p:nvPr/>
                    </p:nvPicPr>
                    <p:blipFill>
                      <a:blip r:embed="rId133"/>
                      <a:stretch>
                        <a:fillRect/>
                      </a:stretch>
                    </p:blipFill>
                    <p:spPr>
                      <a:xfrm>
                        <a:off x="4841456" y="3919898"/>
                        <a:ext cx="35165" cy="43200"/>
                      </a:xfrm>
                      <a:prstGeom prst="rect">
                        <a:avLst/>
                      </a:prstGeom>
                    </p:spPr>
                  </p:pic>
                </mc:Fallback>
              </mc:AlternateContent>
              <mc:AlternateContent xmlns:mc="http://schemas.openxmlformats.org/markup-compatibility/2006" xmlns:p14="http://schemas.microsoft.com/office/powerpoint/2010/main">
                <mc:Choice Requires="p14">
                  <p:contentPart p14:bwMode="auto" r:id="rId134">
                    <p14:nvContentPartPr>
                      <p14:cNvPr id="180" name="Ink 118">
                        <a:extLst>
                          <a:ext uri="{FF2B5EF4-FFF2-40B4-BE49-F238E27FC236}">
                            <a16:creationId xmlns:a16="http://schemas.microsoft.com/office/drawing/2014/main" id="{2A79B350-11A1-EAA4-77E7-09D2465358E6}"/>
                          </a:ext>
                        </a:extLst>
                      </p14:cNvPr>
                      <p14:cNvContentPartPr/>
                      <p14:nvPr/>
                    </p14:nvContentPartPr>
                    <p14:xfrm>
                      <a:off x="4892878" y="3845018"/>
                      <a:ext cx="38880" cy="111240"/>
                    </p14:xfrm>
                  </p:contentPart>
                </mc:Choice>
                <mc:Fallback xmlns="">
                  <p:pic>
                    <p:nvPicPr>
                      <p:cNvPr id="180" name="Ink 118">
                        <a:extLst>
                          <a:ext uri="{FF2B5EF4-FFF2-40B4-BE49-F238E27FC236}">
                            <a16:creationId xmlns:a16="http://schemas.microsoft.com/office/drawing/2014/main" id="{2A79B350-11A1-EAA4-77E7-09D2465358E6}"/>
                          </a:ext>
                        </a:extLst>
                      </p:cNvPr>
                      <p:cNvPicPr/>
                      <p:nvPr/>
                    </p:nvPicPr>
                    <p:blipFill>
                      <a:blip r:embed="rId135"/>
                      <a:stretch>
                        <a:fillRect/>
                      </a:stretch>
                    </p:blipFill>
                    <p:spPr>
                      <a:xfrm>
                        <a:off x="4888558" y="3840698"/>
                        <a:ext cx="47520" cy="119880"/>
                      </a:xfrm>
                      <a:prstGeom prst="rect">
                        <a:avLst/>
                      </a:prstGeom>
                    </p:spPr>
                  </p:pic>
                </mc:Fallback>
              </mc:AlternateContent>
              <mc:AlternateContent xmlns:mc="http://schemas.openxmlformats.org/markup-compatibility/2006" xmlns:p14="http://schemas.microsoft.com/office/powerpoint/2010/main">
                <mc:Choice Requires="p14">
                  <p:contentPart p14:bwMode="auto" r:id="rId136">
                    <p14:nvContentPartPr>
                      <p14:cNvPr id="181" name="Ink 119">
                        <a:extLst>
                          <a:ext uri="{FF2B5EF4-FFF2-40B4-BE49-F238E27FC236}">
                            <a16:creationId xmlns:a16="http://schemas.microsoft.com/office/drawing/2014/main" id="{AE910C07-81F4-772B-C661-330A2723C1F1}"/>
                          </a:ext>
                        </a:extLst>
                      </p14:cNvPr>
                      <p14:cNvContentPartPr/>
                      <p14:nvPr/>
                    </p14:nvContentPartPr>
                    <p14:xfrm>
                      <a:off x="4931038" y="3811178"/>
                      <a:ext cx="41040" cy="105120"/>
                    </p14:xfrm>
                  </p:contentPart>
                </mc:Choice>
                <mc:Fallback xmlns="">
                  <p:pic>
                    <p:nvPicPr>
                      <p:cNvPr id="181" name="Ink 119">
                        <a:extLst>
                          <a:ext uri="{FF2B5EF4-FFF2-40B4-BE49-F238E27FC236}">
                            <a16:creationId xmlns:a16="http://schemas.microsoft.com/office/drawing/2014/main" id="{AE910C07-81F4-772B-C661-330A2723C1F1}"/>
                          </a:ext>
                        </a:extLst>
                      </p:cNvPr>
                      <p:cNvPicPr/>
                      <p:nvPr/>
                    </p:nvPicPr>
                    <p:blipFill>
                      <a:blip r:embed="rId137"/>
                      <a:stretch>
                        <a:fillRect/>
                      </a:stretch>
                    </p:blipFill>
                    <p:spPr>
                      <a:xfrm>
                        <a:off x="4926680" y="3806858"/>
                        <a:ext cx="49756" cy="113760"/>
                      </a:xfrm>
                      <a:prstGeom prst="rect">
                        <a:avLst/>
                      </a:prstGeom>
                    </p:spPr>
                  </p:pic>
                </mc:Fallback>
              </mc:AlternateContent>
              <mc:AlternateContent xmlns:mc="http://schemas.openxmlformats.org/markup-compatibility/2006" xmlns:p14="http://schemas.microsoft.com/office/powerpoint/2010/main">
                <mc:Choice Requires="p14">
                  <p:contentPart p14:bwMode="auto" r:id="rId138">
                    <p14:nvContentPartPr>
                      <p14:cNvPr id="182" name="Ink 120">
                        <a:extLst>
                          <a:ext uri="{FF2B5EF4-FFF2-40B4-BE49-F238E27FC236}">
                            <a16:creationId xmlns:a16="http://schemas.microsoft.com/office/drawing/2014/main" id="{BC26ADCF-70F8-E70B-719B-07066577E685}"/>
                          </a:ext>
                        </a:extLst>
                      </p14:cNvPr>
                      <p14:cNvContentPartPr/>
                      <p14:nvPr/>
                    </p14:nvContentPartPr>
                    <p14:xfrm>
                      <a:off x="4964518" y="3774458"/>
                      <a:ext cx="57960" cy="111960"/>
                    </p14:xfrm>
                  </p:contentPart>
                </mc:Choice>
                <mc:Fallback xmlns="">
                  <p:pic>
                    <p:nvPicPr>
                      <p:cNvPr id="182" name="Ink 120">
                        <a:extLst>
                          <a:ext uri="{FF2B5EF4-FFF2-40B4-BE49-F238E27FC236}">
                            <a16:creationId xmlns:a16="http://schemas.microsoft.com/office/drawing/2014/main" id="{BC26ADCF-70F8-E70B-719B-07066577E685}"/>
                          </a:ext>
                        </a:extLst>
                      </p:cNvPr>
                      <p:cNvPicPr/>
                      <p:nvPr/>
                    </p:nvPicPr>
                    <p:blipFill>
                      <a:blip r:embed="rId139"/>
                      <a:stretch>
                        <a:fillRect/>
                      </a:stretch>
                    </p:blipFill>
                    <p:spPr>
                      <a:xfrm>
                        <a:off x="4960198" y="3770138"/>
                        <a:ext cx="6660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40">
                    <p14:nvContentPartPr>
                      <p14:cNvPr id="183" name="Ink 121">
                        <a:extLst>
                          <a:ext uri="{FF2B5EF4-FFF2-40B4-BE49-F238E27FC236}">
                            <a16:creationId xmlns:a16="http://schemas.microsoft.com/office/drawing/2014/main" id="{8F888186-3E7A-3629-BE9F-04F63240D8C9}"/>
                          </a:ext>
                        </a:extLst>
                      </p14:cNvPr>
                      <p14:cNvContentPartPr/>
                      <p14:nvPr/>
                    </p14:nvContentPartPr>
                    <p14:xfrm>
                      <a:off x="5007718" y="3737738"/>
                      <a:ext cx="65520" cy="97200"/>
                    </p14:xfrm>
                  </p:contentPart>
                </mc:Choice>
                <mc:Fallback xmlns="">
                  <p:pic>
                    <p:nvPicPr>
                      <p:cNvPr id="183" name="Ink 121">
                        <a:extLst>
                          <a:ext uri="{FF2B5EF4-FFF2-40B4-BE49-F238E27FC236}">
                            <a16:creationId xmlns:a16="http://schemas.microsoft.com/office/drawing/2014/main" id="{8F888186-3E7A-3629-BE9F-04F63240D8C9}"/>
                          </a:ext>
                        </a:extLst>
                      </p:cNvPr>
                      <p:cNvPicPr/>
                      <p:nvPr/>
                    </p:nvPicPr>
                    <p:blipFill>
                      <a:blip r:embed="rId141"/>
                      <a:stretch>
                        <a:fillRect/>
                      </a:stretch>
                    </p:blipFill>
                    <p:spPr>
                      <a:xfrm>
                        <a:off x="5003422" y="3733434"/>
                        <a:ext cx="74113" cy="105808"/>
                      </a:xfrm>
                      <a:prstGeom prst="rect">
                        <a:avLst/>
                      </a:prstGeom>
                    </p:spPr>
                  </p:pic>
                </mc:Fallback>
              </mc:AlternateContent>
              <mc:AlternateContent xmlns:mc="http://schemas.openxmlformats.org/markup-compatibility/2006" xmlns:p14="http://schemas.microsoft.com/office/powerpoint/2010/main">
                <mc:Choice Requires="p14">
                  <p:contentPart p14:bwMode="auto" r:id="rId142">
                    <p14:nvContentPartPr>
                      <p14:cNvPr id="184" name="Ink 122">
                        <a:extLst>
                          <a:ext uri="{FF2B5EF4-FFF2-40B4-BE49-F238E27FC236}">
                            <a16:creationId xmlns:a16="http://schemas.microsoft.com/office/drawing/2014/main" id="{D881D679-C3C4-184B-44FD-18A4A336CC21}"/>
                          </a:ext>
                        </a:extLst>
                      </p14:cNvPr>
                      <p14:cNvContentPartPr/>
                      <p14:nvPr/>
                    </p14:nvContentPartPr>
                    <p14:xfrm>
                      <a:off x="5049478" y="3685538"/>
                      <a:ext cx="75960" cy="94680"/>
                    </p14:xfrm>
                  </p:contentPart>
                </mc:Choice>
                <mc:Fallback xmlns="">
                  <p:pic>
                    <p:nvPicPr>
                      <p:cNvPr id="184" name="Ink 122">
                        <a:extLst>
                          <a:ext uri="{FF2B5EF4-FFF2-40B4-BE49-F238E27FC236}">
                            <a16:creationId xmlns:a16="http://schemas.microsoft.com/office/drawing/2014/main" id="{D881D679-C3C4-184B-44FD-18A4A336CC21}"/>
                          </a:ext>
                        </a:extLst>
                      </p:cNvPr>
                      <p:cNvPicPr/>
                      <p:nvPr/>
                    </p:nvPicPr>
                    <p:blipFill>
                      <a:blip r:embed="rId143"/>
                      <a:stretch>
                        <a:fillRect/>
                      </a:stretch>
                    </p:blipFill>
                    <p:spPr>
                      <a:xfrm>
                        <a:off x="5045158" y="3681234"/>
                        <a:ext cx="84600" cy="103287"/>
                      </a:xfrm>
                      <a:prstGeom prst="rect">
                        <a:avLst/>
                      </a:prstGeom>
                    </p:spPr>
                  </p:pic>
                </mc:Fallback>
              </mc:AlternateContent>
              <mc:AlternateContent xmlns:mc="http://schemas.openxmlformats.org/markup-compatibility/2006" xmlns:p14="http://schemas.microsoft.com/office/powerpoint/2010/main">
                <mc:Choice Requires="p14">
                  <p:contentPart p14:bwMode="auto" r:id="rId144">
                    <p14:nvContentPartPr>
                      <p14:cNvPr id="185" name="Ink 123">
                        <a:extLst>
                          <a:ext uri="{FF2B5EF4-FFF2-40B4-BE49-F238E27FC236}">
                            <a16:creationId xmlns:a16="http://schemas.microsoft.com/office/drawing/2014/main" id="{0BED57B7-07EB-301D-17B5-DC705E55D860}"/>
                          </a:ext>
                        </a:extLst>
                      </p14:cNvPr>
                      <p14:cNvContentPartPr/>
                      <p14:nvPr/>
                    </p14:nvContentPartPr>
                    <p14:xfrm>
                      <a:off x="5110678" y="3650978"/>
                      <a:ext cx="55800" cy="82080"/>
                    </p14:xfrm>
                  </p:contentPart>
                </mc:Choice>
                <mc:Fallback xmlns="">
                  <p:pic>
                    <p:nvPicPr>
                      <p:cNvPr id="185" name="Ink 123">
                        <a:extLst>
                          <a:ext uri="{FF2B5EF4-FFF2-40B4-BE49-F238E27FC236}">
                            <a16:creationId xmlns:a16="http://schemas.microsoft.com/office/drawing/2014/main" id="{0BED57B7-07EB-301D-17B5-DC705E55D860}"/>
                          </a:ext>
                        </a:extLst>
                      </p:cNvPr>
                      <p:cNvPicPr/>
                      <p:nvPr/>
                    </p:nvPicPr>
                    <p:blipFill>
                      <a:blip r:embed="rId145"/>
                      <a:stretch>
                        <a:fillRect/>
                      </a:stretch>
                    </p:blipFill>
                    <p:spPr>
                      <a:xfrm>
                        <a:off x="5106358" y="3646658"/>
                        <a:ext cx="64440" cy="90720"/>
                      </a:xfrm>
                      <a:prstGeom prst="rect">
                        <a:avLst/>
                      </a:prstGeom>
                    </p:spPr>
                  </p:pic>
                </mc:Fallback>
              </mc:AlternateContent>
              <mc:AlternateContent xmlns:mc="http://schemas.openxmlformats.org/markup-compatibility/2006" xmlns:p14="http://schemas.microsoft.com/office/powerpoint/2010/main">
                <mc:Choice Requires="p14">
                  <p:contentPart p14:bwMode="auto" r:id="rId146">
                    <p14:nvContentPartPr>
                      <p14:cNvPr id="186" name="Ink 124">
                        <a:extLst>
                          <a:ext uri="{FF2B5EF4-FFF2-40B4-BE49-F238E27FC236}">
                            <a16:creationId xmlns:a16="http://schemas.microsoft.com/office/drawing/2014/main" id="{30D102EC-72C6-99DF-0822-3398C096EEBF}"/>
                          </a:ext>
                        </a:extLst>
                      </p14:cNvPr>
                      <p14:cNvContentPartPr/>
                      <p14:nvPr/>
                    </p14:nvContentPartPr>
                    <p14:xfrm>
                      <a:off x="5133718" y="3606698"/>
                      <a:ext cx="72360" cy="90000"/>
                    </p14:xfrm>
                  </p:contentPart>
                </mc:Choice>
                <mc:Fallback xmlns="">
                  <p:pic>
                    <p:nvPicPr>
                      <p:cNvPr id="186" name="Ink 124">
                        <a:extLst>
                          <a:ext uri="{FF2B5EF4-FFF2-40B4-BE49-F238E27FC236}">
                            <a16:creationId xmlns:a16="http://schemas.microsoft.com/office/drawing/2014/main" id="{30D102EC-72C6-99DF-0822-3398C096EEBF}"/>
                          </a:ext>
                        </a:extLst>
                      </p:cNvPr>
                      <p:cNvPicPr/>
                      <p:nvPr/>
                    </p:nvPicPr>
                    <p:blipFill>
                      <a:blip r:embed="rId147"/>
                      <a:stretch>
                        <a:fillRect/>
                      </a:stretch>
                    </p:blipFill>
                    <p:spPr>
                      <a:xfrm>
                        <a:off x="5129398" y="3602361"/>
                        <a:ext cx="81000" cy="98675"/>
                      </a:xfrm>
                      <a:prstGeom prst="rect">
                        <a:avLst/>
                      </a:prstGeom>
                    </p:spPr>
                  </p:pic>
                </mc:Fallback>
              </mc:AlternateContent>
              <mc:AlternateContent xmlns:mc="http://schemas.openxmlformats.org/markup-compatibility/2006" xmlns:p14="http://schemas.microsoft.com/office/powerpoint/2010/main">
                <mc:Choice Requires="p14">
                  <p:contentPart p14:bwMode="auto" r:id="rId148">
                    <p14:nvContentPartPr>
                      <p14:cNvPr id="187" name="Ink 125">
                        <a:extLst>
                          <a:ext uri="{FF2B5EF4-FFF2-40B4-BE49-F238E27FC236}">
                            <a16:creationId xmlns:a16="http://schemas.microsoft.com/office/drawing/2014/main" id="{2559E5B6-2D90-9A54-E835-92C396E40063}"/>
                          </a:ext>
                        </a:extLst>
                      </p14:cNvPr>
                      <p14:cNvContentPartPr/>
                      <p14:nvPr/>
                    </p14:nvContentPartPr>
                    <p14:xfrm>
                      <a:off x="5185918" y="3553778"/>
                      <a:ext cx="57960" cy="110160"/>
                    </p14:xfrm>
                  </p:contentPart>
                </mc:Choice>
                <mc:Fallback xmlns="">
                  <p:pic>
                    <p:nvPicPr>
                      <p:cNvPr id="187" name="Ink 125">
                        <a:extLst>
                          <a:ext uri="{FF2B5EF4-FFF2-40B4-BE49-F238E27FC236}">
                            <a16:creationId xmlns:a16="http://schemas.microsoft.com/office/drawing/2014/main" id="{2559E5B6-2D90-9A54-E835-92C396E40063}"/>
                          </a:ext>
                        </a:extLst>
                      </p:cNvPr>
                      <p:cNvPicPr/>
                      <p:nvPr/>
                    </p:nvPicPr>
                    <p:blipFill>
                      <a:blip r:embed="rId149"/>
                      <a:stretch>
                        <a:fillRect/>
                      </a:stretch>
                    </p:blipFill>
                    <p:spPr>
                      <a:xfrm>
                        <a:off x="5181598" y="3549458"/>
                        <a:ext cx="6660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150">
                    <p14:nvContentPartPr>
                      <p14:cNvPr id="188" name="Ink 126">
                        <a:extLst>
                          <a:ext uri="{FF2B5EF4-FFF2-40B4-BE49-F238E27FC236}">
                            <a16:creationId xmlns:a16="http://schemas.microsoft.com/office/drawing/2014/main" id="{9CE62203-47DC-6852-0A7F-0D19B75CB446}"/>
                          </a:ext>
                        </a:extLst>
                      </p14:cNvPr>
                      <p14:cNvContentPartPr/>
                      <p14:nvPr/>
                    </p14:nvContentPartPr>
                    <p14:xfrm>
                      <a:off x="5226238" y="3504458"/>
                      <a:ext cx="79200" cy="127080"/>
                    </p14:xfrm>
                  </p:contentPart>
                </mc:Choice>
                <mc:Fallback xmlns="">
                  <p:pic>
                    <p:nvPicPr>
                      <p:cNvPr id="188" name="Ink 126">
                        <a:extLst>
                          <a:ext uri="{FF2B5EF4-FFF2-40B4-BE49-F238E27FC236}">
                            <a16:creationId xmlns:a16="http://schemas.microsoft.com/office/drawing/2014/main" id="{9CE62203-47DC-6852-0A7F-0D19B75CB446}"/>
                          </a:ext>
                        </a:extLst>
                      </p:cNvPr>
                      <p:cNvPicPr/>
                      <p:nvPr/>
                    </p:nvPicPr>
                    <p:blipFill>
                      <a:blip r:embed="rId151"/>
                      <a:stretch>
                        <a:fillRect/>
                      </a:stretch>
                    </p:blipFill>
                    <p:spPr>
                      <a:xfrm>
                        <a:off x="5221898" y="3500150"/>
                        <a:ext cx="87879" cy="135696"/>
                      </a:xfrm>
                      <a:prstGeom prst="rect">
                        <a:avLst/>
                      </a:prstGeom>
                    </p:spPr>
                  </p:pic>
                </mc:Fallback>
              </mc:AlternateContent>
              <mc:AlternateContent xmlns:mc="http://schemas.openxmlformats.org/markup-compatibility/2006" xmlns:p14="http://schemas.microsoft.com/office/powerpoint/2010/main">
                <mc:Choice Requires="p14">
                  <p:contentPart p14:bwMode="auto" r:id="rId152">
                    <p14:nvContentPartPr>
                      <p14:cNvPr id="189" name="Ink 127">
                        <a:extLst>
                          <a:ext uri="{FF2B5EF4-FFF2-40B4-BE49-F238E27FC236}">
                            <a16:creationId xmlns:a16="http://schemas.microsoft.com/office/drawing/2014/main" id="{952577DD-6FD7-FF98-5200-424A0AD5B1FE}"/>
                          </a:ext>
                        </a:extLst>
                      </p14:cNvPr>
                      <p14:cNvContentPartPr/>
                      <p14:nvPr/>
                    </p14:nvContentPartPr>
                    <p14:xfrm>
                      <a:off x="5253598" y="3565658"/>
                      <a:ext cx="28800" cy="31320"/>
                    </p14:xfrm>
                  </p:contentPart>
                </mc:Choice>
                <mc:Fallback xmlns="">
                  <p:pic>
                    <p:nvPicPr>
                      <p:cNvPr id="189" name="Ink 127">
                        <a:extLst>
                          <a:ext uri="{FF2B5EF4-FFF2-40B4-BE49-F238E27FC236}">
                            <a16:creationId xmlns:a16="http://schemas.microsoft.com/office/drawing/2014/main" id="{952577DD-6FD7-FF98-5200-424A0AD5B1FE}"/>
                          </a:ext>
                        </a:extLst>
                      </p:cNvPr>
                      <p:cNvPicPr/>
                      <p:nvPr/>
                    </p:nvPicPr>
                    <p:blipFill>
                      <a:blip r:embed="rId153"/>
                      <a:stretch>
                        <a:fillRect/>
                      </a:stretch>
                    </p:blipFill>
                    <p:spPr>
                      <a:xfrm>
                        <a:off x="5249278" y="3561338"/>
                        <a:ext cx="37440" cy="39960"/>
                      </a:xfrm>
                      <a:prstGeom prst="rect">
                        <a:avLst/>
                      </a:prstGeom>
                    </p:spPr>
                  </p:pic>
                </mc:Fallback>
              </mc:AlternateContent>
              <mc:AlternateContent xmlns:mc="http://schemas.openxmlformats.org/markup-compatibility/2006" xmlns:p14="http://schemas.microsoft.com/office/powerpoint/2010/main">
                <mc:Choice Requires="p14">
                  <p:contentPart p14:bwMode="auto" r:id="rId154">
                    <p14:nvContentPartPr>
                      <p14:cNvPr id="190" name="Ink 128">
                        <a:extLst>
                          <a:ext uri="{FF2B5EF4-FFF2-40B4-BE49-F238E27FC236}">
                            <a16:creationId xmlns:a16="http://schemas.microsoft.com/office/drawing/2014/main" id="{ADD0A779-6BA6-47FD-F818-A84C77EE2132}"/>
                          </a:ext>
                        </a:extLst>
                      </p14:cNvPr>
                      <p14:cNvContentPartPr/>
                      <p14:nvPr/>
                    </p14:nvContentPartPr>
                    <p14:xfrm>
                      <a:off x="5205718" y="3628658"/>
                      <a:ext cx="19080" cy="22320"/>
                    </p14:xfrm>
                  </p:contentPart>
                </mc:Choice>
                <mc:Fallback xmlns="">
                  <p:pic>
                    <p:nvPicPr>
                      <p:cNvPr id="190" name="Ink 128">
                        <a:extLst>
                          <a:ext uri="{FF2B5EF4-FFF2-40B4-BE49-F238E27FC236}">
                            <a16:creationId xmlns:a16="http://schemas.microsoft.com/office/drawing/2014/main" id="{ADD0A779-6BA6-47FD-F818-A84C77EE2132}"/>
                          </a:ext>
                        </a:extLst>
                      </p:cNvPr>
                      <p:cNvPicPr/>
                      <p:nvPr/>
                    </p:nvPicPr>
                    <p:blipFill>
                      <a:blip r:embed="rId155"/>
                      <a:stretch>
                        <a:fillRect/>
                      </a:stretch>
                    </p:blipFill>
                    <p:spPr>
                      <a:xfrm>
                        <a:off x="5201398" y="3624338"/>
                        <a:ext cx="2772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56">
                    <p14:nvContentPartPr>
                      <p14:cNvPr id="191" name="Ink 129">
                        <a:extLst>
                          <a:ext uri="{FF2B5EF4-FFF2-40B4-BE49-F238E27FC236}">
                            <a16:creationId xmlns:a16="http://schemas.microsoft.com/office/drawing/2014/main" id="{AB8522C1-DC3A-B4E8-CAC4-028250DE8B94}"/>
                          </a:ext>
                        </a:extLst>
                      </p14:cNvPr>
                      <p14:cNvContentPartPr/>
                      <p14:nvPr/>
                    </p14:nvContentPartPr>
                    <p14:xfrm>
                      <a:off x="5162878" y="3664658"/>
                      <a:ext cx="19080" cy="20880"/>
                    </p14:xfrm>
                  </p:contentPart>
                </mc:Choice>
                <mc:Fallback xmlns="">
                  <p:pic>
                    <p:nvPicPr>
                      <p:cNvPr id="191" name="Ink 129">
                        <a:extLst>
                          <a:ext uri="{FF2B5EF4-FFF2-40B4-BE49-F238E27FC236}">
                            <a16:creationId xmlns:a16="http://schemas.microsoft.com/office/drawing/2014/main" id="{AB8522C1-DC3A-B4E8-CAC4-028250DE8B94}"/>
                          </a:ext>
                        </a:extLst>
                      </p:cNvPr>
                      <p:cNvPicPr/>
                      <p:nvPr/>
                    </p:nvPicPr>
                    <p:blipFill>
                      <a:blip r:embed="rId157"/>
                      <a:stretch>
                        <a:fillRect/>
                      </a:stretch>
                    </p:blipFill>
                    <p:spPr>
                      <a:xfrm>
                        <a:off x="5158558" y="3660411"/>
                        <a:ext cx="27720" cy="29374"/>
                      </a:xfrm>
                      <a:prstGeom prst="rect">
                        <a:avLst/>
                      </a:prstGeom>
                    </p:spPr>
                  </p:pic>
                </mc:Fallback>
              </mc:AlternateContent>
              <mc:AlternateContent xmlns:mc="http://schemas.openxmlformats.org/markup-compatibility/2006" xmlns:p14="http://schemas.microsoft.com/office/powerpoint/2010/main">
                <mc:Choice Requires="p14">
                  <p:contentPart p14:bwMode="auto" r:id="rId158">
                    <p14:nvContentPartPr>
                      <p14:cNvPr id="192" name="Ink 130">
                        <a:extLst>
                          <a:ext uri="{FF2B5EF4-FFF2-40B4-BE49-F238E27FC236}">
                            <a16:creationId xmlns:a16="http://schemas.microsoft.com/office/drawing/2014/main" id="{406D40A8-2252-237A-5F86-49D45E43B00F}"/>
                          </a:ext>
                        </a:extLst>
                      </p14:cNvPr>
                      <p14:cNvContentPartPr/>
                      <p14:nvPr/>
                    </p14:nvContentPartPr>
                    <p14:xfrm>
                      <a:off x="5128318" y="3701018"/>
                      <a:ext cx="14760" cy="15480"/>
                    </p14:xfrm>
                  </p:contentPart>
                </mc:Choice>
                <mc:Fallback xmlns="">
                  <p:pic>
                    <p:nvPicPr>
                      <p:cNvPr id="192" name="Ink 130">
                        <a:extLst>
                          <a:ext uri="{FF2B5EF4-FFF2-40B4-BE49-F238E27FC236}">
                            <a16:creationId xmlns:a16="http://schemas.microsoft.com/office/drawing/2014/main" id="{406D40A8-2252-237A-5F86-49D45E43B00F}"/>
                          </a:ext>
                        </a:extLst>
                      </p:cNvPr>
                      <p:cNvPicPr/>
                      <p:nvPr/>
                    </p:nvPicPr>
                    <p:blipFill>
                      <a:blip r:embed="rId159"/>
                      <a:stretch>
                        <a:fillRect/>
                      </a:stretch>
                    </p:blipFill>
                    <p:spPr>
                      <a:xfrm>
                        <a:off x="5123998" y="3696698"/>
                        <a:ext cx="23400" cy="24120"/>
                      </a:xfrm>
                      <a:prstGeom prst="rect">
                        <a:avLst/>
                      </a:prstGeom>
                    </p:spPr>
                  </p:pic>
                </mc:Fallback>
              </mc:AlternateContent>
              <mc:AlternateContent xmlns:mc="http://schemas.openxmlformats.org/markup-compatibility/2006" xmlns:p14="http://schemas.microsoft.com/office/powerpoint/2010/main">
                <mc:Choice Requires="p14">
                  <p:contentPart p14:bwMode="auto" r:id="rId160">
                    <p14:nvContentPartPr>
                      <p14:cNvPr id="193" name="Ink 131">
                        <a:extLst>
                          <a:ext uri="{FF2B5EF4-FFF2-40B4-BE49-F238E27FC236}">
                            <a16:creationId xmlns:a16="http://schemas.microsoft.com/office/drawing/2014/main" id="{A9B2B320-81BE-CD72-20D7-E2B26F17A7C1}"/>
                          </a:ext>
                        </a:extLst>
                      </p14:cNvPr>
                      <p14:cNvContentPartPr/>
                      <p14:nvPr/>
                    </p14:nvContentPartPr>
                    <p14:xfrm>
                      <a:off x="5080078" y="3733778"/>
                      <a:ext cx="28080" cy="30960"/>
                    </p14:xfrm>
                  </p:contentPart>
                </mc:Choice>
                <mc:Fallback xmlns="">
                  <p:pic>
                    <p:nvPicPr>
                      <p:cNvPr id="193" name="Ink 131">
                        <a:extLst>
                          <a:ext uri="{FF2B5EF4-FFF2-40B4-BE49-F238E27FC236}">
                            <a16:creationId xmlns:a16="http://schemas.microsoft.com/office/drawing/2014/main" id="{A9B2B320-81BE-CD72-20D7-E2B26F17A7C1}"/>
                          </a:ext>
                        </a:extLst>
                      </p:cNvPr>
                      <p:cNvPicPr/>
                      <p:nvPr/>
                    </p:nvPicPr>
                    <p:blipFill>
                      <a:blip r:embed="rId161"/>
                      <a:stretch>
                        <a:fillRect/>
                      </a:stretch>
                    </p:blipFill>
                    <p:spPr>
                      <a:xfrm>
                        <a:off x="5075758" y="3729458"/>
                        <a:ext cx="36720" cy="39600"/>
                      </a:xfrm>
                      <a:prstGeom prst="rect">
                        <a:avLst/>
                      </a:prstGeom>
                    </p:spPr>
                  </p:pic>
                </mc:Fallback>
              </mc:AlternateContent>
              <mc:AlternateContent xmlns:mc="http://schemas.openxmlformats.org/markup-compatibility/2006" xmlns:p14="http://schemas.microsoft.com/office/powerpoint/2010/main">
                <mc:Choice Requires="p14">
                  <p:contentPart p14:bwMode="auto" r:id="rId162">
                    <p14:nvContentPartPr>
                      <p14:cNvPr id="194" name="Ink 132">
                        <a:extLst>
                          <a:ext uri="{FF2B5EF4-FFF2-40B4-BE49-F238E27FC236}">
                            <a16:creationId xmlns:a16="http://schemas.microsoft.com/office/drawing/2014/main" id="{66F4B618-E586-9FC1-5371-DD21C40DC5F5}"/>
                          </a:ext>
                        </a:extLst>
                      </p14:cNvPr>
                      <p14:cNvContentPartPr/>
                      <p14:nvPr/>
                    </p14:nvContentPartPr>
                    <p14:xfrm>
                      <a:off x="5034358" y="3782738"/>
                      <a:ext cx="27000" cy="29880"/>
                    </p14:xfrm>
                  </p:contentPart>
                </mc:Choice>
                <mc:Fallback xmlns="">
                  <p:pic>
                    <p:nvPicPr>
                      <p:cNvPr id="194" name="Ink 132">
                        <a:extLst>
                          <a:ext uri="{FF2B5EF4-FFF2-40B4-BE49-F238E27FC236}">
                            <a16:creationId xmlns:a16="http://schemas.microsoft.com/office/drawing/2014/main" id="{66F4B618-E586-9FC1-5371-DD21C40DC5F5}"/>
                          </a:ext>
                        </a:extLst>
                      </p:cNvPr>
                      <p:cNvPicPr/>
                      <p:nvPr/>
                    </p:nvPicPr>
                    <p:blipFill>
                      <a:blip r:embed="rId163"/>
                      <a:stretch>
                        <a:fillRect/>
                      </a:stretch>
                    </p:blipFill>
                    <p:spPr>
                      <a:xfrm>
                        <a:off x="5030038" y="3778469"/>
                        <a:ext cx="35640" cy="38417"/>
                      </a:xfrm>
                      <a:prstGeom prst="rect">
                        <a:avLst/>
                      </a:prstGeom>
                    </p:spPr>
                  </p:pic>
                </mc:Fallback>
              </mc:AlternateContent>
              <mc:AlternateContent xmlns:mc="http://schemas.openxmlformats.org/markup-compatibility/2006" xmlns:p14="http://schemas.microsoft.com/office/powerpoint/2010/main">
                <mc:Choice Requires="p14">
                  <p:contentPart p14:bwMode="auto" r:id="rId164">
                    <p14:nvContentPartPr>
                      <p14:cNvPr id="195" name="Ink 133">
                        <a:extLst>
                          <a:ext uri="{FF2B5EF4-FFF2-40B4-BE49-F238E27FC236}">
                            <a16:creationId xmlns:a16="http://schemas.microsoft.com/office/drawing/2014/main" id="{09723A96-F813-CE13-1570-0306230815CA}"/>
                          </a:ext>
                        </a:extLst>
                      </p14:cNvPr>
                      <p14:cNvContentPartPr/>
                      <p14:nvPr/>
                    </p14:nvContentPartPr>
                    <p14:xfrm>
                      <a:off x="4983238" y="3839618"/>
                      <a:ext cx="20520" cy="24480"/>
                    </p14:xfrm>
                  </p:contentPart>
                </mc:Choice>
                <mc:Fallback xmlns="">
                  <p:pic>
                    <p:nvPicPr>
                      <p:cNvPr id="195" name="Ink 133">
                        <a:extLst>
                          <a:ext uri="{FF2B5EF4-FFF2-40B4-BE49-F238E27FC236}">
                            <a16:creationId xmlns:a16="http://schemas.microsoft.com/office/drawing/2014/main" id="{09723A96-F813-CE13-1570-0306230815CA}"/>
                          </a:ext>
                        </a:extLst>
                      </p:cNvPr>
                      <p:cNvPicPr/>
                      <p:nvPr/>
                    </p:nvPicPr>
                    <p:blipFill>
                      <a:blip r:embed="rId165"/>
                      <a:stretch>
                        <a:fillRect/>
                      </a:stretch>
                    </p:blipFill>
                    <p:spPr>
                      <a:xfrm>
                        <a:off x="4978918" y="3835298"/>
                        <a:ext cx="2916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166">
                    <p14:nvContentPartPr>
                      <p14:cNvPr id="196" name="Ink 134">
                        <a:extLst>
                          <a:ext uri="{FF2B5EF4-FFF2-40B4-BE49-F238E27FC236}">
                            <a16:creationId xmlns:a16="http://schemas.microsoft.com/office/drawing/2014/main" id="{95798551-C9F5-5A81-36D9-2A66072E6279}"/>
                          </a:ext>
                        </a:extLst>
                      </p14:cNvPr>
                      <p14:cNvContentPartPr/>
                      <p14:nvPr/>
                    </p14:nvContentPartPr>
                    <p14:xfrm>
                      <a:off x="4934998" y="3880658"/>
                      <a:ext cx="18360" cy="22320"/>
                    </p14:xfrm>
                  </p:contentPart>
                </mc:Choice>
                <mc:Fallback xmlns="">
                  <p:pic>
                    <p:nvPicPr>
                      <p:cNvPr id="196" name="Ink 134">
                        <a:extLst>
                          <a:ext uri="{FF2B5EF4-FFF2-40B4-BE49-F238E27FC236}">
                            <a16:creationId xmlns:a16="http://schemas.microsoft.com/office/drawing/2014/main" id="{95798551-C9F5-5A81-36D9-2A66072E6279}"/>
                          </a:ext>
                        </a:extLst>
                      </p:cNvPr>
                      <p:cNvPicPr/>
                      <p:nvPr/>
                    </p:nvPicPr>
                    <p:blipFill>
                      <a:blip r:embed="rId167"/>
                      <a:stretch>
                        <a:fillRect/>
                      </a:stretch>
                    </p:blipFill>
                    <p:spPr>
                      <a:xfrm>
                        <a:off x="4930678" y="3876338"/>
                        <a:ext cx="27000" cy="30960"/>
                      </a:xfrm>
                      <a:prstGeom prst="rect">
                        <a:avLst/>
                      </a:prstGeom>
                    </p:spPr>
                  </p:pic>
                </mc:Fallback>
              </mc:AlternateContent>
              <mc:AlternateContent xmlns:mc="http://schemas.openxmlformats.org/markup-compatibility/2006" xmlns:p14="http://schemas.microsoft.com/office/powerpoint/2010/main">
                <mc:Choice Requires="p14">
                  <p:contentPart p14:bwMode="auto" r:id="rId168">
                    <p14:nvContentPartPr>
                      <p14:cNvPr id="197" name="Ink 135">
                        <a:extLst>
                          <a:ext uri="{FF2B5EF4-FFF2-40B4-BE49-F238E27FC236}">
                            <a16:creationId xmlns:a16="http://schemas.microsoft.com/office/drawing/2014/main" id="{AD43218D-AB39-DEF3-3B3C-00FE2FF2F6BE}"/>
                          </a:ext>
                        </a:extLst>
                      </p14:cNvPr>
                      <p14:cNvContentPartPr/>
                      <p14:nvPr/>
                    </p14:nvContentPartPr>
                    <p14:xfrm>
                      <a:off x="4895758" y="3921338"/>
                      <a:ext cx="19440" cy="20520"/>
                    </p14:xfrm>
                  </p:contentPart>
                </mc:Choice>
                <mc:Fallback xmlns="">
                  <p:pic>
                    <p:nvPicPr>
                      <p:cNvPr id="197" name="Ink 135">
                        <a:extLst>
                          <a:ext uri="{FF2B5EF4-FFF2-40B4-BE49-F238E27FC236}">
                            <a16:creationId xmlns:a16="http://schemas.microsoft.com/office/drawing/2014/main" id="{AD43218D-AB39-DEF3-3B3C-00FE2FF2F6BE}"/>
                          </a:ext>
                        </a:extLst>
                      </p:cNvPr>
                      <p:cNvPicPr/>
                      <p:nvPr/>
                    </p:nvPicPr>
                    <p:blipFill>
                      <a:blip r:embed="rId169"/>
                      <a:stretch>
                        <a:fillRect/>
                      </a:stretch>
                    </p:blipFill>
                    <p:spPr>
                      <a:xfrm>
                        <a:off x="4891438" y="3917018"/>
                        <a:ext cx="28080" cy="29160"/>
                      </a:xfrm>
                      <a:prstGeom prst="rect">
                        <a:avLst/>
                      </a:prstGeom>
                    </p:spPr>
                  </p:pic>
                </mc:Fallback>
              </mc:AlternateContent>
              <mc:AlternateContent xmlns:mc="http://schemas.openxmlformats.org/markup-compatibility/2006" xmlns:p14="http://schemas.microsoft.com/office/powerpoint/2010/main">
                <mc:Choice Requires="p14">
                  <p:contentPart p14:bwMode="auto" r:id="rId170">
                    <p14:nvContentPartPr>
                      <p14:cNvPr id="198" name="Ink 136">
                        <a:extLst>
                          <a:ext uri="{FF2B5EF4-FFF2-40B4-BE49-F238E27FC236}">
                            <a16:creationId xmlns:a16="http://schemas.microsoft.com/office/drawing/2014/main" id="{7B569584-5E80-E073-0080-2E5F7560E8E1}"/>
                          </a:ext>
                        </a:extLst>
                      </p14:cNvPr>
                      <p14:cNvContentPartPr/>
                      <p14:nvPr/>
                    </p14:nvContentPartPr>
                    <p14:xfrm>
                      <a:off x="3094283" y="4162437"/>
                      <a:ext cx="215640" cy="65160"/>
                    </p14:xfrm>
                  </p:contentPart>
                </mc:Choice>
                <mc:Fallback xmlns="">
                  <p:pic>
                    <p:nvPicPr>
                      <p:cNvPr id="198" name="Ink 136">
                        <a:extLst>
                          <a:ext uri="{FF2B5EF4-FFF2-40B4-BE49-F238E27FC236}">
                            <a16:creationId xmlns:a16="http://schemas.microsoft.com/office/drawing/2014/main" id="{7B569584-5E80-E073-0080-2E5F7560E8E1}"/>
                          </a:ext>
                        </a:extLst>
                      </p:cNvPr>
                      <p:cNvPicPr/>
                      <p:nvPr/>
                    </p:nvPicPr>
                    <p:blipFill>
                      <a:blip r:embed="rId171"/>
                      <a:stretch>
                        <a:fillRect/>
                      </a:stretch>
                    </p:blipFill>
                    <p:spPr>
                      <a:xfrm>
                        <a:off x="3089956" y="4158117"/>
                        <a:ext cx="224294" cy="73800"/>
                      </a:xfrm>
                      <a:prstGeom prst="rect">
                        <a:avLst/>
                      </a:prstGeom>
                    </p:spPr>
                  </p:pic>
                </mc:Fallback>
              </mc:AlternateContent>
              <mc:AlternateContent xmlns:mc="http://schemas.openxmlformats.org/markup-compatibility/2006" xmlns:p14="http://schemas.microsoft.com/office/powerpoint/2010/main">
                <mc:Choice Requires="p14">
                  <p:contentPart p14:bwMode="auto" r:id="rId172">
                    <p14:nvContentPartPr>
                      <p14:cNvPr id="199" name="Ink 137">
                        <a:extLst>
                          <a:ext uri="{FF2B5EF4-FFF2-40B4-BE49-F238E27FC236}">
                            <a16:creationId xmlns:a16="http://schemas.microsoft.com/office/drawing/2014/main" id="{FEC5F7DA-E4E0-63CA-E19C-44816FDF3B65}"/>
                          </a:ext>
                        </a:extLst>
                      </p14:cNvPr>
                      <p14:cNvContentPartPr/>
                      <p14:nvPr/>
                    </p14:nvContentPartPr>
                    <p14:xfrm>
                      <a:off x="3145403" y="4016277"/>
                      <a:ext cx="248040" cy="139680"/>
                    </p14:xfrm>
                  </p:contentPart>
                </mc:Choice>
                <mc:Fallback xmlns="">
                  <p:pic>
                    <p:nvPicPr>
                      <p:cNvPr id="199" name="Ink 137">
                        <a:extLst>
                          <a:ext uri="{FF2B5EF4-FFF2-40B4-BE49-F238E27FC236}">
                            <a16:creationId xmlns:a16="http://schemas.microsoft.com/office/drawing/2014/main" id="{FEC5F7DA-E4E0-63CA-E19C-44816FDF3B65}"/>
                          </a:ext>
                        </a:extLst>
                      </p:cNvPr>
                      <p:cNvPicPr/>
                      <p:nvPr/>
                    </p:nvPicPr>
                    <p:blipFill>
                      <a:blip r:embed="rId173"/>
                      <a:stretch>
                        <a:fillRect/>
                      </a:stretch>
                    </p:blipFill>
                    <p:spPr>
                      <a:xfrm>
                        <a:off x="3141083" y="4011946"/>
                        <a:ext cx="256680" cy="148342"/>
                      </a:xfrm>
                      <a:prstGeom prst="rect">
                        <a:avLst/>
                      </a:prstGeom>
                    </p:spPr>
                  </p:pic>
                </mc:Fallback>
              </mc:AlternateContent>
              <mc:AlternateContent xmlns:mc="http://schemas.openxmlformats.org/markup-compatibility/2006" xmlns:p14="http://schemas.microsoft.com/office/powerpoint/2010/main">
                <mc:Choice Requires="p14">
                  <p:contentPart p14:bwMode="auto" r:id="rId174">
                    <p14:nvContentPartPr>
                      <p14:cNvPr id="200" name="Ink 138">
                        <a:extLst>
                          <a:ext uri="{FF2B5EF4-FFF2-40B4-BE49-F238E27FC236}">
                            <a16:creationId xmlns:a16="http://schemas.microsoft.com/office/drawing/2014/main" id="{AE2D9C40-B2FD-CCE3-77A0-F720AADE863A}"/>
                          </a:ext>
                        </a:extLst>
                      </p14:cNvPr>
                      <p14:cNvContentPartPr/>
                      <p14:nvPr/>
                    </p14:nvContentPartPr>
                    <p14:xfrm>
                      <a:off x="2864963" y="4176477"/>
                      <a:ext cx="259200" cy="52920"/>
                    </p14:xfrm>
                  </p:contentPart>
                </mc:Choice>
                <mc:Fallback xmlns="">
                  <p:pic>
                    <p:nvPicPr>
                      <p:cNvPr id="200" name="Ink 138">
                        <a:extLst>
                          <a:ext uri="{FF2B5EF4-FFF2-40B4-BE49-F238E27FC236}">
                            <a16:creationId xmlns:a16="http://schemas.microsoft.com/office/drawing/2014/main" id="{AE2D9C40-B2FD-CCE3-77A0-F720AADE863A}"/>
                          </a:ext>
                        </a:extLst>
                      </p:cNvPr>
                      <p:cNvPicPr/>
                      <p:nvPr/>
                    </p:nvPicPr>
                    <p:blipFill>
                      <a:blip r:embed="rId175"/>
                      <a:stretch>
                        <a:fillRect/>
                      </a:stretch>
                    </p:blipFill>
                    <p:spPr>
                      <a:xfrm>
                        <a:off x="2860643" y="4172157"/>
                        <a:ext cx="267840" cy="61560"/>
                      </a:xfrm>
                      <a:prstGeom prst="rect">
                        <a:avLst/>
                      </a:prstGeom>
                    </p:spPr>
                  </p:pic>
                </mc:Fallback>
              </mc:AlternateContent>
              <mc:AlternateContent xmlns:mc="http://schemas.openxmlformats.org/markup-compatibility/2006" xmlns:p14="http://schemas.microsoft.com/office/powerpoint/2010/main">
                <mc:Choice Requires="p14">
                  <p:contentPart p14:bwMode="auto" r:id="rId176">
                    <p14:nvContentPartPr>
                      <p14:cNvPr id="201" name="Ink 139">
                        <a:extLst>
                          <a:ext uri="{FF2B5EF4-FFF2-40B4-BE49-F238E27FC236}">
                            <a16:creationId xmlns:a16="http://schemas.microsoft.com/office/drawing/2014/main" id="{D1D5B039-B6FE-F4A8-5446-6B4E84C34710}"/>
                          </a:ext>
                        </a:extLst>
                      </p14:cNvPr>
                      <p14:cNvContentPartPr/>
                      <p14:nvPr/>
                    </p14:nvContentPartPr>
                    <p14:xfrm>
                      <a:off x="2863163" y="4235877"/>
                      <a:ext cx="216360" cy="141840"/>
                    </p14:xfrm>
                  </p:contentPart>
                </mc:Choice>
                <mc:Fallback xmlns="">
                  <p:pic>
                    <p:nvPicPr>
                      <p:cNvPr id="201" name="Ink 139">
                        <a:extLst>
                          <a:ext uri="{FF2B5EF4-FFF2-40B4-BE49-F238E27FC236}">
                            <a16:creationId xmlns:a16="http://schemas.microsoft.com/office/drawing/2014/main" id="{D1D5B039-B6FE-F4A8-5446-6B4E84C34710}"/>
                          </a:ext>
                        </a:extLst>
                      </p:cNvPr>
                      <p:cNvPicPr/>
                      <p:nvPr/>
                    </p:nvPicPr>
                    <p:blipFill>
                      <a:blip r:embed="rId177"/>
                      <a:stretch>
                        <a:fillRect/>
                      </a:stretch>
                    </p:blipFill>
                    <p:spPr>
                      <a:xfrm>
                        <a:off x="2858843" y="4231557"/>
                        <a:ext cx="22500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178">
                    <p14:nvContentPartPr>
                      <p14:cNvPr id="202" name="Ink 140">
                        <a:extLst>
                          <a:ext uri="{FF2B5EF4-FFF2-40B4-BE49-F238E27FC236}">
                            <a16:creationId xmlns:a16="http://schemas.microsoft.com/office/drawing/2014/main" id="{9709758F-185E-815C-7807-2C39B371888E}"/>
                          </a:ext>
                        </a:extLst>
                      </p14:cNvPr>
                      <p14:cNvContentPartPr/>
                      <p14:nvPr/>
                    </p14:nvContentPartPr>
                    <p14:xfrm>
                      <a:off x="3497483" y="4438197"/>
                      <a:ext cx="120600" cy="26640"/>
                    </p14:xfrm>
                  </p:contentPart>
                </mc:Choice>
                <mc:Fallback xmlns="">
                  <p:pic>
                    <p:nvPicPr>
                      <p:cNvPr id="202" name="Ink 140">
                        <a:extLst>
                          <a:ext uri="{FF2B5EF4-FFF2-40B4-BE49-F238E27FC236}">
                            <a16:creationId xmlns:a16="http://schemas.microsoft.com/office/drawing/2014/main" id="{9709758F-185E-815C-7807-2C39B371888E}"/>
                          </a:ext>
                        </a:extLst>
                      </p:cNvPr>
                      <p:cNvPicPr/>
                      <p:nvPr/>
                    </p:nvPicPr>
                    <p:blipFill>
                      <a:blip r:embed="rId179"/>
                      <a:stretch>
                        <a:fillRect/>
                      </a:stretch>
                    </p:blipFill>
                    <p:spPr>
                      <a:xfrm>
                        <a:off x="3493163" y="4433877"/>
                        <a:ext cx="129240" cy="35280"/>
                      </a:xfrm>
                      <a:prstGeom prst="rect">
                        <a:avLst/>
                      </a:prstGeom>
                    </p:spPr>
                  </p:pic>
                </mc:Fallback>
              </mc:AlternateContent>
              <mc:AlternateContent xmlns:mc="http://schemas.openxmlformats.org/markup-compatibility/2006" xmlns:p14="http://schemas.microsoft.com/office/powerpoint/2010/main">
                <mc:Choice Requires="p14">
                  <p:contentPart p14:bwMode="auto" r:id="rId180">
                    <p14:nvContentPartPr>
                      <p14:cNvPr id="203" name="Ink 141">
                        <a:extLst>
                          <a:ext uri="{FF2B5EF4-FFF2-40B4-BE49-F238E27FC236}">
                            <a16:creationId xmlns:a16="http://schemas.microsoft.com/office/drawing/2014/main" id="{E85E12E2-7A61-E8E9-9976-BC0B95FD1337}"/>
                          </a:ext>
                        </a:extLst>
                      </p14:cNvPr>
                      <p14:cNvContentPartPr/>
                      <p14:nvPr/>
                    </p14:nvContentPartPr>
                    <p14:xfrm>
                      <a:off x="3277163" y="4328757"/>
                      <a:ext cx="230040" cy="18000"/>
                    </p14:xfrm>
                  </p:contentPart>
                </mc:Choice>
                <mc:Fallback xmlns="">
                  <p:pic>
                    <p:nvPicPr>
                      <p:cNvPr id="203" name="Ink 141">
                        <a:extLst>
                          <a:ext uri="{FF2B5EF4-FFF2-40B4-BE49-F238E27FC236}">
                            <a16:creationId xmlns:a16="http://schemas.microsoft.com/office/drawing/2014/main" id="{E85E12E2-7A61-E8E9-9976-BC0B95FD1337}"/>
                          </a:ext>
                        </a:extLst>
                      </p:cNvPr>
                      <p:cNvPicPr/>
                      <p:nvPr/>
                    </p:nvPicPr>
                    <p:blipFill>
                      <a:blip r:embed="rId181"/>
                      <a:stretch>
                        <a:fillRect/>
                      </a:stretch>
                    </p:blipFill>
                    <p:spPr>
                      <a:xfrm>
                        <a:off x="3272843" y="4324349"/>
                        <a:ext cx="238680" cy="26816"/>
                      </a:xfrm>
                      <a:prstGeom prst="rect">
                        <a:avLst/>
                      </a:prstGeom>
                    </p:spPr>
                  </p:pic>
                </mc:Fallback>
              </mc:AlternateContent>
              <mc:AlternateContent xmlns:mc="http://schemas.openxmlformats.org/markup-compatibility/2006" xmlns:p14="http://schemas.microsoft.com/office/powerpoint/2010/main">
                <mc:Choice Requires="p14">
                  <p:contentPart p14:bwMode="auto" r:id="rId182">
                    <p14:nvContentPartPr>
                      <p14:cNvPr id="204" name="Ink 142">
                        <a:extLst>
                          <a:ext uri="{FF2B5EF4-FFF2-40B4-BE49-F238E27FC236}">
                            <a16:creationId xmlns:a16="http://schemas.microsoft.com/office/drawing/2014/main" id="{701C37D3-AD03-FAC4-A05D-3031C3F8BDCC}"/>
                          </a:ext>
                        </a:extLst>
                      </p14:cNvPr>
                      <p14:cNvContentPartPr/>
                      <p14:nvPr/>
                    </p14:nvContentPartPr>
                    <p14:xfrm>
                      <a:off x="3557808" y="3997530"/>
                      <a:ext cx="200520" cy="138240"/>
                    </p14:xfrm>
                  </p:contentPart>
                </mc:Choice>
                <mc:Fallback xmlns="">
                  <p:pic>
                    <p:nvPicPr>
                      <p:cNvPr id="204" name="Ink 142">
                        <a:extLst>
                          <a:ext uri="{FF2B5EF4-FFF2-40B4-BE49-F238E27FC236}">
                            <a16:creationId xmlns:a16="http://schemas.microsoft.com/office/drawing/2014/main" id="{701C37D3-AD03-FAC4-A05D-3031C3F8BDCC}"/>
                          </a:ext>
                        </a:extLst>
                      </p:cNvPr>
                      <p:cNvPicPr/>
                      <p:nvPr/>
                    </p:nvPicPr>
                    <p:blipFill>
                      <a:blip r:embed="rId183"/>
                      <a:stretch>
                        <a:fillRect/>
                      </a:stretch>
                    </p:blipFill>
                    <p:spPr>
                      <a:xfrm>
                        <a:off x="3553488" y="3993210"/>
                        <a:ext cx="209160" cy="146880"/>
                      </a:xfrm>
                      <a:prstGeom prst="rect">
                        <a:avLst/>
                      </a:prstGeom>
                    </p:spPr>
                  </p:pic>
                </mc:Fallback>
              </mc:AlternateContent>
              <mc:AlternateContent xmlns:mc="http://schemas.openxmlformats.org/markup-compatibility/2006" xmlns:p14="http://schemas.microsoft.com/office/powerpoint/2010/main">
                <mc:Choice Requires="p14">
                  <p:contentPart p14:bwMode="auto" r:id="rId184">
                    <p14:nvContentPartPr>
                      <p14:cNvPr id="205" name="Ink 143">
                        <a:extLst>
                          <a:ext uri="{FF2B5EF4-FFF2-40B4-BE49-F238E27FC236}">
                            <a16:creationId xmlns:a16="http://schemas.microsoft.com/office/drawing/2014/main" id="{863CE8CE-5530-8E42-BEDA-833C2D3D6A7D}"/>
                          </a:ext>
                        </a:extLst>
                      </p14:cNvPr>
                      <p14:cNvContentPartPr/>
                      <p14:nvPr/>
                    </p14:nvContentPartPr>
                    <p14:xfrm>
                      <a:off x="3508848" y="4007250"/>
                      <a:ext cx="163080" cy="111960"/>
                    </p14:xfrm>
                  </p:contentPart>
                </mc:Choice>
                <mc:Fallback xmlns="">
                  <p:pic>
                    <p:nvPicPr>
                      <p:cNvPr id="205" name="Ink 143">
                        <a:extLst>
                          <a:ext uri="{FF2B5EF4-FFF2-40B4-BE49-F238E27FC236}">
                            <a16:creationId xmlns:a16="http://schemas.microsoft.com/office/drawing/2014/main" id="{863CE8CE-5530-8E42-BEDA-833C2D3D6A7D}"/>
                          </a:ext>
                        </a:extLst>
                      </p:cNvPr>
                      <p:cNvPicPr/>
                      <p:nvPr/>
                    </p:nvPicPr>
                    <p:blipFill>
                      <a:blip r:embed="rId185"/>
                      <a:stretch>
                        <a:fillRect/>
                      </a:stretch>
                    </p:blipFill>
                    <p:spPr>
                      <a:xfrm>
                        <a:off x="3504528" y="4002930"/>
                        <a:ext cx="17172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186">
                    <p14:nvContentPartPr>
                      <p14:cNvPr id="206" name="Ink 144">
                        <a:extLst>
                          <a:ext uri="{FF2B5EF4-FFF2-40B4-BE49-F238E27FC236}">
                            <a16:creationId xmlns:a16="http://schemas.microsoft.com/office/drawing/2014/main" id="{BE4CEE31-8937-558C-F865-B031CE45436E}"/>
                          </a:ext>
                        </a:extLst>
                      </p14:cNvPr>
                      <p14:cNvContentPartPr/>
                      <p14:nvPr/>
                    </p14:nvContentPartPr>
                    <p14:xfrm>
                      <a:off x="3292488" y="3993930"/>
                      <a:ext cx="120960" cy="82800"/>
                    </p14:xfrm>
                  </p:contentPart>
                </mc:Choice>
                <mc:Fallback xmlns="">
                  <p:pic>
                    <p:nvPicPr>
                      <p:cNvPr id="206" name="Ink 144">
                        <a:extLst>
                          <a:ext uri="{FF2B5EF4-FFF2-40B4-BE49-F238E27FC236}">
                            <a16:creationId xmlns:a16="http://schemas.microsoft.com/office/drawing/2014/main" id="{BE4CEE31-8937-558C-F865-B031CE45436E}"/>
                          </a:ext>
                        </a:extLst>
                      </p:cNvPr>
                      <p:cNvPicPr/>
                      <p:nvPr/>
                    </p:nvPicPr>
                    <p:blipFill>
                      <a:blip r:embed="rId187"/>
                      <a:stretch>
                        <a:fillRect/>
                      </a:stretch>
                    </p:blipFill>
                    <p:spPr>
                      <a:xfrm>
                        <a:off x="3288168" y="3989610"/>
                        <a:ext cx="129600" cy="91440"/>
                      </a:xfrm>
                      <a:prstGeom prst="rect">
                        <a:avLst/>
                      </a:prstGeom>
                    </p:spPr>
                  </p:pic>
                </mc:Fallback>
              </mc:AlternateContent>
              <mc:AlternateContent xmlns:mc="http://schemas.openxmlformats.org/markup-compatibility/2006" xmlns:p14="http://schemas.microsoft.com/office/powerpoint/2010/main">
                <mc:Choice Requires="p14">
                  <p:contentPart p14:bwMode="auto" r:id="rId188">
                    <p14:nvContentPartPr>
                      <p14:cNvPr id="207" name="Ink 145">
                        <a:extLst>
                          <a:ext uri="{FF2B5EF4-FFF2-40B4-BE49-F238E27FC236}">
                            <a16:creationId xmlns:a16="http://schemas.microsoft.com/office/drawing/2014/main" id="{7ACEA566-C072-BEA4-4D49-A4DDAF556262}"/>
                          </a:ext>
                        </a:extLst>
                      </p14:cNvPr>
                      <p14:cNvContentPartPr/>
                      <p14:nvPr/>
                    </p14:nvContentPartPr>
                    <p14:xfrm>
                      <a:off x="3397608" y="4063050"/>
                      <a:ext cx="273960" cy="55440"/>
                    </p14:xfrm>
                  </p:contentPart>
                </mc:Choice>
                <mc:Fallback xmlns="">
                  <p:pic>
                    <p:nvPicPr>
                      <p:cNvPr id="207" name="Ink 145">
                        <a:extLst>
                          <a:ext uri="{FF2B5EF4-FFF2-40B4-BE49-F238E27FC236}">
                            <a16:creationId xmlns:a16="http://schemas.microsoft.com/office/drawing/2014/main" id="{7ACEA566-C072-BEA4-4D49-A4DDAF556262}"/>
                          </a:ext>
                        </a:extLst>
                      </p:cNvPr>
                      <p:cNvPicPr/>
                      <p:nvPr/>
                    </p:nvPicPr>
                    <p:blipFill>
                      <a:blip r:embed="rId189"/>
                      <a:stretch>
                        <a:fillRect/>
                      </a:stretch>
                    </p:blipFill>
                    <p:spPr>
                      <a:xfrm>
                        <a:off x="3393288" y="4058702"/>
                        <a:ext cx="282600" cy="64136"/>
                      </a:xfrm>
                      <a:prstGeom prst="rect">
                        <a:avLst/>
                      </a:prstGeom>
                    </p:spPr>
                  </p:pic>
                </mc:Fallback>
              </mc:AlternateContent>
              <mc:AlternateContent xmlns:mc="http://schemas.openxmlformats.org/markup-compatibility/2006" xmlns:p14="http://schemas.microsoft.com/office/powerpoint/2010/main">
                <mc:Choice Requires="p14">
                  <p:contentPart p14:bwMode="auto" r:id="rId190">
                    <p14:nvContentPartPr>
                      <p14:cNvPr id="208" name="Ink 146">
                        <a:extLst>
                          <a:ext uri="{FF2B5EF4-FFF2-40B4-BE49-F238E27FC236}">
                            <a16:creationId xmlns:a16="http://schemas.microsoft.com/office/drawing/2014/main" id="{C19EB13A-2510-548B-0DA4-AA5AB55EE19A}"/>
                          </a:ext>
                        </a:extLst>
                      </p14:cNvPr>
                      <p14:cNvContentPartPr/>
                      <p14:nvPr/>
                    </p14:nvContentPartPr>
                    <p14:xfrm>
                      <a:off x="2855923" y="3863738"/>
                      <a:ext cx="123840" cy="137520"/>
                    </p14:xfrm>
                  </p:contentPart>
                </mc:Choice>
                <mc:Fallback xmlns="">
                  <p:pic>
                    <p:nvPicPr>
                      <p:cNvPr id="208" name="Ink 146">
                        <a:extLst>
                          <a:ext uri="{FF2B5EF4-FFF2-40B4-BE49-F238E27FC236}">
                            <a16:creationId xmlns:a16="http://schemas.microsoft.com/office/drawing/2014/main" id="{C19EB13A-2510-548B-0DA4-AA5AB55EE19A}"/>
                          </a:ext>
                        </a:extLst>
                      </p:cNvPr>
                      <p:cNvPicPr/>
                      <p:nvPr/>
                    </p:nvPicPr>
                    <p:blipFill>
                      <a:blip r:embed="rId191"/>
                      <a:stretch>
                        <a:fillRect/>
                      </a:stretch>
                    </p:blipFill>
                    <p:spPr>
                      <a:xfrm>
                        <a:off x="2851603" y="3859418"/>
                        <a:ext cx="13248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192">
                    <p14:nvContentPartPr>
                      <p14:cNvPr id="209" name="Ink 147">
                        <a:extLst>
                          <a:ext uri="{FF2B5EF4-FFF2-40B4-BE49-F238E27FC236}">
                            <a16:creationId xmlns:a16="http://schemas.microsoft.com/office/drawing/2014/main" id="{38804C85-0CC3-1DF4-AB23-5A40ABE9EF95}"/>
                          </a:ext>
                        </a:extLst>
                      </p14:cNvPr>
                      <p14:cNvContentPartPr/>
                      <p14:nvPr/>
                    </p14:nvContentPartPr>
                    <p14:xfrm>
                      <a:off x="2889043" y="3929618"/>
                      <a:ext cx="57960" cy="44280"/>
                    </p14:xfrm>
                  </p:contentPart>
                </mc:Choice>
                <mc:Fallback xmlns="">
                  <p:pic>
                    <p:nvPicPr>
                      <p:cNvPr id="209" name="Ink 147">
                        <a:extLst>
                          <a:ext uri="{FF2B5EF4-FFF2-40B4-BE49-F238E27FC236}">
                            <a16:creationId xmlns:a16="http://schemas.microsoft.com/office/drawing/2014/main" id="{38804C85-0CC3-1DF4-AB23-5A40ABE9EF95}"/>
                          </a:ext>
                        </a:extLst>
                      </p:cNvPr>
                      <p:cNvPicPr/>
                      <p:nvPr/>
                    </p:nvPicPr>
                    <p:blipFill>
                      <a:blip r:embed="rId193"/>
                      <a:stretch>
                        <a:fillRect/>
                      </a:stretch>
                    </p:blipFill>
                    <p:spPr>
                      <a:xfrm>
                        <a:off x="2884723" y="3925298"/>
                        <a:ext cx="666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4">
                    <p14:nvContentPartPr>
                      <p14:cNvPr id="210" name="Ink 148">
                        <a:extLst>
                          <a:ext uri="{FF2B5EF4-FFF2-40B4-BE49-F238E27FC236}">
                            <a16:creationId xmlns:a16="http://schemas.microsoft.com/office/drawing/2014/main" id="{50266A69-9D78-3FE7-471F-8608D33D0D92}"/>
                          </a:ext>
                        </a:extLst>
                      </p14:cNvPr>
                      <p14:cNvContentPartPr/>
                      <p14:nvPr/>
                    </p14:nvContentPartPr>
                    <p14:xfrm>
                      <a:off x="2979763" y="3861578"/>
                      <a:ext cx="115560" cy="125280"/>
                    </p14:xfrm>
                  </p:contentPart>
                </mc:Choice>
                <mc:Fallback xmlns="">
                  <p:pic>
                    <p:nvPicPr>
                      <p:cNvPr id="210" name="Ink 148">
                        <a:extLst>
                          <a:ext uri="{FF2B5EF4-FFF2-40B4-BE49-F238E27FC236}">
                            <a16:creationId xmlns:a16="http://schemas.microsoft.com/office/drawing/2014/main" id="{50266A69-9D78-3FE7-471F-8608D33D0D92}"/>
                          </a:ext>
                        </a:extLst>
                      </p:cNvPr>
                      <p:cNvPicPr/>
                      <p:nvPr/>
                    </p:nvPicPr>
                    <p:blipFill>
                      <a:blip r:embed="rId195"/>
                      <a:stretch>
                        <a:fillRect/>
                      </a:stretch>
                    </p:blipFill>
                    <p:spPr>
                      <a:xfrm>
                        <a:off x="2975456" y="3857258"/>
                        <a:ext cx="124173" cy="133920"/>
                      </a:xfrm>
                      <a:prstGeom prst="rect">
                        <a:avLst/>
                      </a:prstGeom>
                    </p:spPr>
                  </p:pic>
                </mc:Fallback>
              </mc:AlternateContent>
              <mc:AlternateContent xmlns:mc="http://schemas.openxmlformats.org/markup-compatibility/2006" xmlns:p14="http://schemas.microsoft.com/office/powerpoint/2010/main">
                <mc:Choice Requires="p14">
                  <p:contentPart p14:bwMode="auto" r:id="rId196">
                    <p14:nvContentPartPr>
                      <p14:cNvPr id="211" name="Ink 149">
                        <a:extLst>
                          <a:ext uri="{FF2B5EF4-FFF2-40B4-BE49-F238E27FC236}">
                            <a16:creationId xmlns:a16="http://schemas.microsoft.com/office/drawing/2014/main" id="{EBCC9448-0695-D444-958A-B033F2692256}"/>
                          </a:ext>
                        </a:extLst>
                      </p14:cNvPr>
                      <p14:cNvContentPartPr/>
                      <p14:nvPr/>
                    </p14:nvContentPartPr>
                    <p14:xfrm>
                      <a:off x="2998843" y="3927098"/>
                      <a:ext cx="50760" cy="44280"/>
                    </p14:xfrm>
                  </p:contentPart>
                </mc:Choice>
                <mc:Fallback xmlns="">
                  <p:pic>
                    <p:nvPicPr>
                      <p:cNvPr id="211" name="Ink 149">
                        <a:extLst>
                          <a:ext uri="{FF2B5EF4-FFF2-40B4-BE49-F238E27FC236}">
                            <a16:creationId xmlns:a16="http://schemas.microsoft.com/office/drawing/2014/main" id="{EBCC9448-0695-D444-958A-B033F2692256}"/>
                          </a:ext>
                        </a:extLst>
                      </p:cNvPr>
                      <p:cNvPicPr/>
                      <p:nvPr/>
                    </p:nvPicPr>
                    <p:blipFill>
                      <a:blip r:embed="rId197"/>
                      <a:stretch>
                        <a:fillRect/>
                      </a:stretch>
                    </p:blipFill>
                    <p:spPr>
                      <a:xfrm>
                        <a:off x="2994523" y="3922778"/>
                        <a:ext cx="59400" cy="52920"/>
                      </a:xfrm>
                      <a:prstGeom prst="rect">
                        <a:avLst/>
                      </a:prstGeom>
                    </p:spPr>
                  </p:pic>
                </mc:Fallback>
              </mc:AlternateContent>
              <mc:AlternateContent xmlns:mc="http://schemas.openxmlformats.org/markup-compatibility/2006" xmlns:p14="http://schemas.microsoft.com/office/powerpoint/2010/main">
                <mc:Choice Requires="p14">
                  <p:contentPart p14:bwMode="auto" r:id="rId198">
                    <p14:nvContentPartPr>
                      <p14:cNvPr id="212" name="Ink 150">
                        <a:extLst>
                          <a:ext uri="{FF2B5EF4-FFF2-40B4-BE49-F238E27FC236}">
                            <a16:creationId xmlns:a16="http://schemas.microsoft.com/office/drawing/2014/main" id="{714EC55D-9D3A-687E-2210-412B11B2E468}"/>
                          </a:ext>
                        </a:extLst>
                      </p14:cNvPr>
                      <p14:cNvContentPartPr/>
                      <p14:nvPr/>
                    </p14:nvContentPartPr>
                    <p14:xfrm>
                      <a:off x="3094243" y="3857618"/>
                      <a:ext cx="113760" cy="135000"/>
                    </p14:xfrm>
                  </p:contentPart>
                </mc:Choice>
                <mc:Fallback xmlns="">
                  <p:pic>
                    <p:nvPicPr>
                      <p:cNvPr id="212" name="Ink 150">
                        <a:extLst>
                          <a:ext uri="{FF2B5EF4-FFF2-40B4-BE49-F238E27FC236}">
                            <a16:creationId xmlns:a16="http://schemas.microsoft.com/office/drawing/2014/main" id="{714EC55D-9D3A-687E-2210-412B11B2E468}"/>
                          </a:ext>
                        </a:extLst>
                      </p:cNvPr>
                      <p:cNvPicPr/>
                      <p:nvPr/>
                    </p:nvPicPr>
                    <p:blipFill>
                      <a:blip r:embed="rId199"/>
                      <a:stretch>
                        <a:fillRect/>
                      </a:stretch>
                    </p:blipFill>
                    <p:spPr>
                      <a:xfrm>
                        <a:off x="3089923" y="3853286"/>
                        <a:ext cx="122400" cy="143663"/>
                      </a:xfrm>
                      <a:prstGeom prst="rect">
                        <a:avLst/>
                      </a:prstGeom>
                    </p:spPr>
                  </p:pic>
                </mc:Fallback>
              </mc:AlternateContent>
              <mc:AlternateContent xmlns:mc="http://schemas.openxmlformats.org/markup-compatibility/2006" xmlns:p14="http://schemas.microsoft.com/office/powerpoint/2010/main">
                <mc:Choice Requires="p14">
                  <p:contentPart p14:bwMode="auto" r:id="rId200">
                    <p14:nvContentPartPr>
                      <p14:cNvPr id="213" name="Ink 151">
                        <a:extLst>
                          <a:ext uri="{FF2B5EF4-FFF2-40B4-BE49-F238E27FC236}">
                            <a16:creationId xmlns:a16="http://schemas.microsoft.com/office/drawing/2014/main" id="{DCB1D97A-7DA8-110D-F14F-86C28A3A2D31}"/>
                          </a:ext>
                        </a:extLst>
                      </p14:cNvPr>
                      <p14:cNvContentPartPr/>
                      <p14:nvPr/>
                    </p14:nvContentPartPr>
                    <p14:xfrm>
                      <a:off x="3114403" y="3923858"/>
                      <a:ext cx="66240" cy="55800"/>
                    </p14:xfrm>
                  </p:contentPart>
                </mc:Choice>
                <mc:Fallback xmlns="">
                  <p:pic>
                    <p:nvPicPr>
                      <p:cNvPr id="213" name="Ink 151">
                        <a:extLst>
                          <a:ext uri="{FF2B5EF4-FFF2-40B4-BE49-F238E27FC236}">
                            <a16:creationId xmlns:a16="http://schemas.microsoft.com/office/drawing/2014/main" id="{DCB1D97A-7DA8-110D-F14F-86C28A3A2D31}"/>
                          </a:ext>
                        </a:extLst>
                      </p:cNvPr>
                      <p:cNvPicPr/>
                      <p:nvPr/>
                    </p:nvPicPr>
                    <p:blipFill>
                      <a:blip r:embed="rId201"/>
                      <a:stretch>
                        <a:fillRect/>
                      </a:stretch>
                    </p:blipFill>
                    <p:spPr>
                      <a:xfrm>
                        <a:off x="3110083" y="3919538"/>
                        <a:ext cx="74880" cy="64440"/>
                      </a:xfrm>
                      <a:prstGeom prst="rect">
                        <a:avLst/>
                      </a:prstGeom>
                    </p:spPr>
                  </p:pic>
                </mc:Fallback>
              </mc:AlternateContent>
              <mc:AlternateContent xmlns:mc="http://schemas.openxmlformats.org/markup-compatibility/2006" xmlns:p14="http://schemas.microsoft.com/office/powerpoint/2010/main">
                <mc:Choice Requires="p14">
                  <p:contentPart p14:bwMode="auto" r:id="rId202">
                    <p14:nvContentPartPr>
                      <p14:cNvPr id="214" name="Ink 152">
                        <a:extLst>
                          <a:ext uri="{FF2B5EF4-FFF2-40B4-BE49-F238E27FC236}">
                            <a16:creationId xmlns:a16="http://schemas.microsoft.com/office/drawing/2014/main" id="{45AFFD3F-F8C5-D8A1-D4A1-4D52043DEFE6}"/>
                          </a:ext>
                        </a:extLst>
                      </p14:cNvPr>
                      <p14:cNvContentPartPr/>
                      <p14:nvPr/>
                    </p14:nvContentPartPr>
                    <p14:xfrm>
                      <a:off x="3211243" y="3855098"/>
                      <a:ext cx="106200" cy="134280"/>
                    </p14:xfrm>
                  </p:contentPart>
                </mc:Choice>
                <mc:Fallback xmlns="">
                  <p:pic>
                    <p:nvPicPr>
                      <p:cNvPr id="214" name="Ink 152">
                        <a:extLst>
                          <a:ext uri="{FF2B5EF4-FFF2-40B4-BE49-F238E27FC236}">
                            <a16:creationId xmlns:a16="http://schemas.microsoft.com/office/drawing/2014/main" id="{45AFFD3F-F8C5-D8A1-D4A1-4D52043DEFE6}"/>
                          </a:ext>
                        </a:extLst>
                      </p:cNvPr>
                      <p:cNvPicPr/>
                      <p:nvPr/>
                    </p:nvPicPr>
                    <p:blipFill>
                      <a:blip r:embed="rId203"/>
                      <a:stretch>
                        <a:fillRect/>
                      </a:stretch>
                    </p:blipFill>
                    <p:spPr>
                      <a:xfrm>
                        <a:off x="3206938" y="3850766"/>
                        <a:ext cx="114811" cy="142943"/>
                      </a:xfrm>
                      <a:prstGeom prst="rect">
                        <a:avLst/>
                      </a:prstGeom>
                    </p:spPr>
                  </p:pic>
                </mc:Fallback>
              </mc:AlternateContent>
              <mc:AlternateContent xmlns:mc="http://schemas.openxmlformats.org/markup-compatibility/2006" xmlns:p14="http://schemas.microsoft.com/office/powerpoint/2010/main">
                <mc:Choice Requires="p14">
                  <p:contentPart p14:bwMode="auto" r:id="rId204">
                    <p14:nvContentPartPr>
                      <p14:cNvPr id="215" name="Ink 153">
                        <a:extLst>
                          <a:ext uri="{FF2B5EF4-FFF2-40B4-BE49-F238E27FC236}">
                            <a16:creationId xmlns:a16="http://schemas.microsoft.com/office/drawing/2014/main" id="{137E1D87-88AB-D31F-CCDA-FE1E536C2AF2}"/>
                          </a:ext>
                        </a:extLst>
                      </p14:cNvPr>
                      <p14:cNvContentPartPr/>
                      <p14:nvPr/>
                    </p14:nvContentPartPr>
                    <p14:xfrm>
                      <a:off x="3234643" y="3923498"/>
                      <a:ext cx="60840" cy="36000"/>
                    </p14:xfrm>
                  </p:contentPart>
                </mc:Choice>
                <mc:Fallback xmlns="">
                  <p:pic>
                    <p:nvPicPr>
                      <p:cNvPr id="215" name="Ink 153">
                        <a:extLst>
                          <a:ext uri="{FF2B5EF4-FFF2-40B4-BE49-F238E27FC236}">
                            <a16:creationId xmlns:a16="http://schemas.microsoft.com/office/drawing/2014/main" id="{137E1D87-88AB-D31F-CCDA-FE1E536C2AF2}"/>
                          </a:ext>
                        </a:extLst>
                      </p:cNvPr>
                      <p:cNvPicPr/>
                      <p:nvPr/>
                    </p:nvPicPr>
                    <p:blipFill>
                      <a:blip r:embed="rId205"/>
                      <a:stretch>
                        <a:fillRect/>
                      </a:stretch>
                    </p:blipFill>
                    <p:spPr>
                      <a:xfrm>
                        <a:off x="3230323" y="3919134"/>
                        <a:ext cx="69480" cy="44727"/>
                      </a:xfrm>
                      <a:prstGeom prst="rect">
                        <a:avLst/>
                      </a:prstGeom>
                    </p:spPr>
                  </p:pic>
                </mc:Fallback>
              </mc:AlternateContent>
              <mc:AlternateContent xmlns:mc="http://schemas.openxmlformats.org/markup-compatibility/2006" xmlns:p14="http://schemas.microsoft.com/office/powerpoint/2010/main">
                <mc:Choice Requires="p14">
                  <p:contentPart p14:bwMode="auto" r:id="rId206">
                    <p14:nvContentPartPr>
                      <p14:cNvPr id="216" name="Ink 154">
                        <a:extLst>
                          <a:ext uri="{FF2B5EF4-FFF2-40B4-BE49-F238E27FC236}">
                            <a16:creationId xmlns:a16="http://schemas.microsoft.com/office/drawing/2014/main" id="{D7936D3E-47E2-5F6D-B48A-B0044E1F7F9D}"/>
                          </a:ext>
                        </a:extLst>
                      </p14:cNvPr>
                      <p14:cNvContentPartPr/>
                      <p14:nvPr/>
                    </p14:nvContentPartPr>
                    <p14:xfrm>
                      <a:off x="3321403" y="3852578"/>
                      <a:ext cx="121320" cy="137160"/>
                    </p14:xfrm>
                  </p:contentPart>
                </mc:Choice>
                <mc:Fallback xmlns="">
                  <p:pic>
                    <p:nvPicPr>
                      <p:cNvPr id="216" name="Ink 154">
                        <a:extLst>
                          <a:ext uri="{FF2B5EF4-FFF2-40B4-BE49-F238E27FC236}">
                            <a16:creationId xmlns:a16="http://schemas.microsoft.com/office/drawing/2014/main" id="{D7936D3E-47E2-5F6D-B48A-B0044E1F7F9D}"/>
                          </a:ext>
                        </a:extLst>
                      </p:cNvPr>
                      <p:cNvPicPr/>
                      <p:nvPr/>
                    </p:nvPicPr>
                    <p:blipFill>
                      <a:blip r:embed="rId207"/>
                      <a:stretch>
                        <a:fillRect/>
                      </a:stretch>
                    </p:blipFill>
                    <p:spPr>
                      <a:xfrm>
                        <a:off x="3317083" y="3848258"/>
                        <a:ext cx="129960" cy="145800"/>
                      </a:xfrm>
                      <a:prstGeom prst="rect">
                        <a:avLst/>
                      </a:prstGeom>
                    </p:spPr>
                  </p:pic>
                </mc:Fallback>
              </mc:AlternateContent>
              <mc:AlternateContent xmlns:mc="http://schemas.openxmlformats.org/markup-compatibility/2006" xmlns:p14="http://schemas.microsoft.com/office/powerpoint/2010/main">
                <mc:Choice Requires="p14">
                  <p:contentPart p14:bwMode="auto" r:id="rId208">
                    <p14:nvContentPartPr>
                      <p14:cNvPr id="217" name="Ink 155">
                        <a:extLst>
                          <a:ext uri="{FF2B5EF4-FFF2-40B4-BE49-F238E27FC236}">
                            <a16:creationId xmlns:a16="http://schemas.microsoft.com/office/drawing/2014/main" id="{E82245B3-12AF-BDB6-83A7-2910DD787466}"/>
                          </a:ext>
                        </a:extLst>
                      </p14:cNvPr>
                      <p14:cNvContentPartPr/>
                      <p14:nvPr/>
                    </p14:nvContentPartPr>
                    <p14:xfrm>
                      <a:off x="3346603" y="3920618"/>
                      <a:ext cx="64080" cy="42120"/>
                    </p14:xfrm>
                  </p:contentPart>
                </mc:Choice>
                <mc:Fallback xmlns="">
                  <p:pic>
                    <p:nvPicPr>
                      <p:cNvPr id="217" name="Ink 155">
                        <a:extLst>
                          <a:ext uri="{FF2B5EF4-FFF2-40B4-BE49-F238E27FC236}">
                            <a16:creationId xmlns:a16="http://schemas.microsoft.com/office/drawing/2014/main" id="{E82245B3-12AF-BDB6-83A7-2910DD787466}"/>
                          </a:ext>
                        </a:extLst>
                      </p:cNvPr>
                      <p:cNvPicPr/>
                      <p:nvPr/>
                    </p:nvPicPr>
                    <p:blipFill>
                      <a:blip r:embed="rId209"/>
                      <a:stretch>
                        <a:fillRect/>
                      </a:stretch>
                    </p:blipFill>
                    <p:spPr>
                      <a:xfrm>
                        <a:off x="3342283" y="3916298"/>
                        <a:ext cx="72720" cy="50760"/>
                      </a:xfrm>
                      <a:prstGeom prst="rect">
                        <a:avLst/>
                      </a:prstGeom>
                    </p:spPr>
                  </p:pic>
                </mc:Fallback>
              </mc:AlternateContent>
              <mc:AlternateContent xmlns:mc="http://schemas.openxmlformats.org/markup-compatibility/2006" xmlns:p14="http://schemas.microsoft.com/office/powerpoint/2010/main">
                <mc:Choice Requires="p14">
                  <p:contentPart p14:bwMode="auto" r:id="rId210">
                    <p14:nvContentPartPr>
                      <p14:cNvPr id="218" name="Ink 156">
                        <a:extLst>
                          <a:ext uri="{FF2B5EF4-FFF2-40B4-BE49-F238E27FC236}">
                            <a16:creationId xmlns:a16="http://schemas.microsoft.com/office/drawing/2014/main" id="{9094CD51-C2D3-0D0F-AABC-A370253B6F0F}"/>
                          </a:ext>
                        </a:extLst>
                      </p14:cNvPr>
                      <p14:cNvContentPartPr/>
                      <p14:nvPr/>
                    </p14:nvContentPartPr>
                    <p14:xfrm>
                      <a:off x="3436963" y="3862658"/>
                      <a:ext cx="97560" cy="127440"/>
                    </p14:xfrm>
                  </p:contentPart>
                </mc:Choice>
                <mc:Fallback xmlns="">
                  <p:pic>
                    <p:nvPicPr>
                      <p:cNvPr id="218" name="Ink 156">
                        <a:extLst>
                          <a:ext uri="{FF2B5EF4-FFF2-40B4-BE49-F238E27FC236}">
                            <a16:creationId xmlns:a16="http://schemas.microsoft.com/office/drawing/2014/main" id="{9094CD51-C2D3-0D0F-AABC-A370253B6F0F}"/>
                          </a:ext>
                        </a:extLst>
                      </p:cNvPr>
                      <p:cNvPicPr/>
                      <p:nvPr/>
                    </p:nvPicPr>
                    <p:blipFill>
                      <a:blip r:embed="rId211"/>
                      <a:stretch>
                        <a:fillRect/>
                      </a:stretch>
                    </p:blipFill>
                    <p:spPr>
                      <a:xfrm>
                        <a:off x="3432643" y="3858338"/>
                        <a:ext cx="10620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12">
                    <p14:nvContentPartPr>
                      <p14:cNvPr id="219" name="Ink 157">
                        <a:extLst>
                          <a:ext uri="{FF2B5EF4-FFF2-40B4-BE49-F238E27FC236}">
                            <a16:creationId xmlns:a16="http://schemas.microsoft.com/office/drawing/2014/main" id="{CCC06DF8-C3E9-DF21-56ED-27E59EA60BC7}"/>
                          </a:ext>
                        </a:extLst>
                      </p14:cNvPr>
                      <p14:cNvContentPartPr/>
                      <p14:nvPr/>
                    </p14:nvContentPartPr>
                    <p14:xfrm>
                      <a:off x="3462523" y="3929258"/>
                      <a:ext cx="54720" cy="40320"/>
                    </p14:xfrm>
                  </p:contentPart>
                </mc:Choice>
                <mc:Fallback xmlns="">
                  <p:pic>
                    <p:nvPicPr>
                      <p:cNvPr id="219" name="Ink 157">
                        <a:extLst>
                          <a:ext uri="{FF2B5EF4-FFF2-40B4-BE49-F238E27FC236}">
                            <a16:creationId xmlns:a16="http://schemas.microsoft.com/office/drawing/2014/main" id="{CCC06DF8-C3E9-DF21-56ED-27E59EA60BC7}"/>
                          </a:ext>
                        </a:extLst>
                      </p:cNvPr>
                      <p:cNvPicPr/>
                      <p:nvPr/>
                    </p:nvPicPr>
                    <p:blipFill>
                      <a:blip r:embed="rId213"/>
                      <a:stretch>
                        <a:fillRect/>
                      </a:stretch>
                    </p:blipFill>
                    <p:spPr>
                      <a:xfrm>
                        <a:off x="3458174" y="3924938"/>
                        <a:ext cx="63417" cy="48960"/>
                      </a:xfrm>
                      <a:prstGeom prst="rect">
                        <a:avLst/>
                      </a:prstGeom>
                    </p:spPr>
                  </p:pic>
                </mc:Fallback>
              </mc:AlternateContent>
              <mc:AlternateContent xmlns:mc="http://schemas.openxmlformats.org/markup-compatibility/2006" xmlns:p14="http://schemas.microsoft.com/office/powerpoint/2010/main">
                <mc:Choice Requires="p14">
                  <p:contentPart p14:bwMode="auto" r:id="rId214">
                    <p14:nvContentPartPr>
                      <p14:cNvPr id="220" name="Ink 158">
                        <a:extLst>
                          <a:ext uri="{FF2B5EF4-FFF2-40B4-BE49-F238E27FC236}">
                            <a16:creationId xmlns:a16="http://schemas.microsoft.com/office/drawing/2014/main" id="{7D0A268F-FF8A-81A5-9BDB-8028D1D81DAD}"/>
                          </a:ext>
                        </a:extLst>
                      </p14:cNvPr>
                      <p14:cNvContentPartPr/>
                      <p14:nvPr/>
                    </p14:nvContentPartPr>
                    <p14:xfrm>
                      <a:off x="3529123" y="3865178"/>
                      <a:ext cx="125280" cy="121320"/>
                    </p14:xfrm>
                  </p:contentPart>
                </mc:Choice>
                <mc:Fallback xmlns="">
                  <p:pic>
                    <p:nvPicPr>
                      <p:cNvPr id="220" name="Ink 158">
                        <a:extLst>
                          <a:ext uri="{FF2B5EF4-FFF2-40B4-BE49-F238E27FC236}">
                            <a16:creationId xmlns:a16="http://schemas.microsoft.com/office/drawing/2014/main" id="{7D0A268F-FF8A-81A5-9BDB-8028D1D81DAD}"/>
                          </a:ext>
                        </a:extLst>
                      </p:cNvPr>
                      <p:cNvPicPr/>
                      <p:nvPr/>
                    </p:nvPicPr>
                    <p:blipFill>
                      <a:blip r:embed="rId215"/>
                      <a:stretch>
                        <a:fillRect/>
                      </a:stretch>
                    </p:blipFill>
                    <p:spPr>
                      <a:xfrm>
                        <a:off x="3524791" y="3860858"/>
                        <a:ext cx="133945" cy="129960"/>
                      </a:xfrm>
                      <a:prstGeom prst="rect">
                        <a:avLst/>
                      </a:prstGeom>
                    </p:spPr>
                  </p:pic>
                </mc:Fallback>
              </mc:AlternateContent>
              <mc:AlternateContent xmlns:mc="http://schemas.openxmlformats.org/markup-compatibility/2006" xmlns:p14="http://schemas.microsoft.com/office/powerpoint/2010/main">
                <mc:Choice Requires="p14">
                  <p:contentPart p14:bwMode="auto" r:id="rId216">
                    <p14:nvContentPartPr>
                      <p14:cNvPr id="221" name="Ink 159">
                        <a:extLst>
                          <a:ext uri="{FF2B5EF4-FFF2-40B4-BE49-F238E27FC236}">
                            <a16:creationId xmlns:a16="http://schemas.microsoft.com/office/drawing/2014/main" id="{F599B931-B1C8-5626-1811-4D1B74EBA933}"/>
                          </a:ext>
                        </a:extLst>
                      </p14:cNvPr>
                      <p14:cNvContentPartPr/>
                      <p14:nvPr/>
                    </p14:nvContentPartPr>
                    <p14:xfrm>
                      <a:off x="3556843" y="3926378"/>
                      <a:ext cx="64080" cy="48600"/>
                    </p14:xfrm>
                  </p:contentPart>
                </mc:Choice>
                <mc:Fallback xmlns="">
                  <p:pic>
                    <p:nvPicPr>
                      <p:cNvPr id="221" name="Ink 159">
                        <a:extLst>
                          <a:ext uri="{FF2B5EF4-FFF2-40B4-BE49-F238E27FC236}">
                            <a16:creationId xmlns:a16="http://schemas.microsoft.com/office/drawing/2014/main" id="{F599B931-B1C8-5626-1811-4D1B74EBA933}"/>
                          </a:ext>
                        </a:extLst>
                      </p:cNvPr>
                      <p:cNvPicPr/>
                      <p:nvPr/>
                    </p:nvPicPr>
                    <p:blipFill>
                      <a:blip r:embed="rId217"/>
                      <a:stretch>
                        <a:fillRect/>
                      </a:stretch>
                    </p:blipFill>
                    <p:spPr>
                      <a:xfrm>
                        <a:off x="3552523" y="3922058"/>
                        <a:ext cx="72720" cy="57240"/>
                      </a:xfrm>
                      <a:prstGeom prst="rect">
                        <a:avLst/>
                      </a:prstGeom>
                    </p:spPr>
                  </p:pic>
                </mc:Fallback>
              </mc:AlternateContent>
              <mc:AlternateContent xmlns:mc="http://schemas.openxmlformats.org/markup-compatibility/2006" xmlns:p14="http://schemas.microsoft.com/office/powerpoint/2010/main">
                <mc:Choice Requires="p14">
                  <p:contentPart p14:bwMode="auto" r:id="rId218">
                    <p14:nvContentPartPr>
                      <p14:cNvPr id="222" name="Ink 160">
                        <a:extLst>
                          <a:ext uri="{FF2B5EF4-FFF2-40B4-BE49-F238E27FC236}">
                            <a16:creationId xmlns:a16="http://schemas.microsoft.com/office/drawing/2014/main" id="{E999A8CF-B2BB-6383-89AC-5F30F5945FD1}"/>
                          </a:ext>
                        </a:extLst>
                      </p14:cNvPr>
                      <p14:cNvContentPartPr/>
                      <p14:nvPr/>
                    </p14:nvContentPartPr>
                    <p14:xfrm>
                      <a:off x="3565873" y="4010128"/>
                      <a:ext cx="220320" cy="70560"/>
                    </p14:xfrm>
                  </p:contentPart>
                </mc:Choice>
                <mc:Fallback xmlns="">
                  <p:pic>
                    <p:nvPicPr>
                      <p:cNvPr id="222" name="Ink 160">
                        <a:extLst>
                          <a:ext uri="{FF2B5EF4-FFF2-40B4-BE49-F238E27FC236}">
                            <a16:creationId xmlns:a16="http://schemas.microsoft.com/office/drawing/2014/main" id="{E999A8CF-B2BB-6383-89AC-5F30F5945FD1}"/>
                          </a:ext>
                        </a:extLst>
                      </p:cNvPr>
                      <p:cNvPicPr/>
                      <p:nvPr/>
                    </p:nvPicPr>
                    <p:blipFill>
                      <a:blip r:embed="rId219"/>
                      <a:stretch>
                        <a:fillRect/>
                      </a:stretch>
                    </p:blipFill>
                    <p:spPr>
                      <a:xfrm>
                        <a:off x="3561553" y="4005830"/>
                        <a:ext cx="228960" cy="79156"/>
                      </a:xfrm>
                      <a:prstGeom prst="rect">
                        <a:avLst/>
                      </a:prstGeom>
                    </p:spPr>
                  </p:pic>
                </mc:Fallback>
              </mc:AlternateContent>
              <mc:AlternateContent xmlns:mc="http://schemas.openxmlformats.org/markup-compatibility/2006" xmlns:p14="http://schemas.microsoft.com/office/powerpoint/2010/main">
                <mc:Choice Requires="p14">
                  <p:contentPart p14:bwMode="auto" r:id="rId220">
                    <p14:nvContentPartPr>
                      <p14:cNvPr id="223" name="Ink 161">
                        <a:extLst>
                          <a:ext uri="{FF2B5EF4-FFF2-40B4-BE49-F238E27FC236}">
                            <a16:creationId xmlns:a16="http://schemas.microsoft.com/office/drawing/2014/main" id="{F805CB6B-118D-0841-2A67-56BF075DF40F}"/>
                          </a:ext>
                        </a:extLst>
                      </p14:cNvPr>
                      <p14:cNvContentPartPr/>
                      <p14:nvPr/>
                    </p14:nvContentPartPr>
                    <p14:xfrm>
                      <a:off x="3814273" y="4009408"/>
                      <a:ext cx="270720" cy="68760"/>
                    </p14:xfrm>
                  </p:contentPart>
                </mc:Choice>
                <mc:Fallback xmlns="">
                  <p:pic>
                    <p:nvPicPr>
                      <p:cNvPr id="223" name="Ink 161">
                        <a:extLst>
                          <a:ext uri="{FF2B5EF4-FFF2-40B4-BE49-F238E27FC236}">
                            <a16:creationId xmlns:a16="http://schemas.microsoft.com/office/drawing/2014/main" id="{F805CB6B-118D-0841-2A67-56BF075DF40F}"/>
                          </a:ext>
                        </a:extLst>
                      </p:cNvPr>
                      <p:cNvPicPr/>
                      <p:nvPr/>
                    </p:nvPicPr>
                    <p:blipFill>
                      <a:blip r:embed="rId221"/>
                      <a:stretch>
                        <a:fillRect/>
                      </a:stretch>
                    </p:blipFill>
                    <p:spPr>
                      <a:xfrm>
                        <a:off x="3809953" y="4005065"/>
                        <a:ext cx="279360" cy="77445"/>
                      </a:xfrm>
                      <a:prstGeom prst="rect">
                        <a:avLst/>
                      </a:prstGeom>
                    </p:spPr>
                  </p:pic>
                </mc:Fallback>
              </mc:AlternateContent>
            </p:grpSp>
            <p:grpSp>
              <p:nvGrpSpPr>
                <p:cNvPr id="93" name="Group 225">
                  <a:extLst>
                    <a:ext uri="{FF2B5EF4-FFF2-40B4-BE49-F238E27FC236}">
                      <a16:creationId xmlns:a16="http://schemas.microsoft.com/office/drawing/2014/main" id="{B13DC405-FF1F-EA69-230D-41710C0D2814}"/>
                    </a:ext>
                  </a:extLst>
                </p:cNvPr>
                <p:cNvGrpSpPr/>
                <p:nvPr/>
              </p:nvGrpSpPr>
              <p:grpSpPr>
                <a:xfrm rot="11503229">
                  <a:off x="4074876" y="4034656"/>
                  <a:ext cx="197323" cy="165831"/>
                  <a:chOff x="4582987" y="3144644"/>
                  <a:chExt cx="271774" cy="230177"/>
                </a:xfrm>
              </p:grpSpPr>
              <p:sp>
                <p:nvSpPr>
                  <p:cNvPr id="125" name="Rectangle: Rounded Corners 226">
                    <a:extLst>
                      <a:ext uri="{FF2B5EF4-FFF2-40B4-BE49-F238E27FC236}">
                        <a16:creationId xmlns:a16="http://schemas.microsoft.com/office/drawing/2014/main" id="{119C7CE3-1C34-D79C-1520-6F11937BE2B3}"/>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6" name="Connector: Curved 227">
                    <a:extLst>
                      <a:ext uri="{FF2B5EF4-FFF2-40B4-BE49-F238E27FC236}">
                        <a16:creationId xmlns:a16="http://schemas.microsoft.com/office/drawing/2014/main" id="{5D1B6336-1340-7F8C-FBB3-22CF496B4389}"/>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7" name="Connector: Curved 228">
                    <a:extLst>
                      <a:ext uri="{FF2B5EF4-FFF2-40B4-BE49-F238E27FC236}">
                        <a16:creationId xmlns:a16="http://schemas.microsoft.com/office/drawing/2014/main" id="{3124413C-C120-C06D-B31A-5AEC5BAFC636}"/>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8" name="Connector: Curved 229">
                    <a:extLst>
                      <a:ext uri="{FF2B5EF4-FFF2-40B4-BE49-F238E27FC236}">
                        <a16:creationId xmlns:a16="http://schemas.microsoft.com/office/drawing/2014/main" id="{8D00F00B-85B2-2502-ADB1-64B6C66F8ECA}"/>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9" name="Connector: Curved 230">
                    <a:extLst>
                      <a:ext uri="{FF2B5EF4-FFF2-40B4-BE49-F238E27FC236}">
                        <a16:creationId xmlns:a16="http://schemas.microsoft.com/office/drawing/2014/main" id="{3F868B21-1434-D1B8-6CA4-445ACEA6A05C}"/>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4" name="Group 231">
                  <a:extLst>
                    <a:ext uri="{FF2B5EF4-FFF2-40B4-BE49-F238E27FC236}">
                      <a16:creationId xmlns:a16="http://schemas.microsoft.com/office/drawing/2014/main" id="{DF9E723A-7C67-653B-D20B-8EE11E28D404}"/>
                    </a:ext>
                  </a:extLst>
                </p:cNvPr>
                <p:cNvGrpSpPr/>
                <p:nvPr/>
              </p:nvGrpSpPr>
              <p:grpSpPr>
                <a:xfrm rot="3151135">
                  <a:off x="4253873" y="4006616"/>
                  <a:ext cx="197323" cy="165831"/>
                  <a:chOff x="4582987" y="3144644"/>
                  <a:chExt cx="271774" cy="230177"/>
                </a:xfrm>
              </p:grpSpPr>
              <p:sp>
                <p:nvSpPr>
                  <p:cNvPr id="120" name="Rectangle: Rounded Corners 232">
                    <a:extLst>
                      <a:ext uri="{FF2B5EF4-FFF2-40B4-BE49-F238E27FC236}">
                        <a16:creationId xmlns:a16="http://schemas.microsoft.com/office/drawing/2014/main" id="{C7CF7AE5-CD41-0E4A-D5EB-3630A19E51A7}"/>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21" name="Connector: Curved 233">
                    <a:extLst>
                      <a:ext uri="{FF2B5EF4-FFF2-40B4-BE49-F238E27FC236}">
                        <a16:creationId xmlns:a16="http://schemas.microsoft.com/office/drawing/2014/main" id="{CB5368F4-A4A8-E075-FD74-8D92D53B3A77}"/>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2" name="Connector: Curved 234">
                    <a:extLst>
                      <a:ext uri="{FF2B5EF4-FFF2-40B4-BE49-F238E27FC236}">
                        <a16:creationId xmlns:a16="http://schemas.microsoft.com/office/drawing/2014/main" id="{591E2A13-ABE5-60CB-AA87-BC679AF1DC77}"/>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3" name="Connector: Curved 235">
                    <a:extLst>
                      <a:ext uri="{FF2B5EF4-FFF2-40B4-BE49-F238E27FC236}">
                        <a16:creationId xmlns:a16="http://schemas.microsoft.com/office/drawing/2014/main" id="{AC514F66-44E1-AB09-50FE-AA36F309A090}"/>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24" name="Connector: Curved 236">
                    <a:extLst>
                      <a:ext uri="{FF2B5EF4-FFF2-40B4-BE49-F238E27FC236}">
                        <a16:creationId xmlns:a16="http://schemas.microsoft.com/office/drawing/2014/main" id="{00DA0AFB-1762-0E67-CA54-B5E6711EB285}"/>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grpSp>
              <p:nvGrpSpPr>
                <p:cNvPr id="95" name="Group 237">
                  <a:extLst>
                    <a:ext uri="{FF2B5EF4-FFF2-40B4-BE49-F238E27FC236}">
                      <a16:creationId xmlns:a16="http://schemas.microsoft.com/office/drawing/2014/main" id="{8042FC95-ABC4-3BB7-4C76-9126C9E61322}"/>
                    </a:ext>
                  </a:extLst>
                </p:cNvPr>
                <p:cNvGrpSpPr/>
                <p:nvPr/>
              </p:nvGrpSpPr>
              <p:grpSpPr>
                <a:xfrm rot="11503229">
                  <a:off x="4421273" y="4092174"/>
                  <a:ext cx="197323" cy="165831"/>
                  <a:chOff x="4582987" y="3144644"/>
                  <a:chExt cx="271774" cy="230177"/>
                </a:xfrm>
              </p:grpSpPr>
              <p:sp>
                <p:nvSpPr>
                  <p:cNvPr id="115" name="Rectangle: Rounded Corners 238">
                    <a:extLst>
                      <a:ext uri="{FF2B5EF4-FFF2-40B4-BE49-F238E27FC236}">
                        <a16:creationId xmlns:a16="http://schemas.microsoft.com/office/drawing/2014/main" id="{52A5FD73-D388-2DC5-953C-31A47183AC10}"/>
                      </a:ext>
                    </a:extLst>
                  </p:cNvPr>
                  <p:cNvSpPr/>
                  <p:nvPr/>
                </p:nvSpPr>
                <p:spPr bwMode="auto">
                  <a:xfrm rot="3223940">
                    <a:off x="4762894" y="3128518"/>
                    <a:ext cx="60694" cy="123041"/>
                  </a:xfrm>
                  <a:prstGeom prst="roundRect">
                    <a:avLst>
                      <a:gd name="adj" fmla="val 48774"/>
                    </a:avLst>
                  </a:prstGeom>
                  <a:solidFill>
                    <a:srgbClr val="06B154"/>
                  </a:solidFill>
                  <a:ln w="22225">
                    <a:solidFill>
                      <a:srgbClr val="06B154"/>
                    </a:solidFill>
                    <a:miter lim="800000"/>
                    <a:headEnd/>
                    <a:tailEnd/>
                  </a:ln>
                  <a:effectLst/>
                </p:spPr>
                <p:txBody>
                  <a:bodyPr wrap="none" rtlCol="0" anchor="ctr"/>
                  <a:lstStyle/>
                  <a:p>
                    <a:pPr algn="ctr"/>
                    <a:endParaRPr lang="en-GB" sz="1600" b="1" noProof="0" dirty="0">
                      <a:solidFill>
                        <a:schemeClr val="bg1"/>
                      </a:solidFill>
                    </a:endParaRPr>
                  </a:p>
                </p:txBody>
              </p:sp>
              <p:cxnSp>
                <p:nvCxnSpPr>
                  <p:cNvPr id="116" name="Connector: Curved 239">
                    <a:extLst>
                      <a:ext uri="{FF2B5EF4-FFF2-40B4-BE49-F238E27FC236}">
                        <a16:creationId xmlns:a16="http://schemas.microsoft.com/office/drawing/2014/main" id="{4D4B2EEB-7293-A78B-9ECF-2A3452113EF4}"/>
                      </a:ext>
                    </a:extLst>
                  </p:cNvPr>
                  <p:cNvCxnSpPr>
                    <a:cxnSpLocks/>
                  </p:cNvCxnSpPr>
                  <p:nvPr/>
                </p:nvCxnSpPr>
                <p:spPr>
                  <a:xfrm rot="5722819">
                    <a:off x="4670213" y="3223150"/>
                    <a:ext cx="125667" cy="94013"/>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7" name="Connector: Curved 240">
                    <a:extLst>
                      <a:ext uri="{FF2B5EF4-FFF2-40B4-BE49-F238E27FC236}">
                        <a16:creationId xmlns:a16="http://schemas.microsoft.com/office/drawing/2014/main" id="{62B0B34C-7A58-1B45-1672-43632C25CDA5}"/>
                      </a:ext>
                    </a:extLst>
                  </p:cNvPr>
                  <p:cNvCxnSpPr>
                    <a:cxnSpLocks/>
                  </p:cNvCxnSpPr>
                  <p:nvPr/>
                </p:nvCxnSpPr>
                <p:spPr>
                  <a:xfrm rot="5722819">
                    <a:off x="4651109" y="3231717"/>
                    <a:ext cx="179092" cy="107116"/>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8" name="Connector: Curved 241">
                    <a:extLst>
                      <a:ext uri="{FF2B5EF4-FFF2-40B4-BE49-F238E27FC236}">
                        <a16:creationId xmlns:a16="http://schemas.microsoft.com/office/drawing/2014/main" id="{59218114-6131-9310-CAC2-2088BE56CBA1}"/>
                      </a:ext>
                    </a:extLst>
                  </p:cNvPr>
                  <p:cNvCxnSpPr>
                    <a:cxnSpLocks/>
                  </p:cNvCxnSpPr>
                  <p:nvPr/>
                </p:nvCxnSpPr>
                <p:spPr>
                  <a:xfrm rot="13074294" flipV="1">
                    <a:off x="4643590" y="3144644"/>
                    <a:ext cx="95155" cy="122455"/>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cxnSp>
                <p:nvCxnSpPr>
                  <p:cNvPr id="119" name="Connector: Curved 242">
                    <a:extLst>
                      <a:ext uri="{FF2B5EF4-FFF2-40B4-BE49-F238E27FC236}">
                        <a16:creationId xmlns:a16="http://schemas.microsoft.com/office/drawing/2014/main" id="{31ED1EFD-241F-8C13-4EFB-EA9468FB3A31}"/>
                      </a:ext>
                    </a:extLst>
                  </p:cNvPr>
                  <p:cNvCxnSpPr>
                    <a:cxnSpLocks/>
                  </p:cNvCxnSpPr>
                  <p:nvPr/>
                </p:nvCxnSpPr>
                <p:spPr>
                  <a:xfrm rot="11122819" flipV="1">
                    <a:off x="4582987" y="3158988"/>
                    <a:ext cx="201019" cy="60981"/>
                  </a:xfrm>
                  <a:prstGeom prst="curvedConnector3">
                    <a:avLst>
                      <a:gd name="adj1" fmla="val 50000"/>
                    </a:avLst>
                  </a:prstGeom>
                  <a:ln w="6350"/>
                </p:spPr>
                <p:style>
                  <a:lnRef idx="1">
                    <a:schemeClr val="accent1"/>
                  </a:lnRef>
                  <a:fillRef idx="0">
                    <a:schemeClr val="accent1"/>
                  </a:fillRef>
                  <a:effectRef idx="0">
                    <a:schemeClr val="accent1"/>
                  </a:effectRef>
                  <a:fontRef idx="minor">
                    <a:schemeClr val="tx1"/>
                  </a:fontRef>
                </p:style>
              </p:cxnSp>
            </p:grpSp>
            <p:sp>
              <p:nvSpPr>
                <p:cNvPr id="96" name="Oval 243">
                  <a:extLst>
                    <a:ext uri="{FF2B5EF4-FFF2-40B4-BE49-F238E27FC236}">
                      <a16:creationId xmlns:a16="http://schemas.microsoft.com/office/drawing/2014/main" id="{8E2AF39D-C3B5-A5DC-5244-DBEA5EBE0D02}"/>
                    </a:ext>
                  </a:extLst>
                </p:cNvPr>
                <p:cNvSpPr/>
                <p:nvPr/>
              </p:nvSpPr>
              <p:spPr>
                <a:xfrm>
                  <a:off x="4441057" y="43366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7" name="Oval 244">
                  <a:extLst>
                    <a:ext uri="{FF2B5EF4-FFF2-40B4-BE49-F238E27FC236}">
                      <a16:creationId xmlns:a16="http://schemas.microsoft.com/office/drawing/2014/main" id="{D662FDD2-0545-D1FE-AD6B-9D1EB949FAA4}"/>
                    </a:ext>
                  </a:extLst>
                </p:cNvPr>
                <p:cNvSpPr/>
                <p:nvPr/>
              </p:nvSpPr>
              <p:spPr>
                <a:xfrm>
                  <a:off x="4080579" y="444121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8" name="Oval 245">
                  <a:extLst>
                    <a:ext uri="{FF2B5EF4-FFF2-40B4-BE49-F238E27FC236}">
                      <a16:creationId xmlns:a16="http://schemas.microsoft.com/office/drawing/2014/main" id="{9645986E-B455-3140-69FD-A0E07BF1F987}"/>
                    </a:ext>
                  </a:extLst>
                </p:cNvPr>
                <p:cNvSpPr/>
                <p:nvPr/>
              </p:nvSpPr>
              <p:spPr>
                <a:xfrm>
                  <a:off x="4473542" y="464906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99" name="Oval 246">
                  <a:extLst>
                    <a:ext uri="{FF2B5EF4-FFF2-40B4-BE49-F238E27FC236}">
                      <a16:creationId xmlns:a16="http://schemas.microsoft.com/office/drawing/2014/main" id="{8793ECCD-AAC8-63DF-7EE8-3B933F21D149}"/>
                    </a:ext>
                  </a:extLst>
                </p:cNvPr>
                <p:cNvSpPr/>
                <p:nvPr/>
              </p:nvSpPr>
              <p:spPr>
                <a:xfrm>
                  <a:off x="3991729" y="47778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0" name="Oval 247">
                  <a:extLst>
                    <a:ext uri="{FF2B5EF4-FFF2-40B4-BE49-F238E27FC236}">
                      <a16:creationId xmlns:a16="http://schemas.microsoft.com/office/drawing/2014/main" id="{01AEB8BB-0126-AD52-B84A-DD0314E74B36}"/>
                    </a:ext>
                  </a:extLst>
                </p:cNvPr>
                <p:cNvSpPr/>
                <p:nvPr/>
              </p:nvSpPr>
              <p:spPr>
                <a:xfrm>
                  <a:off x="4672869" y="4937743"/>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1" name="Oval 248">
                  <a:extLst>
                    <a:ext uri="{FF2B5EF4-FFF2-40B4-BE49-F238E27FC236}">
                      <a16:creationId xmlns:a16="http://schemas.microsoft.com/office/drawing/2014/main" id="{F749E1DC-4284-3DBA-331F-776C207F614C}"/>
                    </a:ext>
                  </a:extLst>
                </p:cNvPr>
                <p:cNvSpPr/>
                <p:nvPr/>
              </p:nvSpPr>
              <p:spPr>
                <a:xfrm>
                  <a:off x="4045028" y="502053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2" name="Oval 249">
                  <a:extLst>
                    <a:ext uri="{FF2B5EF4-FFF2-40B4-BE49-F238E27FC236}">
                      <a16:creationId xmlns:a16="http://schemas.microsoft.com/office/drawing/2014/main" id="{66FD7A67-1303-6D6E-E23C-DAAD35D913EF}"/>
                    </a:ext>
                  </a:extLst>
                </p:cNvPr>
                <p:cNvSpPr/>
                <p:nvPr/>
              </p:nvSpPr>
              <p:spPr>
                <a:xfrm>
                  <a:off x="4704040" y="530241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3" name="Oval 250">
                  <a:extLst>
                    <a:ext uri="{FF2B5EF4-FFF2-40B4-BE49-F238E27FC236}">
                      <a16:creationId xmlns:a16="http://schemas.microsoft.com/office/drawing/2014/main" id="{F889BE43-E83A-91F1-36B6-85C6D9E11BF8}"/>
                    </a:ext>
                  </a:extLst>
                </p:cNvPr>
                <p:cNvSpPr/>
                <p:nvPr/>
              </p:nvSpPr>
              <p:spPr>
                <a:xfrm>
                  <a:off x="3937162" y="5288289"/>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4" name="Oval 251">
                  <a:extLst>
                    <a:ext uri="{FF2B5EF4-FFF2-40B4-BE49-F238E27FC236}">
                      <a16:creationId xmlns:a16="http://schemas.microsoft.com/office/drawing/2014/main" id="{095A63CA-307F-CD14-F8FC-75A6F6738DFA}"/>
                    </a:ext>
                  </a:extLst>
                </p:cNvPr>
                <p:cNvSpPr/>
                <p:nvPr/>
              </p:nvSpPr>
              <p:spPr>
                <a:xfrm>
                  <a:off x="4473542" y="5623488"/>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5" name="Oval 252">
                  <a:extLst>
                    <a:ext uri="{FF2B5EF4-FFF2-40B4-BE49-F238E27FC236}">
                      <a16:creationId xmlns:a16="http://schemas.microsoft.com/office/drawing/2014/main" id="{08D014EE-409A-A44E-F4AF-27DE757895FB}"/>
                    </a:ext>
                  </a:extLst>
                </p:cNvPr>
                <p:cNvSpPr/>
                <p:nvPr/>
              </p:nvSpPr>
              <p:spPr>
                <a:xfrm>
                  <a:off x="4289850" y="43357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6" name="Oval 253">
                  <a:extLst>
                    <a:ext uri="{FF2B5EF4-FFF2-40B4-BE49-F238E27FC236}">
                      <a16:creationId xmlns:a16="http://schemas.microsoft.com/office/drawing/2014/main" id="{3629ACA1-F7F3-75BE-6709-D7B8205801C1}"/>
                    </a:ext>
                  </a:extLst>
                </p:cNvPr>
                <p:cNvSpPr/>
                <p:nvPr/>
              </p:nvSpPr>
              <p:spPr>
                <a:xfrm>
                  <a:off x="4363497" y="460774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7" name="Oval 254">
                  <a:extLst>
                    <a:ext uri="{FF2B5EF4-FFF2-40B4-BE49-F238E27FC236}">
                      <a16:creationId xmlns:a16="http://schemas.microsoft.com/office/drawing/2014/main" id="{F842AD6E-127C-6169-35C3-CD9B61ED4D31}"/>
                    </a:ext>
                  </a:extLst>
                </p:cNvPr>
                <p:cNvSpPr/>
                <p:nvPr/>
              </p:nvSpPr>
              <p:spPr>
                <a:xfrm>
                  <a:off x="4592659" y="4422166"/>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8" name="Oval 255">
                  <a:extLst>
                    <a:ext uri="{FF2B5EF4-FFF2-40B4-BE49-F238E27FC236}">
                      <a16:creationId xmlns:a16="http://schemas.microsoft.com/office/drawing/2014/main" id="{7E373F0B-9C48-F222-A909-5E1A97D66BCD}"/>
                    </a:ext>
                  </a:extLst>
                </p:cNvPr>
                <p:cNvSpPr/>
                <p:nvPr/>
              </p:nvSpPr>
              <p:spPr>
                <a:xfrm>
                  <a:off x="4158047" y="4293257"/>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09" name="Oval 266">
                  <a:extLst>
                    <a:ext uri="{FF2B5EF4-FFF2-40B4-BE49-F238E27FC236}">
                      <a16:creationId xmlns:a16="http://schemas.microsoft.com/office/drawing/2014/main" id="{174ABF7F-A924-F36F-8D12-75834FED60EF}"/>
                    </a:ext>
                  </a:extLst>
                </p:cNvPr>
                <p:cNvSpPr/>
                <p:nvPr/>
              </p:nvSpPr>
              <p:spPr>
                <a:xfrm>
                  <a:off x="3836669" y="4268555"/>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0" name="Oval 267">
                  <a:extLst>
                    <a:ext uri="{FF2B5EF4-FFF2-40B4-BE49-F238E27FC236}">
                      <a16:creationId xmlns:a16="http://schemas.microsoft.com/office/drawing/2014/main" id="{0A442940-A514-1997-788A-80D76D23095B}"/>
                    </a:ext>
                  </a:extLst>
                </p:cNvPr>
                <p:cNvSpPr/>
                <p:nvPr/>
              </p:nvSpPr>
              <p:spPr>
                <a:xfrm>
                  <a:off x="3832899" y="4442614"/>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1" name="Oval 268">
                  <a:extLst>
                    <a:ext uri="{FF2B5EF4-FFF2-40B4-BE49-F238E27FC236}">
                      <a16:creationId xmlns:a16="http://schemas.microsoft.com/office/drawing/2014/main" id="{BB52B7F8-323C-0051-659B-FED1DE677CBF}"/>
                    </a:ext>
                  </a:extLst>
                </p:cNvPr>
                <p:cNvSpPr/>
                <p:nvPr/>
              </p:nvSpPr>
              <p:spPr>
                <a:xfrm>
                  <a:off x="3957785" y="4402092"/>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2" name="Oval 269">
                  <a:extLst>
                    <a:ext uri="{FF2B5EF4-FFF2-40B4-BE49-F238E27FC236}">
                      <a16:creationId xmlns:a16="http://schemas.microsoft.com/office/drawing/2014/main" id="{200C0B70-13FC-1E2F-18BD-E9C251EE3B5D}"/>
                    </a:ext>
                  </a:extLst>
                </p:cNvPr>
                <p:cNvSpPr/>
                <p:nvPr/>
              </p:nvSpPr>
              <p:spPr>
                <a:xfrm>
                  <a:off x="4788267" y="4379551"/>
                  <a:ext cx="48790" cy="45719"/>
                </a:xfrm>
                <a:prstGeom prst="ellipse">
                  <a:avLst/>
                </a:prstGeom>
                <a:solidFill>
                  <a:srgbClr val="06B154"/>
                </a:solidFill>
                <a:ln>
                  <a:solidFill>
                    <a:srgbClr val="06B15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13" name="Right Brace 280">
                  <a:extLst>
                    <a:ext uri="{FF2B5EF4-FFF2-40B4-BE49-F238E27FC236}">
                      <a16:creationId xmlns:a16="http://schemas.microsoft.com/office/drawing/2014/main" id="{D1731583-5DA3-09F6-DE71-FF7C6C1BE0F4}"/>
                    </a:ext>
                  </a:extLst>
                </p:cNvPr>
                <p:cNvSpPr/>
                <p:nvPr/>
              </p:nvSpPr>
              <p:spPr>
                <a:xfrm rot="16200000">
                  <a:off x="4284000" y="3653702"/>
                  <a:ext cx="94678" cy="541167"/>
                </a:xfrm>
                <a:prstGeom prst="rightBrace">
                  <a:avLst>
                    <a:gd name="adj1" fmla="val 277206"/>
                    <a:gd name="adj2" fmla="val 4805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GB" noProof="0" dirty="0"/>
                </a:p>
              </p:txBody>
            </p:sp>
            <p:sp>
              <p:nvSpPr>
                <p:cNvPr id="114" name="TextBox 281">
                  <a:extLst>
                    <a:ext uri="{FF2B5EF4-FFF2-40B4-BE49-F238E27FC236}">
                      <a16:creationId xmlns:a16="http://schemas.microsoft.com/office/drawing/2014/main" id="{66A3FB4A-73CD-E6F7-7EAC-4719693AF1EA}"/>
                    </a:ext>
                  </a:extLst>
                </p:cNvPr>
                <p:cNvSpPr txBox="1"/>
                <p:nvPr/>
              </p:nvSpPr>
              <p:spPr>
                <a:xfrm>
                  <a:off x="4054110" y="3541124"/>
                  <a:ext cx="715709" cy="307777"/>
                </a:xfrm>
                <a:prstGeom prst="rect">
                  <a:avLst/>
                </a:prstGeom>
                <a:noFill/>
              </p:spPr>
              <p:txBody>
                <a:bodyPr wrap="none" rtlCol="0">
                  <a:spAutoFit/>
                </a:bodyPr>
                <a:lstStyle/>
                <a:p>
                  <a:r>
                    <a:rPr lang="en-GB" sz="1400" noProof="0" dirty="0"/>
                    <a:t>Wound</a:t>
                  </a:r>
                </a:p>
              </p:txBody>
            </p:sp>
          </p:grpSp>
        </p:grpSp>
        <p:grpSp>
          <p:nvGrpSpPr>
            <p:cNvPr id="8" name="Group 162">
              <a:extLst>
                <a:ext uri="{FF2B5EF4-FFF2-40B4-BE49-F238E27FC236}">
                  <a16:creationId xmlns:a16="http://schemas.microsoft.com/office/drawing/2014/main" id="{8FBFCFEE-8F47-444B-DF45-F9DDE470611C}"/>
                </a:ext>
              </a:extLst>
            </p:cNvPr>
            <p:cNvGrpSpPr/>
            <p:nvPr/>
          </p:nvGrpSpPr>
          <p:grpSpPr>
            <a:xfrm rot="16200000">
              <a:off x="4994574" y="7588026"/>
              <a:ext cx="504761" cy="699549"/>
              <a:chOff x="3476018" y="1655769"/>
              <a:chExt cx="349450" cy="484303"/>
            </a:xfrm>
          </p:grpSpPr>
          <p:sp>
            <p:nvSpPr>
              <p:cNvPr id="51" name="Flowchart: Delay 163">
                <a:extLst>
                  <a:ext uri="{FF2B5EF4-FFF2-40B4-BE49-F238E27FC236}">
                    <a16:creationId xmlns:a16="http://schemas.microsoft.com/office/drawing/2014/main" id="{66E2712E-7005-3A24-6A50-6D53B61644EB}"/>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22">
                <p14:nvContentPartPr>
                  <p14:cNvPr id="52" name="Ink 164">
                    <a:extLst>
                      <a:ext uri="{FF2B5EF4-FFF2-40B4-BE49-F238E27FC236}">
                        <a16:creationId xmlns:a16="http://schemas.microsoft.com/office/drawing/2014/main" id="{BBD1E9E8-B4E6-555C-BBEF-1DEF4654E280}"/>
                      </a:ext>
                    </a:extLst>
                  </p14:cNvPr>
                  <p14:cNvContentPartPr/>
                  <p14:nvPr/>
                </p14:nvContentPartPr>
                <p14:xfrm>
                  <a:off x="3563025" y="1801595"/>
                  <a:ext cx="177480" cy="94680"/>
                </p14:xfrm>
              </p:contentPart>
            </mc:Choice>
            <mc:Fallback xmlns="">
              <p:pic>
                <p:nvPicPr>
                  <p:cNvPr id="52" name="Ink 164">
                    <a:extLst>
                      <a:ext uri="{FF2B5EF4-FFF2-40B4-BE49-F238E27FC236}">
                        <a16:creationId xmlns:a16="http://schemas.microsoft.com/office/drawing/2014/main" id="{BBD1E9E8-B4E6-555C-BBEF-1DEF4654E280}"/>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24">
                <p14:nvContentPartPr>
                  <p14:cNvPr id="53" name="Ink 165">
                    <a:extLst>
                      <a:ext uri="{FF2B5EF4-FFF2-40B4-BE49-F238E27FC236}">
                        <a16:creationId xmlns:a16="http://schemas.microsoft.com/office/drawing/2014/main" id="{512610F9-9317-F1AF-964A-DCEDE71EC80F}"/>
                      </a:ext>
                    </a:extLst>
                  </p14:cNvPr>
                  <p14:cNvContentPartPr/>
                  <p14:nvPr/>
                </p14:nvContentPartPr>
                <p14:xfrm>
                  <a:off x="3703200" y="1798268"/>
                  <a:ext cx="52920" cy="8280"/>
                </p14:xfrm>
              </p:contentPart>
            </mc:Choice>
            <mc:Fallback xmlns="">
              <p:pic>
                <p:nvPicPr>
                  <p:cNvPr id="53" name="Ink 165">
                    <a:extLst>
                      <a:ext uri="{FF2B5EF4-FFF2-40B4-BE49-F238E27FC236}">
                        <a16:creationId xmlns:a16="http://schemas.microsoft.com/office/drawing/2014/main" id="{512610F9-9317-F1AF-964A-DCEDE71EC80F}"/>
                      </a:ext>
                    </a:extLst>
                  </p:cNvPr>
                  <p:cNvPicPr/>
                  <p:nvPr/>
                </p:nvPicPr>
                <p:blipFill>
                  <a:blip r:embed="rId225"/>
                  <a:stretch>
                    <a:fillRect/>
                  </a:stretch>
                </p:blipFill>
                <p:spPr>
                  <a:xfrm>
                    <a:off x="3698850" y="1793948"/>
                    <a:ext cx="61619" cy="16920"/>
                  </a:xfrm>
                  <a:prstGeom prst="rect">
                    <a:avLst/>
                  </a:prstGeom>
                </p:spPr>
              </p:pic>
            </mc:Fallback>
          </mc:AlternateContent>
          <p:sp>
            <p:nvSpPr>
              <p:cNvPr id="54" name="Oval 166">
                <a:extLst>
                  <a:ext uri="{FF2B5EF4-FFF2-40B4-BE49-F238E27FC236}">
                    <a16:creationId xmlns:a16="http://schemas.microsoft.com/office/drawing/2014/main" id="{1C2F135A-3592-8B46-1680-E4E16F483F0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55" name="Oval 167">
                <a:extLst>
                  <a:ext uri="{FF2B5EF4-FFF2-40B4-BE49-F238E27FC236}">
                    <a16:creationId xmlns:a16="http://schemas.microsoft.com/office/drawing/2014/main" id="{BE37999D-65F6-C3CB-3805-6E4AC3206822}"/>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56" name="Group 168">
                <a:extLst>
                  <a:ext uri="{FF2B5EF4-FFF2-40B4-BE49-F238E27FC236}">
                    <a16:creationId xmlns:a16="http://schemas.microsoft.com/office/drawing/2014/main" id="{DD857B2F-5A6C-C2DB-6335-9A2A85CE71A7}"/>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26">
                  <p14:nvContentPartPr>
                    <p14:cNvPr id="57" name="Ink 169">
                      <a:extLst>
                        <a:ext uri="{FF2B5EF4-FFF2-40B4-BE49-F238E27FC236}">
                          <a16:creationId xmlns:a16="http://schemas.microsoft.com/office/drawing/2014/main" id="{A140AB60-D668-A3D5-8A0D-D56E95486322}"/>
                        </a:ext>
                      </a:extLst>
                    </p14:cNvPr>
                    <p14:cNvContentPartPr/>
                    <p14:nvPr/>
                  </p14:nvContentPartPr>
                  <p14:xfrm>
                    <a:off x="3476018" y="1873095"/>
                    <a:ext cx="45720" cy="30600"/>
                  </p14:xfrm>
                </p:contentPart>
              </mc:Choice>
              <mc:Fallback xmlns="">
                <p:pic>
                  <p:nvPicPr>
                    <p:cNvPr id="57" name="Ink 169">
                      <a:extLst>
                        <a:ext uri="{FF2B5EF4-FFF2-40B4-BE49-F238E27FC236}">
                          <a16:creationId xmlns:a16="http://schemas.microsoft.com/office/drawing/2014/main" id="{A140AB60-D668-A3D5-8A0D-D56E9548632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28">
                  <p14:nvContentPartPr>
                    <p14:cNvPr id="58" name="Ink 170">
                      <a:extLst>
                        <a:ext uri="{FF2B5EF4-FFF2-40B4-BE49-F238E27FC236}">
                          <a16:creationId xmlns:a16="http://schemas.microsoft.com/office/drawing/2014/main" id="{23F62DB0-325C-3CFE-A011-EF68983AA17F}"/>
                        </a:ext>
                      </a:extLst>
                    </p14:cNvPr>
                    <p14:cNvContentPartPr/>
                    <p14:nvPr/>
                  </p14:nvContentPartPr>
                  <p14:xfrm>
                    <a:off x="3494738" y="1823415"/>
                    <a:ext cx="54720" cy="43200"/>
                  </p14:xfrm>
                </p:contentPart>
              </mc:Choice>
              <mc:Fallback xmlns="">
                <p:pic>
                  <p:nvPicPr>
                    <p:cNvPr id="58" name="Ink 170">
                      <a:extLst>
                        <a:ext uri="{FF2B5EF4-FFF2-40B4-BE49-F238E27FC236}">
                          <a16:creationId xmlns:a16="http://schemas.microsoft.com/office/drawing/2014/main" id="{23F62DB0-325C-3CFE-A011-EF68983AA17F}"/>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30">
                  <p14:nvContentPartPr>
                    <p14:cNvPr id="59" name="Ink 171">
                      <a:extLst>
                        <a:ext uri="{FF2B5EF4-FFF2-40B4-BE49-F238E27FC236}">
                          <a16:creationId xmlns:a16="http://schemas.microsoft.com/office/drawing/2014/main" id="{693F9C13-1B67-E1E3-A100-B08831F5ACC1}"/>
                        </a:ext>
                      </a:extLst>
                    </p14:cNvPr>
                    <p14:cNvContentPartPr/>
                    <p14:nvPr/>
                  </p14:nvContentPartPr>
                  <p14:xfrm>
                    <a:off x="3777338" y="1870215"/>
                    <a:ext cx="44640" cy="36000"/>
                  </p14:xfrm>
                </p:contentPart>
              </mc:Choice>
              <mc:Fallback xmlns="">
                <p:pic>
                  <p:nvPicPr>
                    <p:cNvPr id="59" name="Ink 171">
                      <a:extLst>
                        <a:ext uri="{FF2B5EF4-FFF2-40B4-BE49-F238E27FC236}">
                          <a16:creationId xmlns:a16="http://schemas.microsoft.com/office/drawing/2014/main" id="{693F9C13-1B67-E1E3-A100-B08831F5ACC1}"/>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32">
                  <p14:nvContentPartPr>
                    <p14:cNvPr id="60" name="Ink 172">
                      <a:extLst>
                        <a:ext uri="{FF2B5EF4-FFF2-40B4-BE49-F238E27FC236}">
                          <a16:creationId xmlns:a16="http://schemas.microsoft.com/office/drawing/2014/main" id="{79892220-B991-1DB9-2BA8-4CA9613CAEEA}"/>
                        </a:ext>
                      </a:extLst>
                    </p14:cNvPr>
                    <p14:cNvContentPartPr/>
                    <p14:nvPr/>
                  </p14:nvContentPartPr>
                  <p14:xfrm>
                    <a:off x="3757178" y="1831335"/>
                    <a:ext cx="46440" cy="36360"/>
                  </p14:xfrm>
                </p:contentPart>
              </mc:Choice>
              <mc:Fallback xmlns="">
                <p:pic>
                  <p:nvPicPr>
                    <p:cNvPr id="60" name="Ink 172">
                      <a:extLst>
                        <a:ext uri="{FF2B5EF4-FFF2-40B4-BE49-F238E27FC236}">
                          <a16:creationId xmlns:a16="http://schemas.microsoft.com/office/drawing/2014/main" id="{79892220-B991-1DB9-2BA8-4CA9613CAEEA}"/>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34">
                  <p14:nvContentPartPr>
                    <p14:cNvPr id="61" name="Ink 173">
                      <a:extLst>
                        <a:ext uri="{FF2B5EF4-FFF2-40B4-BE49-F238E27FC236}">
                          <a16:creationId xmlns:a16="http://schemas.microsoft.com/office/drawing/2014/main" id="{EC6B7466-FE5A-BF89-83B9-76E09BF25C64}"/>
                        </a:ext>
                      </a:extLst>
                    </p14:cNvPr>
                    <p14:cNvContentPartPr/>
                    <p14:nvPr/>
                  </p14:nvContentPartPr>
                  <p14:xfrm>
                    <a:off x="3662748" y="1940992"/>
                    <a:ext cx="62640" cy="195120"/>
                  </p14:xfrm>
                </p:contentPart>
              </mc:Choice>
              <mc:Fallback xmlns="">
                <p:pic>
                  <p:nvPicPr>
                    <p:cNvPr id="61" name="Ink 173">
                      <a:extLst>
                        <a:ext uri="{FF2B5EF4-FFF2-40B4-BE49-F238E27FC236}">
                          <a16:creationId xmlns:a16="http://schemas.microsoft.com/office/drawing/2014/main" id="{EC6B7466-FE5A-BF89-83B9-76E09BF25C64}"/>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36">
                  <p14:nvContentPartPr>
                    <p14:cNvPr id="62" name="Ink 174">
                      <a:extLst>
                        <a:ext uri="{FF2B5EF4-FFF2-40B4-BE49-F238E27FC236}">
                          <a16:creationId xmlns:a16="http://schemas.microsoft.com/office/drawing/2014/main" id="{3618C7A6-8DFB-0762-4C15-B465ED4EA341}"/>
                        </a:ext>
                      </a:extLst>
                    </p14:cNvPr>
                    <p14:cNvContentPartPr/>
                    <p14:nvPr/>
                  </p14:nvContentPartPr>
                  <p14:xfrm>
                    <a:off x="3672468" y="1931992"/>
                    <a:ext cx="59400" cy="124200"/>
                  </p14:xfrm>
                </p:contentPart>
              </mc:Choice>
              <mc:Fallback xmlns="">
                <p:pic>
                  <p:nvPicPr>
                    <p:cNvPr id="62" name="Ink 174">
                      <a:extLst>
                        <a:ext uri="{FF2B5EF4-FFF2-40B4-BE49-F238E27FC236}">
                          <a16:creationId xmlns:a16="http://schemas.microsoft.com/office/drawing/2014/main" id="{3618C7A6-8DFB-0762-4C15-B465ED4EA3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38">
                  <p14:nvContentPartPr>
                    <p14:cNvPr id="63" name="Ink 175">
                      <a:extLst>
                        <a:ext uri="{FF2B5EF4-FFF2-40B4-BE49-F238E27FC236}">
                          <a16:creationId xmlns:a16="http://schemas.microsoft.com/office/drawing/2014/main" id="{A3929052-F3CB-7371-B1EC-3523F5420159}"/>
                        </a:ext>
                      </a:extLst>
                    </p14:cNvPr>
                    <p14:cNvContentPartPr/>
                    <p14:nvPr/>
                  </p14:nvContentPartPr>
                  <p14:xfrm>
                    <a:off x="3577068" y="1930912"/>
                    <a:ext cx="63720" cy="209160"/>
                  </p14:xfrm>
                </p:contentPart>
              </mc:Choice>
              <mc:Fallback xmlns="">
                <p:pic>
                  <p:nvPicPr>
                    <p:cNvPr id="63" name="Ink 175">
                      <a:extLst>
                        <a:ext uri="{FF2B5EF4-FFF2-40B4-BE49-F238E27FC236}">
                          <a16:creationId xmlns:a16="http://schemas.microsoft.com/office/drawing/2014/main" id="{A3929052-F3CB-7371-B1EC-3523F542015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40">
                  <p14:nvContentPartPr>
                    <p14:cNvPr id="64" name="Ink 176">
                      <a:extLst>
                        <a:ext uri="{FF2B5EF4-FFF2-40B4-BE49-F238E27FC236}">
                          <a16:creationId xmlns:a16="http://schemas.microsoft.com/office/drawing/2014/main" id="{0927F230-71FD-FC04-BA73-59246A36A016}"/>
                        </a:ext>
                      </a:extLst>
                    </p14:cNvPr>
                    <p14:cNvContentPartPr/>
                    <p14:nvPr/>
                  </p14:nvContentPartPr>
                  <p14:xfrm>
                    <a:off x="3561228" y="1928752"/>
                    <a:ext cx="60120" cy="129960"/>
                  </p14:xfrm>
                </p:contentPart>
              </mc:Choice>
              <mc:Fallback xmlns="">
                <p:pic>
                  <p:nvPicPr>
                    <p:cNvPr id="64" name="Ink 176">
                      <a:extLst>
                        <a:ext uri="{FF2B5EF4-FFF2-40B4-BE49-F238E27FC236}">
                          <a16:creationId xmlns:a16="http://schemas.microsoft.com/office/drawing/2014/main" id="{0927F230-71FD-FC04-BA73-59246A36A016}"/>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42">
                  <p14:nvContentPartPr>
                    <p14:cNvPr id="65" name="Ink 177">
                      <a:extLst>
                        <a:ext uri="{FF2B5EF4-FFF2-40B4-BE49-F238E27FC236}">
                          <a16:creationId xmlns:a16="http://schemas.microsoft.com/office/drawing/2014/main" id="{E381FBE1-EB0B-FFB8-2486-0E17C0E9BB33}"/>
                        </a:ext>
                      </a:extLst>
                    </p14:cNvPr>
                    <p14:cNvContentPartPr/>
                    <p14:nvPr/>
                  </p14:nvContentPartPr>
                  <p14:xfrm>
                    <a:off x="3673188" y="2036032"/>
                    <a:ext cx="44280" cy="95040"/>
                  </p14:xfrm>
                </p:contentPart>
              </mc:Choice>
              <mc:Fallback xmlns="">
                <p:pic>
                  <p:nvPicPr>
                    <p:cNvPr id="65" name="Ink 177">
                      <a:extLst>
                        <a:ext uri="{FF2B5EF4-FFF2-40B4-BE49-F238E27FC236}">
                          <a16:creationId xmlns:a16="http://schemas.microsoft.com/office/drawing/2014/main" id="{E381FBE1-EB0B-FFB8-2486-0E17C0E9BB3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44">
                  <p14:nvContentPartPr>
                    <p14:cNvPr id="66" name="Ink 178">
                      <a:extLst>
                        <a:ext uri="{FF2B5EF4-FFF2-40B4-BE49-F238E27FC236}">
                          <a16:creationId xmlns:a16="http://schemas.microsoft.com/office/drawing/2014/main" id="{BB9833DF-F854-C41B-ED1F-D39F9437B2EA}"/>
                        </a:ext>
                      </a:extLst>
                    </p14:cNvPr>
                    <p14:cNvContentPartPr/>
                    <p14:nvPr/>
                  </p14:nvContentPartPr>
                  <p14:xfrm>
                    <a:off x="3572028" y="1936312"/>
                    <a:ext cx="67320" cy="200520"/>
                  </p14:xfrm>
                </p:contentPart>
              </mc:Choice>
              <mc:Fallback xmlns="">
                <p:pic>
                  <p:nvPicPr>
                    <p:cNvPr id="66" name="Ink 178">
                      <a:extLst>
                        <a:ext uri="{FF2B5EF4-FFF2-40B4-BE49-F238E27FC236}">
                          <a16:creationId xmlns:a16="http://schemas.microsoft.com/office/drawing/2014/main" id="{BB9833DF-F854-C41B-ED1F-D39F9437B2EA}"/>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46">
                  <p14:nvContentPartPr>
                    <p14:cNvPr id="67" name="Ink 179">
                      <a:extLst>
                        <a:ext uri="{FF2B5EF4-FFF2-40B4-BE49-F238E27FC236}">
                          <a16:creationId xmlns:a16="http://schemas.microsoft.com/office/drawing/2014/main" id="{8D5E1B14-BC6F-2BBF-EA3C-79AE306FBF8A}"/>
                        </a:ext>
                      </a:extLst>
                    </p14:cNvPr>
                    <p14:cNvContentPartPr/>
                    <p14:nvPr/>
                  </p14:nvContentPartPr>
                  <p14:xfrm>
                    <a:off x="3725748" y="2038912"/>
                    <a:ext cx="5400" cy="39960"/>
                  </p14:xfrm>
                </p:contentPart>
              </mc:Choice>
              <mc:Fallback xmlns="">
                <p:pic>
                  <p:nvPicPr>
                    <p:cNvPr id="67" name="Ink 179">
                      <a:extLst>
                        <a:ext uri="{FF2B5EF4-FFF2-40B4-BE49-F238E27FC236}">
                          <a16:creationId xmlns:a16="http://schemas.microsoft.com/office/drawing/2014/main" id="{8D5E1B14-BC6F-2BBF-EA3C-79AE306FBF8A}"/>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48">
                  <p14:nvContentPartPr>
                    <p14:cNvPr id="68" name="Ink 180">
                      <a:extLst>
                        <a:ext uri="{FF2B5EF4-FFF2-40B4-BE49-F238E27FC236}">
                          <a16:creationId xmlns:a16="http://schemas.microsoft.com/office/drawing/2014/main" id="{4E1E4F61-FC36-B37E-0E48-94CADA085A74}"/>
                        </a:ext>
                      </a:extLst>
                    </p14:cNvPr>
                    <p14:cNvContentPartPr/>
                    <p14:nvPr/>
                  </p14:nvContentPartPr>
                  <p14:xfrm>
                    <a:off x="3726828" y="2015512"/>
                    <a:ext cx="6840" cy="60840"/>
                  </p14:xfrm>
                </p:contentPart>
              </mc:Choice>
              <mc:Fallback xmlns="">
                <p:pic>
                  <p:nvPicPr>
                    <p:cNvPr id="68" name="Ink 180">
                      <a:extLst>
                        <a:ext uri="{FF2B5EF4-FFF2-40B4-BE49-F238E27FC236}">
                          <a16:creationId xmlns:a16="http://schemas.microsoft.com/office/drawing/2014/main" id="{4E1E4F61-FC36-B37E-0E48-94CADA085A74}"/>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50">
                  <p14:nvContentPartPr>
                    <p14:cNvPr id="69" name="Ink 181">
                      <a:extLst>
                        <a:ext uri="{FF2B5EF4-FFF2-40B4-BE49-F238E27FC236}">
                          <a16:creationId xmlns:a16="http://schemas.microsoft.com/office/drawing/2014/main" id="{BFBFA596-48E4-1738-9A57-766B618EC598}"/>
                        </a:ext>
                      </a:extLst>
                    </p14:cNvPr>
                    <p14:cNvContentPartPr/>
                    <p14:nvPr/>
                  </p14:nvContentPartPr>
                  <p14:xfrm>
                    <a:off x="3557988" y="1939192"/>
                    <a:ext cx="63360" cy="114480"/>
                  </p14:xfrm>
                </p:contentPart>
              </mc:Choice>
              <mc:Fallback xmlns="">
                <p:pic>
                  <p:nvPicPr>
                    <p:cNvPr id="69" name="Ink 181">
                      <a:extLst>
                        <a:ext uri="{FF2B5EF4-FFF2-40B4-BE49-F238E27FC236}">
                          <a16:creationId xmlns:a16="http://schemas.microsoft.com/office/drawing/2014/main" id="{BFBFA596-48E4-1738-9A57-766B618EC598}"/>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52">
                  <p14:nvContentPartPr>
                    <p14:cNvPr id="70" name="Ink 182">
                      <a:extLst>
                        <a:ext uri="{FF2B5EF4-FFF2-40B4-BE49-F238E27FC236}">
                          <a16:creationId xmlns:a16="http://schemas.microsoft.com/office/drawing/2014/main" id="{2C63538F-BABF-BD2C-AAFC-C375F68E404F}"/>
                        </a:ext>
                      </a:extLst>
                    </p14:cNvPr>
                    <p14:cNvContentPartPr/>
                    <p14:nvPr/>
                  </p14:nvContentPartPr>
                  <p14:xfrm>
                    <a:off x="3801708" y="1867192"/>
                    <a:ext cx="23760" cy="45360"/>
                  </p14:xfrm>
                </p:contentPart>
              </mc:Choice>
              <mc:Fallback xmlns="">
                <p:pic>
                  <p:nvPicPr>
                    <p:cNvPr id="70" name="Ink 182">
                      <a:extLst>
                        <a:ext uri="{FF2B5EF4-FFF2-40B4-BE49-F238E27FC236}">
                          <a16:creationId xmlns:a16="http://schemas.microsoft.com/office/drawing/2014/main" id="{2C63538F-BABF-BD2C-AAFC-C375F68E40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9" name="Group 183">
              <a:extLst>
                <a:ext uri="{FF2B5EF4-FFF2-40B4-BE49-F238E27FC236}">
                  <a16:creationId xmlns:a16="http://schemas.microsoft.com/office/drawing/2014/main" id="{A244FFB7-9F9B-0509-DDF1-5FBCB107A994}"/>
                </a:ext>
              </a:extLst>
            </p:cNvPr>
            <p:cNvGrpSpPr/>
            <p:nvPr/>
          </p:nvGrpSpPr>
          <p:grpSpPr>
            <a:xfrm rot="16200000">
              <a:off x="6927356" y="7630738"/>
              <a:ext cx="504761" cy="699549"/>
              <a:chOff x="3476018" y="1655769"/>
              <a:chExt cx="349450" cy="484303"/>
            </a:xfrm>
          </p:grpSpPr>
          <p:sp>
            <p:nvSpPr>
              <p:cNvPr id="31" name="Flowchart: Delay 184">
                <a:extLst>
                  <a:ext uri="{FF2B5EF4-FFF2-40B4-BE49-F238E27FC236}">
                    <a16:creationId xmlns:a16="http://schemas.microsoft.com/office/drawing/2014/main" id="{8A8ACE18-515B-4378-CC4F-2A2334C0EA00}"/>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54">
                <p14:nvContentPartPr>
                  <p14:cNvPr id="32" name="Ink 185">
                    <a:extLst>
                      <a:ext uri="{FF2B5EF4-FFF2-40B4-BE49-F238E27FC236}">
                        <a16:creationId xmlns:a16="http://schemas.microsoft.com/office/drawing/2014/main" id="{636B11DB-872B-2F2D-FAE0-04C490BBB32D}"/>
                      </a:ext>
                    </a:extLst>
                  </p14:cNvPr>
                  <p14:cNvContentPartPr/>
                  <p14:nvPr/>
                </p14:nvContentPartPr>
                <p14:xfrm>
                  <a:off x="3563025" y="1801595"/>
                  <a:ext cx="177480" cy="94680"/>
                </p14:xfrm>
              </p:contentPart>
            </mc:Choice>
            <mc:Fallback xmlns="">
              <p:pic>
                <p:nvPicPr>
                  <p:cNvPr id="32" name="Ink 185">
                    <a:extLst>
                      <a:ext uri="{FF2B5EF4-FFF2-40B4-BE49-F238E27FC236}">
                        <a16:creationId xmlns:a16="http://schemas.microsoft.com/office/drawing/2014/main" id="{636B11DB-872B-2F2D-FAE0-04C490BBB32D}"/>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55">
                <p14:nvContentPartPr>
                  <p14:cNvPr id="33" name="Ink 186">
                    <a:extLst>
                      <a:ext uri="{FF2B5EF4-FFF2-40B4-BE49-F238E27FC236}">
                        <a16:creationId xmlns:a16="http://schemas.microsoft.com/office/drawing/2014/main" id="{759EB8FE-5B92-3A16-DAF8-BEF56AF89B97}"/>
                      </a:ext>
                    </a:extLst>
                  </p14:cNvPr>
                  <p14:cNvContentPartPr/>
                  <p14:nvPr/>
                </p14:nvContentPartPr>
                <p14:xfrm>
                  <a:off x="3703200" y="1798268"/>
                  <a:ext cx="52920" cy="8280"/>
                </p14:xfrm>
              </p:contentPart>
            </mc:Choice>
            <mc:Fallback xmlns="">
              <p:pic>
                <p:nvPicPr>
                  <p:cNvPr id="33" name="Ink 186">
                    <a:extLst>
                      <a:ext uri="{FF2B5EF4-FFF2-40B4-BE49-F238E27FC236}">
                        <a16:creationId xmlns:a16="http://schemas.microsoft.com/office/drawing/2014/main" id="{759EB8FE-5B92-3A16-DAF8-BEF56AF89B97}"/>
                      </a:ext>
                    </a:extLst>
                  </p:cNvPr>
                  <p:cNvPicPr/>
                  <p:nvPr/>
                </p:nvPicPr>
                <p:blipFill>
                  <a:blip r:embed="rId225"/>
                  <a:stretch>
                    <a:fillRect/>
                  </a:stretch>
                </p:blipFill>
                <p:spPr>
                  <a:xfrm>
                    <a:off x="3698850" y="1793948"/>
                    <a:ext cx="61619" cy="16920"/>
                  </a:xfrm>
                  <a:prstGeom prst="rect">
                    <a:avLst/>
                  </a:prstGeom>
                </p:spPr>
              </p:pic>
            </mc:Fallback>
          </mc:AlternateContent>
          <p:sp>
            <p:nvSpPr>
              <p:cNvPr id="34" name="Oval 187">
                <a:extLst>
                  <a:ext uri="{FF2B5EF4-FFF2-40B4-BE49-F238E27FC236}">
                    <a16:creationId xmlns:a16="http://schemas.microsoft.com/office/drawing/2014/main" id="{29D09CF2-F925-4258-7CB2-BFBAC805642C}"/>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35" name="Oval 188">
                <a:extLst>
                  <a:ext uri="{FF2B5EF4-FFF2-40B4-BE49-F238E27FC236}">
                    <a16:creationId xmlns:a16="http://schemas.microsoft.com/office/drawing/2014/main" id="{0D043CE0-6651-574B-0259-EB2A1EC27206}"/>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36" name="Group 189">
                <a:extLst>
                  <a:ext uri="{FF2B5EF4-FFF2-40B4-BE49-F238E27FC236}">
                    <a16:creationId xmlns:a16="http://schemas.microsoft.com/office/drawing/2014/main" id="{AD5C7104-2975-7DE7-FCC3-969DF2F2F0A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56">
                  <p14:nvContentPartPr>
                    <p14:cNvPr id="37" name="Ink 190">
                      <a:extLst>
                        <a:ext uri="{FF2B5EF4-FFF2-40B4-BE49-F238E27FC236}">
                          <a16:creationId xmlns:a16="http://schemas.microsoft.com/office/drawing/2014/main" id="{750F821C-2811-B56A-DA5E-731D3E143623}"/>
                        </a:ext>
                      </a:extLst>
                    </p14:cNvPr>
                    <p14:cNvContentPartPr/>
                    <p14:nvPr/>
                  </p14:nvContentPartPr>
                  <p14:xfrm>
                    <a:off x="3476018" y="1873095"/>
                    <a:ext cx="45720" cy="30600"/>
                  </p14:xfrm>
                </p:contentPart>
              </mc:Choice>
              <mc:Fallback xmlns="">
                <p:pic>
                  <p:nvPicPr>
                    <p:cNvPr id="37" name="Ink 190">
                      <a:extLst>
                        <a:ext uri="{FF2B5EF4-FFF2-40B4-BE49-F238E27FC236}">
                          <a16:creationId xmlns:a16="http://schemas.microsoft.com/office/drawing/2014/main" id="{750F821C-2811-B56A-DA5E-731D3E143623}"/>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57">
                  <p14:nvContentPartPr>
                    <p14:cNvPr id="38" name="Ink 191">
                      <a:extLst>
                        <a:ext uri="{FF2B5EF4-FFF2-40B4-BE49-F238E27FC236}">
                          <a16:creationId xmlns:a16="http://schemas.microsoft.com/office/drawing/2014/main" id="{5B432833-3463-61EC-9F83-07D2AA5F4CDA}"/>
                        </a:ext>
                      </a:extLst>
                    </p14:cNvPr>
                    <p14:cNvContentPartPr/>
                    <p14:nvPr/>
                  </p14:nvContentPartPr>
                  <p14:xfrm>
                    <a:off x="3494738" y="1823415"/>
                    <a:ext cx="54720" cy="43200"/>
                  </p14:xfrm>
                </p:contentPart>
              </mc:Choice>
              <mc:Fallback xmlns="">
                <p:pic>
                  <p:nvPicPr>
                    <p:cNvPr id="38" name="Ink 191">
                      <a:extLst>
                        <a:ext uri="{FF2B5EF4-FFF2-40B4-BE49-F238E27FC236}">
                          <a16:creationId xmlns:a16="http://schemas.microsoft.com/office/drawing/2014/main" id="{5B432833-3463-61EC-9F83-07D2AA5F4CDA}"/>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58">
                  <p14:nvContentPartPr>
                    <p14:cNvPr id="39" name="Ink 192">
                      <a:extLst>
                        <a:ext uri="{FF2B5EF4-FFF2-40B4-BE49-F238E27FC236}">
                          <a16:creationId xmlns:a16="http://schemas.microsoft.com/office/drawing/2014/main" id="{39FA505B-F295-6928-AC20-306A212E594D}"/>
                        </a:ext>
                      </a:extLst>
                    </p14:cNvPr>
                    <p14:cNvContentPartPr/>
                    <p14:nvPr/>
                  </p14:nvContentPartPr>
                  <p14:xfrm>
                    <a:off x="3777338" y="1870215"/>
                    <a:ext cx="44640" cy="36000"/>
                  </p14:xfrm>
                </p:contentPart>
              </mc:Choice>
              <mc:Fallback xmlns="">
                <p:pic>
                  <p:nvPicPr>
                    <p:cNvPr id="39" name="Ink 192">
                      <a:extLst>
                        <a:ext uri="{FF2B5EF4-FFF2-40B4-BE49-F238E27FC236}">
                          <a16:creationId xmlns:a16="http://schemas.microsoft.com/office/drawing/2014/main" id="{39FA505B-F295-6928-AC20-306A212E59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59">
                  <p14:nvContentPartPr>
                    <p14:cNvPr id="40" name="Ink 193">
                      <a:extLst>
                        <a:ext uri="{FF2B5EF4-FFF2-40B4-BE49-F238E27FC236}">
                          <a16:creationId xmlns:a16="http://schemas.microsoft.com/office/drawing/2014/main" id="{024CBBD3-BB41-44B1-A717-CE0C783FCBD1}"/>
                        </a:ext>
                      </a:extLst>
                    </p14:cNvPr>
                    <p14:cNvContentPartPr/>
                    <p14:nvPr/>
                  </p14:nvContentPartPr>
                  <p14:xfrm>
                    <a:off x="3757178" y="1831335"/>
                    <a:ext cx="46440" cy="36360"/>
                  </p14:xfrm>
                </p:contentPart>
              </mc:Choice>
              <mc:Fallback xmlns="">
                <p:pic>
                  <p:nvPicPr>
                    <p:cNvPr id="40" name="Ink 193">
                      <a:extLst>
                        <a:ext uri="{FF2B5EF4-FFF2-40B4-BE49-F238E27FC236}">
                          <a16:creationId xmlns:a16="http://schemas.microsoft.com/office/drawing/2014/main" id="{024CBBD3-BB41-44B1-A717-CE0C783FCBD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60">
                  <p14:nvContentPartPr>
                    <p14:cNvPr id="41" name="Ink 194">
                      <a:extLst>
                        <a:ext uri="{FF2B5EF4-FFF2-40B4-BE49-F238E27FC236}">
                          <a16:creationId xmlns:a16="http://schemas.microsoft.com/office/drawing/2014/main" id="{A97C3796-4CBD-0C5C-6977-9F24E0271885}"/>
                        </a:ext>
                      </a:extLst>
                    </p14:cNvPr>
                    <p14:cNvContentPartPr/>
                    <p14:nvPr/>
                  </p14:nvContentPartPr>
                  <p14:xfrm>
                    <a:off x="3662748" y="1940992"/>
                    <a:ext cx="62640" cy="195120"/>
                  </p14:xfrm>
                </p:contentPart>
              </mc:Choice>
              <mc:Fallback xmlns="">
                <p:pic>
                  <p:nvPicPr>
                    <p:cNvPr id="41" name="Ink 194">
                      <a:extLst>
                        <a:ext uri="{FF2B5EF4-FFF2-40B4-BE49-F238E27FC236}">
                          <a16:creationId xmlns:a16="http://schemas.microsoft.com/office/drawing/2014/main" id="{A97C3796-4CBD-0C5C-6977-9F24E0271885}"/>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61">
                  <p14:nvContentPartPr>
                    <p14:cNvPr id="42" name="Ink 195">
                      <a:extLst>
                        <a:ext uri="{FF2B5EF4-FFF2-40B4-BE49-F238E27FC236}">
                          <a16:creationId xmlns:a16="http://schemas.microsoft.com/office/drawing/2014/main" id="{B6A5E832-F834-E5A0-4325-127748235F1C}"/>
                        </a:ext>
                      </a:extLst>
                    </p14:cNvPr>
                    <p14:cNvContentPartPr/>
                    <p14:nvPr/>
                  </p14:nvContentPartPr>
                  <p14:xfrm>
                    <a:off x="3672468" y="1931992"/>
                    <a:ext cx="59400" cy="124200"/>
                  </p14:xfrm>
                </p:contentPart>
              </mc:Choice>
              <mc:Fallback xmlns="">
                <p:pic>
                  <p:nvPicPr>
                    <p:cNvPr id="42" name="Ink 195">
                      <a:extLst>
                        <a:ext uri="{FF2B5EF4-FFF2-40B4-BE49-F238E27FC236}">
                          <a16:creationId xmlns:a16="http://schemas.microsoft.com/office/drawing/2014/main" id="{B6A5E832-F834-E5A0-4325-127748235F1C}"/>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62">
                  <p14:nvContentPartPr>
                    <p14:cNvPr id="43" name="Ink 196">
                      <a:extLst>
                        <a:ext uri="{FF2B5EF4-FFF2-40B4-BE49-F238E27FC236}">
                          <a16:creationId xmlns:a16="http://schemas.microsoft.com/office/drawing/2014/main" id="{8A4EBEE4-F5CE-E29D-CA23-2E62B447206D}"/>
                        </a:ext>
                      </a:extLst>
                    </p14:cNvPr>
                    <p14:cNvContentPartPr/>
                    <p14:nvPr/>
                  </p14:nvContentPartPr>
                  <p14:xfrm>
                    <a:off x="3577068" y="1930912"/>
                    <a:ext cx="63720" cy="209160"/>
                  </p14:xfrm>
                </p:contentPart>
              </mc:Choice>
              <mc:Fallback xmlns="">
                <p:pic>
                  <p:nvPicPr>
                    <p:cNvPr id="43" name="Ink 196">
                      <a:extLst>
                        <a:ext uri="{FF2B5EF4-FFF2-40B4-BE49-F238E27FC236}">
                          <a16:creationId xmlns:a16="http://schemas.microsoft.com/office/drawing/2014/main" id="{8A4EBEE4-F5CE-E29D-CA23-2E62B447206D}"/>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63">
                  <p14:nvContentPartPr>
                    <p14:cNvPr id="44" name="Ink 197">
                      <a:extLst>
                        <a:ext uri="{FF2B5EF4-FFF2-40B4-BE49-F238E27FC236}">
                          <a16:creationId xmlns:a16="http://schemas.microsoft.com/office/drawing/2014/main" id="{F506270F-5A16-B902-06B9-143C0228611D}"/>
                        </a:ext>
                      </a:extLst>
                    </p14:cNvPr>
                    <p14:cNvContentPartPr/>
                    <p14:nvPr/>
                  </p14:nvContentPartPr>
                  <p14:xfrm>
                    <a:off x="3561228" y="1928752"/>
                    <a:ext cx="60120" cy="129960"/>
                  </p14:xfrm>
                </p:contentPart>
              </mc:Choice>
              <mc:Fallback xmlns="">
                <p:pic>
                  <p:nvPicPr>
                    <p:cNvPr id="44" name="Ink 197">
                      <a:extLst>
                        <a:ext uri="{FF2B5EF4-FFF2-40B4-BE49-F238E27FC236}">
                          <a16:creationId xmlns:a16="http://schemas.microsoft.com/office/drawing/2014/main" id="{F506270F-5A16-B902-06B9-143C0228611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64">
                  <p14:nvContentPartPr>
                    <p14:cNvPr id="45" name="Ink 198">
                      <a:extLst>
                        <a:ext uri="{FF2B5EF4-FFF2-40B4-BE49-F238E27FC236}">
                          <a16:creationId xmlns:a16="http://schemas.microsoft.com/office/drawing/2014/main" id="{2912BC37-2AE0-0343-0AA2-99DA9C3FC959}"/>
                        </a:ext>
                      </a:extLst>
                    </p14:cNvPr>
                    <p14:cNvContentPartPr/>
                    <p14:nvPr/>
                  </p14:nvContentPartPr>
                  <p14:xfrm>
                    <a:off x="3673188" y="2036032"/>
                    <a:ext cx="44280" cy="95040"/>
                  </p14:xfrm>
                </p:contentPart>
              </mc:Choice>
              <mc:Fallback xmlns="">
                <p:pic>
                  <p:nvPicPr>
                    <p:cNvPr id="45" name="Ink 198">
                      <a:extLst>
                        <a:ext uri="{FF2B5EF4-FFF2-40B4-BE49-F238E27FC236}">
                          <a16:creationId xmlns:a16="http://schemas.microsoft.com/office/drawing/2014/main" id="{2912BC37-2AE0-0343-0AA2-99DA9C3FC959}"/>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65">
                  <p14:nvContentPartPr>
                    <p14:cNvPr id="46" name="Ink 199">
                      <a:extLst>
                        <a:ext uri="{FF2B5EF4-FFF2-40B4-BE49-F238E27FC236}">
                          <a16:creationId xmlns:a16="http://schemas.microsoft.com/office/drawing/2014/main" id="{2D35A574-9063-3FB4-5C67-BD4AA4912420}"/>
                        </a:ext>
                      </a:extLst>
                    </p14:cNvPr>
                    <p14:cNvContentPartPr/>
                    <p14:nvPr/>
                  </p14:nvContentPartPr>
                  <p14:xfrm>
                    <a:off x="3572028" y="1936312"/>
                    <a:ext cx="67320" cy="200520"/>
                  </p14:xfrm>
                </p:contentPart>
              </mc:Choice>
              <mc:Fallback xmlns="">
                <p:pic>
                  <p:nvPicPr>
                    <p:cNvPr id="46" name="Ink 199">
                      <a:extLst>
                        <a:ext uri="{FF2B5EF4-FFF2-40B4-BE49-F238E27FC236}">
                          <a16:creationId xmlns:a16="http://schemas.microsoft.com/office/drawing/2014/main" id="{2D35A574-9063-3FB4-5C67-BD4AA4912420}"/>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66">
                  <p14:nvContentPartPr>
                    <p14:cNvPr id="47" name="Ink 200">
                      <a:extLst>
                        <a:ext uri="{FF2B5EF4-FFF2-40B4-BE49-F238E27FC236}">
                          <a16:creationId xmlns:a16="http://schemas.microsoft.com/office/drawing/2014/main" id="{4AFCF117-8195-E2D9-1077-2E1E00436E6C}"/>
                        </a:ext>
                      </a:extLst>
                    </p14:cNvPr>
                    <p14:cNvContentPartPr/>
                    <p14:nvPr/>
                  </p14:nvContentPartPr>
                  <p14:xfrm>
                    <a:off x="3725748" y="2038912"/>
                    <a:ext cx="5400" cy="39960"/>
                  </p14:xfrm>
                </p:contentPart>
              </mc:Choice>
              <mc:Fallback xmlns="">
                <p:pic>
                  <p:nvPicPr>
                    <p:cNvPr id="47" name="Ink 200">
                      <a:extLst>
                        <a:ext uri="{FF2B5EF4-FFF2-40B4-BE49-F238E27FC236}">
                          <a16:creationId xmlns:a16="http://schemas.microsoft.com/office/drawing/2014/main" id="{4AFCF117-8195-E2D9-1077-2E1E00436E6C}"/>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67">
                  <p14:nvContentPartPr>
                    <p14:cNvPr id="48" name="Ink 201">
                      <a:extLst>
                        <a:ext uri="{FF2B5EF4-FFF2-40B4-BE49-F238E27FC236}">
                          <a16:creationId xmlns:a16="http://schemas.microsoft.com/office/drawing/2014/main" id="{6B9847C0-7814-8E57-8970-834D27D5D3D1}"/>
                        </a:ext>
                      </a:extLst>
                    </p14:cNvPr>
                    <p14:cNvContentPartPr/>
                    <p14:nvPr/>
                  </p14:nvContentPartPr>
                  <p14:xfrm>
                    <a:off x="3726828" y="2015512"/>
                    <a:ext cx="6840" cy="60840"/>
                  </p14:xfrm>
                </p:contentPart>
              </mc:Choice>
              <mc:Fallback xmlns="">
                <p:pic>
                  <p:nvPicPr>
                    <p:cNvPr id="48" name="Ink 201">
                      <a:extLst>
                        <a:ext uri="{FF2B5EF4-FFF2-40B4-BE49-F238E27FC236}">
                          <a16:creationId xmlns:a16="http://schemas.microsoft.com/office/drawing/2014/main" id="{6B9847C0-7814-8E57-8970-834D27D5D3D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68">
                  <p14:nvContentPartPr>
                    <p14:cNvPr id="49" name="Ink 202">
                      <a:extLst>
                        <a:ext uri="{FF2B5EF4-FFF2-40B4-BE49-F238E27FC236}">
                          <a16:creationId xmlns:a16="http://schemas.microsoft.com/office/drawing/2014/main" id="{DACB4FC6-2051-EA28-8E3A-3E54BCF806D5}"/>
                        </a:ext>
                      </a:extLst>
                    </p14:cNvPr>
                    <p14:cNvContentPartPr/>
                    <p14:nvPr/>
                  </p14:nvContentPartPr>
                  <p14:xfrm>
                    <a:off x="3557988" y="1939192"/>
                    <a:ext cx="63360" cy="114480"/>
                  </p14:xfrm>
                </p:contentPart>
              </mc:Choice>
              <mc:Fallback xmlns="">
                <p:pic>
                  <p:nvPicPr>
                    <p:cNvPr id="49" name="Ink 202">
                      <a:extLst>
                        <a:ext uri="{FF2B5EF4-FFF2-40B4-BE49-F238E27FC236}">
                          <a16:creationId xmlns:a16="http://schemas.microsoft.com/office/drawing/2014/main" id="{DACB4FC6-2051-EA28-8E3A-3E54BCF806D5}"/>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69">
                  <p14:nvContentPartPr>
                    <p14:cNvPr id="50" name="Ink 203">
                      <a:extLst>
                        <a:ext uri="{FF2B5EF4-FFF2-40B4-BE49-F238E27FC236}">
                          <a16:creationId xmlns:a16="http://schemas.microsoft.com/office/drawing/2014/main" id="{EF6EE2A6-7E13-6915-BABA-3DB88E446D4F}"/>
                        </a:ext>
                      </a:extLst>
                    </p14:cNvPr>
                    <p14:cNvContentPartPr/>
                    <p14:nvPr/>
                  </p14:nvContentPartPr>
                  <p14:xfrm>
                    <a:off x="3801708" y="1867192"/>
                    <a:ext cx="23760" cy="45360"/>
                  </p14:xfrm>
                </p:contentPart>
              </mc:Choice>
              <mc:Fallback xmlns="">
                <p:pic>
                  <p:nvPicPr>
                    <p:cNvPr id="50" name="Ink 203">
                      <a:extLst>
                        <a:ext uri="{FF2B5EF4-FFF2-40B4-BE49-F238E27FC236}">
                          <a16:creationId xmlns:a16="http://schemas.microsoft.com/office/drawing/2014/main" id="{EF6EE2A6-7E13-6915-BABA-3DB88E446D4F}"/>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10" name="Group 204">
              <a:extLst>
                <a:ext uri="{FF2B5EF4-FFF2-40B4-BE49-F238E27FC236}">
                  <a16:creationId xmlns:a16="http://schemas.microsoft.com/office/drawing/2014/main" id="{8CDE2DEA-6916-659A-805C-28B710CE1EC7}"/>
                </a:ext>
              </a:extLst>
            </p:cNvPr>
            <p:cNvGrpSpPr/>
            <p:nvPr/>
          </p:nvGrpSpPr>
          <p:grpSpPr>
            <a:xfrm rot="16200000">
              <a:off x="6010687" y="7509686"/>
              <a:ext cx="504761" cy="699549"/>
              <a:chOff x="3476018" y="1655769"/>
              <a:chExt cx="349450" cy="484303"/>
            </a:xfrm>
          </p:grpSpPr>
          <p:sp>
            <p:nvSpPr>
              <p:cNvPr id="11" name="Flowchart: Delay 205">
                <a:extLst>
                  <a:ext uri="{FF2B5EF4-FFF2-40B4-BE49-F238E27FC236}">
                    <a16:creationId xmlns:a16="http://schemas.microsoft.com/office/drawing/2014/main" id="{04EF601C-91E2-8C04-EDC5-6677B496761E}"/>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70">
                <p14:nvContentPartPr>
                  <p14:cNvPr id="12" name="Ink 206">
                    <a:extLst>
                      <a:ext uri="{FF2B5EF4-FFF2-40B4-BE49-F238E27FC236}">
                        <a16:creationId xmlns:a16="http://schemas.microsoft.com/office/drawing/2014/main" id="{80FE7901-3D49-CA49-35F8-507B1A89FF5B}"/>
                      </a:ext>
                    </a:extLst>
                  </p14:cNvPr>
                  <p14:cNvContentPartPr/>
                  <p14:nvPr/>
                </p14:nvContentPartPr>
                <p14:xfrm>
                  <a:off x="3563025" y="1801595"/>
                  <a:ext cx="177480" cy="94680"/>
                </p14:xfrm>
              </p:contentPart>
            </mc:Choice>
            <mc:Fallback xmlns="">
              <p:pic>
                <p:nvPicPr>
                  <p:cNvPr id="12" name="Ink 206">
                    <a:extLst>
                      <a:ext uri="{FF2B5EF4-FFF2-40B4-BE49-F238E27FC236}">
                        <a16:creationId xmlns:a16="http://schemas.microsoft.com/office/drawing/2014/main" id="{80FE7901-3D49-CA49-35F8-507B1A89FF5B}"/>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71">
                <p14:nvContentPartPr>
                  <p14:cNvPr id="13" name="Ink 207">
                    <a:extLst>
                      <a:ext uri="{FF2B5EF4-FFF2-40B4-BE49-F238E27FC236}">
                        <a16:creationId xmlns:a16="http://schemas.microsoft.com/office/drawing/2014/main" id="{7341E895-57C9-71C9-A7D2-009658C8A013}"/>
                      </a:ext>
                    </a:extLst>
                  </p14:cNvPr>
                  <p14:cNvContentPartPr/>
                  <p14:nvPr/>
                </p14:nvContentPartPr>
                <p14:xfrm>
                  <a:off x="3703200" y="1798268"/>
                  <a:ext cx="52920" cy="8280"/>
                </p14:xfrm>
              </p:contentPart>
            </mc:Choice>
            <mc:Fallback xmlns="">
              <p:pic>
                <p:nvPicPr>
                  <p:cNvPr id="13" name="Ink 207">
                    <a:extLst>
                      <a:ext uri="{FF2B5EF4-FFF2-40B4-BE49-F238E27FC236}">
                        <a16:creationId xmlns:a16="http://schemas.microsoft.com/office/drawing/2014/main" id="{7341E895-57C9-71C9-A7D2-009658C8A013}"/>
                      </a:ext>
                    </a:extLst>
                  </p:cNvPr>
                  <p:cNvPicPr/>
                  <p:nvPr/>
                </p:nvPicPr>
                <p:blipFill>
                  <a:blip r:embed="rId225"/>
                  <a:stretch>
                    <a:fillRect/>
                  </a:stretch>
                </p:blipFill>
                <p:spPr>
                  <a:xfrm>
                    <a:off x="3698850" y="1793948"/>
                    <a:ext cx="61619" cy="16920"/>
                  </a:xfrm>
                  <a:prstGeom prst="rect">
                    <a:avLst/>
                  </a:prstGeom>
                </p:spPr>
              </p:pic>
            </mc:Fallback>
          </mc:AlternateContent>
          <p:sp>
            <p:nvSpPr>
              <p:cNvPr id="14" name="Oval 208">
                <a:extLst>
                  <a:ext uri="{FF2B5EF4-FFF2-40B4-BE49-F238E27FC236}">
                    <a16:creationId xmlns:a16="http://schemas.microsoft.com/office/drawing/2014/main" id="{9B124E58-B419-DD81-3F79-577159CDAF08}"/>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15" name="Oval 209">
                <a:extLst>
                  <a:ext uri="{FF2B5EF4-FFF2-40B4-BE49-F238E27FC236}">
                    <a16:creationId xmlns:a16="http://schemas.microsoft.com/office/drawing/2014/main" id="{91C7C300-DDC1-F653-6830-21AFE02066FC}"/>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16" name="Group 210">
                <a:extLst>
                  <a:ext uri="{FF2B5EF4-FFF2-40B4-BE49-F238E27FC236}">
                    <a16:creationId xmlns:a16="http://schemas.microsoft.com/office/drawing/2014/main" id="{89A742F1-CD08-0DFE-F03E-791C22ED4781}"/>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72">
                  <p14:nvContentPartPr>
                    <p14:cNvPr id="17" name="Ink 211">
                      <a:extLst>
                        <a:ext uri="{FF2B5EF4-FFF2-40B4-BE49-F238E27FC236}">
                          <a16:creationId xmlns:a16="http://schemas.microsoft.com/office/drawing/2014/main" id="{A096D1CF-02B6-F83A-3891-F74AD7F77D6C}"/>
                        </a:ext>
                      </a:extLst>
                    </p14:cNvPr>
                    <p14:cNvContentPartPr/>
                    <p14:nvPr/>
                  </p14:nvContentPartPr>
                  <p14:xfrm>
                    <a:off x="3476018" y="1873095"/>
                    <a:ext cx="45720" cy="30600"/>
                  </p14:xfrm>
                </p:contentPart>
              </mc:Choice>
              <mc:Fallback xmlns="">
                <p:pic>
                  <p:nvPicPr>
                    <p:cNvPr id="17" name="Ink 211">
                      <a:extLst>
                        <a:ext uri="{FF2B5EF4-FFF2-40B4-BE49-F238E27FC236}">
                          <a16:creationId xmlns:a16="http://schemas.microsoft.com/office/drawing/2014/main" id="{A096D1CF-02B6-F83A-3891-F74AD7F77D6C}"/>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73">
                  <p14:nvContentPartPr>
                    <p14:cNvPr id="18" name="Ink 212">
                      <a:extLst>
                        <a:ext uri="{FF2B5EF4-FFF2-40B4-BE49-F238E27FC236}">
                          <a16:creationId xmlns:a16="http://schemas.microsoft.com/office/drawing/2014/main" id="{929DB7FC-F9BC-9E0D-08E0-886FE20CA9C2}"/>
                        </a:ext>
                      </a:extLst>
                    </p14:cNvPr>
                    <p14:cNvContentPartPr/>
                    <p14:nvPr/>
                  </p14:nvContentPartPr>
                  <p14:xfrm>
                    <a:off x="3494738" y="1823415"/>
                    <a:ext cx="54720" cy="43200"/>
                  </p14:xfrm>
                </p:contentPart>
              </mc:Choice>
              <mc:Fallback xmlns="">
                <p:pic>
                  <p:nvPicPr>
                    <p:cNvPr id="18" name="Ink 212">
                      <a:extLst>
                        <a:ext uri="{FF2B5EF4-FFF2-40B4-BE49-F238E27FC236}">
                          <a16:creationId xmlns:a16="http://schemas.microsoft.com/office/drawing/2014/main" id="{929DB7FC-F9BC-9E0D-08E0-886FE20CA9C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74">
                  <p14:nvContentPartPr>
                    <p14:cNvPr id="19" name="Ink 213">
                      <a:extLst>
                        <a:ext uri="{FF2B5EF4-FFF2-40B4-BE49-F238E27FC236}">
                          <a16:creationId xmlns:a16="http://schemas.microsoft.com/office/drawing/2014/main" id="{C999F6D5-4914-FB91-7860-E14DE4C6C25F}"/>
                        </a:ext>
                      </a:extLst>
                    </p14:cNvPr>
                    <p14:cNvContentPartPr/>
                    <p14:nvPr/>
                  </p14:nvContentPartPr>
                  <p14:xfrm>
                    <a:off x="3777338" y="1870215"/>
                    <a:ext cx="44640" cy="36000"/>
                  </p14:xfrm>
                </p:contentPart>
              </mc:Choice>
              <mc:Fallback xmlns="">
                <p:pic>
                  <p:nvPicPr>
                    <p:cNvPr id="19" name="Ink 213">
                      <a:extLst>
                        <a:ext uri="{FF2B5EF4-FFF2-40B4-BE49-F238E27FC236}">
                          <a16:creationId xmlns:a16="http://schemas.microsoft.com/office/drawing/2014/main" id="{C999F6D5-4914-FB91-7860-E14DE4C6C25F}"/>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75">
                  <p14:nvContentPartPr>
                    <p14:cNvPr id="20" name="Ink 214">
                      <a:extLst>
                        <a:ext uri="{FF2B5EF4-FFF2-40B4-BE49-F238E27FC236}">
                          <a16:creationId xmlns:a16="http://schemas.microsoft.com/office/drawing/2014/main" id="{F5AEC21F-D8F4-A7FD-67B7-84CCF46F974D}"/>
                        </a:ext>
                      </a:extLst>
                    </p14:cNvPr>
                    <p14:cNvContentPartPr/>
                    <p14:nvPr/>
                  </p14:nvContentPartPr>
                  <p14:xfrm>
                    <a:off x="3757178" y="1831335"/>
                    <a:ext cx="46440" cy="36360"/>
                  </p14:xfrm>
                </p:contentPart>
              </mc:Choice>
              <mc:Fallback xmlns="">
                <p:pic>
                  <p:nvPicPr>
                    <p:cNvPr id="20" name="Ink 214">
                      <a:extLst>
                        <a:ext uri="{FF2B5EF4-FFF2-40B4-BE49-F238E27FC236}">
                          <a16:creationId xmlns:a16="http://schemas.microsoft.com/office/drawing/2014/main" id="{F5AEC21F-D8F4-A7FD-67B7-84CCF46F974D}"/>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76">
                  <p14:nvContentPartPr>
                    <p14:cNvPr id="21" name="Ink 215">
                      <a:extLst>
                        <a:ext uri="{FF2B5EF4-FFF2-40B4-BE49-F238E27FC236}">
                          <a16:creationId xmlns:a16="http://schemas.microsoft.com/office/drawing/2014/main" id="{369C3929-D67D-4934-08A7-50A2C58D1618}"/>
                        </a:ext>
                      </a:extLst>
                    </p14:cNvPr>
                    <p14:cNvContentPartPr/>
                    <p14:nvPr/>
                  </p14:nvContentPartPr>
                  <p14:xfrm>
                    <a:off x="3662748" y="1940992"/>
                    <a:ext cx="62640" cy="195120"/>
                  </p14:xfrm>
                </p:contentPart>
              </mc:Choice>
              <mc:Fallback xmlns="">
                <p:pic>
                  <p:nvPicPr>
                    <p:cNvPr id="21" name="Ink 215">
                      <a:extLst>
                        <a:ext uri="{FF2B5EF4-FFF2-40B4-BE49-F238E27FC236}">
                          <a16:creationId xmlns:a16="http://schemas.microsoft.com/office/drawing/2014/main" id="{369C3929-D67D-4934-08A7-50A2C58D161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77">
                  <p14:nvContentPartPr>
                    <p14:cNvPr id="22" name="Ink 216">
                      <a:extLst>
                        <a:ext uri="{FF2B5EF4-FFF2-40B4-BE49-F238E27FC236}">
                          <a16:creationId xmlns:a16="http://schemas.microsoft.com/office/drawing/2014/main" id="{E773304C-86DA-4065-8405-66CE4FA0C2A6}"/>
                        </a:ext>
                      </a:extLst>
                    </p14:cNvPr>
                    <p14:cNvContentPartPr/>
                    <p14:nvPr/>
                  </p14:nvContentPartPr>
                  <p14:xfrm>
                    <a:off x="3672468" y="1931992"/>
                    <a:ext cx="59400" cy="124200"/>
                  </p14:xfrm>
                </p:contentPart>
              </mc:Choice>
              <mc:Fallback xmlns="">
                <p:pic>
                  <p:nvPicPr>
                    <p:cNvPr id="22" name="Ink 216">
                      <a:extLst>
                        <a:ext uri="{FF2B5EF4-FFF2-40B4-BE49-F238E27FC236}">
                          <a16:creationId xmlns:a16="http://schemas.microsoft.com/office/drawing/2014/main" id="{E773304C-86DA-4065-8405-66CE4FA0C2A6}"/>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78">
                  <p14:nvContentPartPr>
                    <p14:cNvPr id="23" name="Ink 217">
                      <a:extLst>
                        <a:ext uri="{FF2B5EF4-FFF2-40B4-BE49-F238E27FC236}">
                          <a16:creationId xmlns:a16="http://schemas.microsoft.com/office/drawing/2014/main" id="{50E35838-1990-0014-7B7B-49140BA31A85}"/>
                        </a:ext>
                      </a:extLst>
                    </p14:cNvPr>
                    <p14:cNvContentPartPr/>
                    <p14:nvPr/>
                  </p14:nvContentPartPr>
                  <p14:xfrm>
                    <a:off x="3577068" y="1930912"/>
                    <a:ext cx="63720" cy="209160"/>
                  </p14:xfrm>
                </p:contentPart>
              </mc:Choice>
              <mc:Fallback xmlns="">
                <p:pic>
                  <p:nvPicPr>
                    <p:cNvPr id="23" name="Ink 217">
                      <a:extLst>
                        <a:ext uri="{FF2B5EF4-FFF2-40B4-BE49-F238E27FC236}">
                          <a16:creationId xmlns:a16="http://schemas.microsoft.com/office/drawing/2014/main" id="{50E35838-1990-0014-7B7B-49140BA31A85}"/>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79">
                  <p14:nvContentPartPr>
                    <p14:cNvPr id="24" name="Ink 218">
                      <a:extLst>
                        <a:ext uri="{FF2B5EF4-FFF2-40B4-BE49-F238E27FC236}">
                          <a16:creationId xmlns:a16="http://schemas.microsoft.com/office/drawing/2014/main" id="{11D91674-A3AD-E2D3-B47D-FEA0AE3C0A2D}"/>
                        </a:ext>
                      </a:extLst>
                    </p14:cNvPr>
                    <p14:cNvContentPartPr/>
                    <p14:nvPr/>
                  </p14:nvContentPartPr>
                  <p14:xfrm>
                    <a:off x="3561228" y="1928752"/>
                    <a:ext cx="60120" cy="129960"/>
                  </p14:xfrm>
                </p:contentPart>
              </mc:Choice>
              <mc:Fallback xmlns="">
                <p:pic>
                  <p:nvPicPr>
                    <p:cNvPr id="24" name="Ink 218">
                      <a:extLst>
                        <a:ext uri="{FF2B5EF4-FFF2-40B4-BE49-F238E27FC236}">
                          <a16:creationId xmlns:a16="http://schemas.microsoft.com/office/drawing/2014/main" id="{11D91674-A3AD-E2D3-B47D-FEA0AE3C0A2D}"/>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80">
                  <p14:nvContentPartPr>
                    <p14:cNvPr id="25" name="Ink 219">
                      <a:extLst>
                        <a:ext uri="{FF2B5EF4-FFF2-40B4-BE49-F238E27FC236}">
                          <a16:creationId xmlns:a16="http://schemas.microsoft.com/office/drawing/2014/main" id="{3D099083-48C3-7189-EDEC-F9E26E25F520}"/>
                        </a:ext>
                      </a:extLst>
                    </p14:cNvPr>
                    <p14:cNvContentPartPr/>
                    <p14:nvPr/>
                  </p14:nvContentPartPr>
                  <p14:xfrm>
                    <a:off x="3673188" y="2036032"/>
                    <a:ext cx="44280" cy="95040"/>
                  </p14:xfrm>
                </p:contentPart>
              </mc:Choice>
              <mc:Fallback xmlns="">
                <p:pic>
                  <p:nvPicPr>
                    <p:cNvPr id="25" name="Ink 219">
                      <a:extLst>
                        <a:ext uri="{FF2B5EF4-FFF2-40B4-BE49-F238E27FC236}">
                          <a16:creationId xmlns:a16="http://schemas.microsoft.com/office/drawing/2014/main" id="{3D099083-48C3-7189-EDEC-F9E26E25F520}"/>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81">
                  <p14:nvContentPartPr>
                    <p14:cNvPr id="26" name="Ink 220">
                      <a:extLst>
                        <a:ext uri="{FF2B5EF4-FFF2-40B4-BE49-F238E27FC236}">
                          <a16:creationId xmlns:a16="http://schemas.microsoft.com/office/drawing/2014/main" id="{9E7413E8-4F1D-EDDA-02CF-73CF9EAB7348}"/>
                        </a:ext>
                      </a:extLst>
                    </p14:cNvPr>
                    <p14:cNvContentPartPr/>
                    <p14:nvPr/>
                  </p14:nvContentPartPr>
                  <p14:xfrm>
                    <a:off x="3572028" y="1936312"/>
                    <a:ext cx="67320" cy="200520"/>
                  </p14:xfrm>
                </p:contentPart>
              </mc:Choice>
              <mc:Fallback xmlns="">
                <p:pic>
                  <p:nvPicPr>
                    <p:cNvPr id="26" name="Ink 220">
                      <a:extLst>
                        <a:ext uri="{FF2B5EF4-FFF2-40B4-BE49-F238E27FC236}">
                          <a16:creationId xmlns:a16="http://schemas.microsoft.com/office/drawing/2014/main" id="{9E7413E8-4F1D-EDDA-02CF-73CF9EAB7348}"/>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82">
                  <p14:nvContentPartPr>
                    <p14:cNvPr id="27" name="Ink 221">
                      <a:extLst>
                        <a:ext uri="{FF2B5EF4-FFF2-40B4-BE49-F238E27FC236}">
                          <a16:creationId xmlns:a16="http://schemas.microsoft.com/office/drawing/2014/main" id="{0FD754AE-A766-BE4D-C531-CA68FDA85D62}"/>
                        </a:ext>
                      </a:extLst>
                    </p14:cNvPr>
                    <p14:cNvContentPartPr/>
                    <p14:nvPr/>
                  </p14:nvContentPartPr>
                  <p14:xfrm>
                    <a:off x="3725748" y="2038912"/>
                    <a:ext cx="5400" cy="39960"/>
                  </p14:xfrm>
                </p:contentPart>
              </mc:Choice>
              <mc:Fallback xmlns="">
                <p:pic>
                  <p:nvPicPr>
                    <p:cNvPr id="27" name="Ink 221">
                      <a:extLst>
                        <a:ext uri="{FF2B5EF4-FFF2-40B4-BE49-F238E27FC236}">
                          <a16:creationId xmlns:a16="http://schemas.microsoft.com/office/drawing/2014/main" id="{0FD754AE-A766-BE4D-C531-CA68FDA85D6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83">
                  <p14:nvContentPartPr>
                    <p14:cNvPr id="28" name="Ink 222">
                      <a:extLst>
                        <a:ext uri="{FF2B5EF4-FFF2-40B4-BE49-F238E27FC236}">
                          <a16:creationId xmlns:a16="http://schemas.microsoft.com/office/drawing/2014/main" id="{EDBB10AC-8F6E-E7B3-9BD7-497ADADFA4E6}"/>
                        </a:ext>
                      </a:extLst>
                    </p14:cNvPr>
                    <p14:cNvContentPartPr/>
                    <p14:nvPr/>
                  </p14:nvContentPartPr>
                  <p14:xfrm>
                    <a:off x="3726828" y="2015512"/>
                    <a:ext cx="6840" cy="60840"/>
                  </p14:xfrm>
                </p:contentPart>
              </mc:Choice>
              <mc:Fallback xmlns="">
                <p:pic>
                  <p:nvPicPr>
                    <p:cNvPr id="28" name="Ink 222">
                      <a:extLst>
                        <a:ext uri="{FF2B5EF4-FFF2-40B4-BE49-F238E27FC236}">
                          <a16:creationId xmlns:a16="http://schemas.microsoft.com/office/drawing/2014/main" id="{EDBB10AC-8F6E-E7B3-9BD7-497ADADFA4E6}"/>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284">
                  <p14:nvContentPartPr>
                    <p14:cNvPr id="29" name="Ink 223">
                      <a:extLst>
                        <a:ext uri="{FF2B5EF4-FFF2-40B4-BE49-F238E27FC236}">
                          <a16:creationId xmlns:a16="http://schemas.microsoft.com/office/drawing/2014/main" id="{578D2A8C-9511-D98B-D52E-229CF63855F0}"/>
                        </a:ext>
                      </a:extLst>
                    </p14:cNvPr>
                    <p14:cNvContentPartPr/>
                    <p14:nvPr/>
                  </p14:nvContentPartPr>
                  <p14:xfrm>
                    <a:off x="3557988" y="1939192"/>
                    <a:ext cx="63360" cy="114480"/>
                  </p14:xfrm>
                </p:contentPart>
              </mc:Choice>
              <mc:Fallback xmlns="">
                <p:pic>
                  <p:nvPicPr>
                    <p:cNvPr id="29" name="Ink 223">
                      <a:extLst>
                        <a:ext uri="{FF2B5EF4-FFF2-40B4-BE49-F238E27FC236}">
                          <a16:creationId xmlns:a16="http://schemas.microsoft.com/office/drawing/2014/main" id="{578D2A8C-9511-D98B-D52E-229CF63855F0}"/>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285">
                  <p14:nvContentPartPr>
                    <p14:cNvPr id="30" name="Ink 224">
                      <a:extLst>
                        <a:ext uri="{FF2B5EF4-FFF2-40B4-BE49-F238E27FC236}">
                          <a16:creationId xmlns:a16="http://schemas.microsoft.com/office/drawing/2014/main" id="{FDB7D25E-E5A8-C932-D1AB-6418E7BEF56C}"/>
                        </a:ext>
                      </a:extLst>
                    </p14:cNvPr>
                    <p14:cNvContentPartPr/>
                    <p14:nvPr/>
                  </p14:nvContentPartPr>
                  <p14:xfrm>
                    <a:off x="3801708" y="1867192"/>
                    <a:ext cx="23760" cy="45360"/>
                  </p14:xfrm>
                </p:contentPart>
              </mc:Choice>
              <mc:Fallback xmlns="">
                <p:pic>
                  <p:nvPicPr>
                    <p:cNvPr id="30" name="Ink 224">
                      <a:extLst>
                        <a:ext uri="{FF2B5EF4-FFF2-40B4-BE49-F238E27FC236}">
                          <a16:creationId xmlns:a16="http://schemas.microsoft.com/office/drawing/2014/main" id="{FDB7D25E-E5A8-C932-D1AB-6418E7BEF56C}"/>
                        </a:ext>
                      </a:extLst>
                    </p:cNvPr>
                    <p:cNvPicPr/>
                    <p:nvPr/>
                  </p:nvPicPr>
                  <p:blipFill>
                    <a:blip r:embed="rId253"/>
                    <a:stretch>
                      <a:fillRect/>
                    </a:stretch>
                  </p:blipFill>
                  <p:spPr>
                    <a:xfrm>
                      <a:off x="3797388" y="1862872"/>
                      <a:ext cx="32400" cy="54000"/>
                    </a:xfrm>
                    <a:prstGeom prst="rect">
                      <a:avLst/>
                    </a:prstGeom>
                  </p:spPr>
                </p:pic>
              </mc:Fallback>
            </mc:AlternateContent>
          </p:grpSp>
        </p:grpSp>
      </p:grpSp>
      <p:sp>
        <p:nvSpPr>
          <p:cNvPr id="224" name="Oval 289">
            <a:extLst>
              <a:ext uri="{FF2B5EF4-FFF2-40B4-BE49-F238E27FC236}">
                <a16:creationId xmlns:a16="http://schemas.microsoft.com/office/drawing/2014/main" id="{9F2F7569-3D88-ABE8-4564-0678E63A2DD1}"/>
              </a:ext>
            </a:extLst>
          </p:cNvPr>
          <p:cNvSpPr/>
          <p:nvPr/>
        </p:nvSpPr>
        <p:spPr bwMode="auto">
          <a:xfrm>
            <a:off x="741818" y="529465"/>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5" name="Oval 290">
            <a:extLst>
              <a:ext uri="{FF2B5EF4-FFF2-40B4-BE49-F238E27FC236}">
                <a16:creationId xmlns:a16="http://schemas.microsoft.com/office/drawing/2014/main" id="{BBEFF664-7B38-9E36-93AC-6ED85B82303C}"/>
              </a:ext>
            </a:extLst>
          </p:cNvPr>
          <p:cNvSpPr/>
          <p:nvPr/>
        </p:nvSpPr>
        <p:spPr bwMode="auto">
          <a:xfrm>
            <a:off x="570435" y="1720274"/>
            <a:ext cx="1582969" cy="1443586"/>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6" name="Oval 291">
            <a:extLst>
              <a:ext uri="{FF2B5EF4-FFF2-40B4-BE49-F238E27FC236}">
                <a16:creationId xmlns:a16="http://schemas.microsoft.com/office/drawing/2014/main" id="{DF8373E7-D1DB-8D3E-BB1A-C4AE060E53CC}"/>
              </a:ext>
            </a:extLst>
          </p:cNvPr>
          <p:cNvSpPr/>
          <p:nvPr/>
        </p:nvSpPr>
        <p:spPr bwMode="auto">
          <a:xfrm>
            <a:off x="679940" y="2170187"/>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7" name="Oval 293">
            <a:extLst>
              <a:ext uri="{FF2B5EF4-FFF2-40B4-BE49-F238E27FC236}">
                <a16:creationId xmlns:a16="http://schemas.microsoft.com/office/drawing/2014/main" id="{7E214F1C-74F3-304A-8048-BE2A18EE214F}"/>
              </a:ext>
            </a:extLst>
          </p:cNvPr>
          <p:cNvSpPr/>
          <p:nvPr/>
        </p:nvSpPr>
        <p:spPr bwMode="auto">
          <a:xfrm>
            <a:off x="705792" y="347827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sp>
        <p:nvSpPr>
          <p:cNvPr id="228" name="Oval 294">
            <a:extLst>
              <a:ext uri="{FF2B5EF4-FFF2-40B4-BE49-F238E27FC236}">
                <a16:creationId xmlns:a16="http://schemas.microsoft.com/office/drawing/2014/main" id="{BDF18CFA-E017-3E9B-C374-4918786F892C}"/>
              </a:ext>
            </a:extLst>
          </p:cNvPr>
          <p:cNvSpPr/>
          <p:nvPr/>
        </p:nvSpPr>
        <p:spPr bwMode="auto">
          <a:xfrm>
            <a:off x="767778" y="4858128"/>
            <a:ext cx="1582969" cy="1522864"/>
          </a:xfrm>
          <a:prstGeom prst="ellipse">
            <a:avLst/>
          </a:prstGeom>
          <a:noFill/>
          <a:ln w="25400">
            <a:solidFill>
              <a:schemeClr val="tx2">
                <a:lumMod val="60000"/>
                <a:lumOff val="40000"/>
              </a:schemeClr>
            </a:solidFill>
            <a:prstDash val="dash"/>
            <a:miter lim="800000"/>
            <a:headEnd/>
            <a:tailEnd/>
          </a:ln>
          <a:effectLst/>
        </p:spPr>
        <p:txBody>
          <a:bodyPr wrap="none" rtlCol="0" anchor="ctr"/>
          <a:lstStyle/>
          <a:p>
            <a:pPr algn="ctr"/>
            <a:endParaRPr lang="en-GB" sz="1600" b="1" noProof="0" dirty="0">
              <a:solidFill>
                <a:schemeClr val="bg1"/>
              </a:solidFill>
            </a:endParaRPr>
          </a:p>
        </p:txBody>
      </p:sp>
      <p:grpSp>
        <p:nvGrpSpPr>
          <p:cNvPr id="229" name="Group 263">
            <a:extLst>
              <a:ext uri="{FF2B5EF4-FFF2-40B4-BE49-F238E27FC236}">
                <a16:creationId xmlns:a16="http://schemas.microsoft.com/office/drawing/2014/main" id="{18FFEFA6-A0D2-6313-7AE2-17B4AC5BFC6E}"/>
              </a:ext>
            </a:extLst>
          </p:cNvPr>
          <p:cNvGrpSpPr/>
          <p:nvPr/>
        </p:nvGrpSpPr>
        <p:grpSpPr>
          <a:xfrm rot="16200000">
            <a:off x="835204" y="536096"/>
            <a:ext cx="349450" cy="484303"/>
            <a:chOff x="3476018" y="1655769"/>
            <a:chExt cx="349450" cy="484303"/>
          </a:xfrm>
        </p:grpSpPr>
        <p:sp>
          <p:nvSpPr>
            <p:cNvPr id="230" name="Flowchart: Delay 265">
              <a:extLst>
                <a:ext uri="{FF2B5EF4-FFF2-40B4-BE49-F238E27FC236}">
                  <a16:creationId xmlns:a16="http://schemas.microsoft.com/office/drawing/2014/main" id="{7EBB1F1B-7368-7430-5707-4C7F60F6D6A1}"/>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286">
              <p14:nvContentPartPr>
                <p14:cNvPr id="231" name="Ink 277">
                  <a:extLst>
                    <a:ext uri="{FF2B5EF4-FFF2-40B4-BE49-F238E27FC236}">
                      <a16:creationId xmlns:a16="http://schemas.microsoft.com/office/drawing/2014/main" id="{2332EBC9-EF2C-371D-89A3-FC8029E51DD5}"/>
                    </a:ext>
                  </a:extLst>
                </p14:cNvPr>
                <p14:cNvContentPartPr/>
                <p14:nvPr/>
              </p14:nvContentPartPr>
              <p14:xfrm>
                <a:off x="3563025" y="1801595"/>
                <a:ext cx="177480" cy="94680"/>
              </p14:xfrm>
            </p:contentPart>
          </mc:Choice>
          <mc:Fallback xmlns="">
            <p:pic>
              <p:nvPicPr>
                <p:cNvPr id="231" name="Ink 277">
                  <a:extLst>
                    <a:ext uri="{FF2B5EF4-FFF2-40B4-BE49-F238E27FC236}">
                      <a16:creationId xmlns:a16="http://schemas.microsoft.com/office/drawing/2014/main" id="{2332EBC9-EF2C-371D-89A3-FC8029E51DD5}"/>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287">
              <p14:nvContentPartPr>
                <p14:cNvPr id="232" name="Ink 279">
                  <a:extLst>
                    <a:ext uri="{FF2B5EF4-FFF2-40B4-BE49-F238E27FC236}">
                      <a16:creationId xmlns:a16="http://schemas.microsoft.com/office/drawing/2014/main" id="{1B1840C6-30DA-AF19-A54D-15C185625368}"/>
                    </a:ext>
                  </a:extLst>
                </p14:cNvPr>
                <p14:cNvContentPartPr/>
                <p14:nvPr/>
              </p14:nvContentPartPr>
              <p14:xfrm>
                <a:off x="3703200" y="1798268"/>
                <a:ext cx="52920" cy="8280"/>
              </p14:xfrm>
            </p:contentPart>
          </mc:Choice>
          <mc:Fallback xmlns="">
            <p:pic>
              <p:nvPicPr>
                <p:cNvPr id="232" name="Ink 279">
                  <a:extLst>
                    <a:ext uri="{FF2B5EF4-FFF2-40B4-BE49-F238E27FC236}">
                      <a16:creationId xmlns:a16="http://schemas.microsoft.com/office/drawing/2014/main" id="{1B1840C6-30DA-AF19-A54D-15C185625368}"/>
                    </a:ext>
                  </a:extLst>
                </p:cNvPr>
                <p:cNvPicPr/>
                <p:nvPr/>
              </p:nvPicPr>
              <p:blipFill>
                <a:blip r:embed="rId225"/>
                <a:stretch>
                  <a:fillRect/>
                </a:stretch>
              </p:blipFill>
              <p:spPr>
                <a:xfrm>
                  <a:off x="3698850" y="1793948"/>
                  <a:ext cx="61619" cy="16920"/>
                </a:xfrm>
                <a:prstGeom prst="rect">
                  <a:avLst/>
                </a:prstGeom>
              </p:spPr>
            </p:pic>
          </mc:Fallback>
        </mc:AlternateContent>
        <p:sp>
          <p:nvSpPr>
            <p:cNvPr id="233" name="Oval 282">
              <a:extLst>
                <a:ext uri="{FF2B5EF4-FFF2-40B4-BE49-F238E27FC236}">
                  <a16:creationId xmlns:a16="http://schemas.microsoft.com/office/drawing/2014/main" id="{AF23D588-3284-3F20-FB8A-B353917E838F}"/>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34" name="Oval 283">
              <a:extLst>
                <a:ext uri="{FF2B5EF4-FFF2-40B4-BE49-F238E27FC236}">
                  <a16:creationId xmlns:a16="http://schemas.microsoft.com/office/drawing/2014/main" id="{3A3B5B71-DB29-6A79-E9AC-0B3A9A14A06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35" name="Group 284">
              <a:extLst>
                <a:ext uri="{FF2B5EF4-FFF2-40B4-BE49-F238E27FC236}">
                  <a16:creationId xmlns:a16="http://schemas.microsoft.com/office/drawing/2014/main" id="{2135F663-F6EF-0A6E-2388-53404E37DA30}"/>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288">
                <p14:nvContentPartPr>
                  <p14:cNvPr id="236" name="Ink 285">
                    <a:extLst>
                      <a:ext uri="{FF2B5EF4-FFF2-40B4-BE49-F238E27FC236}">
                        <a16:creationId xmlns:a16="http://schemas.microsoft.com/office/drawing/2014/main" id="{4B5F822B-3664-1E0D-FE4B-E4AE0C4E4B6D}"/>
                      </a:ext>
                    </a:extLst>
                  </p14:cNvPr>
                  <p14:cNvContentPartPr/>
                  <p14:nvPr/>
                </p14:nvContentPartPr>
                <p14:xfrm>
                  <a:off x="3476018" y="1873095"/>
                  <a:ext cx="45720" cy="30600"/>
                </p14:xfrm>
              </p:contentPart>
            </mc:Choice>
            <mc:Fallback xmlns="">
              <p:pic>
                <p:nvPicPr>
                  <p:cNvPr id="236" name="Ink 285">
                    <a:extLst>
                      <a:ext uri="{FF2B5EF4-FFF2-40B4-BE49-F238E27FC236}">
                        <a16:creationId xmlns:a16="http://schemas.microsoft.com/office/drawing/2014/main" id="{4B5F822B-3664-1E0D-FE4B-E4AE0C4E4B6D}"/>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289">
                <p14:nvContentPartPr>
                  <p14:cNvPr id="237" name="Ink 286">
                    <a:extLst>
                      <a:ext uri="{FF2B5EF4-FFF2-40B4-BE49-F238E27FC236}">
                        <a16:creationId xmlns:a16="http://schemas.microsoft.com/office/drawing/2014/main" id="{C8F07D8E-D675-4069-42E8-E9B70CD486A8}"/>
                      </a:ext>
                    </a:extLst>
                  </p14:cNvPr>
                  <p14:cNvContentPartPr/>
                  <p14:nvPr/>
                </p14:nvContentPartPr>
                <p14:xfrm>
                  <a:off x="3494738" y="1823415"/>
                  <a:ext cx="54720" cy="43200"/>
                </p14:xfrm>
              </p:contentPart>
            </mc:Choice>
            <mc:Fallback xmlns="">
              <p:pic>
                <p:nvPicPr>
                  <p:cNvPr id="237" name="Ink 286">
                    <a:extLst>
                      <a:ext uri="{FF2B5EF4-FFF2-40B4-BE49-F238E27FC236}">
                        <a16:creationId xmlns:a16="http://schemas.microsoft.com/office/drawing/2014/main" id="{C8F07D8E-D675-4069-42E8-E9B70CD486A8}"/>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290">
                <p14:nvContentPartPr>
                  <p14:cNvPr id="238" name="Ink 287">
                    <a:extLst>
                      <a:ext uri="{FF2B5EF4-FFF2-40B4-BE49-F238E27FC236}">
                        <a16:creationId xmlns:a16="http://schemas.microsoft.com/office/drawing/2014/main" id="{2849CA9B-CFC8-E67B-0659-C436774BA467}"/>
                      </a:ext>
                    </a:extLst>
                  </p14:cNvPr>
                  <p14:cNvContentPartPr/>
                  <p14:nvPr/>
                </p14:nvContentPartPr>
                <p14:xfrm>
                  <a:off x="3777338" y="1870215"/>
                  <a:ext cx="44640" cy="36000"/>
                </p14:xfrm>
              </p:contentPart>
            </mc:Choice>
            <mc:Fallback xmlns="">
              <p:pic>
                <p:nvPicPr>
                  <p:cNvPr id="238" name="Ink 287">
                    <a:extLst>
                      <a:ext uri="{FF2B5EF4-FFF2-40B4-BE49-F238E27FC236}">
                        <a16:creationId xmlns:a16="http://schemas.microsoft.com/office/drawing/2014/main" id="{2849CA9B-CFC8-E67B-0659-C436774BA467}"/>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291">
                <p14:nvContentPartPr>
                  <p14:cNvPr id="239" name="Ink 292">
                    <a:extLst>
                      <a:ext uri="{FF2B5EF4-FFF2-40B4-BE49-F238E27FC236}">
                        <a16:creationId xmlns:a16="http://schemas.microsoft.com/office/drawing/2014/main" id="{BACAF9E4-CBF7-1F27-AA3B-60A3B0B73696}"/>
                      </a:ext>
                    </a:extLst>
                  </p14:cNvPr>
                  <p14:cNvContentPartPr/>
                  <p14:nvPr/>
                </p14:nvContentPartPr>
                <p14:xfrm>
                  <a:off x="3757178" y="1831335"/>
                  <a:ext cx="46440" cy="36360"/>
                </p14:xfrm>
              </p:contentPart>
            </mc:Choice>
            <mc:Fallback xmlns="">
              <p:pic>
                <p:nvPicPr>
                  <p:cNvPr id="239" name="Ink 292">
                    <a:extLst>
                      <a:ext uri="{FF2B5EF4-FFF2-40B4-BE49-F238E27FC236}">
                        <a16:creationId xmlns:a16="http://schemas.microsoft.com/office/drawing/2014/main" id="{BACAF9E4-CBF7-1F27-AA3B-60A3B0B73696}"/>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292">
                <p14:nvContentPartPr>
                  <p14:cNvPr id="240" name="Ink 295">
                    <a:extLst>
                      <a:ext uri="{FF2B5EF4-FFF2-40B4-BE49-F238E27FC236}">
                        <a16:creationId xmlns:a16="http://schemas.microsoft.com/office/drawing/2014/main" id="{A8D37E26-224B-8F08-B767-3432AD5ABF8A}"/>
                      </a:ext>
                    </a:extLst>
                  </p14:cNvPr>
                  <p14:cNvContentPartPr/>
                  <p14:nvPr/>
                </p14:nvContentPartPr>
                <p14:xfrm>
                  <a:off x="3662748" y="1940992"/>
                  <a:ext cx="62640" cy="195120"/>
                </p14:xfrm>
              </p:contentPart>
            </mc:Choice>
            <mc:Fallback xmlns="">
              <p:pic>
                <p:nvPicPr>
                  <p:cNvPr id="240" name="Ink 295">
                    <a:extLst>
                      <a:ext uri="{FF2B5EF4-FFF2-40B4-BE49-F238E27FC236}">
                        <a16:creationId xmlns:a16="http://schemas.microsoft.com/office/drawing/2014/main" id="{A8D37E26-224B-8F08-B767-3432AD5ABF8A}"/>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293">
                <p14:nvContentPartPr>
                  <p14:cNvPr id="241" name="Ink 296">
                    <a:extLst>
                      <a:ext uri="{FF2B5EF4-FFF2-40B4-BE49-F238E27FC236}">
                        <a16:creationId xmlns:a16="http://schemas.microsoft.com/office/drawing/2014/main" id="{9CB71848-9E80-6952-3768-4FD7179A24C3}"/>
                      </a:ext>
                    </a:extLst>
                  </p14:cNvPr>
                  <p14:cNvContentPartPr/>
                  <p14:nvPr/>
                </p14:nvContentPartPr>
                <p14:xfrm>
                  <a:off x="3672468" y="1931992"/>
                  <a:ext cx="59400" cy="124200"/>
                </p14:xfrm>
              </p:contentPart>
            </mc:Choice>
            <mc:Fallback xmlns="">
              <p:pic>
                <p:nvPicPr>
                  <p:cNvPr id="241" name="Ink 296">
                    <a:extLst>
                      <a:ext uri="{FF2B5EF4-FFF2-40B4-BE49-F238E27FC236}">
                        <a16:creationId xmlns:a16="http://schemas.microsoft.com/office/drawing/2014/main" id="{9CB71848-9E80-6952-3768-4FD7179A24C3}"/>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294">
                <p14:nvContentPartPr>
                  <p14:cNvPr id="242" name="Ink 297">
                    <a:extLst>
                      <a:ext uri="{FF2B5EF4-FFF2-40B4-BE49-F238E27FC236}">
                        <a16:creationId xmlns:a16="http://schemas.microsoft.com/office/drawing/2014/main" id="{E6E82CFA-43D3-3915-1FB2-0A2CD12F4B8F}"/>
                      </a:ext>
                    </a:extLst>
                  </p14:cNvPr>
                  <p14:cNvContentPartPr/>
                  <p14:nvPr/>
                </p14:nvContentPartPr>
                <p14:xfrm>
                  <a:off x="3577068" y="1930912"/>
                  <a:ext cx="63720" cy="209160"/>
                </p14:xfrm>
              </p:contentPart>
            </mc:Choice>
            <mc:Fallback xmlns="">
              <p:pic>
                <p:nvPicPr>
                  <p:cNvPr id="242" name="Ink 297">
                    <a:extLst>
                      <a:ext uri="{FF2B5EF4-FFF2-40B4-BE49-F238E27FC236}">
                        <a16:creationId xmlns:a16="http://schemas.microsoft.com/office/drawing/2014/main" id="{E6E82CFA-43D3-3915-1FB2-0A2CD12F4B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295">
                <p14:nvContentPartPr>
                  <p14:cNvPr id="243" name="Ink 298">
                    <a:extLst>
                      <a:ext uri="{FF2B5EF4-FFF2-40B4-BE49-F238E27FC236}">
                        <a16:creationId xmlns:a16="http://schemas.microsoft.com/office/drawing/2014/main" id="{2A79F606-DCB6-7A28-EDD8-D204B3CAED75}"/>
                      </a:ext>
                    </a:extLst>
                  </p14:cNvPr>
                  <p14:cNvContentPartPr/>
                  <p14:nvPr/>
                </p14:nvContentPartPr>
                <p14:xfrm>
                  <a:off x="3561228" y="1928752"/>
                  <a:ext cx="60120" cy="129960"/>
                </p14:xfrm>
              </p:contentPart>
            </mc:Choice>
            <mc:Fallback xmlns="">
              <p:pic>
                <p:nvPicPr>
                  <p:cNvPr id="243" name="Ink 298">
                    <a:extLst>
                      <a:ext uri="{FF2B5EF4-FFF2-40B4-BE49-F238E27FC236}">
                        <a16:creationId xmlns:a16="http://schemas.microsoft.com/office/drawing/2014/main" id="{2A79F606-DCB6-7A28-EDD8-D204B3CAED75}"/>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296">
                <p14:nvContentPartPr>
                  <p14:cNvPr id="244" name="Ink 299">
                    <a:extLst>
                      <a:ext uri="{FF2B5EF4-FFF2-40B4-BE49-F238E27FC236}">
                        <a16:creationId xmlns:a16="http://schemas.microsoft.com/office/drawing/2014/main" id="{2F642980-EF33-592A-372B-EDC0294F954C}"/>
                      </a:ext>
                    </a:extLst>
                  </p14:cNvPr>
                  <p14:cNvContentPartPr/>
                  <p14:nvPr/>
                </p14:nvContentPartPr>
                <p14:xfrm>
                  <a:off x="3673188" y="2036032"/>
                  <a:ext cx="44280" cy="95040"/>
                </p14:xfrm>
              </p:contentPart>
            </mc:Choice>
            <mc:Fallback xmlns="">
              <p:pic>
                <p:nvPicPr>
                  <p:cNvPr id="244" name="Ink 299">
                    <a:extLst>
                      <a:ext uri="{FF2B5EF4-FFF2-40B4-BE49-F238E27FC236}">
                        <a16:creationId xmlns:a16="http://schemas.microsoft.com/office/drawing/2014/main" id="{2F642980-EF33-592A-372B-EDC0294F954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297">
                <p14:nvContentPartPr>
                  <p14:cNvPr id="245" name="Ink 301">
                    <a:extLst>
                      <a:ext uri="{FF2B5EF4-FFF2-40B4-BE49-F238E27FC236}">
                        <a16:creationId xmlns:a16="http://schemas.microsoft.com/office/drawing/2014/main" id="{22E71B2A-11E5-4409-22B5-843054420C27}"/>
                      </a:ext>
                    </a:extLst>
                  </p14:cNvPr>
                  <p14:cNvContentPartPr/>
                  <p14:nvPr/>
                </p14:nvContentPartPr>
                <p14:xfrm>
                  <a:off x="3572028" y="1936312"/>
                  <a:ext cx="67320" cy="200520"/>
                </p14:xfrm>
              </p:contentPart>
            </mc:Choice>
            <mc:Fallback xmlns="">
              <p:pic>
                <p:nvPicPr>
                  <p:cNvPr id="245" name="Ink 301">
                    <a:extLst>
                      <a:ext uri="{FF2B5EF4-FFF2-40B4-BE49-F238E27FC236}">
                        <a16:creationId xmlns:a16="http://schemas.microsoft.com/office/drawing/2014/main" id="{22E71B2A-11E5-4409-22B5-843054420C27}"/>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298">
                <p14:nvContentPartPr>
                  <p14:cNvPr id="246" name="Ink 302">
                    <a:extLst>
                      <a:ext uri="{FF2B5EF4-FFF2-40B4-BE49-F238E27FC236}">
                        <a16:creationId xmlns:a16="http://schemas.microsoft.com/office/drawing/2014/main" id="{40A63847-032F-53E9-B539-EA7DB73381E2}"/>
                      </a:ext>
                    </a:extLst>
                  </p14:cNvPr>
                  <p14:cNvContentPartPr/>
                  <p14:nvPr/>
                </p14:nvContentPartPr>
                <p14:xfrm>
                  <a:off x="3725748" y="2038912"/>
                  <a:ext cx="5400" cy="39960"/>
                </p14:xfrm>
              </p:contentPart>
            </mc:Choice>
            <mc:Fallback xmlns="">
              <p:pic>
                <p:nvPicPr>
                  <p:cNvPr id="246" name="Ink 302">
                    <a:extLst>
                      <a:ext uri="{FF2B5EF4-FFF2-40B4-BE49-F238E27FC236}">
                        <a16:creationId xmlns:a16="http://schemas.microsoft.com/office/drawing/2014/main" id="{40A63847-032F-53E9-B539-EA7DB73381E2}"/>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299">
                <p14:nvContentPartPr>
                  <p14:cNvPr id="247" name="Ink 303">
                    <a:extLst>
                      <a:ext uri="{FF2B5EF4-FFF2-40B4-BE49-F238E27FC236}">
                        <a16:creationId xmlns:a16="http://schemas.microsoft.com/office/drawing/2014/main" id="{AA79BF37-1C30-A193-5508-7E35C885F161}"/>
                      </a:ext>
                    </a:extLst>
                  </p14:cNvPr>
                  <p14:cNvContentPartPr/>
                  <p14:nvPr/>
                </p14:nvContentPartPr>
                <p14:xfrm>
                  <a:off x="3726828" y="2015512"/>
                  <a:ext cx="6840" cy="60840"/>
                </p14:xfrm>
              </p:contentPart>
            </mc:Choice>
            <mc:Fallback xmlns="">
              <p:pic>
                <p:nvPicPr>
                  <p:cNvPr id="247" name="Ink 303">
                    <a:extLst>
                      <a:ext uri="{FF2B5EF4-FFF2-40B4-BE49-F238E27FC236}">
                        <a16:creationId xmlns:a16="http://schemas.microsoft.com/office/drawing/2014/main" id="{AA79BF37-1C30-A193-5508-7E35C885F161}"/>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00">
                <p14:nvContentPartPr>
                  <p14:cNvPr id="248" name="Ink 304">
                    <a:extLst>
                      <a:ext uri="{FF2B5EF4-FFF2-40B4-BE49-F238E27FC236}">
                        <a16:creationId xmlns:a16="http://schemas.microsoft.com/office/drawing/2014/main" id="{1D28762D-C513-9E15-55D9-19CDCF570CFD}"/>
                      </a:ext>
                    </a:extLst>
                  </p14:cNvPr>
                  <p14:cNvContentPartPr/>
                  <p14:nvPr/>
                </p14:nvContentPartPr>
                <p14:xfrm>
                  <a:off x="3557988" y="1939192"/>
                  <a:ext cx="63360" cy="114480"/>
                </p14:xfrm>
              </p:contentPart>
            </mc:Choice>
            <mc:Fallback xmlns="">
              <p:pic>
                <p:nvPicPr>
                  <p:cNvPr id="248" name="Ink 304">
                    <a:extLst>
                      <a:ext uri="{FF2B5EF4-FFF2-40B4-BE49-F238E27FC236}">
                        <a16:creationId xmlns:a16="http://schemas.microsoft.com/office/drawing/2014/main" id="{1D28762D-C513-9E15-55D9-19CDCF570CFD}"/>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01">
                <p14:nvContentPartPr>
                  <p14:cNvPr id="249" name="Ink 305">
                    <a:extLst>
                      <a:ext uri="{FF2B5EF4-FFF2-40B4-BE49-F238E27FC236}">
                        <a16:creationId xmlns:a16="http://schemas.microsoft.com/office/drawing/2014/main" id="{F9D583F8-2F79-C6DE-CD92-40D8883296B9}"/>
                      </a:ext>
                    </a:extLst>
                  </p14:cNvPr>
                  <p14:cNvContentPartPr/>
                  <p14:nvPr/>
                </p14:nvContentPartPr>
                <p14:xfrm>
                  <a:off x="3801708" y="1867192"/>
                  <a:ext cx="23760" cy="45360"/>
                </p14:xfrm>
              </p:contentPart>
            </mc:Choice>
            <mc:Fallback xmlns="">
              <p:pic>
                <p:nvPicPr>
                  <p:cNvPr id="249" name="Ink 305">
                    <a:extLst>
                      <a:ext uri="{FF2B5EF4-FFF2-40B4-BE49-F238E27FC236}">
                        <a16:creationId xmlns:a16="http://schemas.microsoft.com/office/drawing/2014/main" id="{F9D583F8-2F79-C6DE-CD92-40D8883296B9}"/>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50" name="Group 328">
            <a:extLst>
              <a:ext uri="{FF2B5EF4-FFF2-40B4-BE49-F238E27FC236}">
                <a16:creationId xmlns:a16="http://schemas.microsoft.com/office/drawing/2014/main" id="{6DDDF209-6DFA-B9A7-70B1-FE9D65A983AC}"/>
              </a:ext>
            </a:extLst>
          </p:cNvPr>
          <p:cNvGrpSpPr/>
          <p:nvPr/>
        </p:nvGrpSpPr>
        <p:grpSpPr>
          <a:xfrm rot="16200000">
            <a:off x="605678" y="3693989"/>
            <a:ext cx="349450" cy="484303"/>
            <a:chOff x="3476018" y="1655769"/>
            <a:chExt cx="349450" cy="484303"/>
          </a:xfrm>
        </p:grpSpPr>
        <p:sp>
          <p:nvSpPr>
            <p:cNvPr id="251" name="Flowchart: Delay 329">
              <a:extLst>
                <a:ext uri="{FF2B5EF4-FFF2-40B4-BE49-F238E27FC236}">
                  <a16:creationId xmlns:a16="http://schemas.microsoft.com/office/drawing/2014/main" id="{FBECDE48-61A9-AE40-2286-0669F190D0B2}"/>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02">
              <p14:nvContentPartPr>
                <p14:cNvPr id="252" name="Ink 330">
                  <a:extLst>
                    <a:ext uri="{FF2B5EF4-FFF2-40B4-BE49-F238E27FC236}">
                      <a16:creationId xmlns:a16="http://schemas.microsoft.com/office/drawing/2014/main" id="{82E0CF9F-A51C-6842-2C4E-DFA07C20A5BA}"/>
                    </a:ext>
                  </a:extLst>
                </p14:cNvPr>
                <p14:cNvContentPartPr/>
                <p14:nvPr/>
              </p14:nvContentPartPr>
              <p14:xfrm>
                <a:off x="3563025" y="1801595"/>
                <a:ext cx="177480" cy="94680"/>
              </p14:xfrm>
            </p:contentPart>
          </mc:Choice>
          <mc:Fallback xmlns="">
            <p:pic>
              <p:nvPicPr>
                <p:cNvPr id="252" name="Ink 330">
                  <a:extLst>
                    <a:ext uri="{FF2B5EF4-FFF2-40B4-BE49-F238E27FC236}">
                      <a16:creationId xmlns:a16="http://schemas.microsoft.com/office/drawing/2014/main" id="{82E0CF9F-A51C-6842-2C4E-DFA07C20A5BA}"/>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03">
              <p14:nvContentPartPr>
                <p14:cNvPr id="253" name="Ink 331">
                  <a:extLst>
                    <a:ext uri="{FF2B5EF4-FFF2-40B4-BE49-F238E27FC236}">
                      <a16:creationId xmlns:a16="http://schemas.microsoft.com/office/drawing/2014/main" id="{DE6D0082-0885-EF41-1F24-1AD36C911676}"/>
                    </a:ext>
                  </a:extLst>
                </p14:cNvPr>
                <p14:cNvContentPartPr/>
                <p14:nvPr/>
              </p14:nvContentPartPr>
              <p14:xfrm>
                <a:off x="3703200" y="1798268"/>
                <a:ext cx="52920" cy="8280"/>
              </p14:xfrm>
            </p:contentPart>
          </mc:Choice>
          <mc:Fallback xmlns="">
            <p:pic>
              <p:nvPicPr>
                <p:cNvPr id="253" name="Ink 331">
                  <a:extLst>
                    <a:ext uri="{FF2B5EF4-FFF2-40B4-BE49-F238E27FC236}">
                      <a16:creationId xmlns:a16="http://schemas.microsoft.com/office/drawing/2014/main" id="{DE6D0082-0885-EF41-1F24-1AD36C911676}"/>
                    </a:ext>
                  </a:extLst>
                </p:cNvPr>
                <p:cNvPicPr/>
                <p:nvPr/>
              </p:nvPicPr>
              <p:blipFill>
                <a:blip r:embed="rId225"/>
                <a:stretch>
                  <a:fillRect/>
                </a:stretch>
              </p:blipFill>
              <p:spPr>
                <a:xfrm>
                  <a:off x="3698850" y="1793948"/>
                  <a:ext cx="61619" cy="16920"/>
                </a:xfrm>
                <a:prstGeom prst="rect">
                  <a:avLst/>
                </a:prstGeom>
              </p:spPr>
            </p:pic>
          </mc:Fallback>
        </mc:AlternateContent>
        <p:sp>
          <p:nvSpPr>
            <p:cNvPr id="254" name="Oval 332">
              <a:extLst>
                <a:ext uri="{FF2B5EF4-FFF2-40B4-BE49-F238E27FC236}">
                  <a16:creationId xmlns:a16="http://schemas.microsoft.com/office/drawing/2014/main" id="{4EA9BBA3-DA94-DEE2-C957-532A81119235}"/>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55" name="Oval 333">
              <a:extLst>
                <a:ext uri="{FF2B5EF4-FFF2-40B4-BE49-F238E27FC236}">
                  <a16:creationId xmlns:a16="http://schemas.microsoft.com/office/drawing/2014/main" id="{23773D5B-3B39-52F5-8BC5-2B4DDDA8786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56" name="Group 334">
              <a:extLst>
                <a:ext uri="{FF2B5EF4-FFF2-40B4-BE49-F238E27FC236}">
                  <a16:creationId xmlns:a16="http://schemas.microsoft.com/office/drawing/2014/main" id="{7C453ABF-6257-95B0-F9BD-C8825D9EAF9C}"/>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04">
                <p14:nvContentPartPr>
                  <p14:cNvPr id="257" name="Ink 335">
                    <a:extLst>
                      <a:ext uri="{FF2B5EF4-FFF2-40B4-BE49-F238E27FC236}">
                        <a16:creationId xmlns:a16="http://schemas.microsoft.com/office/drawing/2014/main" id="{A5E956BA-97BC-7F67-2BE5-DC35C0C9C682}"/>
                      </a:ext>
                    </a:extLst>
                  </p14:cNvPr>
                  <p14:cNvContentPartPr/>
                  <p14:nvPr/>
                </p14:nvContentPartPr>
                <p14:xfrm>
                  <a:off x="3476018" y="1873095"/>
                  <a:ext cx="45720" cy="30600"/>
                </p14:xfrm>
              </p:contentPart>
            </mc:Choice>
            <mc:Fallback xmlns="">
              <p:pic>
                <p:nvPicPr>
                  <p:cNvPr id="257" name="Ink 335">
                    <a:extLst>
                      <a:ext uri="{FF2B5EF4-FFF2-40B4-BE49-F238E27FC236}">
                        <a16:creationId xmlns:a16="http://schemas.microsoft.com/office/drawing/2014/main" id="{A5E956BA-97BC-7F67-2BE5-DC35C0C9C682}"/>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05">
                <p14:nvContentPartPr>
                  <p14:cNvPr id="258" name="Ink 336">
                    <a:extLst>
                      <a:ext uri="{FF2B5EF4-FFF2-40B4-BE49-F238E27FC236}">
                        <a16:creationId xmlns:a16="http://schemas.microsoft.com/office/drawing/2014/main" id="{D1EAF122-2F1F-01BD-DC90-5105DE610E00}"/>
                      </a:ext>
                    </a:extLst>
                  </p14:cNvPr>
                  <p14:cNvContentPartPr/>
                  <p14:nvPr/>
                </p14:nvContentPartPr>
                <p14:xfrm>
                  <a:off x="3494738" y="1823415"/>
                  <a:ext cx="54720" cy="43200"/>
                </p14:xfrm>
              </p:contentPart>
            </mc:Choice>
            <mc:Fallback xmlns="">
              <p:pic>
                <p:nvPicPr>
                  <p:cNvPr id="258" name="Ink 336">
                    <a:extLst>
                      <a:ext uri="{FF2B5EF4-FFF2-40B4-BE49-F238E27FC236}">
                        <a16:creationId xmlns:a16="http://schemas.microsoft.com/office/drawing/2014/main" id="{D1EAF122-2F1F-01BD-DC90-5105DE610E00}"/>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06">
                <p14:nvContentPartPr>
                  <p14:cNvPr id="259" name="Ink 337">
                    <a:extLst>
                      <a:ext uri="{FF2B5EF4-FFF2-40B4-BE49-F238E27FC236}">
                        <a16:creationId xmlns:a16="http://schemas.microsoft.com/office/drawing/2014/main" id="{8CA4B6C5-D679-A29D-4FDD-F3BECF370AC6}"/>
                      </a:ext>
                    </a:extLst>
                  </p14:cNvPr>
                  <p14:cNvContentPartPr/>
                  <p14:nvPr/>
                </p14:nvContentPartPr>
                <p14:xfrm>
                  <a:off x="3777338" y="1870215"/>
                  <a:ext cx="44640" cy="36000"/>
                </p14:xfrm>
              </p:contentPart>
            </mc:Choice>
            <mc:Fallback xmlns="">
              <p:pic>
                <p:nvPicPr>
                  <p:cNvPr id="259" name="Ink 337">
                    <a:extLst>
                      <a:ext uri="{FF2B5EF4-FFF2-40B4-BE49-F238E27FC236}">
                        <a16:creationId xmlns:a16="http://schemas.microsoft.com/office/drawing/2014/main" id="{8CA4B6C5-D679-A29D-4FDD-F3BECF370AC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07">
                <p14:nvContentPartPr>
                  <p14:cNvPr id="260" name="Ink 338">
                    <a:extLst>
                      <a:ext uri="{FF2B5EF4-FFF2-40B4-BE49-F238E27FC236}">
                        <a16:creationId xmlns:a16="http://schemas.microsoft.com/office/drawing/2014/main" id="{A1E58170-774D-13A6-47B1-D75AF9308961}"/>
                      </a:ext>
                    </a:extLst>
                  </p14:cNvPr>
                  <p14:cNvContentPartPr/>
                  <p14:nvPr/>
                </p14:nvContentPartPr>
                <p14:xfrm>
                  <a:off x="3757178" y="1831335"/>
                  <a:ext cx="46440" cy="36360"/>
                </p14:xfrm>
              </p:contentPart>
            </mc:Choice>
            <mc:Fallback xmlns="">
              <p:pic>
                <p:nvPicPr>
                  <p:cNvPr id="260" name="Ink 338">
                    <a:extLst>
                      <a:ext uri="{FF2B5EF4-FFF2-40B4-BE49-F238E27FC236}">
                        <a16:creationId xmlns:a16="http://schemas.microsoft.com/office/drawing/2014/main" id="{A1E58170-774D-13A6-47B1-D75AF93089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08">
                <p14:nvContentPartPr>
                  <p14:cNvPr id="261" name="Ink 339">
                    <a:extLst>
                      <a:ext uri="{FF2B5EF4-FFF2-40B4-BE49-F238E27FC236}">
                        <a16:creationId xmlns:a16="http://schemas.microsoft.com/office/drawing/2014/main" id="{1A1E34EB-D7FC-EC08-99E3-43CF2D1621EF}"/>
                      </a:ext>
                    </a:extLst>
                  </p14:cNvPr>
                  <p14:cNvContentPartPr/>
                  <p14:nvPr/>
                </p14:nvContentPartPr>
                <p14:xfrm>
                  <a:off x="3662748" y="1940992"/>
                  <a:ext cx="62640" cy="195120"/>
                </p14:xfrm>
              </p:contentPart>
            </mc:Choice>
            <mc:Fallback xmlns="">
              <p:pic>
                <p:nvPicPr>
                  <p:cNvPr id="261" name="Ink 339">
                    <a:extLst>
                      <a:ext uri="{FF2B5EF4-FFF2-40B4-BE49-F238E27FC236}">
                        <a16:creationId xmlns:a16="http://schemas.microsoft.com/office/drawing/2014/main" id="{1A1E34EB-D7FC-EC08-99E3-43CF2D1621E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09">
                <p14:nvContentPartPr>
                  <p14:cNvPr id="262" name="Ink 340">
                    <a:extLst>
                      <a:ext uri="{FF2B5EF4-FFF2-40B4-BE49-F238E27FC236}">
                        <a16:creationId xmlns:a16="http://schemas.microsoft.com/office/drawing/2014/main" id="{4FE62126-9FE4-CDF6-D596-1DCED12ADBD1}"/>
                      </a:ext>
                    </a:extLst>
                  </p14:cNvPr>
                  <p14:cNvContentPartPr/>
                  <p14:nvPr/>
                </p14:nvContentPartPr>
                <p14:xfrm>
                  <a:off x="3672468" y="1931992"/>
                  <a:ext cx="59400" cy="124200"/>
                </p14:xfrm>
              </p:contentPart>
            </mc:Choice>
            <mc:Fallback xmlns="">
              <p:pic>
                <p:nvPicPr>
                  <p:cNvPr id="262" name="Ink 340">
                    <a:extLst>
                      <a:ext uri="{FF2B5EF4-FFF2-40B4-BE49-F238E27FC236}">
                        <a16:creationId xmlns:a16="http://schemas.microsoft.com/office/drawing/2014/main" id="{4FE62126-9FE4-CDF6-D596-1DCED12ADBD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10">
                <p14:nvContentPartPr>
                  <p14:cNvPr id="263" name="Ink 341">
                    <a:extLst>
                      <a:ext uri="{FF2B5EF4-FFF2-40B4-BE49-F238E27FC236}">
                        <a16:creationId xmlns:a16="http://schemas.microsoft.com/office/drawing/2014/main" id="{2E801626-F604-5B37-E3D1-0795A5F25192}"/>
                      </a:ext>
                    </a:extLst>
                  </p14:cNvPr>
                  <p14:cNvContentPartPr/>
                  <p14:nvPr/>
                </p14:nvContentPartPr>
                <p14:xfrm>
                  <a:off x="3577068" y="1930912"/>
                  <a:ext cx="63720" cy="209160"/>
                </p14:xfrm>
              </p:contentPart>
            </mc:Choice>
            <mc:Fallback xmlns="">
              <p:pic>
                <p:nvPicPr>
                  <p:cNvPr id="263" name="Ink 341">
                    <a:extLst>
                      <a:ext uri="{FF2B5EF4-FFF2-40B4-BE49-F238E27FC236}">
                        <a16:creationId xmlns:a16="http://schemas.microsoft.com/office/drawing/2014/main" id="{2E801626-F604-5B37-E3D1-0795A5F25192}"/>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11">
                <p14:nvContentPartPr>
                  <p14:cNvPr id="264" name="Ink 342">
                    <a:extLst>
                      <a:ext uri="{FF2B5EF4-FFF2-40B4-BE49-F238E27FC236}">
                        <a16:creationId xmlns:a16="http://schemas.microsoft.com/office/drawing/2014/main" id="{94E6EE74-60AB-89A5-7FF7-EE27963AC2D2}"/>
                      </a:ext>
                    </a:extLst>
                  </p14:cNvPr>
                  <p14:cNvContentPartPr/>
                  <p14:nvPr/>
                </p14:nvContentPartPr>
                <p14:xfrm>
                  <a:off x="3561228" y="1928752"/>
                  <a:ext cx="60120" cy="129960"/>
                </p14:xfrm>
              </p:contentPart>
            </mc:Choice>
            <mc:Fallback xmlns="">
              <p:pic>
                <p:nvPicPr>
                  <p:cNvPr id="264" name="Ink 342">
                    <a:extLst>
                      <a:ext uri="{FF2B5EF4-FFF2-40B4-BE49-F238E27FC236}">
                        <a16:creationId xmlns:a16="http://schemas.microsoft.com/office/drawing/2014/main" id="{94E6EE74-60AB-89A5-7FF7-EE27963AC2D2}"/>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12">
                <p14:nvContentPartPr>
                  <p14:cNvPr id="265" name="Ink 343">
                    <a:extLst>
                      <a:ext uri="{FF2B5EF4-FFF2-40B4-BE49-F238E27FC236}">
                        <a16:creationId xmlns:a16="http://schemas.microsoft.com/office/drawing/2014/main" id="{DD55382A-561F-6690-0C6D-523F7536840C}"/>
                      </a:ext>
                    </a:extLst>
                  </p14:cNvPr>
                  <p14:cNvContentPartPr/>
                  <p14:nvPr/>
                </p14:nvContentPartPr>
                <p14:xfrm>
                  <a:off x="3673188" y="2036032"/>
                  <a:ext cx="44280" cy="95040"/>
                </p14:xfrm>
              </p:contentPart>
            </mc:Choice>
            <mc:Fallback xmlns="">
              <p:pic>
                <p:nvPicPr>
                  <p:cNvPr id="265" name="Ink 343">
                    <a:extLst>
                      <a:ext uri="{FF2B5EF4-FFF2-40B4-BE49-F238E27FC236}">
                        <a16:creationId xmlns:a16="http://schemas.microsoft.com/office/drawing/2014/main" id="{DD55382A-561F-6690-0C6D-523F7536840C}"/>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13">
                <p14:nvContentPartPr>
                  <p14:cNvPr id="266" name="Ink 344">
                    <a:extLst>
                      <a:ext uri="{FF2B5EF4-FFF2-40B4-BE49-F238E27FC236}">
                        <a16:creationId xmlns:a16="http://schemas.microsoft.com/office/drawing/2014/main" id="{CCA5F7AB-5980-A996-6D8D-0332C00309B1}"/>
                      </a:ext>
                    </a:extLst>
                  </p14:cNvPr>
                  <p14:cNvContentPartPr/>
                  <p14:nvPr/>
                </p14:nvContentPartPr>
                <p14:xfrm>
                  <a:off x="3572028" y="1936312"/>
                  <a:ext cx="67320" cy="200520"/>
                </p14:xfrm>
              </p:contentPart>
            </mc:Choice>
            <mc:Fallback xmlns="">
              <p:pic>
                <p:nvPicPr>
                  <p:cNvPr id="266" name="Ink 344">
                    <a:extLst>
                      <a:ext uri="{FF2B5EF4-FFF2-40B4-BE49-F238E27FC236}">
                        <a16:creationId xmlns:a16="http://schemas.microsoft.com/office/drawing/2014/main" id="{CCA5F7AB-5980-A996-6D8D-0332C00309B1}"/>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14">
                <p14:nvContentPartPr>
                  <p14:cNvPr id="267" name="Ink 345">
                    <a:extLst>
                      <a:ext uri="{FF2B5EF4-FFF2-40B4-BE49-F238E27FC236}">
                        <a16:creationId xmlns:a16="http://schemas.microsoft.com/office/drawing/2014/main" id="{51D1784A-22BD-8717-0B19-9BEE03504ADD}"/>
                      </a:ext>
                    </a:extLst>
                  </p14:cNvPr>
                  <p14:cNvContentPartPr/>
                  <p14:nvPr/>
                </p14:nvContentPartPr>
                <p14:xfrm>
                  <a:off x="3725748" y="2038912"/>
                  <a:ext cx="5400" cy="39960"/>
                </p14:xfrm>
              </p:contentPart>
            </mc:Choice>
            <mc:Fallback xmlns="">
              <p:pic>
                <p:nvPicPr>
                  <p:cNvPr id="267" name="Ink 345">
                    <a:extLst>
                      <a:ext uri="{FF2B5EF4-FFF2-40B4-BE49-F238E27FC236}">
                        <a16:creationId xmlns:a16="http://schemas.microsoft.com/office/drawing/2014/main" id="{51D1784A-22BD-8717-0B19-9BEE03504ADD}"/>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15">
                <p14:nvContentPartPr>
                  <p14:cNvPr id="268" name="Ink 346">
                    <a:extLst>
                      <a:ext uri="{FF2B5EF4-FFF2-40B4-BE49-F238E27FC236}">
                        <a16:creationId xmlns:a16="http://schemas.microsoft.com/office/drawing/2014/main" id="{B1A750E4-2D53-7472-102F-BEED94A9F6DF}"/>
                      </a:ext>
                    </a:extLst>
                  </p14:cNvPr>
                  <p14:cNvContentPartPr/>
                  <p14:nvPr/>
                </p14:nvContentPartPr>
                <p14:xfrm>
                  <a:off x="3726828" y="2015512"/>
                  <a:ext cx="6840" cy="60840"/>
                </p14:xfrm>
              </p:contentPart>
            </mc:Choice>
            <mc:Fallback xmlns="">
              <p:pic>
                <p:nvPicPr>
                  <p:cNvPr id="268" name="Ink 346">
                    <a:extLst>
                      <a:ext uri="{FF2B5EF4-FFF2-40B4-BE49-F238E27FC236}">
                        <a16:creationId xmlns:a16="http://schemas.microsoft.com/office/drawing/2014/main" id="{B1A750E4-2D53-7472-102F-BEED94A9F6DF}"/>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16">
                <p14:nvContentPartPr>
                  <p14:cNvPr id="269" name="Ink 347">
                    <a:extLst>
                      <a:ext uri="{FF2B5EF4-FFF2-40B4-BE49-F238E27FC236}">
                        <a16:creationId xmlns:a16="http://schemas.microsoft.com/office/drawing/2014/main" id="{FA651224-00C3-0FD9-5526-D5367C097DB2}"/>
                      </a:ext>
                    </a:extLst>
                  </p14:cNvPr>
                  <p14:cNvContentPartPr/>
                  <p14:nvPr/>
                </p14:nvContentPartPr>
                <p14:xfrm>
                  <a:off x="3557988" y="1939192"/>
                  <a:ext cx="63360" cy="114480"/>
                </p14:xfrm>
              </p:contentPart>
            </mc:Choice>
            <mc:Fallback xmlns="">
              <p:pic>
                <p:nvPicPr>
                  <p:cNvPr id="269" name="Ink 347">
                    <a:extLst>
                      <a:ext uri="{FF2B5EF4-FFF2-40B4-BE49-F238E27FC236}">
                        <a16:creationId xmlns:a16="http://schemas.microsoft.com/office/drawing/2014/main" id="{FA651224-00C3-0FD9-5526-D5367C097DB2}"/>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17">
                <p14:nvContentPartPr>
                  <p14:cNvPr id="270" name="Ink 348">
                    <a:extLst>
                      <a:ext uri="{FF2B5EF4-FFF2-40B4-BE49-F238E27FC236}">
                        <a16:creationId xmlns:a16="http://schemas.microsoft.com/office/drawing/2014/main" id="{85E62A99-3F2B-45DF-AD38-D4CD550AC1CA}"/>
                      </a:ext>
                    </a:extLst>
                  </p14:cNvPr>
                  <p14:cNvContentPartPr/>
                  <p14:nvPr/>
                </p14:nvContentPartPr>
                <p14:xfrm>
                  <a:off x="3801708" y="1867192"/>
                  <a:ext cx="23760" cy="45360"/>
                </p14:xfrm>
              </p:contentPart>
            </mc:Choice>
            <mc:Fallback xmlns="">
              <p:pic>
                <p:nvPicPr>
                  <p:cNvPr id="270" name="Ink 348">
                    <a:extLst>
                      <a:ext uri="{FF2B5EF4-FFF2-40B4-BE49-F238E27FC236}">
                        <a16:creationId xmlns:a16="http://schemas.microsoft.com/office/drawing/2014/main" id="{85E62A99-3F2B-45DF-AD38-D4CD550AC1CA}"/>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71" name="Group 349">
            <a:extLst>
              <a:ext uri="{FF2B5EF4-FFF2-40B4-BE49-F238E27FC236}">
                <a16:creationId xmlns:a16="http://schemas.microsoft.com/office/drawing/2014/main" id="{564846A0-54E6-023A-D3BB-D7A6626F5695}"/>
              </a:ext>
            </a:extLst>
          </p:cNvPr>
          <p:cNvGrpSpPr/>
          <p:nvPr/>
        </p:nvGrpSpPr>
        <p:grpSpPr>
          <a:xfrm rot="16200000">
            <a:off x="695648" y="5097030"/>
            <a:ext cx="349450" cy="484303"/>
            <a:chOff x="3476018" y="1655769"/>
            <a:chExt cx="349450" cy="484303"/>
          </a:xfrm>
        </p:grpSpPr>
        <p:sp>
          <p:nvSpPr>
            <p:cNvPr id="272" name="Flowchart: Delay 350">
              <a:extLst>
                <a:ext uri="{FF2B5EF4-FFF2-40B4-BE49-F238E27FC236}">
                  <a16:creationId xmlns:a16="http://schemas.microsoft.com/office/drawing/2014/main" id="{D80A5B9F-08CC-DE58-3DC7-8DC5E1F79EA7}"/>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18">
              <p14:nvContentPartPr>
                <p14:cNvPr id="273" name="Ink 351">
                  <a:extLst>
                    <a:ext uri="{FF2B5EF4-FFF2-40B4-BE49-F238E27FC236}">
                      <a16:creationId xmlns:a16="http://schemas.microsoft.com/office/drawing/2014/main" id="{4D9A42C9-A320-51DA-11CF-2BC4BFC1BA76}"/>
                    </a:ext>
                  </a:extLst>
                </p14:cNvPr>
                <p14:cNvContentPartPr/>
                <p14:nvPr/>
              </p14:nvContentPartPr>
              <p14:xfrm>
                <a:off x="3563025" y="1801595"/>
                <a:ext cx="177480" cy="94680"/>
              </p14:xfrm>
            </p:contentPart>
          </mc:Choice>
          <mc:Fallback xmlns="">
            <p:pic>
              <p:nvPicPr>
                <p:cNvPr id="273" name="Ink 351">
                  <a:extLst>
                    <a:ext uri="{FF2B5EF4-FFF2-40B4-BE49-F238E27FC236}">
                      <a16:creationId xmlns:a16="http://schemas.microsoft.com/office/drawing/2014/main" id="{4D9A42C9-A320-51DA-11CF-2BC4BFC1BA76}"/>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19">
              <p14:nvContentPartPr>
                <p14:cNvPr id="274" name="Ink 352">
                  <a:extLst>
                    <a:ext uri="{FF2B5EF4-FFF2-40B4-BE49-F238E27FC236}">
                      <a16:creationId xmlns:a16="http://schemas.microsoft.com/office/drawing/2014/main" id="{BDFB1B59-E07E-1C65-C0FD-1DEC829C69BB}"/>
                    </a:ext>
                  </a:extLst>
                </p14:cNvPr>
                <p14:cNvContentPartPr/>
                <p14:nvPr/>
              </p14:nvContentPartPr>
              <p14:xfrm>
                <a:off x="3703200" y="1798268"/>
                <a:ext cx="52920" cy="8280"/>
              </p14:xfrm>
            </p:contentPart>
          </mc:Choice>
          <mc:Fallback xmlns="">
            <p:pic>
              <p:nvPicPr>
                <p:cNvPr id="274" name="Ink 352">
                  <a:extLst>
                    <a:ext uri="{FF2B5EF4-FFF2-40B4-BE49-F238E27FC236}">
                      <a16:creationId xmlns:a16="http://schemas.microsoft.com/office/drawing/2014/main" id="{BDFB1B59-E07E-1C65-C0FD-1DEC829C69BB}"/>
                    </a:ext>
                  </a:extLst>
                </p:cNvPr>
                <p:cNvPicPr/>
                <p:nvPr/>
              </p:nvPicPr>
              <p:blipFill>
                <a:blip r:embed="rId225"/>
                <a:stretch>
                  <a:fillRect/>
                </a:stretch>
              </p:blipFill>
              <p:spPr>
                <a:xfrm>
                  <a:off x="3698850" y="1793948"/>
                  <a:ext cx="61619" cy="16920"/>
                </a:xfrm>
                <a:prstGeom prst="rect">
                  <a:avLst/>
                </a:prstGeom>
              </p:spPr>
            </p:pic>
          </mc:Fallback>
        </mc:AlternateContent>
        <p:sp>
          <p:nvSpPr>
            <p:cNvPr id="275" name="Oval 353">
              <a:extLst>
                <a:ext uri="{FF2B5EF4-FFF2-40B4-BE49-F238E27FC236}">
                  <a16:creationId xmlns:a16="http://schemas.microsoft.com/office/drawing/2014/main" id="{3F59171D-F7DD-B5F4-DFE9-E9C31A28498E}"/>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76" name="Oval 354">
              <a:extLst>
                <a:ext uri="{FF2B5EF4-FFF2-40B4-BE49-F238E27FC236}">
                  <a16:creationId xmlns:a16="http://schemas.microsoft.com/office/drawing/2014/main" id="{7DC4322F-55FB-6AEF-C175-A9214982E99D}"/>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77" name="Group 355">
              <a:extLst>
                <a:ext uri="{FF2B5EF4-FFF2-40B4-BE49-F238E27FC236}">
                  <a16:creationId xmlns:a16="http://schemas.microsoft.com/office/drawing/2014/main" id="{62384A9C-D526-CDEE-6DE3-2B44436DDA18}"/>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20">
                <p14:nvContentPartPr>
                  <p14:cNvPr id="278" name="Ink 356">
                    <a:extLst>
                      <a:ext uri="{FF2B5EF4-FFF2-40B4-BE49-F238E27FC236}">
                        <a16:creationId xmlns:a16="http://schemas.microsoft.com/office/drawing/2014/main" id="{9F4550AB-D93A-99D6-FCD7-A6DD36E306AE}"/>
                      </a:ext>
                    </a:extLst>
                  </p14:cNvPr>
                  <p14:cNvContentPartPr/>
                  <p14:nvPr/>
                </p14:nvContentPartPr>
                <p14:xfrm>
                  <a:off x="3476018" y="1873095"/>
                  <a:ext cx="45720" cy="30600"/>
                </p14:xfrm>
              </p:contentPart>
            </mc:Choice>
            <mc:Fallback xmlns="">
              <p:pic>
                <p:nvPicPr>
                  <p:cNvPr id="278" name="Ink 356">
                    <a:extLst>
                      <a:ext uri="{FF2B5EF4-FFF2-40B4-BE49-F238E27FC236}">
                        <a16:creationId xmlns:a16="http://schemas.microsoft.com/office/drawing/2014/main" id="{9F4550AB-D93A-99D6-FCD7-A6DD36E306A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21">
                <p14:nvContentPartPr>
                  <p14:cNvPr id="279" name="Ink 357">
                    <a:extLst>
                      <a:ext uri="{FF2B5EF4-FFF2-40B4-BE49-F238E27FC236}">
                        <a16:creationId xmlns:a16="http://schemas.microsoft.com/office/drawing/2014/main" id="{61EB7D0E-3FBA-D8BC-5893-9A6F19E6343B}"/>
                      </a:ext>
                    </a:extLst>
                  </p14:cNvPr>
                  <p14:cNvContentPartPr/>
                  <p14:nvPr/>
                </p14:nvContentPartPr>
                <p14:xfrm>
                  <a:off x="3494738" y="1823415"/>
                  <a:ext cx="54720" cy="43200"/>
                </p14:xfrm>
              </p:contentPart>
            </mc:Choice>
            <mc:Fallback xmlns="">
              <p:pic>
                <p:nvPicPr>
                  <p:cNvPr id="279" name="Ink 357">
                    <a:extLst>
                      <a:ext uri="{FF2B5EF4-FFF2-40B4-BE49-F238E27FC236}">
                        <a16:creationId xmlns:a16="http://schemas.microsoft.com/office/drawing/2014/main" id="{61EB7D0E-3FBA-D8BC-5893-9A6F19E6343B}"/>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22">
                <p14:nvContentPartPr>
                  <p14:cNvPr id="280" name="Ink 358">
                    <a:extLst>
                      <a:ext uri="{FF2B5EF4-FFF2-40B4-BE49-F238E27FC236}">
                        <a16:creationId xmlns:a16="http://schemas.microsoft.com/office/drawing/2014/main" id="{D1D159C5-5172-9F71-AE98-08A673FA9F66}"/>
                      </a:ext>
                    </a:extLst>
                  </p14:cNvPr>
                  <p14:cNvContentPartPr/>
                  <p14:nvPr/>
                </p14:nvContentPartPr>
                <p14:xfrm>
                  <a:off x="3777338" y="1870215"/>
                  <a:ext cx="44640" cy="36000"/>
                </p14:xfrm>
              </p:contentPart>
            </mc:Choice>
            <mc:Fallback xmlns="">
              <p:pic>
                <p:nvPicPr>
                  <p:cNvPr id="280" name="Ink 358">
                    <a:extLst>
                      <a:ext uri="{FF2B5EF4-FFF2-40B4-BE49-F238E27FC236}">
                        <a16:creationId xmlns:a16="http://schemas.microsoft.com/office/drawing/2014/main" id="{D1D159C5-5172-9F71-AE98-08A673FA9F66}"/>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23">
                <p14:nvContentPartPr>
                  <p14:cNvPr id="281" name="Ink 359">
                    <a:extLst>
                      <a:ext uri="{FF2B5EF4-FFF2-40B4-BE49-F238E27FC236}">
                        <a16:creationId xmlns:a16="http://schemas.microsoft.com/office/drawing/2014/main" id="{BEFB0456-7E23-B53B-0739-7C87927C3861}"/>
                      </a:ext>
                    </a:extLst>
                  </p14:cNvPr>
                  <p14:cNvContentPartPr/>
                  <p14:nvPr/>
                </p14:nvContentPartPr>
                <p14:xfrm>
                  <a:off x="3757178" y="1831335"/>
                  <a:ext cx="46440" cy="36360"/>
                </p14:xfrm>
              </p:contentPart>
            </mc:Choice>
            <mc:Fallback xmlns="">
              <p:pic>
                <p:nvPicPr>
                  <p:cNvPr id="281" name="Ink 359">
                    <a:extLst>
                      <a:ext uri="{FF2B5EF4-FFF2-40B4-BE49-F238E27FC236}">
                        <a16:creationId xmlns:a16="http://schemas.microsoft.com/office/drawing/2014/main" id="{BEFB0456-7E23-B53B-0739-7C87927C386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24">
                <p14:nvContentPartPr>
                  <p14:cNvPr id="282" name="Ink 360">
                    <a:extLst>
                      <a:ext uri="{FF2B5EF4-FFF2-40B4-BE49-F238E27FC236}">
                        <a16:creationId xmlns:a16="http://schemas.microsoft.com/office/drawing/2014/main" id="{9A9E47EE-F713-ACE8-6BAE-6E470372E52F}"/>
                      </a:ext>
                    </a:extLst>
                  </p14:cNvPr>
                  <p14:cNvContentPartPr/>
                  <p14:nvPr/>
                </p14:nvContentPartPr>
                <p14:xfrm>
                  <a:off x="3662748" y="1940992"/>
                  <a:ext cx="62640" cy="195120"/>
                </p14:xfrm>
              </p:contentPart>
            </mc:Choice>
            <mc:Fallback xmlns="">
              <p:pic>
                <p:nvPicPr>
                  <p:cNvPr id="282" name="Ink 360">
                    <a:extLst>
                      <a:ext uri="{FF2B5EF4-FFF2-40B4-BE49-F238E27FC236}">
                        <a16:creationId xmlns:a16="http://schemas.microsoft.com/office/drawing/2014/main" id="{9A9E47EE-F713-ACE8-6BAE-6E470372E52F}"/>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25">
                <p14:nvContentPartPr>
                  <p14:cNvPr id="283" name="Ink 361">
                    <a:extLst>
                      <a:ext uri="{FF2B5EF4-FFF2-40B4-BE49-F238E27FC236}">
                        <a16:creationId xmlns:a16="http://schemas.microsoft.com/office/drawing/2014/main" id="{D9CF9483-1B8E-1A08-D624-B152696D4541}"/>
                      </a:ext>
                    </a:extLst>
                  </p14:cNvPr>
                  <p14:cNvContentPartPr/>
                  <p14:nvPr/>
                </p14:nvContentPartPr>
                <p14:xfrm>
                  <a:off x="3672468" y="1931992"/>
                  <a:ext cx="59400" cy="124200"/>
                </p14:xfrm>
              </p:contentPart>
            </mc:Choice>
            <mc:Fallback xmlns="">
              <p:pic>
                <p:nvPicPr>
                  <p:cNvPr id="283" name="Ink 361">
                    <a:extLst>
                      <a:ext uri="{FF2B5EF4-FFF2-40B4-BE49-F238E27FC236}">
                        <a16:creationId xmlns:a16="http://schemas.microsoft.com/office/drawing/2014/main" id="{D9CF9483-1B8E-1A08-D624-B152696D4541}"/>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26">
                <p14:nvContentPartPr>
                  <p14:cNvPr id="284" name="Ink 362">
                    <a:extLst>
                      <a:ext uri="{FF2B5EF4-FFF2-40B4-BE49-F238E27FC236}">
                        <a16:creationId xmlns:a16="http://schemas.microsoft.com/office/drawing/2014/main" id="{AB8EE282-C0B3-A518-6622-926AE23A3009}"/>
                      </a:ext>
                    </a:extLst>
                  </p14:cNvPr>
                  <p14:cNvContentPartPr/>
                  <p14:nvPr/>
                </p14:nvContentPartPr>
                <p14:xfrm>
                  <a:off x="3577068" y="1930912"/>
                  <a:ext cx="63720" cy="209160"/>
                </p14:xfrm>
              </p:contentPart>
            </mc:Choice>
            <mc:Fallback xmlns="">
              <p:pic>
                <p:nvPicPr>
                  <p:cNvPr id="284" name="Ink 362">
                    <a:extLst>
                      <a:ext uri="{FF2B5EF4-FFF2-40B4-BE49-F238E27FC236}">
                        <a16:creationId xmlns:a16="http://schemas.microsoft.com/office/drawing/2014/main" id="{AB8EE282-C0B3-A518-6622-926AE23A3009}"/>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27">
                <p14:nvContentPartPr>
                  <p14:cNvPr id="285" name="Ink 363">
                    <a:extLst>
                      <a:ext uri="{FF2B5EF4-FFF2-40B4-BE49-F238E27FC236}">
                        <a16:creationId xmlns:a16="http://schemas.microsoft.com/office/drawing/2014/main" id="{DA78BDA5-B9D2-1420-6657-7ECE709B2911}"/>
                      </a:ext>
                    </a:extLst>
                  </p14:cNvPr>
                  <p14:cNvContentPartPr/>
                  <p14:nvPr/>
                </p14:nvContentPartPr>
                <p14:xfrm>
                  <a:off x="3561228" y="1928752"/>
                  <a:ext cx="60120" cy="129960"/>
                </p14:xfrm>
              </p:contentPart>
            </mc:Choice>
            <mc:Fallback xmlns="">
              <p:pic>
                <p:nvPicPr>
                  <p:cNvPr id="285" name="Ink 363">
                    <a:extLst>
                      <a:ext uri="{FF2B5EF4-FFF2-40B4-BE49-F238E27FC236}">
                        <a16:creationId xmlns:a16="http://schemas.microsoft.com/office/drawing/2014/main" id="{DA78BDA5-B9D2-1420-6657-7ECE709B2911}"/>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28">
                <p14:nvContentPartPr>
                  <p14:cNvPr id="286" name="Ink 364">
                    <a:extLst>
                      <a:ext uri="{FF2B5EF4-FFF2-40B4-BE49-F238E27FC236}">
                        <a16:creationId xmlns:a16="http://schemas.microsoft.com/office/drawing/2014/main" id="{4AD70DD5-C544-BE1D-8600-5A2810D07E93}"/>
                      </a:ext>
                    </a:extLst>
                  </p14:cNvPr>
                  <p14:cNvContentPartPr/>
                  <p14:nvPr/>
                </p14:nvContentPartPr>
                <p14:xfrm>
                  <a:off x="3673188" y="2036032"/>
                  <a:ext cx="44280" cy="95040"/>
                </p14:xfrm>
              </p:contentPart>
            </mc:Choice>
            <mc:Fallback xmlns="">
              <p:pic>
                <p:nvPicPr>
                  <p:cNvPr id="286" name="Ink 364">
                    <a:extLst>
                      <a:ext uri="{FF2B5EF4-FFF2-40B4-BE49-F238E27FC236}">
                        <a16:creationId xmlns:a16="http://schemas.microsoft.com/office/drawing/2014/main" id="{4AD70DD5-C544-BE1D-8600-5A2810D07E9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29">
                <p14:nvContentPartPr>
                  <p14:cNvPr id="287" name="Ink 365">
                    <a:extLst>
                      <a:ext uri="{FF2B5EF4-FFF2-40B4-BE49-F238E27FC236}">
                        <a16:creationId xmlns:a16="http://schemas.microsoft.com/office/drawing/2014/main" id="{52727071-8A9F-6B8B-70EE-DAC710871074}"/>
                      </a:ext>
                    </a:extLst>
                  </p14:cNvPr>
                  <p14:cNvContentPartPr/>
                  <p14:nvPr/>
                </p14:nvContentPartPr>
                <p14:xfrm>
                  <a:off x="3572028" y="1936312"/>
                  <a:ext cx="67320" cy="200520"/>
                </p14:xfrm>
              </p:contentPart>
            </mc:Choice>
            <mc:Fallback xmlns="">
              <p:pic>
                <p:nvPicPr>
                  <p:cNvPr id="287" name="Ink 365">
                    <a:extLst>
                      <a:ext uri="{FF2B5EF4-FFF2-40B4-BE49-F238E27FC236}">
                        <a16:creationId xmlns:a16="http://schemas.microsoft.com/office/drawing/2014/main" id="{52727071-8A9F-6B8B-70EE-DAC710871074}"/>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30">
                <p14:nvContentPartPr>
                  <p14:cNvPr id="288" name="Ink 366">
                    <a:extLst>
                      <a:ext uri="{FF2B5EF4-FFF2-40B4-BE49-F238E27FC236}">
                        <a16:creationId xmlns:a16="http://schemas.microsoft.com/office/drawing/2014/main" id="{4880E0CC-1A28-7A7E-A640-7AA07C4895C7}"/>
                      </a:ext>
                    </a:extLst>
                  </p14:cNvPr>
                  <p14:cNvContentPartPr/>
                  <p14:nvPr/>
                </p14:nvContentPartPr>
                <p14:xfrm>
                  <a:off x="3725748" y="2038912"/>
                  <a:ext cx="5400" cy="39960"/>
                </p14:xfrm>
              </p:contentPart>
            </mc:Choice>
            <mc:Fallback xmlns="">
              <p:pic>
                <p:nvPicPr>
                  <p:cNvPr id="288" name="Ink 366">
                    <a:extLst>
                      <a:ext uri="{FF2B5EF4-FFF2-40B4-BE49-F238E27FC236}">
                        <a16:creationId xmlns:a16="http://schemas.microsoft.com/office/drawing/2014/main" id="{4880E0CC-1A28-7A7E-A640-7AA07C4895C7}"/>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31">
                <p14:nvContentPartPr>
                  <p14:cNvPr id="289" name="Ink 367">
                    <a:extLst>
                      <a:ext uri="{FF2B5EF4-FFF2-40B4-BE49-F238E27FC236}">
                        <a16:creationId xmlns:a16="http://schemas.microsoft.com/office/drawing/2014/main" id="{C8EE9B7B-6BEA-8B02-238D-65FB5B17A997}"/>
                      </a:ext>
                    </a:extLst>
                  </p14:cNvPr>
                  <p14:cNvContentPartPr/>
                  <p14:nvPr/>
                </p14:nvContentPartPr>
                <p14:xfrm>
                  <a:off x="3726828" y="2015512"/>
                  <a:ext cx="6840" cy="60840"/>
                </p14:xfrm>
              </p:contentPart>
            </mc:Choice>
            <mc:Fallback xmlns="">
              <p:pic>
                <p:nvPicPr>
                  <p:cNvPr id="289" name="Ink 367">
                    <a:extLst>
                      <a:ext uri="{FF2B5EF4-FFF2-40B4-BE49-F238E27FC236}">
                        <a16:creationId xmlns:a16="http://schemas.microsoft.com/office/drawing/2014/main" id="{C8EE9B7B-6BEA-8B02-238D-65FB5B17A997}"/>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32">
                <p14:nvContentPartPr>
                  <p14:cNvPr id="290" name="Ink 368">
                    <a:extLst>
                      <a:ext uri="{FF2B5EF4-FFF2-40B4-BE49-F238E27FC236}">
                        <a16:creationId xmlns:a16="http://schemas.microsoft.com/office/drawing/2014/main" id="{1B288258-9E78-16EE-FD6F-77D9958B55D6}"/>
                      </a:ext>
                    </a:extLst>
                  </p14:cNvPr>
                  <p14:cNvContentPartPr/>
                  <p14:nvPr/>
                </p14:nvContentPartPr>
                <p14:xfrm>
                  <a:off x="3557988" y="1939192"/>
                  <a:ext cx="63360" cy="114480"/>
                </p14:xfrm>
              </p:contentPart>
            </mc:Choice>
            <mc:Fallback xmlns="">
              <p:pic>
                <p:nvPicPr>
                  <p:cNvPr id="290" name="Ink 368">
                    <a:extLst>
                      <a:ext uri="{FF2B5EF4-FFF2-40B4-BE49-F238E27FC236}">
                        <a16:creationId xmlns:a16="http://schemas.microsoft.com/office/drawing/2014/main" id="{1B288258-9E78-16EE-FD6F-77D9958B55D6}"/>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33">
                <p14:nvContentPartPr>
                  <p14:cNvPr id="291" name="Ink 369">
                    <a:extLst>
                      <a:ext uri="{FF2B5EF4-FFF2-40B4-BE49-F238E27FC236}">
                        <a16:creationId xmlns:a16="http://schemas.microsoft.com/office/drawing/2014/main" id="{2EA771B2-F1C2-EF4E-9379-9E2026448C22}"/>
                      </a:ext>
                    </a:extLst>
                  </p14:cNvPr>
                  <p14:cNvContentPartPr/>
                  <p14:nvPr/>
                </p14:nvContentPartPr>
                <p14:xfrm>
                  <a:off x="3801708" y="1867192"/>
                  <a:ext cx="23760" cy="45360"/>
                </p14:xfrm>
              </p:contentPart>
            </mc:Choice>
            <mc:Fallback xmlns="">
              <p:pic>
                <p:nvPicPr>
                  <p:cNvPr id="291" name="Ink 369">
                    <a:extLst>
                      <a:ext uri="{FF2B5EF4-FFF2-40B4-BE49-F238E27FC236}">
                        <a16:creationId xmlns:a16="http://schemas.microsoft.com/office/drawing/2014/main" id="{2EA771B2-F1C2-EF4E-9379-9E2026448C22}"/>
                      </a:ext>
                    </a:extLst>
                  </p:cNvPr>
                  <p:cNvPicPr/>
                  <p:nvPr/>
                </p:nvPicPr>
                <p:blipFill>
                  <a:blip r:embed="rId253"/>
                  <a:stretch>
                    <a:fillRect/>
                  </a:stretch>
                </p:blipFill>
                <p:spPr>
                  <a:xfrm>
                    <a:off x="3797388" y="1862872"/>
                    <a:ext cx="32400" cy="54000"/>
                  </a:xfrm>
                  <a:prstGeom prst="rect">
                    <a:avLst/>
                  </a:prstGeom>
                </p:spPr>
              </p:pic>
            </mc:Fallback>
          </mc:AlternateContent>
        </p:grpSp>
      </p:grpSp>
      <p:grpSp>
        <p:nvGrpSpPr>
          <p:cNvPr id="292" name="Group 370">
            <a:extLst>
              <a:ext uri="{FF2B5EF4-FFF2-40B4-BE49-F238E27FC236}">
                <a16:creationId xmlns:a16="http://schemas.microsoft.com/office/drawing/2014/main" id="{E63F6E0F-97DD-7565-2997-F4DF25A604D7}"/>
              </a:ext>
            </a:extLst>
          </p:cNvPr>
          <p:cNvGrpSpPr/>
          <p:nvPr/>
        </p:nvGrpSpPr>
        <p:grpSpPr>
          <a:xfrm rot="16200000">
            <a:off x="605678" y="1788989"/>
            <a:ext cx="349450" cy="484303"/>
            <a:chOff x="3476018" y="1655769"/>
            <a:chExt cx="349450" cy="484303"/>
          </a:xfrm>
        </p:grpSpPr>
        <p:sp>
          <p:nvSpPr>
            <p:cNvPr id="293" name="Flowchart: Delay 371">
              <a:extLst>
                <a:ext uri="{FF2B5EF4-FFF2-40B4-BE49-F238E27FC236}">
                  <a16:creationId xmlns:a16="http://schemas.microsoft.com/office/drawing/2014/main" id="{3025BF46-D5E2-378E-74AF-5BF13E6BD0CF}"/>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mc:AlternateContent xmlns:mc="http://schemas.openxmlformats.org/markup-compatibility/2006" xmlns:p14="http://schemas.microsoft.com/office/powerpoint/2010/main">
          <mc:Choice Requires="p14">
            <p:contentPart p14:bwMode="auto" r:id="rId334">
              <p14:nvContentPartPr>
                <p14:cNvPr id="294" name="Ink 372">
                  <a:extLst>
                    <a:ext uri="{FF2B5EF4-FFF2-40B4-BE49-F238E27FC236}">
                      <a16:creationId xmlns:a16="http://schemas.microsoft.com/office/drawing/2014/main" id="{6131639D-8D7D-65DB-840C-3641D97735DE}"/>
                    </a:ext>
                  </a:extLst>
                </p14:cNvPr>
                <p14:cNvContentPartPr/>
                <p14:nvPr/>
              </p14:nvContentPartPr>
              <p14:xfrm>
                <a:off x="3563025" y="1801595"/>
                <a:ext cx="177480" cy="94680"/>
              </p14:xfrm>
            </p:contentPart>
          </mc:Choice>
          <mc:Fallback xmlns="">
            <p:pic>
              <p:nvPicPr>
                <p:cNvPr id="294" name="Ink 372">
                  <a:extLst>
                    <a:ext uri="{FF2B5EF4-FFF2-40B4-BE49-F238E27FC236}">
                      <a16:creationId xmlns:a16="http://schemas.microsoft.com/office/drawing/2014/main" id="{6131639D-8D7D-65DB-840C-3641D97735DE}"/>
                    </a:ext>
                  </a:extLst>
                </p:cNvPr>
                <p:cNvPicPr/>
                <p:nvPr/>
              </p:nvPicPr>
              <p:blipFill>
                <a:blip r:embed="rId223"/>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35">
              <p14:nvContentPartPr>
                <p14:cNvPr id="295" name="Ink 373">
                  <a:extLst>
                    <a:ext uri="{FF2B5EF4-FFF2-40B4-BE49-F238E27FC236}">
                      <a16:creationId xmlns:a16="http://schemas.microsoft.com/office/drawing/2014/main" id="{5768EF08-7016-BA9E-BA4C-44A2849B1785}"/>
                    </a:ext>
                  </a:extLst>
                </p14:cNvPr>
                <p14:cNvContentPartPr/>
                <p14:nvPr/>
              </p14:nvContentPartPr>
              <p14:xfrm>
                <a:off x="3703200" y="1798268"/>
                <a:ext cx="52920" cy="8280"/>
              </p14:xfrm>
            </p:contentPart>
          </mc:Choice>
          <mc:Fallback xmlns="">
            <p:pic>
              <p:nvPicPr>
                <p:cNvPr id="295" name="Ink 373">
                  <a:extLst>
                    <a:ext uri="{FF2B5EF4-FFF2-40B4-BE49-F238E27FC236}">
                      <a16:creationId xmlns:a16="http://schemas.microsoft.com/office/drawing/2014/main" id="{5768EF08-7016-BA9E-BA4C-44A2849B1785}"/>
                    </a:ext>
                  </a:extLst>
                </p:cNvPr>
                <p:cNvPicPr/>
                <p:nvPr/>
              </p:nvPicPr>
              <p:blipFill>
                <a:blip r:embed="rId225"/>
                <a:stretch>
                  <a:fillRect/>
                </a:stretch>
              </p:blipFill>
              <p:spPr>
                <a:xfrm>
                  <a:off x="3698850" y="1793948"/>
                  <a:ext cx="61619" cy="16920"/>
                </a:xfrm>
                <a:prstGeom prst="rect">
                  <a:avLst/>
                </a:prstGeom>
              </p:spPr>
            </p:pic>
          </mc:Fallback>
        </mc:AlternateContent>
        <p:sp>
          <p:nvSpPr>
            <p:cNvPr id="296" name="Oval 374">
              <a:extLst>
                <a:ext uri="{FF2B5EF4-FFF2-40B4-BE49-F238E27FC236}">
                  <a16:creationId xmlns:a16="http://schemas.microsoft.com/office/drawing/2014/main" id="{71CFC845-E5DC-1FEB-8943-B84CE1EC45A1}"/>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sp>
          <p:nvSpPr>
            <p:cNvPr id="297" name="Oval 375">
              <a:extLst>
                <a:ext uri="{FF2B5EF4-FFF2-40B4-BE49-F238E27FC236}">
                  <a16:creationId xmlns:a16="http://schemas.microsoft.com/office/drawing/2014/main" id="{6B4048DA-890B-9046-BA73-1F8121C0F0F5}"/>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noProof="0" dirty="0"/>
            </a:p>
          </p:txBody>
        </p:sp>
        <p:grpSp>
          <p:nvGrpSpPr>
            <p:cNvPr id="298" name="Group 376">
              <a:extLst>
                <a:ext uri="{FF2B5EF4-FFF2-40B4-BE49-F238E27FC236}">
                  <a16:creationId xmlns:a16="http://schemas.microsoft.com/office/drawing/2014/main" id="{65FD3258-2DFD-7B83-617F-2B14D33CAB35}"/>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36">
                <p14:nvContentPartPr>
                  <p14:cNvPr id="299" name="Ink 377">
                    <a:extLst>
                      <a:ext uri="{FF2B5EF4-FFF2-40B4-BE49-F238E27FC236}">
                        <a16:creationId xmlns:a16="http://schemas.microsoft.com/office/drawing/2014/main" id="{BD6531FC-CB7C-96C4-BBE1-94F2C8EA7F3E}"/>
                      </a:ext>
                    </a:extLst>
                  </p14:cNvPr>
                  <p14:cNvContentPartPr/>
                  <p14:nvPr/>
                </p14:nvContentPartPr>
                <p14:xfrm>
                  <a:off x="3476018" y="1873095"/>
                  <a:ext cx="45720" cy="30600"/>
                </p14:xfrm>
              </p:contentPart>
            </mc:Choice>
            <mc:Fallback xmlns="">
              <p:pic>
                <p:nvPicPr>
                  <p:cNvPr id="299" name="Ink 377">
                    <a:extLst>
                      <a:ext uri="{FF2B5EF4-FFF2-40B4-BE49-F238E27FC236}">
                        <a16:creationId xmlns:a16="http://schemas.microsoft.com/office/drawing/2014/main" id="{BD6531FC-CB7C-96C4-BBE1-94F2C8EA7F3E}"/>
                      </a:ext>
                    </a:extLst>
                  </p:cNvPr>
                  <p:cNvPicPr/>
                  <p:nvPr/>
                </p:nvPicPr>
                <p:blipFill>
                  <a:blip r:embed="rId227"/>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37">
                <p14:nvContentPartPr>
                  <p14:cNvPr id="300" name="Ink 378">
                    <a:extLst>
                      <a:ext uri="{FF2B5EF4-FFF2-40B4-BE49-F238E27FC236}">
                        <a16:creationId xmlns:a16="http://schemas.microsoft.com/office/drawing/2014/main" id="{8A035FDC-1E79-49D9-D09F-BB29FD7BFA92}"/>
                      </a:ext>
                    </a:extLst>
                  </p14:cNvPr>
                  <p14:cNvContentPartPr/>
                  <p14:nvPr/>
                </p14:nvContentPartPr>
                <p14:xfrm>
                  <a:off x="3494738" y="1823415"/>
                  <a:ext cx="54720" cy="43200"/>
                </p14:xfrm>
              </p:contentPart>
            </mc:Choice>
            <mc:Fallback xmlns="">
              <p:pic>
                <p:nvPicPr>
                  <p:cNvPr id="300" name="Ink 378">
                    <a:extLst>
                      <a:ext uri="{FF2B5EF4-FFF2-40B4-BE49-F238E27FC236}">
                        <a16:creationId xmlns:a16="http://schemas.microsoft.com/office/drawing/2014/main" id="{8A035FDC-1E79-49D9-D09F-BB29FD7BFA92}"/>
                      </a:ext>
                    </a:extLst>
                  </p:cNvPr>
                  <p:cNvPicPr/>
                  <p:nvPr/>
                </p:nvPicPr>
                <p:blipFill>
                  <a:blip r:embed="rId229"/>
                  <a:stretch>
                    <a:fillRect/>
                  </a:stretch>
                </p:blipFill>
                <p:spPr>
                  <a:xfrm>
                    <a:off x="3490389" y="1819131"/>
                    <a:ext cx="63417" cy="51769"/>
                  </a:xfrm>
                  <a:prstGeom prst="rect">
                    <a:avLst/>
                  </a:prstGeom>
                </p:spPr>
              </p:pic>
            </mc:Fallback>
          </mc:AlternateContent>
          <mc:AlternateContent xmlns:mc="http://schemas.openxmlformats.org/markup-compatibility/2006" xmlns:p14="http://schemas.microsoft.com/office/powerpoint/2010/main">
            <mc:Choice Requires="p14">
              <p:contentPart p14:bwMode="auto" r:id="rId338">
                <p14:nvContentPartPr>
                  <p14:cNvPr id="301" name="Ink 379">
                    <a:extLst>
                      <a:ext uri="{FF2B5EF4-FFF2-40B4-BE49-F238E27FC236}">
                        <a16:creationId xmlns:a16="http://schemas.microsoft.com/office/drawing/2014/main" id="{15F8A185-3DDD-4597-EC1C-402DA2EB224D}"/>
                      </a:ext>
                    </a:extLst>
                  </p14:cNvPr>
                  <p14:cNvContentPartPr/>
                  <p14:nvPr/>
                </p14:nvContentPartPr>
                <p14:xfrm>
                  <a:off x="3777338" y="1870215"/>
                  <a:ext cx="44640" cy="36000"/>
                </p14:xfrm>
              </p:contentPart>
            </mc:Choice>
            <mc:Fallback xmlns="">
              <p:pic>
                <p:nvPicPr>
                  <p:cNvPr id="301" name="Ink 379">
                    <a:extLst>
                      <a:ext uri="{FF2B5EF4-FFF2-40B4-BE49-F238E27FC236}">
                        <a16:creationId xmlns:a16="http://schemas.microsoft.com/office/drawing/2014/main" id="{15F8A185-3DDD-4597-EC1C-402DA2EB224D}"/>
                      </a:ext>
                    </a:extLst>
                  </p:cNvPr>
                  <p:cNvPicPr/>
                  <p:nvPr/>
                </p:nvPicPr>
                <p:blipFill>
                  <a:blip r:embed="rId231"/>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39">
                <p14:nvContentPartPr>
                  <p14:cNvPr id="302" name="Ink 380">
                    <a:extLst>
                      <a:ext uri="{FF2B5EF4-FFF2-40B4-BE49-F238E27FC236}">
                        <a16:creationId xmlns:a16="http://schemas.microsoft.com/office/drawing/2014/main" id="{49290BEF-F24E-DA34-90A2-9631AB78D371}"/>
                      </a:ext>
                    </a:extLst>
                  </p14:cNvPr>
                  <p14:cNvContentPartPr/>
                  <p14:nvPr/>
                </p14:nvContentPartPr>
                <p14:xfrm>
                  <a:off x="3757178" y="1831335"/>
                  <a:ext cx="46440" cy="36360"/>
                </p14:xfrm>
              </p:contentPart>
            </mc:Choice>
            <mc:Fallback xmlns="">
              <p:pic>
                <p:nvPicPr>
                  <p:cNvPr id="302" name="Ink 380">
                    <a:extLst>
                      <a:ext uri="{FF2B5EF4-FFF2-40B4-BE49-F238E27FC236}">
                        <a16:creationId xmlns:a16="http://schemas.microsoft.com/office/drawing/2014/main" id="{49290BEF-F24E-DA34-90A2-9631AB78D371}"/>
                      </a:ext>
                    </a:extLst>
                  </p:cNvPr>
                  <p:cNvPicPr/>
                  <p:nvPr/>
                </p:nvPicPr>
                <p:blipFill>
                  <a:blip r:embed="rId233"/>
                  <a:stretch>
                    <a:fillRect/>
                  </a:stretch>
                </p:blipFill>
                <p:spPr>
                  <a:xfrm>
                    <a:off x="3752858" y="1826972"/>
                    <a:ext cx="55080" cy="45086"/>
                  </a:xfrm>
                  <a:prstGeom prst="rect">
                    <a:avLst/>
                  </a:prstGeom>
                </p:spPr>
              </p:pic>
            </mc:Fallback>
          </mc:AlternateContent>
          <mc:AlternateContent xmlns:mc="http://schemas.openxmlformats.org/markup-compatibility/2006" xmlns:p14="http://schemas.microsoft.com/office/powerpoint/2010/main">
            <mc:Choice Requires="p14">
              <p:contentPart p14:bwMode="auto" r:id="rId340">
                <p14:nvContentPartPr>
                  <p14:cNvPr id="303" name="Ink 381">
                    <a:extLst>
                      <a:ext uri="{FF2B5EF4-FFF2-40B4-BE49-F238E27FC236}">
                        <a16:creationId xmlns:a16="http://schemas.microsoft.com/office/drawing/2014/main" id="{4BC9BD31-0976-E266-19F3-233A93C63838}"/>
                      </a:ext>
                    </a:extLst>
                  </p14:cNvPr>
                  <p14:cNvContentPartPr/>
                  <p14:nvPr/>
                </p14:nvContentPartPr>
                <p14:xfrm>
                  <a:off x="3662748" y="1940992"/>
                  <a:ext cx="62640" cy="195120"/>
                </p14:xfrm>
              </p:contentPart>
            </mc:Choice>
            <mc:Fallback xmlns="">
              <p:pic>
                <p:nvPicPr>
                  <p:cNvPr id="303" name="Ink 381">
                    <a:extLst>
                      <a:ext uri="{FF2B5EF4-FFF2-40B4-BE49-F238E27FC236}">
                        <a16:creationId xmlns:a16="http://schemas.microsoft.com/office/drawing/2014/main" id="{4BC9BD31-0976-E266-19F3-233A93C63838}"/>
                      </a:ext>
                    </a:extLst>
                  </p:cNvPr>
                  <p:cNvPicPr/>
                  <p:nvPr/>
                </p:nvPicPr>
                <p:blipFill>
                  <a:blip r:embed="rId235"/>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41">
                <p14:nvContentPartPr>
                  <p14:cNvPr id="304" name="Ink 382">
                    <a:extLst>
                      <a:ext uri="{FF2B5EF4-FFF2-40B4-BE49-F238E27FC236}">
                        <a16:creationId xmlns:a16="http://schemas.microsoft.com/office/drawing/2014/main" id="{76612942-15A1-5C22-55E5-41A61E6761D7}"/>
                      </a:ext>
                    </a:extLst>
                  </p14:cNvPr>
                  <p14:cNvContentPartPr/>
                  <p14:nvPr/>
                </p14:nvContentPartPr>
                <p14:xfrm>
                  <a:off x="3672468" y="1931992"/>
                  <a:ext cx="59400" cy="124200"/>
                </p14:xfrm>
              </p:contentPart>
            </mc:Choice>
            <mc:Fallback xmlns="">
              <p:pic>
                <p:nvPicPr>
                  <p:cNvPr id="304" name="Ink 382">
                    <a:extLst>
                      <a:ext uri="{FF2B5EF4-FFF2-40B4-BE49-F238E27FC236}">
                        <a16:creationId xmlns:a16="http://schemas.microsoft.com/office/drawing/2014/main" id="{76612942-15A1-5C22-55E5-41A61E6761D7}"/>
                      </a:ext>
                    </a:extLst>
                  </p:cNvPr>
                  <p:cNvPicPr/>
                  <p:nvPr/>
                </p:nvPicPr>
                <p:blipFill>
                  <a:blip r:embed="rId237"/>
                  <a:stretch>
                    <a:fillRect/>
                  </a:stretch>
                </p:blipFill>
                <p:spPr>
                  <a:xfrm>
                    <a:off x="3668148" y="1927659"/>
                    <a:ext cx="68040" cy="132865"/>
                  </a:xfrm>
                  <a:prstGeom prst="rect">
                    <a:avLst/>
                  </a:prstGeom>
                </p:spPr>
              </p:pic>
            </mc:Fallback>
          </mc:AlternateContent>
          <mc:AlternateContent xmlns:mc="http://schemas.openxmlformats.org/markup-compatibility/2006" xmlns:p14="http://schemas.microsoft.com/office/powerpoint/2010/main">
            <mc:Choice Requires="p14">
              <p:contentPart p14:bwMode="auto" r:id="rId342">
                <p14:nvContentPartPr>
                  <p14:cNvPr id="305" name="Ink 383">
                    <a:extLst>
                      <a:ext uri="{FF2B5EF4-FFF2-40B4-BE49-F238E27FC236}">
                        <a16:creationId xmlns:a16="http://schemas.microsoft.com/office/drawing/2014/main" id="{DA481BFE-0119-C84A-8006-AC573967A78F}"/>
                      </a:ext>
                    </a:extLst>
                  </p14:cNvPr>
                  <p14:cNvContentPartPr/>
                  <p14:nvPr/>
                </p14:nvContentPartPr>
                <p14:xfrm>
                  <a:off x="3577068" y="1930912"/>
                  <a:ext cx="63720" cy="209160"/>
                </p14:xfrm>
              </p:contentPart>
            </mc:Choice>
            <mc:Fallback xmlns="">
              <p:pic>
                <p:nvPicPr>
                  <p:cNvPr id="305" name="Ink 383">
                    <a:extLst>
                      <a:ext uri="{FF2B5EF4-FFF2-40B4-BE49-F238E27FC236}">
                        <a16:creationId xmlns:a16="http://schemas.microsoft.com/office/drawing/2014/main" id="{DA481BFE-0119-C84A-8006-AC573967A78F}"/>
                      </a:ext>
                    </a:extLst>
                  </p:cNvPr>
                  <p:cNvPicPr/>
                  <p:nvPr/>
                </p:nvPicPr>
                <p:blipFill>
                  <a:blip r:embed="rId239"/>
                  <a:stretch>
                    <a:fillRect/>
                  </a:stretch>
                </p:blipFill>
                <p:spPr>
                  <a:xfrm>
                    <a:off x="3572772" y="1926592"/>
                    <a:ext cx="72311"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43">
                <p14:nvContentPartPr>
                  <p14:cNvPr id="306" name="Ink 384">
                    <a:extLst>
                      <a:ext uri="{FF2B5EF4-FFF2-40B4-BE49-F238E27FC236}">
                        <a16:creationId xmlns:a16="http://schemas.microsoft.com/office/drawing/2014/main" id="{7C8FC93F-8F12-BDD1-F5D7-F7492E97CDDC}"/>
                      </a:ext>
                    </a:extLst>
                  </p14:cNvPr>
                  <p14:cNvContentPartPr/>
                  <p14:nvPr/>
                </p14:nvContentPartPr>
                <p14:xfrm>
                  <a:off x="3561228" y="1928752"/>
                  <a:ext cx="60120" cy="129960"/>
                </p14:xfrm>
              </p:contentPart>
            </mc:Choice>
            <mc:Fallback xmlns="">
              <p:pic>
                <p:nvPicPr>
                  <p:cNvPr id="306" name="Ink 384">
                    <a:extLst>
                      <a:ext uri="{FF2B5EF4-FFF2-40B4-BE49-F238E27FC236}">
                        <a16:creationId xmlns:a16="http://schemas.microsoft.com/office/drawing/2014/main" id="{7C8FC93F-8F12-BDD1-F5D7-F7492E97CDDC}"/>
                      </a:ext>
                    </a:extLst>
                  </p:cNvPr>
                  <p:cNvPicPr/>
                  <p:nvPr/>
                </p:nvPicPr>
                <p:blipFill>
                  <a:blip r:embed="rId241"/>
                  <a:stretch>
                    <a:fillRect/>
                  </a:stretch>
                </p:blipFill>
                <p:spPr>
                  <a:xfrm>
                    <a:off x="3556908" y="1924444"/>
                    <a:ext cx="68760" cy="138576"/>
                  </a:xfrm>
                  <a:prstGeom prst="rect">
                    <a:avLst/>
                  </a:prstGeom>
                </p:spPr>
              </p:pic>
            </mc:Fallback>
          </mc:AlternateContent>
          <mc:AlternateContent xmlns:mc="http://schemas.openxmlformats.org/markup-compatibility/2006" xmlns:p14="http://schemas.microsoft.com/office/powerpoint/2010/main">
            <mc:Choice Requires="p14">
              <p:contentPart p14:bwMode="auto" r:id="rId344">
                <p14:nvContentPartPr>
                  <p14:cNvPr id="307" name="Ink 385">
                    <a:extLst>
                      <a:ext uri="{FF2B5EF4-FFF2-40B4-BE49-F238E27FC236}">
                        <a16:creationId xmlns:a16="http://schemas.microsoft.com/office/drawing/2014/main" id="{9F4EE550-5A90-7C4B-BADC-D8722D0FDF63}"/>
                      </a:ext>
                    </a:extLst>
                  </p14:cNvPr>
                  <p14:cNvContentPartPr/>
                  <p14:nvPr/>
                </p14:nvContentPartPr>
                <p14:xfrm>
                  <a:off x="3673188" y="2036032"/>
                  <a:ext cx="44280" cy="95040"/>
                </p14:xfrm>
              </p:contentPart>
            </mc:Choice>
            <mc:Fallback xmlns="">
              <p:pic>
                <p:nvPicPr>
                  <p:cNvPr id="307" name="Ink 385">
                    <a:extLst>
                      <a:ext uri="{FF2B5EF4-FFF2-40B4-BE49-F238E27FC236}">
                        <a16:creationId xmlns:a16="http://schemas.microsoft.com/office/drawing/2014/main" id="{9F4EE550-5A90-7C4B-BADC-D8722D0FDF63}"/>
                      </a:ext>
                    </a:extLst>
                  </p:cNvPr>
                  <p:cNvPicPr/>
                  <p:nvPr/>
                </p:nvPicPr>
                <p:blipFill>
                  <a:blip r:embed="rId243"/>
                  <a:stretch>
                    <a:fillRect/>
                  </a:stretch>
                </p:blipFill>
                <p:spPr>
                  <a:xfrm>
                    <a:off x="3668868" y="2031696"/>
                    <a:ext cx="52920" cy="103713"/>
                  </a:xfrm>
                  <a:prstGeom prst="rect">
                    <a:avLst/>
                  </a:prstGeom>
                </p:spPr>
              </p:pic>
            </mc:Fallback>
          </mc:AlternateContent>
          <mc:AlternateContent xmlns:mc="http://schemas.openxmlformats.org/markup-compatibility/2006" xmlns:p14="http://schemas.microsoft.com/office/powerpoint/2010/main">
            <mc:Choice Requires="p14">
              <p:contentPart p14:bwMode="auto" r:id="rId345">
                <p14:nvContentPartPr>
                  <p14:cNvPr id="308" name="Ink 386">
                    <a:extLst>
                      <a:ext uri="{FF2B5EF4-FFF2-40B4-BE49-F238E27FC236}">
                        <a16:creationId xmlns:a16="http://schemas.microsoft.com/office/drawing/2014/main" id="{197A0654-9F6E-7481-E727-3B831EADEEED}"/>
                      </a:ext>
                    </a:extLst>
                  </p14:cNvPr>
                  <p14:cNvContentPartPr/>
                  <p14:nvPr/>
                </p14:nvContentPartPr>
                <p14:xfrm>
                  <a:off x="3572028" y="1936312"/>
                  <a:ext cx="67320" cy="200520"/>
                </p14:xfrm>
              </p:contentPart>
            </mc:Choice>
            <mc:Fallback xmlns="">
              <p:pic>
                <p:nvPicPr>
                  <p:cNvPr id="308" name="Ink 386">
                    <a:extLst>
                      <a:ext uri="{FF2B5EF4-FFF2-40B4-BE49-F238E27FC236}">
                        <a16:creationId xmlns:a16="http://schemas.microsoft.com/office/drawing/2014/main" id="{197A0654-9F6E-7481-E727-3B831EADEEED}"/>
                      </a:ext>
                    </a:extLst>
                  </p:cNvPr>
                  <p:cNvPicPr/>
                  <p:nvPr/>
                </p:nvPicPr>
                <p:blipFill>
                  <a:blip r:embed="rId245"/>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46">
                <p14:nvContentPartPr>
                  <p14:cNvPr id="309" name="Ink 387">
                    <a:extLst>
                      <a:ext uri="{FF2B5EF4-FFF2-40B4-BE49-F238E27FC236}">
                        <a16:creationId xmlns:a16="http://schemas.microsoft.com/office/drawing/2014/main" id="{47F05EF7-B733-BDC5-0344-B6C7AD464D70}"/>
                      </a:ext>
                    </a:extLst>
                  </p14:cNvPr>
                  <p14:cNvContentPartPr/>
                  <p14:nvPr/>
                </p14:nvContentPartPr>
                <p14:xfrm>
                  <a:off x="3725748" y="2038912"/>
                  <a:ext cx="5400" cy="39960"/>
                </p14:xfrm>
              </p:contentPart>
            </mc:Choice>
            <mc:Fallback xmlns="">
              <p:pic>
                <p:nvPicPr>
                  <p:cNvPr id="309" name="Ink 387">
                    <a:extLst>
                      <a:ext uri="{FF2B5EF4-FFF2-40B4-BE49-F238E27FC236}">
                        <a16:creationId xmlns:a16="http://schemas.microsoft.com/office/drawing/2014/main" id="{47F05EF7-B733-BDC5-0344-B6C7AD464D70}"/>
                      </a:ext>
                    </a:extLst>
                  </p:cNvPr>
                  <p:cNvPicPr/>
                  <p:nvPr/>
                </p:nvPicPr>
                <p:blipFill>
                  <a:blip r:embed="rId247"/>
                  <a:stretch>
                    <a:fillRect/>
                  </a:stretch>
                </p:blipFill>
                <p:spPr>
                  <a:xfrm>
                    <a:off x="3721428" y="2034631"/>
                    <a:ext cx="14040" cy="48523"/>
                  </a:xfrm>
                  <a:prstGeom prst="rect">
                    <a:avLst/>
                  </a:prstGeom>
                </p:spPr>
              </p:pic>
            </mc:Fallback>
          </mc:AlternateContent>
          <mc:AlternateContent xmlns:mc="http://schemas.openxmlformats.org/markup-compatibility/2006" xmlns:p14="http://schemas.microsoft.com/office/powerpoint/2010/main">
            <mc:Choice Requires="p14">
              <p:contentPart p14:bwMode="auto" r:id="rId347">
                <p14:nvContentPartPr>
                  <p14:cNvPr id="310" name="Ink 388">
                    <a:extLst>
                      <a:ext uri="{FF2B5EF4-FFF2-40B4-BE49-F238E27FC236}">
                        <a16:creationId xmlns:a16="http://schemas.microsoft.com/office/drawing/2014/main" id="{234DAC89-B7FA-1B5E-6484-FF48C01AA269}"/>
                      </a:ext>
                    </a:extLst>
                  </p14:cNvPr>
                  <p14:cNvContentPartPr/>
                  <p14:nvPr/>
                </p14:nvContentPartPr>
                <p14:xfrm>
                  <a:off x="3726828" y="2015512"/>
                  <a:ext cx="6840" cy="60840"/>
                </p14:xfrm>
              </p:contentPart>
            </mc:Choice>
            <mc:Fallback xmlns="">
              <p:pic>
                <p:nvPicPr>
                  <p:cNvPr id="310" name="Ink 388">
                    <a:extLst>
                      <a:ext uri="{FF2B5EF4-FFF2-40B4-BE49-F238E27FC236}">
                        <a16:creationId xmlns:a16="http://schemas.microsoft.com/office/drawing/2014/main" id="{234DAC89-B7FA-1B5E-6484-FF48C01AA269}"/>
                      </a:ext>
                    </a:extLst>
                  </p:cNvPr>
                  <p:cNvPicPr/>
                  <p:nvPr/>
                </p:nvPicPr>
                <p:blipFill>
                  <a:blip r:embed="rId249"/>
                  <a:stretch>
                    <a:fillRect/>
                  </a:stretch>
                </p:blipFill>
                <p:spPr>
                  <a:xfrm>
                    <a:off x="3722508" y="2011166"/>
                    <a:ext cx="15480" cy="69531"/>
                  </a:xfrm>
                  <a:prstGeom prst="rect">
                    <a:avLst/>
                  </a:prstGeom>
                </p:spPr>
              </p:pic>
            </mc:Fallback>
          </mc:AlternateContent>
          <mc:AlternateContent xmlns:mc="http://schemas.openxmlformats.org/markup-compatibility/2006" xmlns:p14="http://schemas.microsoft.com/office/powerpoint/2010/main">
            <mc:Choice Requires="p14">
              <p:contentPart p14:bwMode="auto" r:id="rId348">
                <p14:nvContentPartPr>
                  <p14:cNvPr id="311" name="Ink 389">
                    <a:extLst>
                      <a:ext uri="{FF2B5EF4-FFF2-40B4-BE49-F238E27FC236}">
                        <a16:creationId xmlns:a16="http://schemas.microsoft.com/office/drawing/2014/main" id="{5DF20E2B-1214-133A-2C44-8D31F44849A3}"/>
                      </a:ext>
                    </a:extLst>
                  </p14:cNvPr>
                  <p14:cNvContentPartPr/>
                  <p14:nvPr/>
                </p14:nvContentPartPr>
                <p14:xfrm>
                  <a:off x="3557988" y="1939192"/>
                  <a:ext cx="63360" cy="114480"/>
                </p14:xfrm>
              </p:contentPart>
            </mc:Choice>
            <mc:Fallback xmlns="">
              <p:pic>
                <p:nvPicPr>
                  <p:cNvPr id="311" name="Ink 389">
                    <a:extLst>
                      <a:ext uri="{FF2B5EF4-FFF2-40B4-BE49-F238E27FC236}">
                        <a16:creationId xmlns:a16="http://schemas.microsoft.com/office/drawing/2014/main" id="{5DF20E2B-1214-133A-2C44-8D31F44849A3}"/>
                      </a:ext>
                    </a:extLst>
                  </p:cNvPr>
                  <p:cNvPicPr/>
                  <p:nvPr/>
                </p:nvPicPr>
                <p:blipFill>
                  <a:blip r:embed="rId251"/>
                  <a:stretch>
                    <a:fillRect/>
                  </a:stretch>
                </p:blipFill>
                <p:spPr>
                  <a:xfrm>
                    <a:off x="3553668" y="1934858"/>
                    <a:ext cx="72000" cy="123147"/>
                  </a:xfrm>
                  <a:prstGeom prst="rect">
                    <a:avLst/>
                  </a:prstGeom>
                </p:spPr>
              </p:pic>
            </mc:Fallback>
          </mc:AlternateContent>
          <mc:AlternateContent xmlns:mc="http://schemas.openxmlformats.org/markup-compatibility/2006" xmlns:p14="http://schemas.microsoft.com/office/powerpoint/2010/main">
            <mc:Choice Requires="p14">
              <p:contentPart p14:bwMode="auto" r:id="rId349">
                <p14:nvContentPartPr>
                  <p14:cNvPr id="312" name="Ink 390">
                    <a:extLst>
                      <a:ext uri="{FF2B5EF4-FFF2-40B4-BE49-F238E27FC236}">
                        <a16:creationId xmlns:a16="http://schemas.microsoft.com/office/drawing/2014/main" id="{113D27B3-E246-D275-7B28-D443DADE05BA}"/>
                      </a:ext>
                    </a:extLst>
                  </p14:cNvPr>
                  <p14:cNvContentPartPr/>
                  <p14:nvPr/>
                </p14:nvContentPartPr>
                <p14:xfrm>
                  <a:off x="3801708" y="1867192"/>
                  <a:ext cx="23760" cy="45360"/>
                </p14:xfrm>
              </p:contentPart>
            </mc:Choice>
            <mc:Fallback xmlns="">
              <p:pic>
                <p:nvPicPr>
                  <p:cNvPr id="312" name="Ink 390">
                    <a:extLst>
                      <a:ext uri="{FF2B5EF4-FFF2-40B4-BE49-F238E27FC236}">
                        <a16:creationId xmlns:a16="http://schemas.microsoft.com/office/drawing/2014/main" id="{113D27B3-E246-D275-7B28-D443DADE05BA}"/>
                      </a:ext>
                    </a:extLst>
                  </p:cNvPr>
                  <p:cNvPicPr/>
                  <p:nvPr/>
                </p:nvPicPr>
                <p:blipFill>
                  <a:blip r:embed="rId253"/>
                  <a:stretch>
                    <a:fillRect/>
                  </a:stretch>
                </p:blipFill>
                <p:spPr>
                  <a:xfrm>
                    <a:off x="3797388" y="1862872"/>
                    <a:ext cx="32400" cy="54000"/>
                  </a:xfrm>
                  <a:prstGeom prst="rect">
                    <a:avLst/>
                  </a:prstGeom>
                </p:spPr>
              </p:pic>
            </mc:Fallback>
          </mc:AlternateContent>
        </p:grpSp>
      </p:grpSp>
      <p:sp>
        <p:nvSpPr>
          <p:cNvPr id="372" name="Title 1">
            <a:extLst>
              <a:ext uri="{FF2B5EF4-FFF2-40B4-BE49-F238E27FC236}">
                <a16:creationId xmlns:a16="http://schemas.microsoft.com/office/drawing/2014/main" id="{1A087F5F-9757-41B9-E350-AD83FCEE3B36}"/>
              </a:ext>
            </a:extLst>
          </p:cNvPr>
          <p:cNvSpPr>
            <a:spLocks noGrp="1"/>
          </p:cNvSpPr>
          <p:nvPr>
            <p:ph type="title"/>
          </p:nvPr>
        </p:nvSpPr>
        <p:spPr>
          <a:xfrm>
            <a:off x="6126492" y="1881969"/>
            <a:ext cx="5791199" cy="747305"/>
          </a:xfrm>
        </p:spPr>
        <p:txBody>
          <a:bodyPr vert="horz" lIns="91440" tIns="45720" rIns="91440" bIns="45720" rtlCol="0" anchor="t">
            <a:normAutofit/>
          </a:bodyPr>
          <a:lstStyle/>
          <a:p>
            <a:r>
              <a:rPr lang="en-GB" sz="3200" kern="1200" noProof="0" dirty="0">
                <a:solidFill>
                  <a:schemeClr val="tx1"/>
                </a:solidFill>
                <a:latin typeface="+mj-lt"/>
                <a:ea typeface="+mj-ea"/>
                <a:cs typeface="+mj-cs"/>
              </a:rPr>
              <a:t>Internet of Bio-Nano-Things</a:t>
            </a:r>
          </a:p>
        </p:txBody>
      </p:sp>
      <p:sp>
        <p:nvSpPr>
          <p:cNvPr id="2" name="TextBox 1">
            <a:extLst>
              <a:ext uri="{FF2B5EF4-FFF2-40B4-BE49-F238E27FC236}">
                <a16:creationId xmlns:a16="http://schemas.microsoft.com/office/drawing/2014/main" id="{9AA02E47-0645-D3EC-868E-419F008FCB6E}"/>
              </a:ext>
            </a:extLst>
          </p:cNvPr>
          <p:cNvSpPr txBox="1"/>
          <p:nvPr/>
        </p:nvSpPr>
        <p:spPr>
          <a:xfrm>
            <a:off x="6096000" y="5882683"/>
            <a:ext cx="6138406" cy="577081"/>
          </a:xfrm>
          <a:prstGeom prst="rect">
            <a:avLst/>
          </a:prstGeom>
          <a:noFill/>
        </p:spPr>
        <p:txBody>
          <a:bodyPr wrap="square">
            <a:spAutoFit/>
          </a:bodyPr>
          <a:lstStyle/>
          <a:p>
            <a:pPr algn="l"/>
            <a:r>
              <a:rPr lang="en-GB" sz="1050" b="0" i="0" u="none" strike="noStrike" baseline="0" noProof="0" dirty="0">
                <a:latin typeface="NimbusRomNo9L-Regu"/>
              </a:rPr>
              <a:t>[1] A. Sangwan and J. M. Jornet, "Joint Communication and Bio-Sensing With Plasmonic Nano-Systems to Prevent the Spread of Infectious Diseases in the Internet of Nano-Bio Things," in IEEE Journal on Selected Areas in Communications, vol. 40, no. 11, pp. 3271-3284, Nov. 2022, </a:t>
            </a:r>
            <a:r>
              <a:rPr lang="en-GB" sz="1050" b="0" i="0" u="none" strike="noStrike" baseline="0" noProof="0" dirty="0" err="1">
                <a:latin typeface="NimbusRomNo9L-Regu"/>
              </a:rPr>
              <a:t>doi</a:t>
            </a:r>
            <a:r>
              <a:rPr lang="en-GB" sz="1050" b="0" i="0" u="none" strike="noStrike" baseline="0" noProof="0" dirty="0">
                <a:latin typeface="NimbusRomNo9L-Regu"/>
              </a:rPr>
              <a:t>: 10.1109/JSAC.2022.3214288.</a:t>
            </a:r>
          </a:p>
        </p:txBody>
      </p:sp>
      <p:pic>
        <p:nvPicPr>
          <p:cNvPr id="3" name="Picture 2">
            <a:extLst>
              <a:ext uri="{FF2B5EF4-FFF2-40B4-BE49-F238E27FC236}">
                <a16:creationId xmlns:a16="http://schemas.microsoft.com/office/drawing/2014/main" id="{639BCCF0-6E6D-D0F0-DD4C-5CB6E43A3D02}"/>
              </a:ext>
            </a:extLst>
          </p:cNvPr>
          <p:cNvPicPr>
            <a:picLocks noChangeAspect="1"/>
          </p:cNvPicPr>
          <p:nvPr/>
        </p:nvPicPr>
        <p:blipFill>
          <a:blip r:embed="rId350"/>
          <a:stretch>
            <a:fillRect/>
          </a:stretch>
        </p:blipFill>
        <p:spPr>
          <a:xfrm>
            <a:off x="6097537" y="2637124"/>
            <a:ext cx="6094463" cy="2906274"/>
          </a:xfrm>
          <a:prstGeom prst="rect">
            <a:avLst/>
          </a:prstGeom>
          <a:ln>
            <a:solidFill>
              <a:schemeClr val="accent1"/>
            </a:solidFill>
          </a:ln>
        </p:spPr>
      </p:pic>
      <p:cxnSp>
        <p:nvCxnSpPr>
          <p:cNvPr id="356" name="Straight Connector 355">
            <a:extLst>
              <a:ext uri="{FF2B5EF4-FFF2-40B4-BE49-F238E27FC236}">
                <a16:creationId xmlns:a16="http://schemas.microsoft.com/office/drawing/2014/main" id="{1F3AE204-AB7C-5695-878D-8588EE597227}"/>
              </a:ext>
            </a:extLst>
          </p:cNvPr>
          <p:cNvCxnSpPr>
            <a:cxnSpLocks/>
          </p:cNvCxnSpPr>
          <p:nvPr/>
        </p:nvCxnSpPr>
        <p:spPr>
          <a:xfrm flipV="1">
            <a:off x="4834890" y="2637124"/>
            <a:ext cx="1259574" cy="3483354"/>
          </a:xfrm>
          <a:prstGeom prst="line">
            <a:avLst/>
          </a:prstGeom>
        </p:spPr>
        <p:style>
          <a:lnRef idx="2">
            <a:schemeClr val="accent1"/>
          </a:lnRef>
          <a:fillRef idx="0">
            <a:schemeClr val="accent1"/>
          </a:fillRef>
          <a:effectRef idx="1">
            <a:schemeClr val="accent1"/>
          </a:effectRef>
          <a:fontRef idx="minor">
            <a:schemeClr val="tx1"/>
          </a:fontRef>
        </p:style>
      </p:cxnSp>
      <p:cxnSp>
        <p:nvCxnSpPr>
          <p:cNvPr id="357" name="Straight Connector 356">
            <a:extLst>
              <a:ext uri="{FF2B5EF4-FFF2-40B4-BE49-F238E27FC236}">
                <a16:creationId xmlns:a16="http://schemas.microsoft.com/office/drawing/2014/main" id="{13AD1B72-25EA-1BB8-02A9-23558B0C874B}"/>
              </a:ext>
            </a:extLst>
          </p:cNvPr>
          <p:cNvCxnSpPr>
            <a:cxnSpLocks/>
          </p:cNvCxnSpPr>
          <p:nvPr/>
        </p:nvCxnSpPr>
        <p:spPr>
          <a:xfrm flipV="1">
            <a:off x="5257751" y="5543398"/>
            <a:ext cx="836713" cy="997222"/>
          </a:xfrm>
          <a:prstGeom prst="line">
            <a:avLst/>
          </a:prstGeom>
        </p:spPr>
        <p:style>
          <a:lnRef idx="2">
            <a:schemeClr val="accent1"/>
          </a:lnRef>
          <a:fillRef idx="0">
            <a:schemeClr val="accent1"/>
          </a:fillRef>
          <a:effectRef idx="1">
            <a:schemeClr val="accent1"/>
          </a:effectRef>
          <a:fontRef idx="minor">
            <a:schemeClr val="tx1"/>
          </a:fontRef>
        </p:style>
      </p:cxnSp>
      <p:grpSp>
        <p:nvGrpSpPr>
          <p:cNvPr id="411" name="Group 410">
            <a:extLst>
              <a:ext uri="{FF2B5EF4-FFF2-40B4-BE49-F238E27FC236}">
                <a16:creationId xmlns:a16="http://schemas.microsoft.com/office/drawing/2014/main" id="{4BE7473E-45EF-DFF0-361B-A5F7D59F3945}"/>
              </a:ext>
            </a:extLst>
          </p:cNvPr>
          <p:cNvGrpSpPr/>
          <p:nvPr/>
        </p:nvGrpSpPr>
        <p:grpSpPr>
          <a:xfrm>
            <a:off x="2086925" y="0"/>
            <a:ext cx="3464491" cy="2972297"/>
            <a:chOff x="2086925" y="0"/>
            <a:chExt cx="3464491" cy="2972297"/>
          </a:xfrm>
        </p:grpSpPr>
        <p:sp>
          <p:nvSpPr>
            <p:cNvPr id="313" name="Rectangle 436">
              <a:extLst>
                <a:ext uri="{FF2B5EF4-FFF2-40B4-BE49-F238E27FC236}">
                  <a16:creationId xmlns:a16="http://schemas.microsoft.com/office/drawing/2014/main" id="{97F4138A-8FBA-0A49-14EC-ACC80D104961}"/>
                </a:ext>
              </a:extLst>
            </p:cNvPr>
            <p:cNvSpPr/>
            <p:nvPr/>
          </p:nvSpPr>
          <p:spPr>
            <a:xfrm rot="5400000">
              <a:off x="2044338" y="2702938"/>
              <a:ext cx="311947" cy="226772"/>
            </a:xfrm>
            <a:prstGeom prst="rect">
              <a:avLst/>
            </a:prstGeom>
            <a:solidFill>
              <a:srgbClr val="D6A300">
                <a:alpha val="60000"/>
              </a:srgbClr>
            </a:solidFill>
            <a:ln w="19050">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246" noProof="0" dirty="0"/>
            </a:p>
          </p:txBody>
        </p:sp>
        <p:cxnSp>
          <p:nvCxnSpPr>
            <p:cNvPr id="314" name="Straight Connector 437">
              <a:extLst>
                <a:ext uri="{FF2B5EF4-FFF2-40B4-BE49-F238E27FC236}">
                  <a16:creationId xmlns:a16="http://schemas.microsoft.com/office/drawing/2014/main" id="{25A6A7FF-33C2-037C-3923-10F4599E0D9C}"/>
                </a:ext>
              </a:extLst>
            </p:cNvPr>
            <p:cNvCxnSpPr>
              <a:cxnSpLocks/>
            </p:cNvCxnSpPr>
            <p:nvPr/>
          </p:nvCxnSpPr>
          <p:spPr>
            <a:xfrm flipV="1">
              <a:off x="2086925" y="917575"/>
              <a:ext cx="827725" cy="1744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cxnSp>
          <p:nvCxnSpPr>
            <p:cNvPr id="315" name="Straight Connector 438">
              <a:extLst>
                <a:ext uri="{FF2B5EF4-FFF2-40B4-BE49-F238E27FC236}">
                  <a16:creationId xmlns:a16="http://schemas.microsoft.com/office/drawing/2014/main" id="{96716DE7-4704-2313-DF07-F56B4BBF5495}"/>
                </a:ext>
              </a:extLst>
            </p:cNvPr>
            <p:cNvCxnSpPr>
              <a:cxnSpLocks/>
              <a:endCxn id="398" idx="4"/>
            </p:cNvCxnSpPr>
            <p:nvPr/>
          </p:nvCxnSpPr>
          <p:spPr>
            <a:xfrm flipV="1">
              <a:off x="2320180" y="2582983"/>
              <a:ext cx="1888302" cy="385614"/>
            </a:xfrm>
            <a:prstGeom prst="line">
              <a:avLst/>
            </a:prstGeom>
            <a:ln w="19050">
              <a:solidFill>
                <a:srgbClr val="D6A300"/>
              </a:solidFill>
            </a:ln>
          </p:spPr>
          <p:style>
            <a:lnRef idx="1">
              <a:schemeClr val="accent1"/>
            </a:lnRef>
            <a:fillRef idx="0">
              <a:schemeClr val="accent1"/>
            </a:fillRef>
            <a:effectRef idx="0">
              <a:schemeClr val="accent1"/>
            </a:effectRef>
            <a:fontRef idx="minor">
              <a:schemeClr val="tx1"/>
            </a:fontRef>
          </p:style>
        </p:cxnSp>
        <p:grpSp>
          <p:nvGrpSpPr>
            <p:cNvPr id="405" name="Group 404">
              <a:extLst>
                <a:ext uri="{FF2B5EF4-FFF2-40B4-BE49-F238E27FC236}">
                  <a16:creationId xmlns:a16="http://schemas.microsoft.com/office/drawing/2014/main" id="{EEBFE6FD-434B-2DF2-81D3-654966BA747A}"/>
                </a:ext>
              </a:extLst>
            </p:cNvPr>
            <p:cNvGrpSpPr/>
            <p:nvPr/>
          </p:nvGrpSpPr>
          <p:grpSpPr>
            <a:xfrm>
              <a:off x="2865547" y="0"/>
              <a:ext cx="2685869" cy="2582983"/>
              <a:chOff x="2865547" y="0"/>
              <a:chExt cx="2685869" cy="2582983"/>
            </a:xfrm>
          </p:grpSpPr>
          <p:sp>
            <p:nvSpPr>
              <p:cNvPr id="358" name="Prostokąt 14">
                <a:extLst>
                  <a:ext uri="{FF2B5EF4-FFF2-40B4-BE49-F238E27FC236}">
                    <a16:creationId xmlns:a16="http://schemas.microsoft.com/office/drawing/2014/main" id="{BD34DC45-3C3D-F03F-28FA-A0B2ECF64C15}"/>
                  </a:ext>
                </a:extLst>
              </p:cNvPr>
              <p:cNvSpPr/>
              <p:nvPr/>
            </p:nvSpPr>
            <p:spPr>
              <a:xfrm>
                <a:off x="3960797" y="441699"/>
                <a:ext cx="1134686" cy="1102733"/>
              </a:xfrm>
              <a:prstGeom prst="rect">
                <a:avLst/>
              </a:prstGeom>
              <a:solidFill>
                <a:srgbClr val="E8BD33"/>
              </a:solidFill>
              <a:ln>
                <a:solidFill>
                  <a:schemeClr val="tx1"/>
                </a:solidFill>
              </a:ln>
            </p:spPr>
            <p:style>
              <a:lnRef idx="2">
                <a:schemeClr val="dk1"/>
              </a:lnRef>
              <a:fillRef idx="1">
                <a:schemeClr val="lt1"/>
              </a:fillRef>
              <a:effectRef idx="0">
                <a:schemeClr val="dk1"/>
              </a:effectRef>
              <a:fontRef idx="minor">
                <a:schemeClr val="dk1"/>
              </a:fontRef>
            </p:style>
            <p:txBody>
              <a:bodyPr rtlCol="0" anchor="t"/>
              <a:lstStyle/>
              <a:p>
                <a:pPr algn="ctr"/>
                <a:endParaRPr lang="pl-PL" sz="1400" dirty="0"/>
              </a:p>
            </p:txBody>
          </p:sp>
          <p:sp>
            <p:nvSpPr>
              <p:cNvPr id="359" name="Oval 358">
                <a:extLst>
                  <a:ext uri="{FF2B5EF4-FFF2-40B4-BE49-F238E27FC236}">
                    <a16:creationId xmlns:a16="http://schemas.microsoft.com/office/drawing/2014/main" id="{5A8FBBDE-57F1-868B-74DC-6A53965473B4}"/>
                  </a:ext>
                </a:extLst>
              </p:cNvPr>
              <p:cNvSpPr/>
              <p:nvPr/>
            </p:nvSpPr>
            <p:spPr>
              <a:xfrm>
                <a:off x="4796824"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0" name="Oval 359">
                <a:extLst>
                  <a:ext uri="{FF2B5EF4-FFF2-40B4-BE49-F238E27FC236}">
                    <a16:creationId xmlns:a16="http://schemas.microsoft.com/office/drawing/2014/main" id="{77A41D64-44B9-408C-965D-2FFB6112295E}"/>
                  </a:ext>
                </a:extLst>
              </p:cNvPr>
              <p:cNvSpPr/>
              <p:nvPr/>
            </p:nvSpPr>
            <p:spPr>
              <a:xfrm>
                <a:off x="4477934" y="218958"/>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1" name="Oval 360">
                <a:extLst>
                  <a:ext uri="{FF2B5EF4-FFF2-40B4-BE49-F238E27FC236}">
                    <a16:creationId xmlns:a16="http://schemas.microsoft.com/office/drawing/2014/main" id="{9181A1BB-E2A3-AD0B-1A78-CB8D819F457F}"/>
                  </a:ext>
                </a:extLst>
              </p:cNvPr>
              <p:cNvSpPr/>
              <p:nvPr/>
            </p:nvSpPr>
            <p:spPr>
              <a:xfrm>
                <a:off x="4243605" y="236783"/>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62" name="Connector: Elbow 361">
                <a:extLst>
                  <a:ext uri="{FF2B5EF4-FFF2-40B4-BE49-F238E27FC236}">
                    <a16:creationId xmlns:a16="http://schemas.microsoft.com/office/drawing/2014/main" id="{DF3F14C4-9845-DAE7-4379-66DE78E65B97}"/>
                  </a:ext>
                </a:extLst>
              </p:cNvPr>
              <p:cNvCxnSpPr>
                <a:endCxn id="359" idx="4"/>
              </p:cNvCxnSpPr>
              <p:nvPr/>
            </p:nvCxnSpPr>
            <p:spPr>
              <a:xfrm rot="5400000" flipH="1" flipV="1">
                <a:off x="4772945" y="363808"/>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3" name="Connector: Elbow 362">
                <a:extLst>
                  <a:ext uri="{FF2B5EF4-FFF2-40B4-BE49-F238E27FC236}">
                    <a16:creationId xmlns:a16="http://schemas.microsoft.com/office/drawing/2014/main" id="{50A6E56E-D9E2-A009-1D63-06445B8D9C37}"/>
                  </a:ext>
                </a:extLst>
              </p:cNvPr>
              <p:cNvCxnSpPr>
                <a:cxnSpLocks/>
              </p:cNvCxnSpPr>
              <p:nvPr/>
            </p:nvCxnSpPr>
            <p:spPr>
              <a:xfrm rot="16200000" flipV="1">
                <a:off x="4270842" y="364599"/>
                <a:ext cx="98868" cy="51117"/>
              </a:xfrm>
              <a:prstGeom prst="bentConnector3">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4" name="Straight Connector 363">
                <a:extLst>
                  <a:ext uri="{FF2B5EF4-FFF2-40B4-BE49-F238E27FC236}">
                    <a16:creationId xmlns:a16="http://schemas.microsoft.com/office/drawing/2014/main" id="{7930FC6E-DF73-DA66-38C9-C6590E9A8EF8}"/>
                  </a:ext>
                </a:extLst>
              </p:cNvPr>
              <p:cNvCxnSpPr>
                <a:cxnSpLocks/>
                <a:stCxn id="360" idx="4"/>
                <a:endCxn id="358" idx="0"/>
              </p:cNvCxnSpPr>
              <p:nvPr/>
            </p:nvCxnSpPr>
            <p:spPr>
              <a:xfrm flipH="1">
                <a:off x="4528140" y="322107"/>
                <a:ext cx="911" cy="119592"/>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367" name="Oval 366">
                <a:extLst>
                  <a:ext uri="{FF2B5EF4-FFF2-40B4-BE49-F238E27FC236}">
                    <a16:creationId xmlns:a16="http://schemas.microsoft.com/office/drawing/2014/main" id="{39790AE7-FFFE-E07A-90E0-CD9683EEDDF4}"/>
                  </a:ext>
                </a:extLst>
              </p:cNvPr>
              <p:cNvSpPr/>
              <p:nvPr/>
            </p:nvSpPr>
            <p:spPr>
              <a:xfrm>
                <a:off x="4712560" y="1641171"/>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68" name="Oval 367">
                <a:extLst>
                  <a:ext uri="{FF2B5EF4-FFF2-40B4-BE49-F238E27FC236}">
                    <a16:creationId xmlns:a16="http://schemas.microsoft.com/office/drawing/2014/main" id="{A70325CA-F6D8-344E-9736-216352B75598}"/>
                  </a:ext>
                </a:extLst>
              </p:cNvPr>
              <p:cNvSpPr/>
              <p:nvPr/>
            </p:nvSpPr>
            <p:spPr>
              <a:xfrm>
                <a:off x="4469867"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73" name="Oval 372">
                <a:extLst>
                  <a:ext uri="{FF2B5EF4-FFF2-40B4-BE49-F238E27FC236}">
                    <a16:creationId xmlns:a16="http://schemas.microsoft.com/office/drawing/2014/main" id="{BF1CCC4A-25DE-35CF-7B6E-78376405E844}"/>
                  </a:ext>
                </a:extLst>
              </p:cNvPr>
              <p:cNvSpPr/>
              <p:nvPr/>
            </p:nvSpPr>
            <p:spPr>
              <a:xfrm>
                <a:off x="4242063" y="1641170"/>
                <a:ext cx="102233" cy="103149"/>
              </a:xfrm>
              <a:prstGeom prst="ellipse">
                <a:avLst/>
              </a:prstGeom>
              <a:solidFill>
                <a:srgbClr val="E6C866"/>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74" name="Connector: Elbow 373">
                <a:extLst>
                  <a:ext uri="{FF2B5EF4-FFF2-40B4-BE49-F238E27FC236}">
                    <a16:creationId xmlns:a16="http://schemas.microsoft.com/office/drawing/2014/main" id="{26CB0619-EE07-D3BC-1820-607632AACD03}"/>
                  </a:ext>
                </a:extLst>
              </p:cNvPr>
              <p:cNvCxnSpPr>
                <a:cxnSpLocks/>
                <a:endCxn id="367" idx="0"/>
              </p:cNvCxnSpPr>
              <p:nvPr/>
            </p:nvCxnSpPr>
            <p:spPr>
              <a:xfrm rot="16200000" flipH="1">
                <a:off x="4687010" y="1564498"/>
                <a:ext cx="95925" cy="57410"/>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5" name="Connector: Elbow 374">
                <a:extLst>
                  <a:ext uri="{FF2B5EF4-FFF2-40B4-BE49-F238E27FC236}">
                    <a16:creationId xmlns:a16="http://schemas.microsoft.com/office/drawing/2014/main" id="{994AFCE3-399E-6067-7C70-DD1E73E4AD94}"/>
                  </a:ext>
                </a:extLst>
              </p:cNvPr>
              <p:cNvCxnSpPr>
                <a:cxnSpLocks/>
                <a:endCxn id="373" idx="0"/>
              </p:cNvCxnSpPr>
              <p:nvPr/>
            </p:nvCxnSpPr>
            <p:spPr>
              <a:xfrm rot="5400000">
                <a:off x="4270777" y="1567645"/>
                <a:ext cx="95923" cy="51116"/>
              </a:xfrm>
              <a:prstGeom prst="bentConnector3">
                <a:avLst>
                  <a:gd name="adj1" fmla="val 50000"/>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6" name="Straight Connector 375">
                <a:extLst>
                  <a:ext uri="{FF2B5EF4-FFF2-40B4-BE49-F238E27FC236}">
                    <a16:creationId xmlns:a16="http://schemas.microsoft.com/office/drawing/2014/main" id="{4F0B33D8-2C7B-EC5A-4DD6-D81F01D7816F}"/>
                  </a:ext>
                </a:extLst>
              </p:cNvPr>
              <p:cNvCxnSpPr>
                <a:cxnSpLocks/>
                <a:stCxn id="368" idx="0"/>
                <a:endCxn id="403" idx="2"/>
              </p:cNvCxnSpPr>
              <p:nvPr/>
            </p:nvCxnSpPr>
            <p:spPr>
              <a:xfrm flipV="1">
                <a:off x="4520984" y="1442010"/>
                <a:ext cx="717" cy="19916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7" name="Group 376">
                <a:extLst>
                  <a:ext uri="{FF2B5EF4-FFF2-40B4-BE49-F238E27FC236}">
                    <a16:creationId xmlns:a16="http://schemas.microsoft.com/office/drawing/2014/main" id="{9FE110DD-A136-35E1-5BBF-A68B68800325}"/>
                  </a:ext>
                </a:extLst>
              </p:cNvPr>
              <p:cNvGrpSpPr/>
              <p:nvPr/>
            </p:nvGrpSpPr>
            <p:grpSpPr>
              <a:xfrm rot="7671557">
                <a:off x="3373367" y="1955986"/>
                <a:ext cx="349450" cy="484303"/>
                <a:chOff x="3476018" y="1655769"/>
                <a:chExt cx="349450" cy="484303"/>
              </a:xfrm>
            </p:grpSpPr>
            <p:sp>
              <p:nvSpPr>
                <p:cNvPr id="378" name="Flowchart: Delay 377">
                  <a:extLst>
                    <a:ext uri="{FF2B5EF4-FFF2-40B4-BE49-F238E27FC236}">
                      <a16:creationId xmlns:a16="http://schemas.microsoft.com/office/drawing/2014/main" id="{4432ED3E-5B58-8E27-0B25-E7454B7B1CAC}"/>
                    </a:ext>
                  </a:extLst>
                </p:cNvPr>
                <p:cNvSpPr/>
                <p:nvPr/>
              </p:nvSpPr>
              <p:spPr>
                <a:xfrm rot="16200000">
                  <a:off x="3518739" y="1694930"/>
                  <a:ext cx="273165" cy="194844"/>
                </a:xfrm>
                <a:prstGeom prst="flowChartDelay">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mc:AlternateContent xmlns:mc="http://schemas.openxmlformats.org/markup-compatibility/2006" xmlns:p14="http://schemas.microsoft.com/office/powerpoint/2010/main">
              <mc:Choice Requires="p14">
                <p:contentPart p14:bwMode="auto" r:id="rId351">
                  <p14:nvContentPartPr>
                    <p14:cNvPr id="379" name="Ink 378">
                      <a:extLst>
                        <a:ext uri="{FF2B5EF4-FFF2-40B4-BE49-F238E27FC236}">
                          <a16:creationId xmlns:a16="http://schemas.microsoft.com/office/drawing/2014/main" id="{3211B019-2212-1145-D287-D48F0BC4E7C1}"/>
                        </a:ext>
                      </a:extLst>
                    </p14:cNvPr>
                    <p14:cNvContentPartPr/>
                    <p14:nvPr/>
                  </p14:nvContentPartPr>
                  <p14:xfrm>
                    <a:off x="3563025" y="1801595"/>
                    <a:ext cx="177480" cy="94680"/>
                  </p14:xfrm>
                </p:contentPart>
              </mc:Choice>
              <mc:Fallback xmlns="">
                <p:pic>
                  <p:nvPicPr>
                    <p:cNvPr id="1264" name="Ink 1263">
                      <a:extLst>
                        <a:ext uri="{FF2B5EF4-FFF2-40B4-BE49-F238E27FC236}">
                          <a16:creationId xmlns:a16="http://schemas.microsoft.com/office/drawing/2014/main" id="{60297DF2-3A12-43CF-9DFE-4BF44F9F9C46}"/>
                        </a:ext>
                      </a:extLst>
                    </p:cNvPr>
                    <p:cNvPicPr/>
                    <p:nvPr/>
                  </p:nvPicPr>
                  <p:blipFill>
                    <a:blip r:embed="rId352"/>
                    <a:stretch>
                      <a:fillRect/>
                    </a:stretch>
                  </p:blipFill>
                  <p:spPr>
                    <a:xfrm>
                      <a:off x="3558705" y="1797275"/>
                      <a:ext cx="1861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353">
                  <p14:nvContentPartPr>
                    <p14:cNvPr id="380" name="Ink 379">
                      <a:extLst>
                        <a:ext uri="{FF2B5EF4-FFF2-40B4-BE49-F238E27FC236}">
                          <a16:creationId xmlns:a16="http://schemas.microsoft.com/office/drawing/2014/main" id="{8703E3A5-B234-C419-35C3-BDF0BF9CB5C7}"/>
                        </a:ext>
                      </a:extLst>
                    </p14:cNvPr>
                    <p14:cNvContentPartPr/>
                    <p14:nvPr/>
                  </p14:nvContentPartPr>
                  <p14:xfrm>
                    <a:off x="3703200" y="1798268"/>
                    <a:ext cx="52920" cy="8280"/>
                  </p14:xfrm>
                </p:contentPart>
              </mc:Choice>
              <mc:Fallback xmlns="">
                <p:pic>
                  <p:nvPicPr>
                    <p:cNvPr id="1275" name="Ink 1274">
                      <a:extLst>
                        <a:ext uri="{FF2B5EF4-FFF2-40B4-BE49-F238E27FC236}">
                          <a16:creationId xmlns:a16="http://schemas.microsoft.com/office/drawing/2014/main" id="{7A7E6207-5D59-4BFC-A67C-DAF5BD9EBD00}"/>
                        </a:ext>
                      </a:extLst>
                    </p:cNvPr>
                    <p:cNvPicPr/>
                    <p:nvPr/>
                  </p:nvPicPr>
                  <p:blipFill>
                    <a:blip r:embed="rId354"/>
                    <a:stretch>
                      <a:fillRect/>
                    </a:stretch>
                  </p:blipFill>
                  <p:spPr>
                    <a:xfrm>
                      <a:off x="3698880" y="1793948"/>
                      <a:ext cx="61560" cy="16920"/>
                    </a:xfrm>
                    <a:prstGeom prst="rect">
                      <a:avLst/>
                    </a:prstGeom>
                  </p:spPr>
                </p:pic>
              </mc:Fallback>
            </mc:AlternateContent>
            <p:sp>
              <p:nvSpPr>
                <p:cNvPr id="381" name="Oval 380">
                  <a:extLst>
                    <a:ext uri="{FF2B5EF4-FFF2-40B4-BE49-F238E27FC236}">
                      <a16:creationId xmlns:a16="http://schemas.microsoft.com/office/drawing/2014/main" id="{90E437B9-DF8D-3175-541A-3B95F69493E2}"/>
                    </a:ext>
                  </a:extLst>
                </p:cNvPr>
                <p:cNvSpPr/>
                <p:nvPr/>
              </p:nvSpPr>
              <p:spPr>
                <a:xfrm>
                  <a:off x="3614458" y="1703767"/>
                  <a:ext cx="74613" cy="74234"/>
                </a:xfrm>
                <a:prstGeom prst="ellipse">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sp>
              <p:nvSpPr>
                <p:cNvPr id="382" name="Oval 381">
                  <a:extLst>
                    <a:ext uri="{FF2B5EF4-FFF2-40B4-BE49-F238E27FC236}">
                      <a16:creationId xmlns:a16="http://schemas.microsoft.com/office/drawing/2014/main" id="{1E8135E8-FEA8-968F-74C2-E1B154AC5AFE}"/>
                    </a:ext>
                  </a:extLst>
                </p:cNvPr>
                <p:cNvSpPr/>
                <p:nvPr/>
              </p:nvSpPr>
              <p:spPr>
                <a:xfrm>
                  <a:off x="3629614" y="1718024"/>
                  <a:ext cx="45719" cy="45719"/>
                </a:xfrm>
                <a:prstGeom prst="ellipse">
                  <a:avLst/>
                </a:prstGeom>
                <a:noFill/>
                <a:ln w="6350">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grpSp>
              <p:nvGrpSpPr>
                <p:cNvPr id="383" name="Group 382">
                  <a:extLst>
                    <a:ext uri="{FF2B5EF4-FFF2-40B4-BE49-F238E27FC236}">
                      <a16:creationId xmlns:a16="http://schemas.microsoft.com/office/drawing/2014/main" id="{49FC7C89-66FC-9612-F3B7-9015582C6AFA}"/>
                    </a:ext>
                  </a:extLst>
                </p:cNvPr>
                <p:cNvGrpSpPr/>
                <p:nvPr/>
              </p:nvGrpSpPr>
              <p:grpSpPr>
                <a:xfrm>
                  <a:off x="3476018" y="1823415"/>
                  <a:ext cx="349450" cy="316657"/>
                  <a:chOff x="3476018" y="1823415"/>
                  <a:chExt cx="349450" cy="316657"/>
                </a:xfrm>
              </p:grpSpPr>
              <mc:AlternateContent xmlns:mc="http://schemas.openxmlformats.org/markup-compatibility/2006" xmlns:p14="http://schemas.microsoft.com/office/powerpoint/2010/main">
                <mc:Choice Requires="p14">
                  <p:contentPart p14:bwMode="auto" r:id="rId355">
                    <p14:nvContentPartPr>
                      <p14:cNvPr id="384" name="Ink 383">
                        <a:extLst>
                          <a:ext uri="{FF2B5EF4-FFF2-40B4-BE49-F238E27FC236}">
                            <a16:creationId xmlns:a16="http://schemas.microsoft.com/office/drawing/2014/main" id="{5EC87284-C305-ABA8-F3A9-A46D890F2E0B}"/>
                          </a:ext>
                        </a:extLst>
                      </p14:cNvPr>
                      <p14:cNvContentPartPr/>
                      <p14:nvPr/>
                    </p14:nvContentPartPr>
                    <p14:xfrm>
                      <a:off x="3476018" y="1873095"/>
                      <a:ext cx="45720" cy="30600"/>
                    </p14:xfrm>
                  </p:contentPart>
                </mc:Choice>
                <mc:Fallback xmlns="">
                  <p:pic>
                    <p:nvPicPr>
                      <p:cNvPr id="1265" name="Ink 1264">
                        <a:extLst>
                          <a:ext uri="{FF2B5EF4-FFF2-40B4-BE49-F238E27FC236}">
                            <a16:creationId xmlns:a16="http://schemas.microsoft.com/office/drawing/2014/main" id="{F66C41A6-1647-45D6-BC1A-FBEA1F5A5C76}"/>
                          </a:ext>
                        </a:extLst>
                      </p:cNvPr>
                      <p:cNvPicPr/>
                      <p:nvPr/>
                    </p:nvPicPr>
                    <p:blipFill>
                      <a:blip r:embed="rId356"/>
                      <a:stretch>
                        <a:fillRect/>
                      </a:stretch>
                    </p:blipFill>
                    <p:spPr>
                      <a:xfrm>
                        <a:off x="3471698" y="1868775"/>
                        <a:ext cx="54360" cy="39240"/>
                      </a:xfrm>
                      <a:prstGeom prst="rect">
                        <a:avLst/>
                      </a:prstGeom>
                    </p:spPr>
                  </p:pic>
                </mc:Fallback>
              </mc:AlternateContent>
              <mc:AlternateContent xmlns:mc="http://schemas.openxmlformats.org/markup-compatibility/2006" xmlns:p14="http://schemas.microsoft.com/office/powerpoint/2010/main">
                <mc:Choice Requires="p14">
                  <p:contentPart p14:bwMode="auto" r:id="rId357">
                    <p14:nvContentPartPr>
                      <p14:cNvPr id="385" name="Ink 384">
                        <a:extLst>
                          <a:ext uri="{FF2B5EF4-FFF2-40B4-BE49-F238E27FC236}">
                            <a16:creationId xmlns:a16="http://schemas.microsoft.com/office/drawing/2014/main" id="{27F4F680-F526-BBFF-6328-1FA1F4C6223A}"/>
                          </a:ext>
                        </a:extLst>
                      </p14:cNvPr>
                      <p14:cNvContentPartPr/>
                      <p14:nvPr/>
                    </p14:nvContentPartPr>
                    <p14:xfrm>
                      <a:off x="3494738" y="1823415"/>
                      <a:ext cx="54720" cy="43200"/>
                    </p14:xfrm>
                  </p:contentPart>
                </mc:Choice>
                <mc:Fallback xmlns="">
                  <p:pic>
                    <p:nvPicPr>
                      <p:cNvPr id="1266" name="Ink 1265">
                        <a:extLst>
                          <a:ext uri="{FF2B5EF4-FFF2-40B4-BE49-F238E27FC236}">
                            <a16:creationId xmlns:a16="http://schemas.microsoft.com/office/drawing/2014/main" id="{A00FEEE7-3705-450B-AE50-BBDD90B461D3}"/>
                          </a:ext>
                        </a:extLst>
                      </p:cNvPr>
                      <p:cNvPicPr/>
                      <p:nvPr/>
                    </p:nvPicPr>
                    <p:blipFill>
                      <a:blip r:embed="rId358"/>
                      <a:stretch>
                        <a:fillRect/>
                      </a:stretch>
                    </p:blipFill>
                    <p:spPr>
                      <a:xfrm>
                        <a:off x="3490418" y="1819095"/>
                        <a:ext cx="63360" cy="51840"/>
                      </a:xfrm>
                      <a:prstGeom prst="rect">
                        <a:avLst/>
                      </a:prstGeom>
                    </p:spPr>
                  </p:pic>
                </mc:Fallback>
              </mc:AlternateContent>
              <mc:AlternateContent xmlns:mc="http://schemas.openxmlformats.org/markup-compatibility/2006" xmlns:p14="http://schemas.microsoft.com/office/powerpoint/2010/main">
                <mc:Choice Requires="p14">
                  <p:contentPart p14:bwMode="auto" r:id="rId359">
                    <p14:nvContentPartPr>
                      <p14:cNvPr id="386" name="Ink 385">
                        <a:extLst>
                          <a:ext uri="{FF2B5EF4-FFF2-40B4-BE49-F238E27FC236}">
                            <a16:creationId xmlns:a16="http://schemas.microsoft.com/office/drawing/2014/main" id="{26FEB098-EF81-9C27-0DA1-ABA756C64566}"/>
                          </a:ext>
                        </a:extLst>
                      </p14:cNvPr>
                      <p14:cNvContentPartPr/>
                      <p14:nvPr/>
                    </p14:nvContentPartPr>
                    <p14:xfrm>
                      <a:off x="3777338" y="1870215"/>
                      <a:ext cx="44640" cy="36000"/>
                    </p14:xfrm>
                  </p:contentPart>
                </mc:Choice>
                <mc:Fallback xmlns="">
                  <p:pic>
                    <p:nvPicPr>
                      <p:cNvPr id="1271" name="Ink 1270">
                        <a:extLst>
                          <a:ext uri="{FF2B5EF4-FFF2-40B4-BE49-F238E27FC236}">
                            <a16:creationId xmlns:a16="http://schemas.microsoft.com/office/drawing/2014/main" id="{192BE73F-CB31-44D8-B4CF-4BC64BF4B794}"/>
                          </a:ext>
                        </a:extLst>
                      </p:cNvPr>
                      <p:cNvPicPr/>
                      <p:nvPr/>
                    </p:nvPicPr>
                    <p:blipFill>
                      <a:blip r:embed="rId360"/>
                      <a:stretch>
                        <a:fillRect/>
                      </a:stretch>
                    </p:blipFill>
                    <p:spPr>
                      <a:xfrm>
                        <a:off x="3773018" y="1865895"/>
                        <a:ext cx="53280" cy="44640"/>
                      </a:xfrm>
                      <a:prstGeom prst="rect">
                        <a:avLst/>
                      </a:prstGeom>
                    </p:spPr>
                  </p:pic>
                </mc:Fallback>
              </mc:AlternateContent>
              <mc:AlternateContent xmlns:mc="http://schemas.openxmlformats.org/markup-compatibility/2006" xmlns:p14="http://schemas.microsoft.com/office/powerpoint/2010/main">
                <mc:Choice Requires="p14">
                  <p:contentPart p14:bwMode="auto" r:id="rId361">
                    <p14:nvContentPartPr>
                      <p14:cNvPr id="387" name="Ink 386">
                        <a:extLst>
                          <a:ext uri="{FF2B5EF4-FFF2-40B4-BE49-F238E27FC236}">
                            <a16:creationId xmlns:a16="http://schemas.microsoft.com/office/drawing/2014/main" id="{11F680BA-037C-6101-DF04-DA7F1A8F62B9}"/>
                          </a:ext>
                        </a:extLst>
                      </p14:cNvPr>
                      <p14:cNvContentPartPr/>
                      <p14:nvPr/>
                    </p14:nvContentPartPr>
                    <p14:xfrm>
                      <a:off x="3757178" y="1831335"/>
                      <a:ext cx="46440" cy="36360"/>
                    </p14:xfrm>
                  </p:contentPart>
                </mc:Choice>
                <mc:Fallback xmlns="">
                  <p:pic>
                    <p:nvPicPr>
                      <p:cNvPr id="1272" name="Ink 1271">
                        <a:extLst>
                          <a:ext uri="{FF2B5EF4-FFF2-40B4-BE49-F238E27FC236}">
                            <a16:creationId xmlns:a16="http://schemas.microsoft.com/office/drawing/2014/main" id="{AAD683A3-AE78-4472-9605-449D945E16DD}"/>
                          </a:ext>
                        </a:extLst>
                      </p:cNvPr>
                      <p:cNvPicPr/>
                      <p:nvPr/>
                    </p:nvPicPr>
                    <p:blipFill>
                      <a:blip r:embed="rId362"/>
                      <a:stretch>
                        <a:fillRect/>
                      </a:stretch>
                    </p:blipFill>
                    <p:spPr>
                      <a:xfrm>
                        <a:off x="3752858" y="1827015"/>
                        <a:ext cx="55080" cy="45000"/>
                      </a:xfrm>
                      <a:prstGeom prst="rect">
                        <a:avLst/>
                      </a:prstGeom>
                    </p:spPr>
                  </p:pic>
                </mc:Fallback>
              </mc:AlternateContent>
              <mc:AlternateContent xmlns:mc="http://schemas.openxmlformats.org/markup-compatibility/2006" xmlns:p14="http://schemas.microsoft.com/office/powerpoint/2010/main">
                <mc:Choice Requires="p14">
                  <p:contentPart p14:bwMode="auto" r:id="rId363">
                    <p14:nvContentPartPr>
                      <p14:cNvPr id="388" name="Ink 387">
                        <a:extLst>
                          <a:ext uri="{FF2B5EF4-FFF2-40B4-BE49-F238E27FC236}">
                            <a16:creationId xmlns:a16="http://schemas.microsoft.com/office/drawing/2014/main" id="{9384E8A6-B4A5-7F41-9D0E-5ADCABB602B2}"/>
                          </a:ext>
                        </a:extLst>
                      </p14:cNvPr>
                      <p14:cNvContentPartPr/>
                      <p14:nvPr/>
                    </p14:nvContentPartPr>
                    <p14:xfrm>
                      <a:off x="3662748" y="1940992"/>
                      <a:ext cx="62640" cy="195120"/>
                    </p14:xfrm>
                  </p:contentPart>
                </mc:Choice>
                <mc:Fallback xmlns="">
                  <p:pic>
                    <p:nvPicPr>
                      <p:cNvPr id="1278" name="Ink 1277">
                        <a:extLst>
                          <a:ext uri="{FF2B5EF4-FFF2-40B4-BE49-F238E27FC236}">
                            <a16:creationId xmlns:a16="http://schemas.microsoft.com/office/drawing/2014/main" id="{359A9EEC-B1B4-4203-9F30-C325D9461056}"/>
                          </a:ext>
                        </a:extLst>
                      </p:cNvPr>
                      <p:cNvPicPr/>
                      <p:nvPr/>
                    </p:nvPicPr>
                    <p:blipFill>
                      <a:blip r:embed="rId364"/>
                      <a:stretch>
                        <a:fillRect/>
                      </a:stretch>
                    </p:blipFill>
                    <p:spPr>
                      <a:xfrm>
                        <a:off x="3658428" y="1936672"/>
                        <a:ext cx="71280" cy="203760"/>
                      </a:xfrm>
                      <a:prstGeom prst="rect">
                        <a:avLst/>
                      </a:prstGeom>
                    </p:spPr>
                  </p:pic>
                </mc:Fallback>
              </mc:AlternateContent>
              <mc:AlternateContent xmlns:mc="http://schemas.openxmlformats.org/markup-compatibility/2006" xmlns:p14="http://schemas.microsoft.com/office/powerpoint/2010/main">
                <mc:Choice Requires="p14">
                  <p:contentPart p14:bwMode="auto" r:id="rId365">
                    <p14:nvContentPartPr>
                      <p14:cNvPr id="389" name="Ink 388">
                        <a:extLst>
                          <a:ext uri="{FF2B5EF4-FFF2-40B4-BE49-F238E27FC236}">
                            <a16:creationId xmlns:a16="http://schemas.microsoft.com/office/drawing/2014/main" id="{B170EEC3-DFC7-17C2-C89E-1C3AEB799B14}"/>
                          </a:ext>
                        </a:extLst>
                      </p14:cNvPr>
                      <p14:cNvContentPartPr/>
                      <p14:nvPr/>
                    </p14:nvContentPartPr>
                    <p14:xfrm>
                      <a:off x="3672468" y="1931992"/>
                      <a:ext cx="59400" cy="124200"/>
                    </p14:xfrm>
                  </p:contentPart>
                </mc:Choice>
                <mc:Fallback xmlns="">
                  <p:pic>
                    <p:nvPicPr>
                      <p:cNvPr id="1279" name="Ink 1278">
                        <a:extLst>
                          <a:ext uri="{FF2B5EF4-FFF2-40B4-BE49-F238E27FC236}">
                            <a16:creationId xmlns:a16="http://schemas.microsoft.com/office/drawing/2014/main" id="{F2A52ED4-452C-465C-9C5D-D340B6C8917D}"/>
                          </a:ext>
                        </a:extLst>
                      </p:cNvPr>
                      <p:cNvPicPr/>
                      <p:nvPr/>
                    </p:nvPicPr>
                    <p:blipFill>
                      <a:blip r:embed="rId366"/>
                      <a:stretch>
                        <a:fillRect/>
                      </a:stretch>
                    </p:blipFill>
                    <p:spPr>
                      <a:xfrm>
                        <a:off x="3668148" y="1927672"/>
                        <a:ext cx="68040" cy="132840"/>
                      </a:xfrm>
                      <a:prstGeom prst="rect">
                        <a:avLst/>
                      </a:prstGeom>
                    </p:spPr>
                  </p:pic>
                </mc:Fallback>
              </mc:AlternateContent>
              <mc:AlternateContent xmlns:mc="http://schemas.openxmlformats.org/markup-compatibility/2006" xmlns:p14="http://schemas.microsoft.com/office/powerpoint/2010/main">
                <mc:Choice Requires="p14">
                  <p:contentPart p14:bwMode="auto" r:id="rId367">
                    <p14:nvContentPartPr>
                      <p14:cNvPr id="390" name="Ink 389">
                        <a:extLst>
                          <a:ext uri="{FF2B5EF4-FFF2-40B4-BE49-F238E27FC236}">
                            <a16:creationId xmlns:a16="http://schemas.microsoft.com/office/drawing/2014/main" id="{0C4B4E53-92E0-AE45-4A2E-F02988389A87}"/>
                          </a:ext>
                        </a:extLst>
                      </p14:cNvPr>
                      <p14:cNvContentPartPr/>
                      <p14:nvPr/>
                    </p14:nvContentPartPr>
                    <p14:xfrm>
                      <a:off x="3577068" y="1930912"/>
                      <a:ext cx="63720" cy="209160"/>
                    </p14:xfrm>
                  </p:contentPart>
                </mc:Choice>
                <mc:Fallback xmlns="">
                  <p:pic>
                    <p:nvPicPr>
                      <p:cNvPr id="1281" name="Ink 1280">
                        <a:extLst>
                          <a:ext uri="{FF2B5EF4-FFF2-40B4-BE49-F238E27FC236}">
                            <a16:creationId xmlns:a16="http://schemas.microsoft.com/office/drawing/2014/main" id="{7A75B9B2-65C2-4888-9F0D-8AFD0C44724B}"/>
                          </a:ext>
                        </a:extLst>
                      </p:cNvPr>
                      <p:cNvPicPr/>
                      <p:nvPr/>
                    </p:nvPicPr>
                    <p:blipFill>
                      <a:blip r:embed="rId368"/>
                      <a:stretch>
                        <a:fillRect/>
                      </a:stretch>
                    </p:blipFill>
                    <p:spPr>
                      <a:xfrm>
                        <a:off x="3572748" y="1926592"/>
                        <a:ext cx="72360" cy="217800"/>
                      </a:xfrm>
                      <a:prstGeom prst="rect">
                        <a:avLst/>
                      </a:prstGeom>
                    </p:spPr>
                  </p:pic>
                </mc:Fallback>
              </mc:AlternateContent>
              <mc:AlternateContent xmlns:mc="http://schemas.openxmlformats.org/markup-compatibility/2006" xmlns:p14="http://schemas.microsoft.com/office/powerpoint/2010/main">
                <mc:Choice Requires="p14">
                  <p:contentPart p14:bwMode="auto" r:id="rId369">
                    <p14:nvContentPartPr>
                      <p14:cNvPr id="391" name="Ink 390">
                        <a:extLst>
                          <a:ext uri="{FF2B5EF4-FFF2-40B4-BE49-F238E27FC236}">
                            <a16:creationId xmlns:a16="http://schemas.microsoft.com/office/drawing/2014/main" id="{E161BF1D-02DA-F059-D719-4DFD3C079D46}"/>
                          </a:ext>
                        </a:extLst>
                      </p14:cNvPr>
                      <p14:cNvContentPartPr/>
                      <p14:nvPr/>
                    </p14:nvContentPartPr>
                    <p14:xfrm>
                      <a:off x="3561228" y="1928752"/>
                      <a:ext cx="60120" cy="129960"/>
                    </p14:xfrm>
                  </p:contentPart>
                </mc:Choice>
                <mc:Fallback xmlns="">
                  <p:pic>
                    <p:nvPicPr>
                      <p:cNvPr id="1282" name="Ink 1281">
                        <a:extLst>
                          <a:ext uri="{FF2B5EF4-FFF2-40B4-BE49-F238E27FC236}">
                            <a16:creationId xmlns:a16="http://schemas.microsoft.com/office/drawing/2014/main" id="{A226A604-F8FE-4AEB-BF79-F148DF9286F1}"/>
                          </a:ext>
                        </a:extLst>
                      </p:cNvPr>
                      <p:cNvPicPr/>
                      <p:nvPr/>
                    </p:nvPicPr>
                    <p:blipFill>
                      <a:blip r:embed="rId370"/>
                      <a:stretch>
                        <a:fillRect/>
                      </a:stretch>
                    </p:blipFill>
                    <p:spPr>
                      <a:xfrm>
                        <a:off x="3556908" y="1924432"/>
                        <a:ext cx="68760" cy="138600"/>
                      </a:xfrm>
                      <a:prstGeom prst="rect">
                        <a:avLst/>
                      </a:prstGeom>
                    </p:spPr>
                  </p:pic>
                </mc:Fallback>
              </mc:AlternateContent>
              <mc:AlternateContent xmlns:mc="http://schemas.openxmlformats.org/markup-compatibility/2006" xmlns:p14="http://schemas.microsoft.com/office/powerpoint/2010/main">
                <mc:Choice Requires="p14">
                  <p:contentPart p14:bwMode="auto" r:id="rId371">
                    <p14:nvContentPartPr>
                      <p14:cNvPr id="392" name="Ink 391">
                        <a:extLst>
                          <a:ext uri="{FF2B5EF4-FFF2-40B4-BE49-F238E27FC236}">
                            <a16:creationId xmlns:a16="http://schemas.microsoft.com/office/drawing/2014/main" id="{FBB6D531-0265-8650-1B5F-BC5F565E919C}"/>
                          </a:ext>
                        </a:extLst>
                      </p14:cNvPr>
                      <p14:cNvContentPartPr/>
                      <p14:nvPr/>
                    </p14:nvContentPartPr>
                    <p14:xfrm>
                      <a:off x="3673188" y="2036032"/>
                      <a:ext cx="44280" cy="95040"/>
                    </p14:xfrm>
                  </p:contentPart>
                </mc:Choice>
                <mc:Fallback xmlns="">
                  <p:pic>
                    <p:nvPicPr>
                      <p:cNvPr id="1287" name="Ink 1286">
                        <a:extLst>
                          <a:ext uri="{FF2B5EF4-FFF2-40B4-BE49-F238E27FC236}">
                            <a16:creationId xmlns:a16="http://schemas.microsoft.com/office/drawing/2014/main" id="{1B417559-3307-47FB-811C-2A5F7DD68DE3}"/>
                          </a:ext>
                        </a:extLst>
                      </p:cNvPr>
                      <p:cNvPicPr/>
                      <p:nvPr/>
                    </p:nvPicPr>
                    <p:blipFill>
                      <a:blip r:embed="rId372"/>
                      <a:stretch>
                        <a:fillRect/>
                      </a:stretch>
                    </p:blipFill>
                    <p:spPr>
                      <a:xfrm>
                        <a:off x="3668868" y="2031712"/>
                        <a:ext cx="52920" cy="103680"/>
                      </a:xfrm>
                      <a:prstGeom prst="rect">
                        <a:avLst/>
                      </a:prstGeom>
                    </p:spPr>
                  </p:pic>
                </mc:Fallback>
              </mc:AlternateContent>
              <mc:AlternateContent xmlns:mc="http://schemas.openxmlformats.org/markup-compatibility/2006" xmlns:p14="http://schemas.microsoft.com/office/powerpoint/2010/main">
                <mc:Choice Requires="p14">
                  <p:contentPart p14:bwMode="auto" r:id="rId373">
                    <p14:nvContentPartPr>
                      <p14:cNvPr id="393" name="Ink 392">
                        <a:extLst>
                          <a:ext uri="{FF2B5EF4-FFF2-40B4-BE49-F238E27FC236}">
                            <a16:creationId xmlns:a16="http://schemas.microsoft.com/office/drawing/2014/main" id="{D5A4183C-0A42-A855-371F-0D27111B92A8}"/>
                          </a:ext>
                        </a:extLst>
                      </p14:cNvPr>
                      <p14:cNvContentPartPr/>
                      <p14:nvPr/>
                    </p14:nvContentPartPr>
                    <p14:xfrm>
                      <a:off x="3572028" y="1936312"/>
                      <a:ext cx="67320" cy="200520"/>
                    </p14:xfrm>
                  </p:contentPart>
                </mc:Choice>
                <mc:Fallback xmlns="">
                  <p:pic>
                    <p:nvPicPr>
                      <p:cNvPr id="1294" name="Ink 1293">
                        <a:extLst>
                          <a:ext uri="{FF2B5EF4-FFF2-40B4-BE49-F238E27FC236}">
                            <a16:creationId xmlns:a16="http://schemas.microsoft.com/office/drawing/2014/main" id="{C447843E-3350-4309-8303-7118A011FD54}"/>
                          </a:ext>
                        </a:extLst>
                      </p:cNvPr>
                      <p:cNvPicPr/>
                      <p:nvPr/>
                    </p:nvPicPr>
                    <p:blipFill>
                      <a:blip r:embed="rId374"/>
                      <a:stretch>
                        <a:fillRect/>
                      </a:stretch>
                    </p:blipFill>
                    <p:spPr>
                      <a:xfrm>
                        <a:off x="3567708" y="1931992"/>
                        <a:ext cx="75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375">
                    <p14:nvContentPartPr>
                      <p14:cNvPr id="394" name="Ink 393">
                        <a:extLst>
                          <a:ext uri="{FF2B5EF4-FFF2-40B4-BE49-F238E27FC236}">
                            <a16:creationId xmlns:a16="http://schemas.microsoft.com/office/drawing/2014/main" id="{42487B1B-0AD7-323E-EC24-33D44DBB2247}"/>
                          </a:ext>
                        </a:extLst>
                      </p14:cNvPr>
                      <p14:cNvContentPartPr/>
                      <p14:nvPr/>
                    </p14:nvContentPartPr>
                    <p14:xfrm>
                      <a:off x="3725748" y="2038912"/>
                      <a:ext cx="5400" cy="39960"/>
                    </p14:xfrm>
                  </p:contentPart>
                </mc:Choice>
                <mc:Fallback xmlns="">
                  <p:pic>
                    <p:nvPicPr>
                      <p:cNvPr id="1301" name="Ink 1300">
                        <a:extLst>
                          <a:ext uri="{FF2B5EF4-FFF2-40B4-BE49-F238E27FC236}">
                            <a16:creationId xmlns:a16="http://schemas.microsoft.com/office/drawing/2014/main" id="{57778227-E433-4F1A-839F-38968EA303F0}"/>
                          </a:ext>
                        </a:extLst>
                      </p:cNvPr>
                      <p:cNvPicPr/>
                      <p:nvPr/>
                    </p:nvPicPr>
                    <p:blipFill>
                      <a:blip r:embed="rId376"/>
                      <a:stretch>
                        <a:fillRect/>
                      </a:stretch>
                    </p:blipFill>
                    <p:spPr>
                      <a:xfrm>
                        <a:off x="3721428" y="2034592"/>
                        <a:ext cx="14040" cy="48600"/>
                      </a:xfrm>
                      <a:prstGeom prst="rect">
                        <a:avLst/>
                      </a:prstGeom>
                    </p:spPr>
                  </p:pic>
                </mc:Fallback>
              </mc:AlternateContent>
              <mc:AlternateContent xmlns:mc="http://schemas.openxmlformats.org/markup-compatibility/2006" xmlns:p14="http://schemas.microsoft.com/office/powerpoint/2010/main">
                <mc:Choice Requires="p14">
                  <p:contentPart p14:bwMode="auto" r:id="rId377">
                    <p14:nvContentPartPr>
                      <p14:cNvPr id="395" name="Ink 394">
                        <a:extLst>
                          <a:ext uri="{FF2B5EF4-FFF2-40B4-BE49-F238E27FC236}">
                            <a16:creationId xmlns:a16="http://schemas.microsoft.com/office/drawing/2014/main" id="{2C08ED8C-6958-7F33-C29C-FA74984FA9A7}"/>
                          </a:ext>
                        </a:extLst>
                      </p14:cNvPr>
                      <p14:cNvContentPartPr/>
                      <p14:nvPr/>
                    </p14:nvContentPartPr>
                    <p14:xfrm>
                      <a:off x="3726828" y="2015512"/>
                      <a:ext cx="6840" cy="60840"/>
                    </p14:xfrm>
                  </p:contentPart>
                </mc:Choice>
                <mc:Fallback xmlns="">
                  <p:pic>
                    <p:nvPicPr>
                      <p:cNvPr id="1305" name="Ink 1304">
                        <a:extLst>
                          <a:ext uri="{FF2B5EF4-FFF2-40B4-BE49-F238E27FC236}">
                            <a16:creationId xmlns:a16="http://schemas.microsoft.com/office/drawing/2014/main" id="{2950FDCE-9B9C-4A5C-A584-5AAE4A4B2805}"/>
                          </a:ext>
                        </a:extLst>
                      </p:cNvPr>
                      <p:cNvPicPr/>
                      <p:nvPr/>
                    </p:nvPicPr>
                    <p:blipFill>
                      <a:blip r:embed="rId378"/>
                      <a:stretch>
                        <a:fillRect/>
                      </a:stretch>
                    </p:blipFill>
                    <p:spPr>
                      <a:xfrm>
                        <a:off x="3722508" y="2011192"/>
                        <a:ext cx="15480" cy="69480"/>
                      </a:xfrm>
                      <a:prstGeom prst="rect">
                        <a:avLst/>
                      </a:prstGeom>
                    </p:spPr>
                  </p:pic>
                </mc:Fallback>
              </mc:AlternateContent>
              <mc:AlternateContent xmlns:mc="http://schemas.openxmlformats.org/markup-compatibility/2006" xmlns:p14="http://schemas.microsoft.com/office/powerpoint/2010/main">
                <mc:Choice Requires="p14">
                  <p:contentPart p14:bwMode="auto" r:id="rId379">
                    <p14:nvContentPartPr>
                      <p14:cNvPr id="396" name="Ink 395">
                        <a:extLst>
                          <a:ext uri="{FF2B5EF4-FFF2-40B4-BE49-F238E27FC236}">
                            <a16:creationId xmlns:a16="http://schemas.microsoft.com/office/drawing/2014/main" id="{85FB1D75-2914-16F7-63AA-004532D8A243}"/>
                          </a:ext>
                        </a:extLst>
                      </p14:cNvPr>
                      <p14:cNvContentPartPr/>
                      <p14:nvPr/>
                    </p14:nvContentPartPr>
                    <p14:xfrm>
                      <a:off x="3557988" y="1939192"/>
                      <a:ext cx="63360" cy="114480"/>
                    </p14:xfrm>
                  </p:contentPart>
                </mc:Choice>
                <mc:Fallback xmlns="">
                  <p:pic>
                    <p:nvPicPr>
                      <p:cNvPr id="1370" name="Ink 1369">
                        <a:extLst>
                          <a:ext uri="{FF2B5EF4-FFF2-40B4-BE49-F238E27FC236}">
                            <a16:creationId xmlns:a16="http://schemas.microsoft.com/office/drawing/2014/main" id="{18251AAA-7D0D-4F7E-9AAB-54D6103F37B1}"/>
                          </a:ext>
                        </a:extLst>
                      </p:cNvPr>
                      <p:cNvPicPr/>
                      <p:nvPr/>
                    </p:nvPicPr>
                    <p:blipFill>
                      <a:blip r:embed="rId380"/>
                      <a:stretch>
                        <a:fillRect/>
                      </a:stretch>
                    </p:blipFill>
                    <p:spPr>
                      <a:xfrm>
                        <a:off x="3553668" y="1934872"/>
                        <a:ext cx="72000" cy="123120"/>
                      </a:xfrm>
                      <a:prstGeom prst="rect">
                        <a:avLst/>
                      </a:prstGeom>
                    </p:spPr>
                  </p:pic>
                </mc:Fallback>
              </mc:AlternateContent>
              <mc:AlternateContent xmlns:mc="http://schemas.openxmlformats.org/markup-compatibility/2006" xmlns:p14="http://schemas.microsoft.com/office/powerpoint/2010/main">
                <mc:Choice Requires="p14">
                  <p:contentPart p14:bwMode="auto" r:id="rId381">
                    <p14:nvContentPartPr>
                      <p14:cNvPr id="397" name="Ink 396">
                        <a:extLst>
                          <a:ext uri="{FF2B5EF4-FFF2-40B4-BE49-F238E27FC236}">
                            <a16:creationId xmlns:a16="http://schemas.microsoft.com/office/drawing/2014/main" id="{5F618961-0189-4659-1012-9E2C5A684C31}"/>
                          </a:ext>
                        </a:extLst>
                      </p14:cNvPr>
                      <p14:cNvContentPartPr/>
                      <p14:nvPr/>
                    </p14:nvContentPartPr>
                    <p14:xfrm>
                      <a:off x="3801708" y="1867192"/>
                      <a:ext cx="23760" cy="45360"/>
                    </p14:xfrm>
                  </p:contentPart>
                </mc:Choice>
                <mc:Fallback xmlns="">
                  <p:pic>
                    <p:nvPicPr>
                      <p:cNvPr id="1384" name="Ink 1383">
                        <a:extLst>
                          <a:ext uri="{FF2B5EF4-FFF2-40B4-BE49-F238E27FC236}">
                            <a16:creationId xmlns:a16="http://schemas.microsoft.com/office/drawing/2014/main" id="{3CBE62B1-234C-40F7-B41F-DA8B7FCB0E56}"/>
                          </a:ext>
                        </a:extLst>
                      </p:cNvPr>
                      <p:cNvPicPr/>
                      <p:nvPr/>
                    </p:nvPicPr>
                    <p:blipFill>
                      <a:blip r:embed="rId382"/>
                      <a:stretch>
                        <a:fillRect/>
                      </a:stretch>
                    </p:blipFill>
                    <p:spPr>
                      <a:xfrm>
                        <a:off x="3797388" y="1862872"/>
                        <a:ext cx="32400" cy="54000"/>
                      </a:xfrm>
                      <a:prstGeom prst="rect">
                        <a:avLst/>
                      </a:prstGeom>
                    </p:spPr>
                  </p:pic>
                </mc:Fallback>
              </mc:AlternateContent>
            </p:grpSp>
          </p:grpSp>
          <p:sp>
            <p:nvSpPr>
              <p:cNvPr id="398" name="Oval 397">
                <a:extLst>
                  <a:ext uri="{FF2B5EF4-FFF2-40B4-BE49-F238E27FC236}">
                    <a16:creationId xmlns:a16="http://schemas.microsoft.com/office/drawing/2014/main" id="{FF5C7E55-64DA-6876-C65C-E74D11584C31}"/>
                  </a:ext>
                </a:extLst>
              </p:cNvPr>
              <p:cNvSpPr/>
              <p:nvPr/>
            </p:nvSpPr>
            <p:spPr>
              <a:xfrm>
                <a:off x="2865547" y="0"/>
                <a:ext cx="2685869" cy="2582983"/>
              </a:xfrm>
              <a:prstGeom prst="ellipse">
                <a:avLst/>
              </a:prstGeom>
              <a:noFill/>
              <a:ln>
                <a:solidFill>
                  <a:srgbClr val="D6A3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399" name="Connector: Curved 398">
                <a:extLst>
                  <a:ext uri="{FF2B5EF4-FFF2-40B4-BE49-F238E27FC236}">
                    <a16:creationId xmlns:a16="http://schemas.microsoft.com/office/drawing/2014/main" id="{2BE7D892-1AFA-19FD-F63D-5C13060655DE}"/>
                  </a:ext>
                </a:extLst>
              </p:cNvPr>
              <p:cNvCxnSpPr/>
              <p:nvPr/>
            </p:nvCxnSpPr>
            <p:spPr>
              <a:xfrm rot="5400000" flipH="1" flipV="1">
                <a:off x="3658665" y="1622172"/>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0" name="Connector: Curved 399">
                <a:extLst>
                  <a:ext uri="{FF2B5EF4-FFF2-40B4-BE49-F238E27FC236}">
                    <a16:creationId xmlns:a16="http://schemas.microsoft.com/office/drawing/2014/main" id="{BC2E07F2-E0F0-92F8-8690-0F3BA1CA6DDE}"/>
                  </a:ext>
                </a:extLst>
              </p:cNvPr>
              <p:cNvCxnSpPr/>
              <p:nvPr/>
            </p:nvCxnSpPr>
            <p:spPr>
              <a:xfrm rot="5400000" flipH="1" flipV="1">
                <a:off x="3715032" y="178997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cxnSp>
            <p:nvCxnSpPr>
              <p:cNvPr id="401" name="Connector: Curved 400">
                <a:extLst>
                  <a:ext uri="{FF2B5EF4-FFF2-40B4-BE49-F238E27FC236}">
                    <a16:creationId xmlns:a16="http://schemas.microsoft.com/office/drawing/2014/main" id="{A53601D8-53DD-F36D-E7B2-C4769B785503}"/>
                  </a:ext>
                </a:extLst>
              </p:cNvPr>
              <p:cNvCxnSpPr/>
              <p:nvPr/>
            </p:nvCxnSpPr>
            <p:spPr>
              <a:xfrm rot="5400000" flipH="1" flipV="1">
                <a:off x="3830443" y="1911906"/>
                <a:ext cx="289734" cy="251108"/>
              </a:xfrm>
              <a:prstGeom prst="curvedConnector3">
                <a:avLst/>
              </a:prstGeom>
              <a:ln w="19050">
                <a:tailEnd type="triangle" w="lg" len="lg"/>
              </a:ln>
            </p:spPr>
            <p:style>
              <a:lnRef idx="1">
                <a:schemeClr val="accent1"/>
              </a:lnRef>
              <a:fillRef idx="0">
                <a:schemeClr val="accent1"/>
              </a:fillRef>
              <a:effectRef idx="0">
                <a:schemeClr val="accent1"/>
              </a:effectRef>
              <a:fontRef idx="minor">
                <a:schemeClr val="tx1"/>
              </a:fontRef>
            </p:style>
          </p:cxnSp>
          <p:sp>
            <p:nvSpPr>
              <p:cNvPr id="402" name="TextBox 401">
                <a:extLst>
                  <a:ext uri="{FF2B5EF4-FFF2-40B4-BE49-F238E27FC236}">
                    <a16:creationId xmlns:a16="http://schemas.microsoft.com/office/drawing/2014/main" id="{9C7799CD-0467-3C85-85EB-A2C20DC37842}"/>
                  </a:ext>
                </a:extLst>
              </p:cNvPr>
              <p:cNvSpPr txBox="1"/>
              <p:nvPr/>
            </p:nvSpPr>
            <p:spPr>
              <a:xfrm rot="16200000">
                <a:off x="3095518" y="807109"/>
                <a:ext cx="1151149" cy="400110"/>
              </a:xfrm>
              <a:prstGeom prst="rect">
                <a:avLst/>
              </a:prstGeom>
              <a:noFill/>
            </p:spPr>
            <p:txBody>
              <a:bodyPr wrap="none" rtlCol="0">
                <a:spAutoFit/>
              </a:bodyPr>
              <a:lstStyle/>
              <a:p>
                <a:r>
                  <a:rPr lang="en-US" sz="2000" dirty="0"/>
                  <a:t>Gateway</a:t>
                </a:r>
                <a:endParaRPr lang="en-DE" sz="2000" dirty="0"/>
              </a:p>
            </p:txBody>
          </p:sp>
          <p:pic>
            <p:nvPicPr>
              <p:cNvPr id="403" name="Graphic 402" descr="Monitor outline">
                <a:extLst>
                  <a:ext uri="{FF2B5EF4-FFF2-40B4-BE49-F238E27FC236}">
                    <a16:creationId xmlns:a16="http://schemas.microsoft.com/office/drawing/2014/main" id="{361B640D-1005-1AAB-2E71-1A6A4F70664B}"/>
                  </a:ext>
                </a:extLst>
              </p:cNvPr>
              <p:cNvPicPr>
                <a:picLocks noChangeAspect="1"/>
              </p:cNvPicPr>
              <p:nvPr/>
            </p:nvPicPr>
            <p:blipFill>
              <a:blip r:embed="rId383">
                <a:extLst>
                  <a:ext uri="{28A0092B-C50C-407E-A947-70E740481C1C}">
                    <a14:useLocalDpi xmlns:a14="http://schemas.microsoft.com/office/drawing/2010/main" val="0"/>
                  </a:ext>
                  <a:ext uri="{96DAC541-7B7A-43D3-8B79-37D633B846F1}">
                    <asvg:svgBlip xmlns:asvg="http://schemas.microsoft.com/office/drawing/2016/SVG/main" r:embed="rId384"/>
                  </a:ext>
                </a:extLst>
              </a:blip>
              <a:stretch>
                <a:fillRect/>
              </a:stretch>
            </p:blipFill>
            <p:spPr>
              <a:xfrm>
                <a:off x="4064501" y="527610"/>
                <a:ext cx="914400" cy="914400"/>
              </a:xfrm>
              <a:prstGeom prst="rect">
                <a:avLst/>
              </a:prstGeom>
            </p:spPr>
          </p:pic>
          <p:pic>
            <p:nvPicPr>
              <p:cNvPr id="404" name="Graphic 403" descr="Heartbeat with solid fill">
                <a:extLst>
                  <a:ext uri="{FF2B5EF4-FFF2-40B4-BE49-F238E27FC236}">
                    <a16:creationId xmlns:a16="http://schemas.microsoft.com/office/drawing/2014/main" id="{ACF4B0E4-D4A1-4720-4ECB-4574B2378425}"/>
                  </a:ext>
                </a:extLst>
              </p:cNvPr>
              <p:cNvPicPr>
                <a:picLocks noChangeAspect="1"/>
              </p:cNvPicPr>
              <p:nvPr/>
            </p:nvPicPr>
            <p:blipFill>
              <a:blip r:embed="rId385">
                <a:extLst>
                  <a:ext uri="{28A0092B-C50C-407E-A947-70E740481C1C}">
                    <a14:useLocalDpi xmlns:a14="http://schemas.microsoft.com/office/drawing/2010/main" val="0"/>
                  </a:ext>
                  <a:ext uri="{96DAC541-7B7A-43D3-8B79-37D633B846F1}">
                    <asvg:svgBlip xmlns:asvg="http://schemas.microsoft.com/office/drawing/2016/SVG/main" r:embed="rId386"/>
                  </a:ext>
                </a:extLst>
              </a:blip>
              <a:stretch>
                <a:fillRect/>
              </a:stretch>
            </p:blipFill>
            <p:spPr>
              <a:xfrm>
                <a:off x="4262507" y="663295"/>
                <a:ext cx="531086" cy="531086"/>
              </a:xfrm>
              <a:prstGeom prst="rect">
                <a:avLst/>
              </a:prstGeom>
            </p:spPr>
          </p:pic>
        </p:grpSp>
      </p:grpSp>
    </p:spTree>
    <p:extLst>
      <p:ext uri="{BB962C8B-B14F-4D97-AF65-F5344CB8AC3E}">
        <p14:creationId xmlns:p14="http://schemas.microsoft.com/office/powerpoint/2010/main" val="213071704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47132D-6527-A309-6E55-5DE04B3CF4B0}"/>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528BE73C-033B-C40A-BBFD-9C56C3C61697}"/>
              </a:ext>
            </a:extLst>
          </p:cNvPr>
          <p:cNvSpPr/>
          <p:nvPr/>
        </p:nvSpPr>
        <p:spPr>
          <a:xfrm>
            <a:off x="0" y="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endParaRPr lang="en-GB" dirty="0"/>
          </a:p>
        </p:txBody>
      </p:sp>
      <p:pic>
        <p:nvPicPr>
          <p:cNvPr id="6" name="Picture 5">
            <a:extLst>
              <a:ext uri="{FF2B5EF4-FFF2-40B4-BE49-F238E27FC236}">
                <a16:creationId xmlns:a16="http://schemas.microsoft.com/office/drawing/2014/main" id="{EE43F89E-318A-1269-029F-FB575B976C08}"/>
              </a:ext>
            </a:extLst>
          </p:cNvPr>
          <p:cNvPicPr>
            <a:picLocks noChangeAspect="1"/>
          </p:cNvPicPr>
          <p:nvPr/>
        </p:nvPicPr>
        <p:blipFill>
          <a:blip r:embed="rId2"/>
          <a:srcRect t="13853" b="15498"/>
          <a:stretch/>
        </p:blipFill>
        <p:spPr>
          <a:xfrm>
            <a:off x="330531" y="1530997"/>
            <a:ext cx="3470725" cy="3678067"/>
          </a:xfrm>
          <a:prstGeom prst="rect">
            <a:avLst/>
          </a:prstGeom>
        </p:spPr>
      </p:pic>
      <p:sp>
        <p:nvSpPr>
          <p:cNvPr id="2" name="Title 1">
            <a:extLst>
              <a:ext uri="{FF2B5EF4-FFF2-40B4-BE49-F238E27FC236}">
                <a16:creationId xmlns:a16="http://schemas.microsoft.com/office/drawing/2014/main" id="{9DEDB9C6-DD5B-F6DC-CCA5-C8BF7A375310}"/>
              </a:ext>
            </a:extLst>
          </p:cNvPr>
          <p:cNvSpPr>
            <a:spLocks noGrp="1"/>
          </p:cNvSpPr>
          <p:nvPr>
            <p:ph type="title"/>
          </p:nvPr>
        </p:nvSpPr>
        <p:spPr>
          <a:xfrm>
            <a:off x="160986" y="3624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DAE0533A-C931-15FB-7670-57195FBC97F3}"/>
              </a:ext>
            </a:extLst>
          </p:cNvPr>
          <p:cNvSpPr>
            <a:spLocks noGrp="1"/>
          </p:cNvSpPr>
          <p:nvPr>
            <p:ph type="sldNum" sz="quarter" idx="12"/>
          </p:nvPr>
        </p:nvSpPr>
        <p:spPr/>
        <p:txBody>
          <a:bodyPr/>
          <a:lstStyle/>
          <a:p>
            <a:fld id="{5A51F297-1191-4DB8-B109-50EF96A3851C}" type="slidenum">
              <a:rPr lang="en-DE" smtClean="0"/>
              <a:t>5</a:t>
            </a:fld>
            <a:endParaRPr lang="en-DE"/>
          </a:p>
        </p:txBody>
      </p:sp>
      <p:sp>
        <p:nvSpPr>
          <p:cNvPr id="3" name="Trapezoid 2">
            <a:extLst>
              <a:ext uri="{FF2B5EF4-FFF2-40B4-BE49-F238E27FC236}">
                <a16:creationId xmlns:a16="http://schemas.microsoft.com/office/drawing/2014/main" id="{319E0797-8C86-232A-BBD5-5A0F394E738B}"/>
              </a:ext>
            </a:extLst>
          </p:cNvPr>
          <p:cNvSpPr/>
          <p:nvPr/>
        </p:nvSpPr>
        <p:spPr>
          <a:xfrm rot="16200000">
            <a:off x="3130402" y="3137253"/>
            <a:ext cx="661828" cy="488929"/>
          </a:xfrm>
          <a:prstGeom prst="trapezoid">
            <a:avLst>
              <a:gd name="adj" fmla="val 27054"/>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Rectangle: Rounded Corners 4">
            <a:extLst>
              <a:ext uri="{FF2B5EF4-FFF2-40B4-BE49-F238E27FC236}">
                <a16:creationId xmlns:a16="http://schemas.microsoft.com/office/drawing/2014/main" id="{D9B1F904-F0E3-E248-7877-0C20826DEACD}"/>
              </a:ext>
            </a:extLst>
          </p:cNvPr>
          <p:cNvSpPr/>
          <p:nvPr/>
        </p:nvSpPr>
        <p:spPr>
          <a:xfrm rot="20900103">
            <a:off x="3224598" y="3098463"/>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Rectangle: Rounded Corners 7">
            <a:extLst>
              <a:ext uri="{FF2B5EF4-FFF2-40B4-BE49-F238E27FC236}">
                <a16:creationId xmlns:a16="http://schemas.microsoft.com/office/drawing/2014/main" id="{C2E61037-B6CD-73C6-3571-E70090F19665}"/>
              </a:ext>
            </a:extLst>
          </p:cNvPr>
          <p:cNvSpPr/>
          <p:nvPr/>
        </p:nvSpPr>
        <p:spPr>
          <a:xfrm rot="1044026">
            <a:off x="3213718" y="3554165"/>
            <a:ext cx="484287" cy="126098"/>
          </a:xfrm>
          <a:prstGeom prst="roundRect">
            <a:avLst>
              <a:gd name="adj" fmla="val 50000"/>
            </a:avLst>
          </a:prstGeom>
          <a:solidFill>
            <a:srgbClr val="EEAE4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Picture 8">
            <a:extLst>
              <a:ext uri="{FF2B5EF4-FFF2-40B4-BE49-F238E27FC236}">
                <a16:creationId xmlns:a16="http://schemas.microsoft.com/office/drawing/2014/main" id="{B6EC0ABA-B839-AE30-5E07-6C9C1642FAF2}"/>
              </a:ext>
            </a:extLst>
          </p:cNvPr>
          <p:cNvPicPr>
            <a:picLocks noChangeAspect="1"/>
          </p:cNvPicPr>
          <p:nvPr/>
        </p:nvPicPr>
        <p:blipFill>
          <a:blip r:embed="rId3"/>
          <a:srcRect t="15158" b="14193"/>
          <a:stretch/>
        </p:blipFill>
        <p:spPr>
          <a:xfrm>
            <a:off x="8360676" y="1742266"/>
            <a:ext cx="3176598" cy="3366369"/>
          </a:xfrm>
          <a:prstGeom prst="rect">
            <a:avLst/>
          </a:prstGeom>
        </p:spPr>
      </p:pic>
      <p:sp>
        <p:nvSpPr>
          <p:cNvPr id="10" name="Title 1">
            <a:extLst>
              <a:ext uri="{FF2B5EF4-FFF2-40B4-BE49-F238E27FC236}">
                <a16:creationId xmlns:a16="http://schemas.microsoft.com/office/drawing/2014/main" id="{2F7FE9F4-02C2-911B-381E-30C32A3D4282}"/>
              </a:ext>
            </a:extLst>
          </p:cNvPr>
          <p:cNvSpPr txBox="1">
            <a:spLocks/>
          </p:cNvSpPr>
          <p:nvPr/>
        </p:nvSpPr>
        <p:spPr>
          <a:xfrm>
            <a:off x="8393901" y="4865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22" name="Group 21">
            <a:extLst>
              <a:ext uri="{FF2B5EF4-FFF2-40B4-BE49-F238E27FC236}">
                <a16:creationId xmlns:a16="http://schemas.microsoft.com/office/drawing/2014/main" id="{C35B66FD-5195-BDF7-F0C5-9741C3D2EE3C}"/>
              </a:ext>
            </a:extLst>
          </p:cNvPr>
          <p:cNvGrpSpPr/>
          <p:nvPr/>
        </p:nvGrpSpPr>
        <p:grpSpPr>
          <a:xfrm rot="191046">
            <a:off x="1484133" y="2923579"/>
            <a:ext cx="708660" cy="329213"/>
            <a:chOff x="5445156" y="3423920"/>
            <a:chExt cx="708660" cy="329213"/>
          </a:xfrm>
        </p:grpSpPr>
        <p:sp>
          <p:nvSpPr>
            <p:cNvPr id="23" name="Rectangle: Rounded Corners 22">
              <a:extLst>
                <a:ext uri="{FF2B5EF4-FFF2-40B4-BE49-F238E27FC236}">
                  <a16:creationId xmlns:a16="http://schemas.microsoft.com/office/drawing/2014/main" id="{1298CE1F-D401-1C9B-11B5-11D8A8E95857}"/>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4" name="Picture 23">
              <a:extLst>
                <a:ext uri="{FF2B5EF4-FFF2-40B4-BE49-F238E27FC236}">
                  <a16:creationId xmlns:a16="http://schemas.microsoft.com/office/drawing/2014/main" id="{0778D8B8-A853-19F4-9597-77EF22FDA5D8}"/>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8" name="Group 27">
            <a:extLst>
              <a:ext uri="{FF2B5EF4-FFF2-40B4-BE49-F238E27FC236}">
                <a16:creationId xmlns:a16="http://schemas.microsoft.com/office/drawing/2014/main" id="{D54F4157-E5FB-4DE5-2F2B-F7205FE6B57E}"/>
              </a:ext>
            </a:extLst>
          </p:cNvPr>
          <p:cNvGrpSpPr/>
          <p:nvPr/>
        </p:nvGrpSpPr>
        <p:grpSpPr>
          <a:xfrm rot="697545">
            <a:off x="1466298" y="3548025"/>
            <a:ext cx="708660" cy="329213"/>
            <a:chOff x="5445156" y="3423920"/>
            <a:chExt cx="708660" cy="329213"/>
          </a:xfrm>
        </p:grpSpPr>
        <p:sp>
          <p:nvSpPr>
            <p:cNvPr id="29" name="Rectangle: Rounded Corners 28">
              <a:extLst>
                <a:ext uri="{FF2B5EF4-FFF2-40B4-BE49-F238E27FC236}">
                  <a16:creationId xmlns:a16="http://schemas.microsoft.com/office/drawing/2014/main" id="{FC20F6E5-F873-1FF8-902A-30D5CA26C839}"/>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0" name="Picture 29">
              <a:extLst>
                <a:ext uri="{FF2B5EF4-FFF2-40B4-BE49-F238E27FC236}">
                  <a16:creationId xmlns:a16="http://schemas.microsoft.com/office/drawing/2014/main" id="{34A13C65-959C-C49B-3744-1BA191A6F1AD}"/>
                </a:ext>
              </a:extLst>
            </p:cNvPr>
            <p:cNvPicPr>
              <a:picLocks noChangeAspect="1"/>
            </p:cNvPicPr>
            <p:nvPr/>
          </p:nvPicPr>
          <p:blipFill>
            <a:blip r:embed="rId4"/>
            <a:srcRect l="50000"/>
            <a:stretch/>
          </p:blipFill>
          <p:spPr>
            <a:xfrm>
              <a:off x="5788025" y="3423920"/>
              <a:ext cx="365791" cy="329213"/>
            </a:xfrm>
            <a:prstGeom prst="rect">
              <a:avLst/>
            </a:prstGeom>
          </p:spPr>
        </p:pic>
      </p:grpSp>
      <p:grpSp>
        <p:nvGrpSpPr>
          <p:cNvPr id="25" name="Group 24">
            <a:extLst>
              <a:ext uri="{FF2B5EF4-FFF2-40B4-BE49-F238E27FC236}">
                <a16:creationId xmlns:a16="http://schemas.microsoft.com/office/drawing/2014/main" id="{D35EF076-B0CC-1422-1DA7-00BC7A1F51FC}"/>
              </a:ext>
            </a:extLst>
          </p:cNvPr>
          <p:cNvGrpSpPr/>
          <p:nvPr/>
        </p:nvGrpSpPr>
        <p:grpSpPr>
          <a:xfrm rot="20651535">
            <a:off x="2300578" y="3076556"/>
            <a:ext cx="708660" cy="329213"/>
            <a:chOff x="5445156" y="3423920"/>
            <a:chExt cx="708660" cy="329213"/>
          </a:xfrm>
        </p:grpSpPr>
        <p:sp>
          <p:nvSpPr>
            <p:cNvPr id="26" name="Rectangle: Rounded Corners 25">
              <a:extLst>
                <a:ext uri="{FF2B5EF4-FFF2-40B4-BE49-F238E27FC236}">
                  <a16:creationId xmlns:a16="http://schemas.microsoft.com/office/drawing/2014/main" id="{FB176C90-16F5-D241-2148-13A5F5FDF126}"/>
                </a:ext>
              </a:extLst>
            </p:cNvPr>
            <p:cNvSpPr/>
            <p:nvPr/>
          </p:nvSpPr>
          <p:spPr>
            <a:xfrm>
              <a:off x="5445156" y="3433445"/>
              <a:ext cx="708660" cy="308610"/>
            </a:xfrm>
            <a:prstGeom prst="roundRect">
              <a:avLst>
                <a:gd name="adj" fmla="val 50000"/>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27" name="Picture 26">
              <a:extLst>
                <a:ext uri="{FF2B5EF4-FFF2-40B4-BE49-F238E27FC236}">
                  <a16:creationId xmlns:a16="http://schemas.microsoft.com/office/drawing/2014/main" id="{F4EA5AE0-286F-1FB1-69E2-0C260B8B3C72}"/>
                </a:ext>
              </a:extLst>
            </p:cNvPr>
            <p:cNvPicPr>
              <a:picLocks noChangeAspect="1"/>
            </p:cNvPicPr>
            <p:nvPr/>
          </p:nvPicPr>
          <p:blipFill>
            <a:blip r:embed="rId4"/>
            <a:srcRect l="50000"/>
            <a:stretch/>
          </p:blipFill>
          <p:spPr>
            <a:xfrm>
              <a:off x="5788025" y="3423920"/>
              <a:ext cx="365791" cy="329213"/>
            </a:xfrm>
            <a:prstGeom prst="rect">
              <a:avLst/>
            </a:prstGeom>
          </p:spPr>
        </p:pic>
      </p:grpSp>
      <p:sp>
        <p:nvSpPr>
          <p:cNvPr id="14" name="TextBox 13">
            <a:extLst>
              <a:ext uri="{FF2B5EF4-FFF2-40B4-BE49-F238E27FC236}">
                <a16:creationId xmlns:a16="http://schemas.microsoft.com/office/drawing/2014/main" id="{686A8C4B-9120-2004-56A2-AD195C8BE1BA}"/>
              </a:ext>
            </a:extLst>
          </p:cNvPr>
          <p:cNvSpPr txBox="1"/>
          <p:nvPr/>
        </p:nvSpPr>
        <p:spPr>
          <a:xfrm>
            <a:off x="0" y="6379944"/>
            <a:ext cx="10687856" cy="461665"/>
          </a:xfrm>
          <a:prstGeom prst="rect">
            <a:avLst/>
          </a:prstGeom>
          <a:noFill/>
        </p:spPr>
        <p:txBody>
          <a:bodyPr wrap="square">
            <a:spAutoFit/>
          </a:bodyPr>
          <a:lstStyle/>
          <a:p>
            <a:r>
              <a:rPr lang="en-GB" sz="1200" dirty="0">
                <a:solidFill>
                  <a:schemeClr val="bg1"/>
                </a:solidFill>
              </a:rPr>
              <a:t>[1] C. A. </a:t>
            </a:r>
            <a:r>
              <a:rPr lang="en-GB" sz="1200" dirty="0" err="1">
                <a:solidFill>
                  <a:schemeClr val="bg1"/>
                </a:solidFill>
              </a:rPr>
              <a:t>Söldner</a:t>
            </a:r>
            <a:r>
              <a:rPr lang="en-GB" sz="1200" dirty="0">
                <a:solidFill>
                  <a:schemeClr val="bg1"/>
                </a:solidFill>
              </a:rPr>
              <a:t> et al., “A Survey of Biological Building Blocks for Synthetic Molecular Communication Systems,” IEEE Communications Surveys Tutorials, vol. 22, no. 4, pp. 2765–2800, </a:t>
            </a:r>
            <a:r>
              <a:rPr lang="en-GB" sz="1200" dirty="0" err="1">
                <a:solidFill>
                  <a:schemeClr val="bg1"/>
                </a:solidFill>
              </a:rPr>
              <a:t>Fourthquarter</a:t>
            </a:r>
            <a:r>
              <a:rPr lang="en-GB" sz="1200" dirty="0">
                <a:solidFill>
                  <a:schemeClr val="bg1"/>
                </a:solidFill>
              </a:rPr>
              <a:t> 2020.</a:t>
            </a:r>
          </a:p>
        </p:txBody>
      </p:sp>
    </p:spTree>
    <p:extLst>
      <p:ext uri="{BB962C8B-B14F-4D97-AF65-F5344CB8AC3E}">
        <p14:creationId xmlns:p14="http://schemas.microsoft.com/office/powerpoint/2010/main" val="258463113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500"/>
                                        <p:tgtEl>
                                          <p:spTgt spid="10"/>
                                        </p:tgtEl>
                                      </p:cBhvr>
                                    </p:animEffect>
                                  </p:childTnLst>
                                </p:cTn>
                              </p:par>
                              <p:par>
                                <p:cTn id="8" presetID="10" presetClass="entr" presetSubtype="0" fill="hold"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fade">
                                      <p:cBhvr>
                                        <p:cTn id="15" dur="2000"/>
                                        <p:tgtEl>
                                          <p:spTgt spid="5"/>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3"/>
                                        </p:tgtEl>
                                        <p:attrNameLst>
                                          <p:attrName>style.visibility</p:attrName>
                                        </p:attrNameLst>
                                      </p:cBhvr>
                                      <p:to>
                                        <p:strVal val="visible"/>
                                      </p:to>
                                    </p:set>
                                    <p:animEffect transition="in" filter="fade">
                                      <p:cBhvr>
                                        <p:cTn id="18" dur="2000"/>
                                        <p:tgtEl>
                                          <p:spTgt spid="3"/>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2000"/>
                                        <p:tgtEl>
                                          <p:spTgt spid="8"/>
                                        </p:tgtEl>
                                      </p:cBhvr>
                                    </p:animEffect>
                                  </p:childTnLst>
                                </p:cTn>
                              </p:par>
                            </p:childTnLst>
                          </p:cTn>
                        </p:par>
                      </p:childTnLst>
                    </p:cTn>
                  </p:par>
                  <p:par>
                    <p:cTn id="22" fill="hold">
                      <p:stCondLst>
                        <p:cond delay="indefinite"/>
                      </p:stCondLst>
                      <p:childTnLst>
                        <p:par>
                          <p:cTn id="23" fill="hold">
                            <p:stCondLst>
                              <p:cond delay="0"/>
                            </p:stCondLst>
                            <p:childTnLst>
                              <p:par>
                                <p:cTn id="24" presetID="37" presetClass="path" presetSubtype="0" accel="50000" decel="50000" fill="hold" nodeType="clickEffect">
                                  <p:stCondLst>
                                    <p:cond delay="0"/>
                                  </p:stCondLst>
                                  <p:childTnLst>
                                    <p:animMotion origin="layout" path="M 1.66667E-6 -3.7037E-6 L 0.12018 0.02361 C 0.14505 0.02917 0.18281 0.03218 0.22226 0.03218 C 0.26693 0.03218 0.30299 0.02917 0.32812 0.02361 L 0.44857 -3.7037E-6 " pathEditMode="relative" rAng="0" ptsTypes="AAAAA">
                                      <p:cBhvr>
                                        <p:cTn id="25" dur="4100" fill="hold"/>
                                        <p:tgtEl>
                                          <p:spTgt spid="25"/>
                                        </p:tgtEl>
                                        <p:attrNameLst>
                                          <p:attrName>ppt_x</p:attrName>
                                          <p:attrName>ppt_y</p:attrName>
                                        </p:attrNameLst>
                                      </p:cBhvr>
                                      <p:rCtr x="22422" y="1597"/>
                                    </p:animMotion>
                                  </p:childTnLst>
                                </p:cTn>
                              </p:par>
                              <p:par>
                                <p:cTn id="26" presetID="37" presetClass="path" presetSubtype="0" accel="50000" decel="50000" fill="hold" nodeType="withEffect">
                                  <p:stCondLst>
                                    <p:cond delay="1000"/>
                                  </p:stCondLst>
                                  <p:childTnLst>
                                    <p:animMotion origin="layout" path="M -1.25E-6 -1.48148E-6 L 0.11354 0.04931 C 0.13724 0.06042 0.17279 0.06667 0.21016 0.06667 C 0.25248 0.06667 0.28659 0.06042 0.31029 0.04931 L 0.42409 -1.48148E-6 " pathEditMode="relative" rAng="0" ptsTypes="AAAAA">
                                      <p:cBhvr>
                                        <p:cTn id="27" dur="4500" fill="hold"/>
                                        <p:tgtEl>
                                          <p:spTgt spid="22"/>
                                        </p:tgtEl>
                                        <p:attrNameLst>
                                          <p:attrName>ppt_x</p:attrName>
                                          <p:attrName>ppt_y</p:attrName>
                                        </p:attrNameLst>
                                      </p:cBhvr>
                                      <p:rCtr x="21198" y="3333"/>
                                    </p:animMotion>
                                  </p:childTnLst>
                                </p:cTn>
                              </p:par>
                              <p:par>
                                <p:cTn id="28" presetID="37" presetClass="path" presetSubtype="0" accel="50000" decel="50000" fill="hold" nodeType="withEffect">
                                  <p:stCondLst>
                                    <p:cond delay="2600"/>
                                  </p:stCondLst>
                                  <p:childTnLst>
                                    <p:animMotion origin="layout" path="M 1.04167E-6 -3.7037E-6 L 0.08333 -0.02893 C 0.10065 -0.03541 0.12669 -0.03865 0.15417 -0.03865 C 0.18516 -0.03865 0.21016 -0.03541 0.22747 -0.02893 L 0.31107 -3.7037E-6 " pathEditMode="relative" rAng="0" ptsTypes="AAAAA">
                                      <p:cBhvr>
                                        <p:cTn id="29" dur="5100" fill="hold"/>
                                        <p:tgtEl>
                                          <p:spTgt spid="28"/>
                                        </p:tgtEl>
                                        <p:attrNameLst>
                                          <p:attrName>ppt_x</p:attrName>
                                          <p:attrName>ppt_y</p:attrName>
                                        </p:attrNameLst>
                                      </p:cBhvr>
                                      <p:rCtr x="15547" y="-194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5" grpId="0" animBg="1"/>
      <p:bldP spid="8" grpId="0" animBg="1"/>
      <p:bldP spid="10"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FBDB13-48F4-BAE4-AA0C-98DC3655C475}"/>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72182D41-D759-D97F-B81A-569434AF2E5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9F0084CE-C2A8-3D22-C595-34A67FBDBC04}"/>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1B0D377A-3944-564E-2986-D21A4C794EF2}"/>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1A896F4A-E701-0AA3-CD16-69F823BE44C7}"/>
              </a:ext>
            </a:extLst>
          </p:cNvPr>
          <p:cNvSpPr>
            <a:spLocks noGrp="1"/>
          </p:cNvSpPr>
          <p:nvPr>
            <p:ph type="sldNum" sz="quarter" idx="12"/>
          </p:nvPr>
        </p:nvSpPr>
        <p:spPr/>
        <p:txBody>
          <a:bodyPr/>
          <a:lstStyle/>
          <a:p>
            <a:fld id="{5A51F297-1191-4DB8-B109-50EF96A3851C}" type="slidenum">
              <a:rPr lang="en-DE" smtClean="0"/>
              <a:t>6</a:t>
            </a:fld>
            <a:endParaRPr lang="en-DE"/>
          </a:p>
        </p:txBody>
      </p:sp>
      <p:pic>
        <p:nvPicPr>
          <p:cNvPr id="9" name="Picture 8">
            <a:extLst>
              <a:ext uri="{FF2B5EF4-FFF2-40B4-BE49-F238E27FC236}">
                <a16:creationId xmlns:a16="http://schemas.microsoft.com/office/drawing/2014/main" id="{BCD2E1B6-5E62-5CE1-00F3-4B808B00223A}"/>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A891C9E7-56D7-99D5-01D1-5C7AB01608C4}"/>
              </a:ext>
            </a:extLst>
          </p:cNvPr>
          <p:cNvSpPr txBox="1">
            <a:spLocks/>
          </p:cNvSpPr>
          <p:nvPr/>
        </p:nvSpPr>
        <p:spPr>
          <a:xfrm>
            <a:off x="8393901" y="5475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8349C1CA-E67F-DA11-D2E6-D55C256D9A1B}"/>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D4282EA7-3168-DCC0-06B2-D10ACBF3FD4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B09121A8-A4A3-3A09-FE14-BCEF2CBF1B4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53C87BDA-08B4-E8F4-A568-6AE09CB17321}"/>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1643B247-28D7-4CF3-DE9D-BBF0D646B79A}"/>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E1A1C79A-1175-2AF9-4184-010CA524001D}"/>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846B9184-87EA-84C8-BE32-6870452FEECB}"/>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13D67D5E-906D-ECB0-2DB7-8E4B2BF935F4}"/>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4442D0D6-7B14-96F0-3BF0-D32C3F5AF0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0E16DECF-C58B-43E1-9962-F7D472473B49}"/>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B8B24AAD-F61A-9B24-492E-119BF444AFDE}"/>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D52BC29A-1143-FD31-22F3-2F1631D535F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D899848D-247A-21E8-CAAB-4E388EDF3F6B}"/>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49769B72-DAFC-E55A-E936-0224D1A5975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7A65043A-E4E4-4A83-F084-F3A6AFAABBE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7A34D09-F2F3-F841-71AE-EBE5086ACDF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CDF016E6-0228-5629-8242-60678664763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96F26183-E543-218B-B14E-9BEC1AE54D1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1BBD809D-EF86-9AC4-7CE1-FCEDB21658A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A4023A1E-057A-973D-C957-40C4F27D5CC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6E2DA252-1807-8186-18A3-88F500B319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369918AD-0DCF-AFF3-0B8B-6A69C6FB270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FD320C5F-7402-AD38-D146-D5B182A3BB2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D5CC6939-90EA-4993-032B-8AB135C4EA1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2D773D72-799F-02B7-F95A-02DE819A665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C5CC444D-99BB-1D91-66A6-E1A545C01932}"/>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B43C4B44-CBA7-158F-DA0E-B2D589EEE416}"/>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B43C4B44-CBA7-158F-DA0E-B2D589EEE416}"/>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7EA1B869-2B1E-0497-8B63-E979CD045808}"/>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7EA1B869-2B1E-0497-8B63-E979CD045808}"/>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D3EC9C19-7F75-0A4A-9CD1-F044F0435D1B}"/>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1D0A48F-1DF0-1334-5817-4406C0C55A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C68D407-4AE0-D0A8-B685-61E8C81DBDAD}"/>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4C68D407-4AE0-D0A8-B685-61E8C81DBDAD}"/>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F5A77981-90FC-4675-04F2-82B95F8FF617}"/>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52056138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1000"/>
                                        <p:tgtEl>
                                          <p:spTgt spid="48"/>
                                        </p:tgtEl>
                                      </p:cBhvr>
                                    </p:animEffect>
                                  </p:childTnLst>
                                </p:cTn>
                              </p:par>
                            </p:childTnLst>
                          </p:cTn>
                        </p:par>
                        <p:par>
                          <p:cTn id="8" fill="hold">
                            <p:stCondLst>
                              <p:cond delay="1000"/>
                            </p:stCondLst>
                            <p:childTnLst>
                              <p:par>
                                <p:cTn id="9" presetID="10" presetClass="entr" presetSubtype="0" fill="hold" nodeType="afterEffect">
                                  <p:stCondLst>
                                    <p:cond delay="0"/>
                                  </p:stCondLst>
                                  <p:childTnLst>
                                    <p:set>
                                      <p:cBhvr>
                                        <p:cTn id="10" dur="1" fill="hold">
                                          <p:stCondLst>
                                            <p:cond delay="0"/>
                                          </p:stCondLst>
                                        </p:cTn>
                                        <p:tgtEl>
                                          <p:spTgt spid="50"/>
                                        </p:tgtEl>
                                        <p:attrNameLst>
                                          <p:attrName>style.visibility</p:attrName>
                                        </p:attrNameLst>
                                      </p:cBhvr>
                                      <p:to>
                                        <p:strVal val="visible"/>
                                      </p:to>
                                    </p:set>
                                    <p:animEffect transition="in" filter="fade">
                                      <p:cBhvr>
                                        <p:cTn id="11" dur="1000"/>
                                        <p:tgtEl>
                                          <p:spTgt spid="50"/>
                                        </p:tgtEl>
                                      </p:cBhvr>
                                    </p:animEffect>
                                  </p:childTnLst>
                                </p:cTn>
                              </p:par>
                            </p:childTnLst>
                          </p:cTn>
                        </p:par>
                        <p:par>
                          <p:cTn id="12" fill="hold">
                            <p:stCondLst>
                              <p:cond delay="2000"/>
                            </p:stCondLst>
                            <p:childTnLst>
                              <p:par>
                                <p:cTn id="13" presetID="10" presetClass="entr" presetSubtype="0" fill="hold" nodeType="afterEffect">
                                  <p:stCondLst>
                                    <p:cond delay="0"/>
                                  </p:stCondLst>
                                  <p:childTnLst>
                                    <p:set>
                                      <p:cBhvr>
                                        <p:cTn id="14" dur="1" fill="hold">
                                          <p:stCondLst>
                                            <p:cond delay="0"/>
                                          </p:stCondLst>
                                        </p:cTn>
                                        <p:tgtEl>
                                          <p:spTgt spid="52"/>
                                        </p:tgtEl>
                                        <p:attrNameLst>
                                          <p:attrName>style.visibility</p:attrName>
                                        </p:attrNameLst>
                                      </p:cBhvr>
                                      <p:to>
                                        <p:strVal val="visible"/>
                                      </p:to>
                                    </p:set>
                                    <p:animEffect transition="in" filter="fade">
                                      <p:cBhvr>
                                        <p:cTn id="15" dur="1000"/>
                                        <p:tgtEl>
                                          <p:spTgt spid="52"/>
                                        </p:tgtEl>
                                      </p:cBhvr>
                                    </p:animEffect>
                                  </p:childTnLst>
                                </p:cTn>
                              </p:par>
                            </p:childTnLst>
                          </p:cTn>
                        </p:par>
                        <p:par>
                          <p:cTn id="16" fill="hold">
                            <p:stCondLst>
                              <p:cond delay="3000"/>
                            </p:stCondLst>
                            <p:childTnLst>
                              <p:par>
                                <p:cTn id="17" presetID="10" presetClass="entr" presetSubtype="0" fill="hold" nodeType="afterEffect">
                                  <p:stCondLst>
                                    <p:cond delay="0"/>
                                  </p:stCondLst>
                                  <p:childTnLst>
                                    <p:set>
                                      <p:cBhvr>
                                        <p:cTn id="18" dur="1" fill="hold">
                                          <p:stCondLst>
                                            <p:cond delay="0"/>
                                          </p:stCondLst>
                                        </p:cTn>
                                        <p:tgtEl>
                                          <p:spTgt spid="51"/>
                                        </p:tgtEl>
                                        <p:attrNameLst>
                                          <p:attrName>style.visibility</p:attrName>
                                        </p:attrNameLst>
                                      </p:cBhvr>
                                      <p:to>
                                        <p:strVal val="visible"/>
                                      </p:to>
                                    </p:set>
                                    <p:animEffect transition="in" filter="fade">
                                      <p:cBhvr>
                                        <p:cTn id="19" dur="1000"/>
                                        <p:tgtEl>
                                          <p:spTgt spid="51"/>
                                        </p:tgtEl>
                                      </p:cBhvr>
                                    </p:animEffect>
                                  </p:childTnLst>
                                </p:cTn>
                              </p:par>
                            </p:childTnLst>
                          </p:cTn>
                        </p:par>
                        <p:par>
                          <p:cTn id="20" fill="hold">
                            <p:stCondLst>
                              <p:cond delay="4000"/>
                            </p:stCondLst>
                            <p:childTnLst>
                              <p:par>
                                <p:cTn id="21" presetID="10" presetClass="entr" presetSubtype="0" fill="hold" nodeType="afterEffect">
                                  <p:stCondLst>
                                    <p:cond delay="0"/>
                                  </p:stCondLst>
                                  <p:childTnLst>
                                    <p:set>
                                      <p:cBhvr>
                                        <p:cTn id="22" dur="1" fill="hold">
                                          <p:stCondLst>
                                            <p:cond delay="0"/>
                                          </p:stCondLst>
                                        </p:cTn>
                                        <p:tgtEl>
                                          <p:spTgt spid="47"/>
                                        </p:tgtEl>
                                        <p:attrNameLst>
                                          <p:attrName>style.visibility</p:attrName>
                                        </p:attrNameLst>
                                      </p:cBhvr>
                                      <p:to>
                                        <p:strVal val="visible"/>
                                      </p:to>
                                    </p:set>
                                    <p:animEffect transition="in" filter="fade">
                                      <p:cBhvr>
                                        <p:cTn id="23" dur="1000"/>
                                        <p:tgtEl>
                                          <p:spTgt spid="47"/>
                                        </p:tgtEl>
                                      </p:cBhvr>
                                    </p:animEffect>
                                  </p:childTnLst>
                                </p:cTn>
                              </p:par>
                            </p:childTnLst>
                          </p:cTn>
                        </p:par>
                        <p:par>
                          <p:cTn id="24" fill="hold">
                            <p:stCondLst>
                              <p:cond delay="5000"/>
                            </p:stCondLst>
                            <p:childTnLst>
                              <p:par>
                                <p:cTn id="25" presetID="10" presetClass="entr" presetSubtype="0" fill="hold" nodeType="afterEffect">
                                  <p:stCondLst>
                                    <p:cond delay="0"/>
                                  </p:stCondLst>
                                  <p:childTnLst>
                                    <p:set>
                                      <p:cBhvr>
                                        <p:cTn id="26" dur="1" fill="hold">
                                          <p:stCondLst>
                                            <p:cond delay="0"/>
                                          </p:stCondLst>
                                        </p:cTn>
                                        <p:tgtEl>
                                          <p:spTgt spid="46"/>
                                        </p:tgtEl>
                                        <p:attrNameLst>
                                          <p:attrName>style.visibility</p:attrName>
                                        </p:attrNameLst>
                                      </p:cBhvr>
                                      <p:to>
                                        <p:strVal val="visible"/>
                                      </p:to>
                                    </p:set>
                                    <p:animEffect transition="in" filter="fade">
                                      <p:cBhvr>
                                        <p:cTn id="27" dur="1000"/>
                                        <p:tgtEl>
                                          <p:spTgt spid="46"/>
                                        </p:tgtEl>
                                      </p:cBhvr>
                                    </p:animEffect>
                                  </p:childTnLst>
                                </p:cTn>
                              </p:par>
                            </p:childTnLst>
                          </p:cTn>
                        </p:par>
                        <p:par>
                          <p:cTn id="28" fill="hold">
                            <p:stCondLst>
                              <p:cond delay="6000"/>
                            </p:stCondLst>
                            <p:childTnLst>
                              <p:par>
                                <p:cTn id="29" presetID="10" presetClass="entr" presetSubtype="0" fill="hold" nodeType="afterEffect">
                                  <p:stCondLst>
                                    <p:cond delay="0"/>
                                  </p:stCondLst>
                                  <p:childTnLst>
                                    <p:set>
                                      <p:cBhvr>
                                        <p:cTn id="30" dur="1" fill="hold">
                                          <p:stCondLst>
                                            <p:cond delay="0"/>
                                          </p:stCondLst>
                                        </p:cTn>
                                        <p:tgtEl>
                                          <p:spTgt spid="49"/>
                                        </p:tgtEl>
                                        <p:attrNameLst>
                                          <p:attrName>style.visibility</p:attrName>
                                        </p:attrNameLst>
                                      </p:cBhvr>
                                      <p:to>
                                        <p:strVal val="visible"/>
                                      </p:to>
                                    </p:set>
                                    <p:animEffect transition="in" filter="fade">
                                      <p:cBhvr>
                                        <p:cTn id="31" dur="1000"/>
                                        <p:tgtEl>
                                          <p:spTgt spid="49"/>
                                        </p:tgtEl>
                                      </p:cBhvr>
                                    </p:animEffect>
                                  </p:childTnLst>
                                </p:cTn>
                              </p:par>
                            </p:childTnLst>
                          </p:cTn>
                        </p:par>
                        <p:par>
                          <p:cTn id="32" fill="hold">
                            <p:stCondLst>
                              <p:cond delay="7000"/>
                            </p:stCondLst>
                            <p:childTnLst>
                              <p:par>
                                <p:cTn id="33" presetID="10" presetClass="entr" presetSubtype="0" fill="hold" nodeType="afterEffect">
                                  <p:stCondLst>
                                    <p:cond delay="0"/>
                                  </p:stCondLst>
                                  <p:childTnLst>
                                    <p:set>
                                      <p:cBhvr>
                                        <p:cTn id="34" dur="1" fill="hold">
                                          <p:stCondLst>
                                            <p:cond delay="0"/>
                                          </p:stCondLst>
                                        </p:cTn>
                                        <p:tgtEl>
                                          <p:spTgt spid="45"/>
                                        </p:tgtEl>
                                        <p:attrNameLst>
                                          <p:attrName>style.visibility</p:attrName>
                                        </p:attrNameLst>
                                      </p:cBhvr>
                                      <p:to>
                                        <p:strVal val="visible"/>
                                      </p:to>
                                    </p:set>
                                    <p:animEffect transition="in" filter="fade">
                                      <p:cBhvr>
                                        <p:cTn id="35" dur="1000"/>
                                        <p:tgtEl>
                                          <p:spTgt spid="45"/>
                                        </p:tgtEl>
                                      </p:cBhvr>
                                    </p:animEffect>
                                  </p:childTnLst>
                                </p:cTn>
                              </p:par>
                            </p:childTnLst>
                          </p:cTn>
                        </p:par>
                        <p:par>
                          <p:cTn id="36" fill="hold">
                            <p:stCondLst>
                              <p:cond delay="8000"/>
                            </p:stCondLst>
                            <p:childTnLst>
                              <p:par>
                                <p:cTn id="37" presetID="10" presetClass="entr" presetSubtype="0" fill="hold" nodeType="afterEffect">
                                  <p:stCondLst>
                                    <p:cond delay="0"/>
                                  </p:stCondLst>
                                  <p:childTnLst>
                                    <p:set>
                                      <p:cBhvr>
                                        <p:cTn id="38" dur="1" fill="hold">
                                          <p:stCondLst>
                                            <p:cond delay="0"/>
                                          </p:stCondLst>
                                        </p:cTn>
                                        <p:tgtEl>
                                          <p:spTgt spid="44"/>
                                        </p:tgtEl>
                                        <p:attrNameLst>
                                          <p:attrName>style.visibility</p:attrName>
                                        </p:attrNameLst>
                                      </p:cBhvr>
                                      <p:to>
                                        <p:strVal val="visible"/>
                                      </p:to>
                                    </p:set>
                                    <p:animEffect transition="in" filter="fade">
                                      <p:cBhvr>
                                        <p:cTn id="39" dur="1000"/>
                                        <p:tgtEl>
                                          <p:spTgt spid="44"/>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childTnLst>
                                </p:cTn>
                              </p:par>
                              <p:par>
                                <p:cTn id="45" presetID="10" presetClass="entr" presetSubtype="0" fill="hold" nodeType="withEffect">
                                  <p:stCondLst>
                                    <p:cond delay="0"/>
                                  </p:stCondLst>
                                  <p:childTnLst>
                                    <p:set>
                                      <p:cBhvr>
                                        <p:cTn id="46" dur="1" fill="hold">
                                          <p:stCondLst>
                                            <p:cond delay="0"/>
                                          </p:stCondLst>
                                        </p:cTn>
                                        <p:tgtEl>
                                          <p:spTgt spid="55"/>
                                        </p:tgtEl>
                                        <p:attrNameLst>
                                          <p:attrName>style.visibility</p:attrName>
                                        </p:attrNameLst>
                                      </p:cBhvr>
                                      <p:to>
                                        <p:strVal val="visible"/>
                                      </p:to>
                                    </p:set>
                                    <p:animEffect transition="in" filter="fade">
                                      <p:cBhvr>
                                        <p:cTn id="47" dur="500"/>
                                        <p:tgtEl>
                                          <p:spTgt spid="55"/>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58"/>
                                        </p:tgtEl>
                                        <p:attrNameLst>
                                          <p:attrName>style.visibility</p:attrName>
                                        </p:attrNameLst>
                                      </p:cBhvr>
                                      <p:to>
                                        <p:strVal val="visible"/>
                                      </p:to>
                                    </p:set>
                                    <p:animEffect transition="in" filter="fade">
                                      <p:cBhvr>
                                        <p:cTn id="50" dur="500"/>
                                        <p:tgtEl>
                                          <p:spTgt spid="5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59"/>
                                        </p:tgtEl>
                                        <p:attrNameLst>
                                          <p:attrName>style.visibility</p:attrName>
                                        </p:attrNameLst>
                                      </p:cBhvr>
                                      <p:to>
                                        <p:strVal val="visible"/>
                                      </p:to>
                                    </p:set>
                                    <p:animEffect transition="in" filter="fade">
                                      <p:cBhvr>
                                        <p:cTn id="53" dur="500"/>
                                        <p:tgtEl>
                                          <p:spTgt spid="59"/>
                                        </p:tgtEl>
                                      </p:cBhvr>
                                    </p:animEffect>
                                  </p:childTnLst>
                                </p:cTn>
                              </p:par>
                              <p:par>
                                <p:cTn id="54" presetID="10" presetClass="entr" presetSubtype="0" fill="hold" nodeType="withEffect">
                                  <p:stCondLst>
                                    <p:cond delay="0"/>
                                  </p:stCondLst>
                                  <p:childTnLst>
                                    <p:set>
                                      <p:cBhvr>
                                        <p:cTn id="55" dur="1" fill="hold">
                                          <p:stCondLst>
                                            <p:cond delay="0"/>
                                          </p:stCondLst>
                                        </p:cTn>
                                        <p:tgtEl>
                                          <p:spTgt spid="60"/>
                                        </p:tgtEl>
                                        <p:attrNameLst>
                                          <p:attrName>style.visibility</p:attrName>
                                        </p:attrNameLst>
                                      </p:cBhvr>
                                      <p:to>
                                        <p:strVal val="visible"/>
                                      </p:to>
                                    </p:set>
                                    <p:animEffect transition="in" filter="fade">
                                      <p:cBhvr>
                                        <p:cTn id="56" dur="500"/>
                                        <p:tgtEl>
                                          <p:spTgt spid="6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61"/>
                                        </p:tgtEl>
                                        <p:attrNameLst>
                                          <p:attrName>style.visibility</p:attrName>
                                        </p:attrNameLst>
                                      </p:cBhvr>
                                      <p:to>
                                        <p:strVal val="visible"/>
                                      </p:to>
                                    </p:set>
                                    <p:animEffect transition="in" filter="fade">
                                      <p:cBhvr>
                                        <p:cTn id="59" dur="500"/>
                                        <p:tgtEl>
                                          <p:spTgt spid="61"/>
                                        </p:tgtEl>
                                      </p:cBhvr>
                                    </p:animEffect>
                                  </p:childTnLst>
                                </p:cTn>
                              </p:par>
                              <p:par>
                                <p:cTn id="60" presetID="10" presetClass="entr" presetSubtype="0" fill="hold" nodeType="withEffect">
                                  <p:stCondLst>
                                    <p:cond delay="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500"/>
                                        <p:tgtEl>
                                          <p:spTgt spid="63"/>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57"/>
                                        </p:tgtEl>
                                        <p:attrNameLst>
                                          <p:attrName>style.visibility</p:attrName>
                                        </p:attrNameLst>
                                      </p:cBhvr>
                                      <p:to>
                                        <p:strVal val="visible"/>
                                      </p:to>
                                    </p:set>
                                    <p:animEffect transition="in" filter="fade">
                                      <p:cBhvr>
                                        <p:cTn id="65"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7" grpId="0"/>
      <p:bldP spid="58" grpId="0"/>
      <p:bldP spid="59" grpId="0" animBg="1"/>
      <p:bldP spid="61"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F8DCA-39E3-6138-AEBB-0FCEBE3ACC23}"/>
            </a:ext>
          </a:extLst>
        </p:cNvPr>
        <p:cNvGrpSpPr/>
        <p:nvPr/>
      </p:nvGrpSpPr>
      <p:grpSpPr>
        <a:xfrm>
          <a:off x="0" y="0"/>
          <a:ext cx="0" cy="0"/>
          <a:chOff x="0" y="0"/>
          <a:chExt cx="0" cy="0"/>
        </a:xfrm>
      </p:grpSpPr>
      <p:sp>
        <p:nvSpPr>
          <p:cNvPr id="7" name="Rectangle 6">
            <a:extLst>
              <a:ext uri="{FF2B5EF4-FFF2-40B4-BE49-F238E27FC236}">
                <a16:creationId xmlns:a16="http://schemas.microsoft.com/office/drawing/2014/main" id="{AF289E4E-F195-7C58-9C42-BEF8F86B629D}"/>
              </a:ext>
            </a:extLst>
          </p:cNvPr>
          <p:cNvSpPr/>
          <p:nvPr/>
        </p:nvSpPr>
        <p:spPr>
          <a:xfrm>
            <a:off x="0" y="-8170"/>
            <a:ext cx="12192000" cy="6858000"/>
          </a:xfrm>
          <a:prstGeom prst="rect">
            <a:avLst/>
          </a:prstGeom>
          <a:solidFill>
            <a:srgbClr val="0F444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a:p>
            <a:endParaRPr lang="en-GB" dirty="0"/>
          </a:p>
        </p:txBody>
      </p:sp>
      <p:pic>
        <p:nvPicPr>
          <p:cNvPr id="6" name="Picture 5">
            <a:extLst>
              <a:ext uri="{FF2B5EF4-FFF2-40B4-BE49-F238E27FC236}">
                <a16:creationId xmlns:a16="http://schemas.microsoft.com/office/drawing/2014/main" id="{18EE7D4C-67C7-65E2-6F8F-C3D2018A17ED}"/>
              </a:ext>
            </a:extLst>
          </p:cNvPr>
          <p:cNvPicPr>
            <a:picLocks noChangeAspect="1"/>
          </p:cNvPicPr>
          <p:nvPr/>
        </p:nvPicPr>
        <p:blipFill>
          <a:blip r:embed="rId2"/>
          <a:srcRect t="13853" b="15498"/>
          <a:stretch/>
        </p:blipFill>
        <p:spPr>
          <a:xfrm>
            <a:off x="330531" y="1480197"/>
            <a:ext cx="3470725" cy="3678067"/>
          </a:xfrm>
          <a:prstGeom prst="rect">
            <a:avLst/>
          </a:prstGeom>
        </p:spPr>
      </p:pic>
      <p:sp>
        <p:nvSpPr>
          <p:cNvPr id="2" name="Title 1">
            <a:extLst>
              <a:ext uri="{FF2B5EF4-FFF2-40B4-BE49-F238E27FC236}">
                <a16:creationId xmlns:a16="http://schemas.microsoft.com/office/drawing/2014/main" id="{54523B0B-1CB2-C4A0-6CF3-6319CA698266}"/>
              </a:ext>
            </a:extLst>
          </p:cNvPr>
          <p:cNvSpPr>
            <a:spLocks noGrp="1"/>
          </p:cNvSpPr>
          <p:nvPr>
            <p:ph type="title"/>
          </p:nvPr>
        </p:nvSpPr>
        <p:spPr>
          <a:xfrm>
            <a:off x="160986" y="146581"/>
            <a:ext cx="4911090" cy="823913"/>
          </a:xfrm>
        </p:spPr>
        <p:txBody>
          <a:bodyPr/>
          <a:lstStyle/>
          <a:p>
            <a:r>
              <a:rPr lang="en-GB" dirty="0">
                <a:solidFill>
                  <a:schemeClr val="bg1"/>
                </a:solidFill>
              </a:rPr>
              <a:t>Bio-Building Carriers</a:t>
            </a:r>
          </a:p>
        </p:txBody>
      </p:sp>
      <p:sp>
        <p:nvSpPr>
          <p:cNvPr id="4" name="Slide Number Placeholder 3">
            <a:extLst>
              <a:ext uri="{FF2B5EF4-FFF2-40B4-BE49-F238E27FC236}">
                <a16:creationId xmlns:a16="http://schemas.microsoft.com/office/drawing/2014/main" id="{E77DC7F4-719B-9D8A-4F01-6864204943BF}"/>
              </a:ext>
            </a:extLst>
          </p:cNvPr>
          <p:cNvSpPr>
            <a:spLocks noGrp="1"/>
          </p:cNvSpPr>
          <p:nvPr>
            <p:ph type="sldNum" sz="quarter" idx="12"/>
          </p:nvPr>
        </p:nvSpPr>
        <p:spPr/>
        <p:txBody>
          <a:bodyPr/>
          <a:lstStyle/>
          <a:p>
            <a:fld id="{5A51F297-1191-4DB8-B109-50EF96A3851C}" type="slidenum">
              <a:rPr lang="en-DE" smtClean="0"/>
              <a:t>7</a:t>
            </a:fld>
            <a:endParaRPr lang="en-DE"/>
          </a:p>
        </p:txBody>
      </p:sp>
      <p:pic>
        <p:nvPicPr>
          <p:cNvPr id="9" name="Picture 8">
            <a:extLst>
              <a:ext uri="{FF2B5EF4-FFF2-40B4-BE49-F238E27FC236}">
                <a16:creationId xmlns:a16="http://schemas.microsoft.com/office/drawing/2014/main" id="{1AE63445-BCE7-565C-2726-04A359F64847}"/>
              </a:ext>
            </a:extLst>
          </p:cNvPr>
          <p:cNvPicPr>
            <a:picLocks noChangeAspect="1"/>
          </p:cNvPicPr>
          <p:nvPr/>
        </p:nvPicPr>
        <p:blipFill>
          <a:blip r:embed="rId3"/>
          <a:srcRect t="15158" b="14193"/>
          <a:stretch/>
        </p:blipFill>
        <p:spPr>
          <a:xfrm>
            <a:off x="8360676" y="1754966"/>
            <a:ext cx="3176598" cy="3366369"/>
          </a:xfrm>
          <a:prstGeom prst="rect">
            <a:avLst/>
          </a:prstGeom>
        </p:spPr>
      </p:pic>
      <p:sp>
        <p:nvSpPr>
          <p:cNvPr id="10" name="Title 1">
            <a:extLst>
              <a:ext uri="{FF2B5EF4-FFF2-40B4-BE49-F238E27FC236}">
                <a16:creationId xmlns:a16="http://schemas.microsoft.com/office/drawing/2014/main" id="{20D3339D-0DAC-4B6D-9B38-1FFF526843E2}"/>
              </a:ext>
            </a:extLst>
          </p:cNvPr>
          <p:cNvSpPr txBox="1">
            <a:spLocks/>
          </p:cNvSpPr>
          <p:nvPr/>
        </p:nvSpPr>
        <p:spPr>
          <a:xfrm>
            <a:off x="8393901" y="229893"/>
            <a:ext cx="3176598" cy="82391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GB" dirty="0">
                <a:solidFill>
                  <a:schemeClr val="bg1"/>
                </a:solidFill>
              </a:rPr>
              <a:t>Cancer Cell</a:t>
            </a:r>
          </a:p>
        </p:txBody>
      </p:sp>
      <p:grpSp>
        <p:nvGrpSpPr>
          <p:cNvPr id="16" name="Group 15">
            <a:extLst>
              <a:ext uri="{FF2B5EF4-FFF2-40B4-BE49-F238E27FC236}">
                <a16:creationId xmlns:a16="http://schemas.microsoft.com/office/drawing/2014/main" id="{20C6DFDB-D12D-2131-BF5A-7C494DA0D91A}"/>
              </a:ext>
            </a:extLst>
          </p:cNvPr>
          <p:cNvGrpSpPr>
            <a:grpSpLocks noChangeAspect="1"/>
          </p:cNvGrpSpPr>
          <p:nvPr/>
        </p:nvGrpSpPr>
        <p:grpSpPr>
          <a:xfrm>
            <a:off x="3709283" y="3110034"/>
            <a:ext cx="523035" cy="264616"/>
            <a:chOff x="3639754" y="2079574"/>
            <a:chExt cx="839435" cy="424691"/>
          </a:xfrm>
        </p:grpSpPr>
        <p:sp>
          <p:nvSpPr>
            <p:cNvPr id="11" name="Rectangle: Rounded Corners 10">
              <a:extLst>
                <a:ext uri="{FF2B5EF4-FFF2-40B4-BE49-F238E27FC236}">
                  <a16:creationId xmlns:a16="http://schemas.microsoft.com/office/drawing/2014/main" id="{BD5F5A5F-AC21-9368-9D13-34CE4AD88426}"/>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Rectangle: Rounded Corners 11">
              <a:extLst>
                <a:ext uri="{FF2B5EF4-FFF2-40B4-BE49-F238E27FC236}">
                  <a16:creationId xmlns:a16="http://schemas.microsoft.com/office/drawing/2014/main" id="{FD271EF8-8C56-E068-15AC-062B8CEDB70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Rectangle: Rounded Corners 12">
              <a:extLst>
                <a:ext uri="{FF2B5EF4-FFF2-40B4-BE49-F238E27FC236}">
                  <a16:creationId xmlns:a16="http://schemas.microsoft.com/office/drawing/2014/main" id="{E3448DC7-642F-7B79-4BDE-E5165E0F8730}"/>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Rectangle: Rounded Corners 14">
              <a:extLst>
                <a:ext uri="{FF2B5EF4-FFF2-40B4-BE49-F238E27FC236}">
                  <a16:creationId xmlns:a16="http://schemas.microsoft.com/office/drawing/2014/main" id="{89E6BA03-0031-3981-6013-337B570F183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1" name="Group 30">
            <a:extLst>
              <a:ext uri="{FF2B5EF4-FFF2-40B4-BE49-F238E27FC236}">
                <a16:creationId xmlns:a16="http://schemas.microsoft.com/office/drawing/2014/main" id="{37D2C70B-F156-F53E-5244-D93AD1315C55}"/>
              </a:ext>
            </a:extLst>
          </p:cNvPr>
          <p:cNvGrpSpPr>
            <a:grpSpLocks noChangeAspect="1"/>
          </p:cNvGrpSpPr>
          <p:nvPr/>
        </p:nvGrpSpPr>
        <p:grpSpPr>
          <a:xfrm rot="2700000">
            <a:off x="3199291" y="4467078"/>
            <a:ext cx="523035" cy="264616"/>
            <a:chOff x="3639754" y="2079574"/>
            <a:chExt cx="839435" cy="424691"/>
          </a:xfrm>
        </p:grpSpPr>
        <p:sp>
          <p:nvSpPr>
            <p:cNvPr id="32" name="Rectangle: Rounded Corners 31">
              <a:extLst>
                <a:ext uri="{FF2B5EF4-FFF2-40B4-BE49-F238E27FC236}">
                  <a16:creationId xmlns:a16="http://schemas.microsoft.com/office/drawing/2014/main" id="{198ECE37-884F-3EB6-3B5C-C0D50FA5D733}"/>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3" name="Rectangle: Rounded Corners 32">
              <a:extLst>
                <a:ext uri="{FF2B5EF4-FFF2-40B4-BE49-F238E27FC236}">
                  <a16:creationId xmlns:a16="http://schemas.microsoft.com/office/drawing/2014/main" id="{6F81CD04-F55D-63B8-6669-350583237B7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4" name="Rectangle: Rounded Corners 33">
              <a:extLst>
                <a:ext uri="{FF2B5EF4-FFF2-40B4-BE49-F238E27FC236}">
                  <a16:creationId xmlns:a16="http://schemas.microsoft.com/office/drawing/2014/main" id="{8E555792-DD64-AE0E-950F-B0FE2E24A4C4}"/>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5" name="Rectangle: Rounded Corners 34">
              <a:extLst>
                <a:ext uri="{FF2B5EF4-FFF2-40B4-BE49-F238E27FC236}">
                  <a16:creationId xmlns:a16="http://schemas.microsoft.com/office/drawing/2014/main" id="{F5DA1DBD-A11D-91E5-37C5-4DD899082DEB}"/>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36" name="Group 35">
            <a:extLst>
              <a:ext uri="{FF2B5EF4-FFF2-40B4-BE49-F238E27FC236}">
                <a16:creationId xmlns:a16="http://schemas.microsoft.com/office/drawing/2014/main" id="{5596DCBA-5BEC-0502-E8C7-A1F7E7B51A83}"/>
              </a:ext>
            </a:extLst>
          </p:cNvPr>
          <p:cNvGrpSpPr>
            <a:grpSpLocks noChangeAspect="1"/>
          </p:cNvGrpSpPr>
          <p:nvPr/>
        </p:nvGrpSpPr>
        <p:grpSpPr>
          <a:xfrm rot="18900000" flipV="1">
            <a:off x="3055167" y="1811297"/>
            <a:ext cx="523035" cy="264616"/>
            <a:chOff x="3639754" y="2079574"/>
            <a:chExt cx="839435" cy="424691"/>
          </a:xfrm>
        </p:grpSpPr>
        <p:sp>
          <p:nvSpPr>
            <p:cNvPr id="37" name="Rectangle: Rounded Corners 36">
              <a:extLst>
                <a:ext uri="{FF2B5EF4-FFF2-40B4-BE49-F238E27FC236}">
                  <a16:creationId xmlns:a16="http://schemas.microsoft.com/office/drawing/2014/main" id="{F55702DD-A950-C4FB-43B5-80764A938DC5}"/>
                </a:ext>
              </a:extLst>
            </p:cNvPr>
            <p:cNvSpPr/>
            <p:nvPr/>
          </p:nvSpPr>
          <p:spPr>
            <a:xfrm>
              <a:off x="3639754" y="2332676"/>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8" name="Rectangle: Rounded Corners 37">
              <a:extLst>
                <a:ext uri="{FF2B5EF4-FFF2-40B4-BE49-F238E27FC236}">
                  <a16:creationId xmlns:a16="http://schemas.microsoft.com/office/drawing/2014/main" id="{38D72FC5-FBF5-5C94-F11D-90A61A5DB2AA}"/>
                </a:ext>
              </a:extLst>
            </p:cNvPr>
            <p:cNvSpPr/>
            <p:nvPr/>
          </p:nvSpPr>
          <p:spPr>
            <a:xfrm>
              <a:off x="3639754" y="2190187"/>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39" name="Rectangle: Rounded Corners 38">
              <a:extLst>
                <a:ext uri="{FF2B5EF4-FFF2-40B4-BE49-F238E27FC236}">
                  <a16:creationId xmlns:a16="http://schemas.microsoft.com/office/drawing/2014/main" id="{E7198714-AE92-309A-A1E8-F8044909C827}"/>
                </a:ext>
              </a:extLst>
            </p:cNvPr>
            <p:cNvSpPr/>
            <p:nvPr/>
          </p:nvSpPr>
          <p:spPr>
            <a:xfrm rot="19706572">
              <a:off x="4011189" y="2079574"/>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0" name="Rectangle: Rounded Corners 39">
              <a:extLst>
                <a:ext uri="{FF2B5EF4-FFF2-40B4-BE49-F238E27FC236}">
                  <a16:creationId xmlns:a16="http://schemas.microsoft.com/office/drawing/2014/main" id="{8CF3DAB2-6885-7F12-BCA7-69AD49FF5056}"/>
                </a:ext>
              </a:extLst>
            </p:cNvPr>
            <p:cNvSpPr/>
            <p:nvPr/>
          </p:nvSpPr>
          <p:spPr>
            <a:xfrm rot="1893428" flipV="1">
              <a:off x="4003941" y="2432265"/>
              <a:ext cx="468000" cy="72000"/>
            </a:xfrm>
            <a:prstGeom prst="roundRect">
              <a:avLst>
                <a:gd name="adj" fmla="val 50000"/>
              </a:avLst>
            </a:prstGeom>
            <a:solidFill>
              <a:srgbClr val="EEAE4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44" name="Graphic 43" descr="Covid-19 with solid fill">
            <a:extLst>
              <a:ext uri="{FF2B5EF4-FFF2-40B4-BE49-F238E27FC236}">
                <a16:creationId xmlns:a16="http://schemas.microsoft.com/office/drawing/2014/main" id="{A6EFAD58-9EFC-0696-8D89-9B17984A05B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709283" y="1322956"/>
            <a:ext cx="704088" cy="704088"/>
          </a:xfrm>
          <a:prstGeom prst="rect">
            <a:avLst/>
          </a:prstGeom>
        </p:spPr>
      </p:pic>
      <p:pic>
        <p:nvPicPr>
          <p:cNvPr id="45" name="Graphic 44" descr="Covid-19 with solid fill">
            <a:extLst>
              <a:ext uri="{FF2B5EF4-FFF2-40B4-BE49-F238E27FC236}">
                <a16:creationId xmlns:a16="http://schemas.microsoft.com/office/drawing/2014/main" id="{E54ADC46-0B62-40F6-D127-37578A5ECE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217981" y="3037046"/>
            <a:ext cx="704088" cy="704088"/>
          </a:xfrm>
          <a:prstGeom prst="rect">
            <a:avLst/>
          </a:prstGeom>
        </p:spPr>
      </p:pic>
      <p:pic>
        <p:nvPicPr>
          <p:cNvPr id="46" name="Graphic 45" descr="Covid-19 with solid fill">
            <a:extLst>
              <a:ext uri="{FF2B5EF4-FFF2-40B4-BE49-F238E27FC236}">
                <a16:creationId xmlns:a16="http://schemas.microsoft.com/office/drawing/2014/main" id="{CA55A781-4142-AF05-386D-B9DECCB800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75281" y="1675000"/>
            <a:ext cx="585216" cy="585216"/>
          </a:xfrm>
          <a:prstGeom prst="rect">
            <a:avLst/>
          </a:prstGeom>
        </p:spPr>
      </p:pic>
      <p:pic>
        <p:nvPicPr>
          <p:cNvPr id="47" name="Graphic 46" descr="Covid-19 with solid fill">
            <a:extLst>
              <a:ext uri="{FF2B5EF4-FFF2-40B4-BE49-F238E27FC236}">
                <a16:creationId xmlns:a16="http://schemas.microsoft.com/office/drawing/2014/main" id="{3D9BC2B8-07B2-0AA4-8AAE-448EC71928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122811" y="2724912"/>
            <a:ext cx="566928" cy="566928"/>
          </a:xfrm>
          <a:prstGeom prst="rect">
            <a:avLst/>
          </a:prstGeom>
        </p:spPr>
      </p:pic>
      <p:pic>
        <p:nvPicPr>
          <p:cNvPr id="48" name="Graphic 47" descr="Covid-19 with solid fill">
            <a:extLst>
              <a:ext uri="{FF2B5EF4-FFF2-40B4-BE49-F238E27FC236}">
                <a16:creationId xmlns:a16="http://schemas.microsoft.com/office/drawing/2014/main" id="{1968FD00-A6DA-5C5E-811A-DE2EABF56A9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705950" y="2032416"/>
            <a:ext cx="429768" cy="429768"/>
          </a:xfrm>
          <a:prstGeom prst="rect">
            <a:avLst/>
          </a:prstGeom>
        </p:spPr>
      </p:pic>
      <p:pic>
        <p:nvPicPr>
          <p:cNvPr id="49" name="Graphic 48" descr="Covid-19 with solid fill">
            <a:extLst>
              <a:ext uri="{FF2B5EF4-FFF2-40B4-BE49-F238E27FC236}">
                <a16:creationId xmlns:a16="http://schemas.microsoft.com/office/drawing/2014/main" id="{1141BAB9-62B2-8A49-4050-B06C863649F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5308" y="2133840"/>
            <a:ext cx="704088" cy="704088"/>
          </a:xfrm>
          <a:prstGeom prst="rect">
            <a:avLst/>
          </a:prstGeom>
        </p:spPr>
      </p:pic>
      <p:pic>
        <p:nvPicPr>
          <p:cNvPr id="50" name="Graphic 49" descr="Covid-19 with solid fill">
            <a:extLst>
              <a:ext uri="{FF2B5EF4-FFF2-40B4-BE49-F238E27FC236}">
                <a16:creationId xmlns:a16="http://schemas.microsoft.com/office/drawing/2014/main" id="{B68E5182-788E-AC6F-C5B0-156A99ED3D7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481625" y="3189446"/>
            <a:ext cx="429768" cy="429768"/>
          </a:xfrm>
          <a:prstGeom prst="rect">
            <a:avLst/>
          </a:prstGeom>
        </p:spPr>
      </p:pic>
      <p:pic>
        <p:nvPicPr>
          <p:cNvPr id="51" name="Graphic 50" descr="Covid-19 with solid fill">
            <a:extLst>
              <a:ext uri="{FF2B5EF4-FFF2-40B4-BE49-F238E27FC236}">
                <a16:creationId xmlns:a16="http://schemas.microsoft.com/office/drawing/2014/main" id="{08820D89-B9EC-001D-288F-2EDE4CC3D84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454059" y="2161141"/>
            <a:ext cx="429768" cy="429768"/>
          </a:xfrm>
          <a:prstGeom prst="rect">
            <a:avLst/>
          </a:prstGeom>
        </p:spPr>
      </p:pic>
      <p:pic>
        <p:nvPicPr>
          <p:cNvPr id="52" name="Graphic 51" descr="Covid-19 with solid fill">
            <a:extLst>
              <a:ext uri="{FF2B5EF4-FFF2-40B4-BE49-F238E27FC236}">
                <a16:creationId xmlns:a16="http://schemas.microsoft.com/office/drawing/2014/main" id="{066D3AB5-4BA7-F5A9-8649-9C5A31E6509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162787" y="2590909"/>
            <a:ext cx="429768" cy="429768"/>
          </a:xfrm>
          <a:prstGeom prst="rect">
            <a:avLst/>
          </a:prstGeom>
        </p:spPr>
      </p:pic>
      <p:cxnSp>
        <p:nvCxnSpPr>
          <p:cNvPr id="54" name="Straight Arrow Connector 53">
            <a:extLst>
              <a:ext uri="{FF2B5EF4-FFF2-40B4-BE49-F238E27FC236}">
                <a16:creationId xmlns:a16="http://schemas.microsoft.com/office/drawing/2014/main" id="{1DC90B52-D19D-2FF0-19CD-EB21843FC0EE}"/>
              </a:ext>
            </a:extLst>
          </p:cNvPr>
          <p:cNvCxnSpPr/>
          <p:nvPr/>
        </p:nvCxnSpPr>
        <p:spPr>
          <a:xfrm>
            <a:off x="4911952" y="6292850"/>
            <a:ext cx="4801008" cy="0"/>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55" name="Straight Arrow Connector 54">
            <a:extLst>
              <a:ext uri="{FF2B5EF4-FFF2-40B4-BE49-F238E27FC236}">
                <a16:creationId xmlns:a16="http://schemas.microsoft.com/office/drawing/2014/main" id="{3A7C73AA-6486-DCAB-3BC2-E65BC5149D00}"/>
              </a:ext>
            </a:extLst>
          </p:cNvPr>
          <p:cNvCxnSpPr>
            <a:cxnSpLocks/>
          </p:cNvCxnSpPr>
          <p:nvPr/>
        </p:nvCxnSpPr>
        <p:spPr>
          <a:xfrm flipH="1" flipV="1">
            <a:off x="5046676" y="4306143"/>
            <a:ext cx="17676" cy="2139107"/>
          </a:xfrm>
          <a:prstGeom prst="straightConnector1">
            <a:avLst/>
          </a:prstGeom>
          <a:ln w="31750">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CDB1841F-FA9E-7934-3F8F-C7050A13BE5D}"/>
                  </a:ext>
                </a:extLst>
              </p:cNvPr>
              <p:cNvSpPr txBox="1"/>
              <p:nvPr/>
            </p:nvSpPr>
            <p:spPr>
              <a:xfrm>
                <a:off x="4582752" y="4121477"/>
                <a:ext cx="488980"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800" i="1" dirty="0" smtClean="0">
                          <a:solidFill>
                            <a:schemeClr val="bg1"/>
                          </a:solidFill>
                          <a:latin typeface="Cambria Math" panose="02040503050406030204" pitchFamily="18" charset="0"/>
                        </a:rPr>
                        <m:t>𝐶</m:t>
                      </m:r>
                    </m:oMath>
                  </m:oMathPara>
                </a14:m>
                <a:endParaRPr lang="en-GB" sz="2800" dirty="0"/>
              </a:p>
            </p:txBody>
          </p:sp>
        </mc:Choice>
        <mc:Fallback xmlns="">
          <p:sp>
            <p:nvSpPr>
              <p:cNvPr id="57" name="TextBox 56">
                <a:extLst>
                  <a:ext uri="{FF2B5EF4-FFF2-40B4-BE49-F238E27FC236}">
                    <a16:creationId xmlns:a16="http://schemas.microsoft.com/office/drawing/2014/main" id="{CDB1841F-FA9E-7934-3F8F-C7050A13BE5D}"/>
                  </a:ext>
                </a:extLst>
              </p:cNvPr>
              <p:cNvSpPr txBox="1">
                <a:spLocks noRot="1" noChangeAspect="1" noMove="1" noResize="1" noEditPoints="1" noAdjustHandles="1" noChangeArrowheads="1" noChangeShapeType="1" noTextEdit="1"/>
              </p:cNvSpPr>
              <p:nvPr/>
            </p:nvSpPr>
            <p:spPr>
              <a:xfrm>
                <a:off x="4582752" y="4121477"/>
                <a:ext cx="488980" cy="523220"/>
              </a:xfrm>
              <a:prstGeom prst="rect">
                <a:avLst/>
              </a:prstGeom>
              <a:blipFill>
                <a:blip r:embed="rId6"/>
                <a:stretch>
                  <a:fillRect/>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C5316146-7B63-7CDC-DD83-2F6961086AA7}"/>
                  </a:ext>
                </a:extLst>
              </p:cNvPr>
              <p:cNvSpPr txBox="1"/>
              <p:nvPr/>
            </p:nvSpPr>
            <p:spPr>
              <a:xfrm>
                <a:off x="9601728" y="6234451"/>
                <a:ext cx="478208"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de-DE" sz="2800" b="0" i="1" dirty="0" smtClean="0">
                          <a:solidFill>
                            <a:schemeClr val="bg1"/>
                          </a:solidFill>
                          <a:latin typeface="Cambria Math" panose="02040503050406030204" pitchFamily="18" charset="0"/>
                        </a:rPr>
                        <m:t>𝑑</m:t>
                      </m:r>
                    </m:oMath>
                  </m:oMathPara>
                </a14:m>
                <a:endParaRPr lang="en-GB" sz="2800" dirty="0"/>
              </a:p>
            </p:txBody>
          </p:sp>
        </mc:Choice>
        <mc:Fallback xmlns="">
          <p:sp>
            <p:nvSpPr>
              <p:cNvPr id="58" name="TextBox 57">
                <a:extLst>
                  <a:ext uri="{FF2B5EF4-FFF2-40B4-BE49-F238E27FC236}">
                    <a16:creationId xmlns:a16="http://schemas.microsoft.com/office/drawing/2014/main" id="{C5316146-7B63-7CDC-DD83-2F6961086AA7}"/>
                  </a:ext>
                </a:extLst>
              </p:cNvPr>
              <p:cNvSpPr txBox="1">
                <a:spLocks noRot="1" noChangeAspect="1" noMove="1" noResize="1" noEditPoints="1" noAdjustHandles="1" noChangeArrowheads="1" noChangeShapeType="1" noTextEdit="1"/>
              </p:cNvSpPr>
              <p:nvPr/>
            </p:nvSpPr>
            <p:spPr>
              <a:xfrm>
                <a:off x="9601728" y="6234451"/>
                <a:ext cx="478208" cy="523220"/>
              </a:xfrm>
              <a:prstGeom prst="rect">
                <a:avLst/>
              </a:prstGeom>
              <a:blipFill>
                <a:blip r:embed="rId7"/>
                <a:stretch>
                  <a:fillRect/>
                </a:stretch>
              </a:blipFill>
            </p:spPr>
            <p:txBody>
              <a:bodyPr/>
              <a:lstStyle/>
              <a:p>
                <a:r>
                  <a:rPr lang="en-GB">
                    <a:noFill/>
                  </a:rPr>
                  <a:t> </a:t>
                </a:r>
              </a:p>
            </p:txBody>
          </p:sp>
        </mc:Fallback>
      </mc:AlternateContent>
      <p:sp>
        <p:nvSpPr>
          <p:cNvPr id="59" name="Freeform: Shape 58">
            <a:extLst>
              <a:ext uri="{FF2B5EF4-FFF2-40B4-BE49-F238E27FC236}">
                <a16:creationId xmlns:a16="http://schemas.microsoft.com/office/drawing/2014/main" id="{23C7F443-93A1-EA41-2CA2-C1F41B6BE6CC}"/>
              </a:ext>
            </a:extLst>
          </p:cNvPr>
          <p:cNvSpPr/>
          <p:nvPr/>
        </p:nvSpPr>
        <p:spPr>
          <a:xfrm>
            <a:off x="5038090" y="4814139"/>
            <a:ext cx="4171950" cy="1351711"/>
          </a:xfrm>
          <a:custGeom>
            <a:avLst/>
            <a:gdLst>
              <a:gd name="connsiteX0" fmla="*/ 0 w 4171950"/>
              <a:gd name="connsiteY0" fmla="*/ 2971 h 1351711"/>
              <a:gd name="connsiteX1" fmla="*/ 1371600 w 4171950"/>
              <a:gd name="connsiteY1" fmla="*/ 117271 h 1351711"/>
              <a:gd name="connsiteX2" fmla="*/ 2263140 w 4171950"/>
              <a:gd name="connsiteY2" fmla="*/ 768781 h 1351711"/>
              <a:gd name="connsiteX3" fmla="*/ 3017520 w 4171950"/>
              <a:gd name="connsiteY3" fmla="*/ 1203121 h 1351711"/>
              <a:gd name="connsiteX4" fmla="*/ 4171950 w 4171950"/>
              <a:gd name="connsiteY4" fmla="*/ 1351711 h 135171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71950" h="1351711">
                <a:moveTo>
                  <a:pt x="0" y="2971"/>
                </a:moveTo>
                <a:cubicBezTo>
                  <a:pt x="497205" y="-3697"/>
                  <a:pt x="994410" y="-10364"/>
                  <a:pt x="1371600" y="117271"/>
                </a:cubicBezTo>
                <a:cubicBezTo>
                  <a:pt x="1748790" y="244906"/>
                  <a:pt x="1988820" y="587806"/>
                  <a:pt x="2263140" y="768781"/>
                </a:cubicBezTo>
                <a:cubicBezTo>
                  <a:pt x="2537460" y="949756"/>
                  <a:pt x="2699385" y="1105966"/>
                  <a:pt x="3017520" y="1203121"/>
                </a:cubicBezTo>
                <a:cubicBezTo>
                  <a:pt x="3335655" y="1300276"/>
                  <a:pt x="3753802" y="1325993"/>
                  <a:pt x="4171950" y="1351711"/>
                </a:cubicBezTo>
              </a:path>
            </a:pathLst>
          </a:custGeom>
          <a:noFill/>
          <a:ln w="44450">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0" name="Graphic 59" descr="Covid-19 with solid fill">
            <a:extLst>
              <a:ext uri="{FF2B5EF4-FFF2-40B4-BE49-F238E27FC236}">
                <a16:creationId xmlns:a16="http://schemas.microsoft.com/office/drawing/2014/main" id="{AD9FFB94-3EF6-3F2B-9267-594058AF376F}"/>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42489" y="4624349"/>
            <a:ext cx="429768" cy="429768"/>
          </a:xfrm>
          <a:prstGeom prst="rect">
            <a:avLst/>
          </a:prstGeom>
        </p:spPr>
      </p:pic>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CFDF4350-3066-1311-3526-3517CDD6340E}"/>
                  </a:ext>
                </a:extLst>
              </p:cNvPr>
              <p:cNvSpPr txBox="1"/>
              <p:nvPr/>
            </p:nvSpPr>
            <p:spPr>
              <a:xfrm>
                <a:off x="5637716" y="6296826"/>
                <a:ext cx="633956"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800" b="0" i="1" dirty="0" smtClean="0">
                              <a:solidFill>
                                <a:schemeClr val="bg1"/>
                              </a:solidFill>
                              <a:latin typeface="Cambria Math" panose="02040503050406030204" pitchFamily="18" charset="0"/>
                            </a:rPr>
                          </m:ctrlPr>
                        </m:sSubPr>
                        <m:e>
                          <m:r>
                            <a:rPr lang="de-DE" sz="2800" b="0" i="1" dirty="0" smtClean="0">
                              <a:solidFill>
                                <a:schemeClr val="bg1"/>
                              </a:solidFill>
                              <a:latin typeface="Cambria Math" panose="02040503050406030204" pitchFamily="18" charset="0"/>
                            </a:rPr>
                            <m:t>𝑑</m:t>
                          </m:r>
                        </m:e>
                        <m:sub>
                          <m:r>
                            <a:rPr lang="de-DE" sz="2800" b="0" i="1" dirty="0" smtClean="0">
                              <a:solidFill>
                                <a:schemeClr val="bg1"/>
                              </a:solidFill>
                              <a:latin typeface="Cambria Math" panose="02040503050406030204" pitchFamily="18" charset="0"/>
                            </a:rPr>
                            <m:t>0</m:t>
                          </m:r>
                        </m:sub>
                      </m:sSub>
                    </m:oMath>
                  </m:oMathPara>
                </a14:m>
                <a:endParaRPr lang="en-GB" sz="2800" dirty="0"/>
              </a:p>
            </p:txBody>
          </p:sp>
        </mc:Choice>
        <mc:Fallback xmlns="">
          <p:sp>
            <p:nvSpPr>
              <p:cNvPr id="61" name="TextBox 60">
                <a:extLst>
                  <a:ext uri="{FF2B5EF4-FFF2-40B4-BE49-F238E27FC236}">
                    <a16:creationId xmlns:a16="http://schemas.microsoft.com/office/drawing/2014/main" id="{CFDF4350-3066-1311-3526-3517CDD6340E}"/>
                  </a:ext>
                </a:extLst>
              </p:cNvPr>
              <p:cNvSpPr txBox="1">
                <a:spLocks noRot="1" noChangeAspect="1" noMove="1" noResize="1" noEditPoints="1" noAdjustHandles="1" noChangeArrowheads="1" noChangeShapeType="1" noTextEdit="1"/>
              </p:cNvSpPr>
              <p:nvPr/>
            </p:nvSpPr>
            <p:spPr>
              <a:xfrm>
                <a:off x="5637716" y="6296826"/>
                <a:ext cx="633956" cy="523220"/>
              </a:xfrm>
              <a:prstGeom prst="rect">
                <a:avLst/>
              </a:prstGeom>
              <a:blipFill>
                <a:blip r:embed="rId8"/>
                <a:stretch>
                  <a:fillRect/>
                </a:stretch>
              </a:blipFill>
            </p:spPr>
            <p:txBody>
              <a:bodyPr/>
              <a:lstStyle/>
              <a:p>
                <a:r>
                  <a:rPr lang="en-GB">
                    <a:noFill/>
                  </a:rPr>
                  <a:t> </a:t>
                </a:r>
              </a:p>
            </p:txBody>
          </p:sp>
        </mc:Fallback>
      </mc:AlternateContent>
      <p:cxnSp>
        <p:nvCxnSpPr>
          <p:cNvPr id="63" name="Straight Connector 62">
            <a:extLst>
              <a:ext uri="{FF2B5EF4-FFF2-40B4-BE49-F238E27FC236}">
                <a16:creationId xmlns:a16="http://schemas.microsoft.com/office/drawing/2014/main" id="{ADEC7DA2-902E-6CF3-F331-365F32804322}"/>
              </a:ext>
            </a:extLst>
          </p:cNvPr>
          <p:cNvCxnSpPr>
            <a:cxnSpLocks/>
            <a:stCxn id="60" idx="2"/>
            <a:endCxn id="61" idx="0"/>
          </p:cNvCxnSpPr>
          <p:nvPr/>
        </p:nvCxnSpPr>
        <p:spPr>
          <a:xfrm flipH="1">
            <a:off x="5954694" y="5054117"/>
            <a:ext cx="2679" cy="1242709"/>
          </a:xfrm>
          <a:prstGeom prst="line">
            <a:avLst/>
          </a:prstGeom>
          <a:ln w="38100">
            <a:solidFill>
              <a:schemeClr val="bg1"/>
            </a:solidFill>
            <a:prstDash val="dash"/>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27E70993-AA9E-62E1-71AA-726785B24754}"/>
              </a:ext>
            </a:extLst>
          </p:cNvPr>
          <p:cNvSpPr/>
          <p:nvPr/>
        </p:nvSpPr>
        <p:spPr>
          <a:xfrm>
            <a:off x="921445" y="2260216"/>
            <a:ext cx="2300179" cy="2208461"/>
          </a:xfrm>
          <a:prstGeom prst="ellipse">
            <a:avLst/>
          </a:prstGeom>
          <a:solidFill>
            <a:srgbClr val="0F444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9" name="Picture 18">
            <a:extLst>
              <a:ext uri="{FF2B5EF4-FFF2-40B4-BE49-F238E27FC236}">
                <a16:creationId xmlns:a16="http://schemas.microsoft.com/office/drawing/2014/main" id="{F42E6CDD-0D7E-8B27-9D8F-B14A0FB08A21}"/>
              </a:ext>
            </a:extLst>
          </p:cNvPr>
          <p:cNvPicPr>
            <a:picLocks noChangeAspect="1"/>
          </p:cNvPicPr>
          <p:nvPr/>
        </p:nvPicPr>
        <p:blipFill>
          <a:blip r:embed="rId9"/>
          <a:stretch>
            <a:fillRect/>
          </a:stretch>
        </p:blipFill>
        <p:spPr>
          <a:xfrm>
            <a:off x="1104006" y="2385901"/>
            <a:ext cx="1947441" cy="1878626"/>
          </a:xfrm>
          <a:prstGeom prst="ellipse">
            <a:avLst/>
          </a:prstGeom>
        </p:spPr>
      </p:pic>
    </p:spTree>
    <p:extLst>
      <p:ext uri="{BB962C8B-B14F-4D97-AF65-F5344CB8AC3E}">
        <p14:creationId xmlns:p14="http://schemas.microsoft.com/office/powerpoint/2010/main" val="32508220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39D6593-FD7D-9DE1-C8F2-D4AD24B00294}"/>
              </a:ext>
            </a:extLst>
          </p:cNvPr>
          <p:cNvPicPr>
            <a:picLocks noChangeAspect="1"/>
          </p:cNvPicPr>
          <p:nvPr/>
        </p:nvPicPr>
        <p:blipFill>
          <a:blip r:embed="rId2"/>
          <a:stretch>
            <a:fillRect/>
          </a:stretch>
        </p:blipFill>
        <p:spPr>
          <a:xfrm>
            <a:off x="1275677" y="418680"/>
            <a:ext cx="9640645" cy="6020640"/>
          </a:xfrm>
          <a:prstGeom prst="rect">
            <a:avLst/>
          </a:prstGeom>
        </p:spPr>
      </p:pic>
    </p:spTree>
    <p:extLst>
      <p:ext uri="{BB962C8B-B14F-4D97-AF65-F5344CB8AC3E}">
        <p14:creationId xmlns:p14="http://schemas.microsoft.com/office/powerpoint/2010/main" val="67466431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02F12199-62E4-AB07-07FB-37B97A0BB0B9}"/>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532E40FD-E7AD-D45B-99BD-2C9F702DFA9F}"/>
              </a:ext>
            </a:extLst>
          </p:cNvPr>
          <p:cNvSpPr txBox="1"/>
          <p:nvPr/>
        </p:nvSpPr>
        <p:spPr>
          <a:xfrm>
            <a:off x="902142" y="977851"/>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892FED7A-74CE-E177-33AE-96985D9F8CE8}"/>
              </a:ext>
            </a:extLst>
          </p:cNvPr>
          <p:cNvSpPr>
            <a:spLocks noGrp="1"/>
          </p:cNvSpPr>
          <p:nvPr>
            <p:ph type="sldNum" sz="quarter" idx="12"/>
          </p:nvPr>
        </p:nvSpPr>
        <p:spPr/>
        <p:txBody>
          <a:bodyPr/>
          <a:lstStyle/>
          <a:p>
            <a:fld id="{250B62C5-2ACF-4D78-8FF3-37371B948607}" type="slidenum">
              <a:rPr lang="en-US" smtClean="0"/>
              <a:t>9</a:t>
            </a:fld>
            <a:endParaRPr lang="en-US"/>
          </a:p>
        </p:txBody>
      </p:sp>
      <p:pic>
        <p:nvPicPr>
          <p:cNvPr id="36" name="Picture 35">
            <a:extLst>
              <a:ext uri="{FF2B5EF4-FFF2-40B4-BE49-F238E27FC236}">
                <a16:creationId xmlns:a16="http://schemas.microsoft.com/office/drawing/2014/main" id="{2CB0EE38-0648-40B1-BF3A-4948B5AF9DA6}"/>
              </a:ext>
            </a:extLst>
          </p:cNvPr>
          <p:cNvPicPr>
            <a:picLocks noChangeAspect="1"/>
          </p:cNvPicPr>
          <p:nvPr/>
        </p:nvPicPr>
        <p:blipFill>
          <a:blip r:embed="rId3"/>
          <a:stretch>
            <a:fillRect/>
          </a:stretch>
        </p:blipFill>
        <p:spPr>
          <a:xfrm>
            <a:off x="239692" y="1504861"/>
            <a:ext cx="3870637" cy="4705634"/>
          </a:xfrm>
          <a:prstGeom prst="rect">
            <a:avLst/>
          </a:prstGeom>
        </p:spPr>
      </p:pic>
      <p:sp>
        <p:nvSpPr>
          <p:cNvPr id="38" name="TextBox 37">
            <a:extLst>
              <a:ext uri="{FF2B5EF4-FFF2-40B4-BE49-F238E27FC236}">
                <a16:creationId xmlns:a16="http://schemas.microsoft.com/office/drawing/2014/main" id="{BCCD00CE-0045-3858-A15B-BD032C35C2E3}"/>
              </a:ext>
            </a:extLst>
          </p:cNvPr>
          <p:cNvSpPr txBox="1"/>
          <p:nvPr/>
        </p:nvSpPr>
        <p:spPr>
          <a:xfrm>
            <a:off x="-70394" y="6502450"/>
            <a:ext cx="9204797" cy="276999"/>
          </a:xfrm>
          <a:prstGeom prst="rect">
            <a:avLst/>
          </a:prstGeom>
          <a:noFill/>
        </p:spPr>
        <p:txBody>
          <a:bodyPr wrap="square">
            <a:spAutoFit/>
          </a:bodyPr>
          <a:lstStyle/>
          <a:p>
            <a:pPr>
              <a:buNone/>
            </a:pPr>
            <a:r>
              <a:rPr lang="en-US" sz="1200" dirty="0">
                <a:effectLst/>
              </a:rPr>
              <a:t>[1] B. Alberts, D. Bray, and K. Hopkin, </a:t>
            </a:r>
            <a:r>
              <a:rPr lang="en-US" sz="1200" i="1" dirty="0">
                <a:effectLst/>
              </a:rPr>
              <a:t>Essential Cell Biology</a:t>
            </a:r>
            <a:r>
              <a:rPr lang="en-US" sz="1200" dirty="0">
                <a:effectLst/>
              </a:rPr>
              <a:t>, 4th rev ed. edition. New York, NY: Norton &amp; Company, 2014.</a:t>
            </a:r>
          </a:p>
        </p:txBody>
      </p:sp>
    </p:spTree>
    <p:extLst>
      <p:ext uri="{BB962C8B-B14F-4D97-AF65-F5344CB8AC3E}">
        <p14:creationId xmlns:p14="http://schemas.microsoft.com/office/powerpoint/2010/main" val="20444588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8C0F5-C0CA-AAF0-8EC8-1EA7620F7AF2}"/>
            </a:ext>
          </a:extLst>
        </p:cNvPr>
        <p:cNvGrpSpPr/>
        <p:nvPr/>
      </p:nvGrpSpPr>
      <p:grpSpPr>
        <a:xfrm>
          <a:off x="0" y="0"/>
          <a:ext cx="0" cy="0"/>
          <a:chOff x="0" y="0"/>
          <a:chExt cx="0" cy="0"/>
        </a:xfrm>
      </p:grpSpPr>
      <p:pic>
        <p:nvPicPr>
          <p:cNvPr id="1026" name="Picture 2" descr="Metro-style map of major metabolic pathways">
            <a:extLst>
              <a:ext uri="{FF2B5EF4-FFF2-40B4-BE49-F238E27FC236}">
                <a16:creationId xmlns:a16="http://schemas.microsoft.com/office/drawing/2014/main" id="{7BB26DEB-2E1C-AAEA-DD6F-1D9054A73A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090" y="1657949"/>
            <a:ext cx="6584016" cy="4938012"/>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grpSp>
        <p:nvGrpSpPr>
          <p:cNvPr id="36" name="Group 35">
            <a:extLst>
              <a:ext uri="{FF2B5EF4-FFF2-40B4-BE49-F238E27FC236}">
                <a16:creationId xmlns:a16="http://schemas.microsoft.com/office/drawing/2014/main" id="{24D67A53-65D5-CCED-C2CE-23EAECC5B08D}"/>
              </a:ext>
            </a:extLst>
          </p:cNvPr>
          <p:cNvGrpSpPr/>
          <p:nvPr/>
        </p:nvGrpSpPr>
        <p:grpSpPr>
          <a:xfrm>
            <a:off x="8859442" y="3875942"/>
            <a:ext cx="3243500" cy="2674953"/>
            <a:chOff x="8859442" y="3875942"/>
            <a:chExt cx="3243500" cy="2674953"/>
          </a:xfrm>
        </p:grpSpPr>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7009999E-DFBE-8CDF-93C9-7E020A66F9A3}"/>
                    </a:ext>
                  </a:extLst>
                </p:cNvPr>
                <p:cNvSpPr txBox="1"/>
                <p:nvPr/>
              </p:nvSpPr>
              <p:spPr>
                <a:xfrm>
                  <a:off x="9005877" y="4177264"/>
                  <a:ext cx="2360583" cy="6352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𝑝</m:t>
                            </m:r>
                          </m:e>
                          <m:sub>
                            <m:r>
                              <a:rPr lang="en-US" sz="1600" i="1">
                                <a:latin typeface="Cambria Math" panose="02040503050406030204" pitchFamily="18" charset="0"/>
                              </a:rPr>
                              <m:t>𝑈</m:t>
                            </m:r>
                          </m:sub>
                        </m:sSub>
                        <m:r>
                          <a:rPr lang="en-US" sz="1600" i="1">
                            <a:latin typeface="Cambria Math" panose="02040503050406030204" pitchFamily="18" charset="0"/>
                          </a:rPr>
                          <m:t>=1−</m:t>
                        </m:r>
                        <m:f>
                          <m:fPr>
                            <m:ctrlPr>
                              <a:rPr lang="en-US" sz="1600" i="1">
                                <a:latin typeface="Cambria Math" panose="02040503050406030204" pitchFamily="18" charset="0"/>
                              </a:rPr>
                            </m:ctrlPr>
                          </m:fPr>
                          <m:num>
                            <m:r>
                              <a:rPr lang="en-US" sz="1600" i="1">
                                <a:latin typeface="Cambria Math" panose="02040503050406030204" pitchFamily="18" charset="0"/>
                              </a:rPr>
                              <m:t>1</m:t>
                            </m:r>
                          </m:num>
                          <m:den>
                            <m:r>
                              <a:rPr lang="en-US" sz="1600" i="1">
                                <a:latin typeface="Cambria Math" panose="02040503050406030204" pitchFamily="18" charset="0"/>
                              </a:rPr>
                              <m:t>1+</m:t>
                            </m:r>
                            <m:sSup>
                              <m:sSupPr>
                                <m:ctrlPr>
                                  <a:rPr lang="en-US" sz="1600" i="1" smtClean="0">
                                    <a:latin typeface="Cambria Math" panose="02040503050406030204" pitchFamily="18" charset="0"/>
                                  </a:rPr>
                                </m:ctrlPr>
                              </m:sSupPr>
                              <m:e>
                                <m:r>
                                  <a:rPr lang="de-DE" sz="1600" b="0" i="1" smtClean="0">
                                    <a:latin typeface="Cambria Math" panose="02040503050406030204" pitchFamily="18" charset="0"/>
                                  </a:rPr>
                                  <m:t>𝑒</m:t>
                                </m:r>
                              </m:e>
                              <m:sup>
                                <m:d>
                                  <m:dPr>
                                    <m:ctrlPr>
                                      <a:rPr lang="en-US" sz="1600" i="1">
                                        <a:latin typeface="Cambria Math" panose="02040503050406030204" pitchFamily="18" charset="0"/>
                                      </a:rPr>
                                    </m:ctrlPr>
                                  </m:dPr>
                                  <m:e>
                                    <m:f>
                                      <m:fPr>
                                        <m:ctrlPr>
                                          <a:rPr lang="en-US" sz="1600" i="1">
                                            <a:latin typeface="Cambria Math" panose="02040503050406030204" pitchFamily="18" charset="0"/>
                                          </a:rPr>
                                        </m:ctrlPr>
                                      </m:fPr>
                                      <m:num>
                                        <m:r>
                                          <m:rPr>
                                            <m:sty m:val="p"/>
                                          </m:rPr>
                                          <a:rPr lang="en-US" sz="1600">
                                            <a:latin typeface="Cambria Math" panose="02040503050406030204" pitchFamily="18" charset="0"/>
                                          </a:rPr>
                                          <m:t>Δ</m:t>
                                        </m:r>
                                        <m:r>
                                          <a:rPr lang="en-US" sz="1600" i="1">
                                            <a:latin typeface="Cambria Math" panose="02040503050406030204" pitchFamily="18" charset="0"/>
                                          </a:rPr>
                                          <m:t>𝐸</m:t>
                                        </m:r>
                                        <m:r>
                                          <a:rPr lang="en-US" sz="1600" i="1">
                                            <a:latin typeface="Cambria Math" panose="02040503050406030204" pitchFamily="18" charset="0"/>
                                          </a:rPr>
                                          <m:t>−</m:t>
                                        </m:r>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num>
                                      <m:den>
                                        <m:sSub>
                                          <m:sSubPr>
                                            <m:ctrlPr>
                                              <a:rPr lang="en-US" sz="1600" i="1">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r>
                                          <a:rPr lang="en-US" sz="1600" i="1">
                                            <a:latin typeface="Cambria Math" panose="02040503050406030204" pitchFamily="18" charset="0"/>
                                          </a:rPr>
                                          <m:t>𝑇</m:t>
                                        </m:r>
                                      </m:den>
                                    </m:f>
                                  </m:e>
                                </m:d>
                              </m:sup>
                            </m:sSup>
                          </m:den>
                        </m:f>
                      </m:oMath>
                    </m:oMathPara>
                  </a14:m>
                  <a:endParaRPr lang="en-US" sz="1600" dirty="0"/>
                </a:p>
              </p:txBody>
            </p:sp>
          </mc:Choice>
          <mc:Fallback xmlns="">
            <p:sp>
              <p:nvSpPr>
                <p:cNvPr id="6" name="TextBox 5">
                  <a:extLst>
                    <a:ext uri="{FF2B5EF4-FFF2-40B4-BE49-F238E27FC236}">
                      <a16:creationId xmlns:a16="http://schemas.microsoft.com/office/drawing/2014/main" id="{7009999E-DFBE-8CDF-93C9-7E020A66F9A3}"/>
                    </a:ext>
                  </a:extLst>
                </p:cNvPr>
                <p:cNvSpPr txBox="1">
                  <a:spLocks noRot="1" noChangeAspect="1" noMove="1" noResize="1" noEditPoints="1" noAdjustHandles="1" noChangeArrowheads="1" noChangeShapeType="1" noTextEdit="1"/>
                </p:cNvSpPr>
                <p:nvPr/>
              </p:nvSpPr>
              <p:spPr>
                <a:xfrm>
                  <a:off x="9005877" y="4177264"/>
                  <a:ext cx="2360583" cy="635240"/>
                </a:xfrm>
                <a:prstGeom prst="rect">
                  <a:avLst/>
                </a:prstGeom>
                <a:blipFill>
                  <a:blip r:embed="rId4"/>
                  <a:stretch>
                    <a:fillRect b="-962"/>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B854A092-F48B-D396-5C6F-DF3BCBA93B10}"/>
                </a:ext>
              </a:extLst>
            </p:cNvPr>
            <p:cNvSpPr txBox="1"/>
            <p:nvPr/>
          </p:nvSpPr>
          <p:spPr>
            <a:xfrm>
              <a:off x="8859442" y="3875942"/>
              <a:ext cx="3042822"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Enzyme unfolding probability</a:t>
              </a:r>
              <a:endParaRPr lang="en-US" sz="16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CF7F1E51-5189-202E-EC64-373CD33519F6}"/>
                    </a:ext>
                  </a:extLst>
                </p:cNvPr>
                <p:cNvSpPr txBox="1"/>
                <p:nvPr/>
              </p:nvSpPr>
              <p:spPr>
                <a:xfrm>
                  <a:off x="8937109" y="5365273"/>
                  <a:ext cx="281598" cy="33855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1600" smtClean="0">
                            <a:latin typeface="Cambria Math" panose="02040503050406030204" pitchFamily="18" charset="0"/>
                          </a:rPr>
                          <m:t>Δ</m:t>
                        </m:r>
                        <m:r>
                          <a:rPr lang="en-US" sz="1600" i="1">
                            <a:latin typeface="Cambria Math" panose="02040503050406030204" pitchFamily="18" charset="0"/>
                          </a:rPr>
                          <m:t>𝐸</m:t>
                        </m:r>
                      </m:oMath>
                    </m:oMathPara>
                  </a14:m>
                  <a:endParaRPr lang="en-US" sz="1600" dirty="0"/>
                </a:p>
              </p:txBody>
            </p:sp>
          </mc:Choice>
          <mc:Fallback xmlns="">
            <p:sp>
              <p:nvSpPr>
                <p:cNvPr id="16" name="TextBox 15">
                  <a:extLst>
                    <a:ext uri="{FF2B5EF4-FFF2-40B4-BE49-F238E27FC236}">
                      <a16:creationId xmlns:a16="http://schemas.microsoft.com/office/drawing/2014/main" id="{CF7F1E51-5189-202E-EC64-373CD33519F6}"/>
                    </a:ext>
                  </a:extLst>
                </p:cNvPr>
                <p:cNvSpPr txBox="1">
                  <a:spLocks noRot="1" noChangeAspect="1" noMove="1" noResize="1" noEditPoints="1" noAdjustHandles="1" noChangeArrowheads="1" noChangeShapeType="1" noTextEdit="1"/>
                </p:cNvSpPr>
                <p:nvPr/>
              </p:nvSpPr>
              <p:spPr>
                <a:xfrm>
                  <a:off x="8937109" y="5365273"/>
                  <a:ext cx="281598" cy="338555"/>
                </a:xfrm>
                <a:prstGeom prst="rect">
                  <a:avLst/>
                </a:prstGeom>
                <a:blipFill>
                  <a:blip r:embed="rId5"/>
                  <a:stretch>
                    <a:fillRect r="-478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9D7B7D5B-CB1A-D93C-D05E-5A441775A9A9}"/>
                    </a:ext>
                  </a:extLst>
                </p:cNvPr>
                <p:cNvSpPr txBox="1"/>
                <p:nvPr/>
              </p:nvSpPr>
              <p:spPr>
                <a:xfrm>
                  <a:off x="8877734" y="4959805"/>
                  <a:ext cx="469949"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a:latin typeface="Cambria Math" panose="02040503050406030204" pitchFamily="18" charset="0"/>
                              </a:rPr>
                            </m:ctrlPr>
                          </m:sSubPr>
                          <m:e>
                            <m:d>
                              <m:dPr>
                                <m:begChr m:val="⟨"/>
                                <m:endChr m:val="⟩"/>
                                <m:ctrlPr>
                                  <a:rPr lang="en-US" sz="1600" i="1">
                                    <a:latin typeface="Cambria Math" panose="02040503050406030204" pitchFamily="18" charset="0"/>
                                  </a:rPr>
                                </m:ctrlPr>
                              </m:dPr>
                              <m:e>
                                <m:sSub>
                                  <m:sSubPr>
                                    <m:ctrlPr>
                                      <a:rPr lang="en-US" sz="1600" i="1">
                                        <a:latin typeface="Cambria Math" panose="02040503050406030204" pitchFamily="18" charset="0"/>
                                      </a:rPr>
                                    </m:ctrlPr>
                                  </m:sSubPr>
                                  <m:e>
                                    <m:r>
                                      <a:rPr lang="en-US" sz="1600" i="1">
                                        <a:latin typeface="Cambria Math" panose="02040503050406030204" pitchFamily="18" charset="0"/>
                                      </a:rPr>
                                      <m:t>𝐸</m:t>
                                    </m:r>
                                  </m:e>
                                  <m:sub>
                                    <m:r>
                                      <a:rPr lang="en-US" sz="1600" i="1">
                                        <a:latin typeface="Cambria Math" panose="02040503050406030204" pitchFamily="18" charset="0"/>
                                      </a:rPr>
                                      <m:t>𝑡𝑜𝑡</m:t>
                                    </m:r>
                                  </m:sub>
                                </m:sSub>
                              </m:e>
                            </m:d>
                          </m:e>
                          <m:sub>
                            <m:r>
                              <a:rPr lang="en-US" sz="1600" i="1">
                                <a:latin typeface="Cambria Math" panose="02040503050406030204" pitchFamily="18" charset="0"/>
                              </a:rPr>
                              <m:t>𝑠𝑠</m:t>
                            </m:r>
                          </m:sub>
                        </m:sSub>
                      </m:oMath>
                    </m:oMathPara>
                  </a14:m>
                  <a:endParaRPr lang="en-US" sz="1600" dirty="0"/>
                </a:p>
              </p:txBody>
            </p:sp>
          </mc:Choice>
          <mc:Fallback xmlns="">
            <p:sp>
              <p:nvSpPr>
                <p:cNvPr id="17" name="TextBox 16">
                  <a:extLst>
                    <a:ext uri="{FF2B5EF4-FFF2-40B4-BE49-F238E27FC236}">
                      <a16:creationId xmlns:a16="http://schemas.microsoft.com/office/drawing/2014/main" id="{9D7B7D5B-CB1A-D93C-D05E-5A441775A9A9}"/>
                    </a:ext>
                  </a:extLst>
                </p:cNvPr>
                <p:cNvSpPr txBox="1">
                  <a:spLocks noRot="1" noChangeAspect="1" noMove="1" noResize="1" noEditPoints="1" noAdjustHandles="1" noChangeArrowheads="1" noChangeShapeType="1" noTextEdit="1"/>
                </p:cNvSpPr>
                <p:nvPr/>
              </p:nvSpPr>
              <p:spPr>
                <a:xfrm>
                  <a:off x="8877734" y="4959805"/>
                  <a:ext cx="469949" cy="338555"/>
                </a:xfrm>
                <a:prstGeom prst="rect">
                  <a:avLst/>
                </a:prstGeom>
                <a:blipFill>
                  <a:blip r:embed="rId6"/>
                  <a:stretch>
                    <a:fillRect r="-6493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2E8B1F17-AC55-537B-3224-6423B2DA9B2D}"/>
                    </a:ext>
                  </a:extLst>
                </p:cNvPr>
                <p:cNvSpPr txBox="1"/>
                <p:nvPr/>
              </p:nvSpPr>
              <p:spPr>
                <a:xfrm>
                  <a:off x="8997682" y="5800281"/>
                  <a:ext cx="331731"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1600" i="1" smtClean="0">
                                <a:latin typeface="Cambria Math" panose="02040503050406030204" pitchFamily="18" charset="0"/>
                              </a:rPr>
                            </m:ctrlPr>
                          </m:sSubPr>
                          <m:e>
                            <m:r>
                              <a:rPr lang="en-US" sz="1600" i="1">
                                <a:latin typeface="Cambria Math" panose="02040503050406030204" pitchFamily="18" charset="0"/>
                              </a:rPr>
                              <m:t>𝑘</m:t>
                            </m:r>
                          </m:e>
                          <m:sub>
                            <m:r>
                              <a:rPr lang="en-US" sz="1600" i="1">
                                <a:latin typeface="Cambria Math" panose="02040503050406030204" pitchFamily="18" charset="0"/>
                              </a:rPr>
                              <m:t>𝑏</m:t>
                            </m:r>
                          </m:sub>
                        </m:sSub>
                      </m:oMath>
                    </m:oMathPara>
                  </a14:m>
                  <a:endParaRPr lang="en-US" sz="1600" dirty="0"/>
                </a:p>
              </p:txBody>
            </p:sp>
          </mc:Choice>
          <mc:Fallback xmlns="">
            <p:sp>
              <p:nvSpPr>
                <p:cNvPr id="18" name="TextBox 17">
                  <a:extLst>
                    <a:ext uri="{FF2B5EF4-FFF2-40B4-BE49-F238E27FC236}">
                      <a16:creationId xmlns:a16="http://schemas.microsoft.com/office/drawing/2014/main" id="{2E8B1F17-AC55-537B-3224-6423B2DA9B2D}"/>
                    </a:ext>
                  </a:extLst>
                </p:cNvPr>
                <p:cNvSpPr txBox="1">
                  <a:spLocks noRot="1" noChangeAspect="1" noMove="1" noResize="1" noEditPoints="1" noAdjustHandles="1" noChangeArrowheads="1" noChangeShapeType="1" noTextEdit="1"/>
                </p:cNvSpPr>
                <p:nvPr/>
              </p:nvSpPr>
              <p:spPr>
                <a:xfrm>
                  <a:off x="8997682" y="5800281"/>
                  <a:ext cx="331731" cy="338555"/>
                </a:xfrm>
                <a:prstGeom prst="rect">
                  <a:avLst/>
                </a:prstGeom>
                <a:blipFill>
                  <a:blip r:embed="rId7"/>
                  <a:stretch>
                    <a:fillRect r="-18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17B29FCA-51B6-5E42-1D44-B772D2ACEBFD}"/>
                    </a:ext>
                  </a:extLst>
                </p:cNvPr>
                <p:cNvSpPr txBox="1"/>
                <p:nvPr/>
              </p:nvSpPr>
              <p:spPr>
                <a:xfrm>
                  <a:off x="9036682" y="6200053"/>
                  <a:ext cx="191670" cy="33855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1600" i="1" smtClean="0">
                            <a:latin typeface="Cambria Math" panose="02040503050406030204" pitchFamily="18" charset="0"/>
                          </a:rPr>
                          <m:t>𝑇</m:t>
                        </m:r>
                      </m:oMath>
                    </m:oMathPara>
                  </a14:m>
                  <a:endParaRPr lang="en-US" sz="1600" dirty="0"/>
                </a:p>
              </p:txBody>
            </p:sp>
          </mc:Choice>
          <mc:Fallback xmlns="">
            <p:sp>
              <p:nvSpPr>
                <p:cNvPr id="19" name="TextBox 18">
                  <a:extLst>
                    <a:ext uri="{FF2B5EF4-FFF2-40B4-BE49-F238E27FC236}">
                      <a16:creationId xmlns:a16="http://schemas.microsoft.com/office/drawing/2014/main" id="{17B29FCA-51B6-5E42-1D44-B772D2ACEBFD}"/>
                    </a:ext>
                  </a:extLst>
                </p:cNvPr>
                <p:cNvSpPr txBox="1">
                  <a:spLocks noRot="1" noChangeAspect="1" noMove="1" noResize="1" noEditPoints="1" noAdjustHandles="1" noChangeArrowheads="1" noChangeShapeType="1" noTextEdit="1"/>
                </p:cNvSpPr>
                <p:nvPr/>
              </p:nvSpPr>
              <p:spPr>
                <a:xfrm>
                  <a:off x="9036682" y="6200053"/>
                  <a:ext cx="191670" cy="338555"/>
                </a:xfrm>
                <a:prstGeom prst="rect">
                  <a:avLst/>
                </a:prstGeom>
                <a:blipFill>
                  <a:blip r:embed="rId8"/>
                  <a:stretch>
                    <a:fillRect r="-46875"/>
                  </a:stretch>
                </a:blipFill>
              </p:spPr>
              <p:txBody>
                <a:bodyPr/>
                <a:lstStyle/>
                <a:p>
                  <a:r>
                    <a:rPr lang="en-US">
                      <a:noFill/>
                    </a:rPr>
                    <a:t> </a:t>
                  </a:r>
                </a:p>
              </p:txBody>
            </p:sp>
          </mc:Fallback>
        </mc:AlternateContent>
        <p:sp>
          <p:nvSpPr>
            <p:cNvPr id="20" name="TextBox 19">
              <a:extLst>
                <a:ext uri="{FF2B5EF4-FFF2-40B4-BE49-F238E27FC236}">
                  <a16:creationId xmlns:a16="http://schemas.microsoft.com/office/drawing/2014/main" id="{4BCF4A6C-B6F0-8A85-A5E3-1866FE8D594A}"/>
                </a:ext>
              </a:extLst>
            </p:cNvPr>
            <p:cNvSpPr txBox="1"/>
            <p:nvPr/>
          </p:nvSpPr>
          <p:spPr>
            <a:xfrm>
              <a:off x="9593152" y="4968104"/>
              <a:ext cx="2509790" cy="338555"/>
            </a:xfrm>
            <a:prstGeom prst="rect">
              <a:avLst/>
            </a:prstGeom>
            <a:noFill/>
          </p:spPr>
          <p:txBody>
            <a:bodyPr wrap="none" rtlCol="0">
              <a:spAutoFit/>
            </a:bodyPr>
            <a:lstStyle/>
            <a:p>
              <a:r>
                <a:rPr lang="en-US" sz="1600" dirty="0"/>
                <a:t>Total energy of the enzyme</a:t>
              </a:r>
            </a:p>
          </p:txBody>
        </p:sp>
        <p:sp>
          <p:nvSpPr>
            <p:cNvPr id="21" name="TextBox 20">
              <a:extLst>
                <a:ext uri="{FF2B5EF4-FFF2-40B4-BE49-F238E27FC236}">
                  <a16:creationId xmlns:a16="http://schemas.microsoft.com/office/drawing/2014/main" id="{813D1E35-D6EE-C97E-A252-8BC48B95D747}"/>
                </a:ext>
              </a:extLst>
            </p:cNvPr>
            <p:cNvSpPr txBox="1"/>
            <p:nvPr/>
          </p:nvSpPr>
          <p:spPr>
            <a:xfrm>
              <a:off x="9680190" y="5375268"/>
              <a:ext cx="1919884" cy="338555"/>
            </a:xfrm>
            <a:prstGeom prst="rect">
              <a:avLst/>
            </a:prstGeom>
            <a:noFill/>
          </p:spPr>
          <p:txBody>
            <a:bodyPr wrap="none" rtlCol="0">
              <a:spAutoFit/>
            </a:bodyPr>
            <a:lstStyle/>
            <a:p>
              <a:r>
                <a:rPr lang="en-US" sz="1600" dirty="0"/>
                <a:t>Enzyme-free energy</a:t>
              </a:r>
            </a:p>
          </p:txBody>
        </p:sp>
        <p:sp>
          <p:nvSpPr>
            <p:cNvPr id="22" name="TextBox 21">
              <a:extLst>
                <a:ext uri="{FF2B5EF4-FFF2-40B4-BE49-F238E27FC236}">
                  <a16:creationId xmlns:a16="http://schemas.microsoft.com/office/drawing/2014/main" id="{6A1D815F-26E7-1579-6DE8-0C2825F89B03}"/>
                </a:ext>
              </a:extLst>
            </p:cNvPr>
            <p:cNvSpPr txBox="1"/>
            <p:nvPr/>
          </p:nvSpPr>
          <p:spPr>
            <a:xfrm>
              <a:off x="9644567" y="5808580"/>
              <a:ext cx="1969962" cy="338555"/>
            </a:xfrm>
            <a:prstGeom prst="rect">
              <a:avLst/>
            </a:prstGeom>
            <a:noFill/>
          </p:spPr>
          <p:txBody>
            <a:bodyPr wrap="none" rtlCol="0">
              <a:spAutoFit/>
            </a:bodyPr>
            <a:lstStyle/>
            <a:p>
              <a:r>
                <a:rPr lang="en-US" sz="1600" dirty="0"/>
                <a:t>Boltzmann constant</a:t>
              </a:r>
            </a:p>
          </p:txBody>
        </p:sp>
        <p:sp>
          <p:nvSpPr>
            <p:cNvPr id="23" name="TextBox 22">
              <a:extLst>
                <a:ext uri="{FF2B5EF4-FFF2-40B4-BE49-F238E27FC236}">
                  <a16:creationId xmlns:a16="http://schemas.microsoft.com/office/drawing/2014/main" id="{7F9035C9-CFFE-0DA9-3F47-7F6D42F270FD}"/>
                </a:ext>
              </a:extLst>
            </p:cNvPr>
            <p:cNvSpPr txBox="1"/>
            <p:nvPr/>
          </p:nvSpPr>
          <p:spPr>
            <a:xfrm>
              <a:off x="9650234" y="6212340"/>
              <a:ext cx="2239843" cy="338555"/>
            </a:xfrm>
            <a:prstGeom prst="rect">
              <a:avLst/>
            </a:prstGeom>
            <a:noFill/>
          </p:spPr>
          <p:txBody>
            <a:bodyPr wrap="none" rtlCol="0">
              <a:spAutoFit/>
            </a:bodyPr>
            <a:lstStyle/>
            <a:p>
              <a:r>
                <a:rPr lang="en-US" sz="1600" dirty="0"/>
                <a:t>Temperature of the Cell</a:t>
              </a:r>
            </a:p>
          </p:txBody>
        </p:sp>
      </p:grpSp>
      <p:pic>
        <p:nvPicPr>
          <p:cNvPr id="24" name="Picture 23">
            <a:extLst>
              <a:ext uri="{FF2B5EF4-FFF2-40B4-BE49-F238E27FC236}">
                <a16:creationId xmlns:a16="http://schemas.microsoft.com/office/drawing/2014/main" id="{6F708CCF-D707-6FB7-1B9F-C825ACEE893B}"/>
              </a:ext>
            </a:extLst>
          </p:cNvPr>
          <p:cNvPicPr>
            <a:picLocks noChangeAspect="1"/>
          </p:cNvPicPr>
          <p:nvPr/>
        </p:nvPicPr>
        <p:blipFill>
          <a:blip r:embed="rId9"/>
          <a:stretch>
            <a:fillRect/>
          </a:stretch>
        </p:blipFill>
        <p:spPr>
          <a:xfrm rot="16379150" flipH="1">
            <a:off x="9367036" y="2103242"/>
            <a:ext cx="1483213" cy="1483214"/>
          </a:xfrm>
          <a:prstGeom prst="rect">
            <a:avLst/>
          </a:prstGeom>
        </p:spPr>
      </p:pic>
      <p:sp>
        <p:nvSpPr>
          <p:cNvPr id="25" name="TextBox 24">
            <a:extLst>
              <a:ext uri="{FF2B5EF4-FFF2-40B4-BE49-F238E27FC236}">
                <a16:creationId xmlns:a16="http://schemas.microsoft.com/office/drawing/2014/main" id="{890B4519-09EA-B2FB-9386-E34DCFD631D2}"/>
              </a:ext>
            </a:extLst>
          </p:cNvPr>
          <p:cNvSpPr txBox="1"/>
          <p:nvPr/>
        </p:nvSpPr>
        <p:spPr>
          <a:xfrm>
            <a:off x="10486368" y="2276987"/>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26" name="Picture 25">
            <a:extLst>
              <a:ext uri="{FF2B5EF4-FFF2-40B4-BE49-F238E27FC236}">
                <a16:creationId xmlns:a16="http://schemas.microsoft.com/office/drawing/2014/main" id="{F030DF57-8B30-4F82-DC98-51928849A8F5}"/>
              </a:ext>
            </a:extLst>
          </p:cNvPr>
          <p:cNvPicPr>
            <a:picLocks noChangeAspect="1"/>
          </p:cNvPicPr>
          <p:nvPr/>
        </p:nvPicPr>
        <p:blipFill>
          <a:blip r:embed="rId10"/>
          <a:srcRect l="8213"/>
          <a:stretch>
            <a:fillRect/>
          </a:stretch>
        </p:blipFill>
        <p:spPr>
          <a:xfrm>
            <a:off x="7627804" y="2628581"/>
            <a:ext cx="1438385" cy="1567101"/>
          </a:xfrm>
          <a:prstGeom prst="rect">
            <a:avLst/>
          </a:prstGeom>
        </p:spPr>
      </p:pic>
      <p:cxnSp>
        <p:nvCxnSpPr>
          <p:cNvPr id="27" name="Straight Connector 26">
            <a:extLst>
              <a:ext uri="{FF2B5EF4-FFF2-40B4-BE49-F238E27FC236}">
                <a16:creationId xmlns:a16="http://schemas.microsoft.com/office/drawing/2014/main" id="{1DB79373-9FB1-2B44-9542-9A8EDF52564C}"/>
              </a:ext>
            </a:extLst>
          </p:cNvPr>
          <p:cNvCxnSpPr>
            <a:cxnSpLocks/>
          </p:cNvCxnSpPr>
          <p:nvPr/>
        </p:nvCxnSpPr>
        <p:spPr>
          <a:xfrm flipH="1" flipV="1">
            <a:off x="8249028" y="2635692"/>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8AB6B2AB-CD2F-9F44-912E-4A93D217967A}"/>
              </a:ext>
            </a:extLst>
          </p:cNvPr>
          <p:cNvCxnSpPr>
            <a:cxnSpLocks/>
          </p:cNvCxnSpPr>
          <p:nvPr/>
        </p:nvCxnSpPr>
        <p:spPr>
          <a:xfrm flipV="1">
            <a:off x="8959300" y="2910679"/>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35" name="Group 34">
            <a:extLst>
              <a:ext uri="{FF2B5EF4-FFF2-40B4-BE49-F238E27FC236}">
                <a16:creationId xmlns:a16="http://schemas.microsoft.com/office/drawing/2014/main" id="{85A805CE-A2E6-4050-6ECA-F9A4EAB9D703}"/>
              </a:ext>
            </a:extLst>
          </p:cNvPr>
          <p:cNvGrpSpPr/>
          <p:nvPr/>
        </p:nvGrpSpPr>
        <p:grpSpPr>
          <a:xfrm>
            <a:off x="6610277" y="151571"/>
            <a:ext cx="4861322" cy="6568625"/>
            <a:chOff x="6610277" y="151571"/>
            <a:chExt cx="4861322" cy="6568625"/>
          </a:xfrm>
        </p:grpSpPr>
        <p:pic>
          <p:nvPicPr>
            <p:cNvPr id="4" name="Picture 3">
              <a:extLst>
                <a:ext uri="{FF2B5EF4-FFF2-40B4-BE49-F238E27FC236}">
                  <a16:creationId xmlns:a16="http://schemas.microsoft.com/office/drawing/2014/main" id="{FEAFE42F-4765-1884-3201-6DFC453AF424}"/>
                </a:ext>
              </a:extLst>
            </p:cNvPr>
            <p:cNvPicPr>
              <a:picLocks noChangeAspect="1"/>
            </p:cNvPicPr>
            <p:nvPr/>
          </p:nvPicPr>
          <p:blipFill>
            <a:blip r:embed="rId11"/>
            <a:stretch>
              <a:fillRect/>
            </a:stretch>
          </p:blipFill>
          <p:spPr>
            <a:xfrm>
              <a:off x="7290882" y="5040554"/>
              <a:ext cx="1679641" cy="1679642"/>
            </a:xfrm>
            <a:prstGeom prst="rect">
              <a:avLst/>
            </a:prstGeom>
          </p:spPr>
        </p:pic>
        <p:pic>
          <p:nvPicPr>
            <p:cNvPr id="5" name="Picture 4">
              <a:extLst>
                <a:ext uri="{FF2B5EF4-FFF2-40B4-BE49-F238E27FC236}">
                  <a16:creationId xmlns:a16="http://schemas.microsoft.com/office/drawing/2014/main" id="{7229A624-C607-5CF4-0C9F-C4C39F7D3A88}"/>
                </a:ext>
              </a:extLst>
            </p:cNvPr>
            <p:cNvPicPr>
              <a:picLocks noChangeAspect="1"/>
            </p:cNvPicPr>
            <p:nvPr/>
          </p:nvPicPr>
          <p:blipFill>
            <a:blip r:embed="rId12"/>
            <a:srcRect l="25538" t="6542" r="31911" b="10234"/>
            <a:stretch>
              <a:fillRect/>
            </a:stretch>
          </p:blipFill>
          <p:spPr>
            <a:xfrm rot="9842333">
              <a:off x="8828453" y="795315"/>
              <a:ext cx="354848" cy="462687"/>
            </a:xfrm>
            <a:prstGeom prst="rect">
              <a:avLst/>
            </a:prstGeom>
          </p:spPr>
        </p:pic>
        <p:sp>
          <p:nvSpPr>
            <p:cNvPr id="8" name="Freeform: Shape 7">
              <a:extLst>
                <a:ext uri="{FF2B5EF4-FFF2-40B4-BE49-F238E27FC236}">
                  <a16:creationId xmlns:a16="http://schemas.microsoft.com/office/drawing/2014/main" id="{FDCCA52D-0BEF-CB14-E1F9-40FAF55C7F71}"/>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9" name="Picture 8">
              <a:extLst>
                <a:ext uri="{FF2B5EF4-FFF2-40B4-BE49-F238E27FC236}">
                  <a16:creationId xmlns:a16="http://schemas.microsoft.com/office/drawing/2014/main" id="{F5AB5F80-30A3-C0B4-25F4-F9248B930A62}"/>
                </a:ext>
              </a:extLst>
            </p:cNvPr>
            <p:cNvPicPr>
              <a:picLocks noChangeAspect="1"/>
            </p:cNvPicPr>
            <p:nvPr/>
          </p:nvPicPr>
          <p:blipFill>
            <a:blip r:embed="rId12"/>
            <a:srcRect l="25538" t="6542" r="31911" b="10234"/>
            <a:stretch>
              <a:fillRect/>
            </a:stretch>
          </p:blipFill>
          <p:spPr>
            <a:xfrm rot="9842333">
              <a:off x="9080817" y="482376"/>
              <a:ext cx="354848" cy="462687"/>
            </a:xfrm>
            <a:prstGeom prst="rect">
              <a:avLst/>
            </a:prstGeom>
          </p:spPr>
        </p:pic>
        <p:pic>
          <p:nvPicPr>
            <p:cNvPr id="10" name="Picture 9">
              <a:extLst>
                <a:ext uri="{FF2B5EF4-FFF2-40B4-BE49-F238E27FC236}">
                  <a16:creationId xmlns:a16="http://schemas.microsoft.com/office/drawing/2014/main" id="{FDD8EDE8-D888-786C-9852-F44237B40D29}"/>
                </a:ext>
              </a:extLst>
            </p:cNvPr>
            <p:cNvPicPr>
              <a:picLocks noChangeAspect="1"/>
            </p:cNvPicPr>
            <p:nvPr/>
          </p:nvPicPr>
          <p:blipFill>
            <a:blip r:embed="rId12"/>
            <a:srcRect l="25538" t="6542" r="31911" b="10234"/>
            <a:stretch>
              <a:fillRect/>
            </a:stretch>
          </p:blipFill>
          <p:spPr>
            <a:xfrm rot="9842333">
              <a:off x="8505733" y="674954"/>
              <a:ext cx="354848" cy="462687"/>
            </a:xfrm>
            <a:prstGeom prst="rect">
              <a:avLst/>
            </a:prstGeom>
          </p:spPr>
        </p:pic>
        <p:pic>
          <p:nvPicPr>
            <p:cNvPr id="11" name="Picture 10">
              <a:extLst>
                <a:ext uri="{FF2B5EF4-FFF2-40B4-BE49-F238E27FC236}">
                  <a16:creationId xmlns:a16="http://schemas.microsoft.com/office/drawing/2014/main" id="{94DB2F84-C961-076A-2A89-658175E401CE}"/>
                </a:ext>
              </a:extLst>
            </p:cNvPr>
            <p:cNvPicPr>
              <a:picLocks noChangeAspect="1"/>
            </p:cNvPicPr>
            <p:nvPr/>
          </p:nvPicPr>
          <p:blipFill>
            <a:blip r:embed="rId12"/>
            <a:srcRect l="25538" t="6542" r="31911" b="10234"/>
            <a:stretch>
              <a:fillRect/>
            </a:stretch>
          </p:blipFill>
          <p:spPr>
            <a:xfrm rot="9842333">
              <a:off x="8810327" y="495135"/>
              <a:ext cx="354848" cy="462687"/>
            </a:xfrm>
            <a:prstGeom prst="rect">
              <a:avLst/>
            </a:prstGeom>
          </p:spPr>
        </p:pic>
        <p:sp>
          <p:nvSpPr>
            <p:cNvPr id="12" name="Freeform: Shape 11">
              <a:extLst>
                <a:ext uri="{FF2B5EF4-FFF2-40B4-BE49-F238E27FC236}">
                  <a16:creationId xmlns:a16="http://schemas.microsoft.com/office/drawing/2014/main" id="{904B17C5-F7D5-8394-8282-D86341A6F379}"/>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3" name="Freeform: Shape 12">
              <a:extLst>
                <a:ext uri="{FF2B5EF4-FFF2-40B4-BE49-F238E27FC236}">
                  <a16:creationId xmlns:a16="http://schemas.microsoft.com/office/drawing/2014/main" id="{231B16CA-DAB3-C952-0CB8-F7FA25C5881E}"/>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14" name="TextBox 13">
              <a:extLst>
                <a:ext uri="{FF2B5EF4-FFF2-40B4-BE49-F238E27FC236}">
                  <a16:creationId xmlns:a16="http://schemas.microsoft.com/office/drawing/2014/main" id="{FB0321C5-7A7D-E4E5-8016-5FF8134F89F2}"/>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15" name="TextBox 14">
              <a:extLst>
                <a:ext uri="{FF2B5EF4-FFF2-40B4-BE49-F238E27FC236}">
                  <a16:creationId xmlns:a16="http://schemas.microsoft.com/office/drawing/2014/main" id="{483D7E50-050D-A457-C8DE-6967D93E56D4}"/>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29" name="Arc 28">
              <a:extLst>
                <a:ext uri="{FF2B5EF4-FFF2-40B4-BE49-F238E27FC236}">
                  <a16:creationId xmlns:a16="http://schemas.microsoft.com/office/drawing/2014/main" id="{5E5D222D-01C3-CA4F-0166-039F39C7EBB8}"/>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30" name="TextBox 29">
              <a:extLst>
                <a:ext uri="{FF2B5EF4-FFF2-40B4-BE49-F238E27FC236}">
                  <a16:creationId xmlns:a16="http://schemas.microsoft.com/office/drawing/2014/main" id="{855F9D38-986F-D980-8669-907845FC2D97}"/>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31" name="TextBox 30">
              <a:extLst>
                <a:ext uri="{FF2B5EF4-FFF2-40B4-BE49-F238E27FC236}">
                  <a16:creationId xmlns:a16="http://schemas.microsoft.com/office/drawing/2014/main" id="{1E0BFE10-9AAF-B04B-1DDC-35469BE82908}"/>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sp>
        <p:nvSpPr>
          <p:cNvPr id="3" name="Title 1">
            <a:extLst>
              <a:ext uri="{FF2B5EF4-FFF2-40B4-BE49-F238E27FC236}">
                <a16:creationId xmlns:a16="http://schemas.microsoft.com/office/drawing/2014/main" id="{5A47581C-155C-3F4B-45B1-533ACBC5A83A}"/>
              </a:ext>
            </a:extLst>
          </p:cNvPr>
          <p:cNvSpPr>
            <a:spLocks noGrp="1"/>
          </p:cNvSpPr>
          <p:nvPr>
            <p:ph type="title"/>
          </p:nvPr>
        </p:nvSpPr>
        <p:spPr>
          <a:xfrm>
            <a:off x="383872" y="220928"/>
            <a:ext cx="1952334" cy="505057"/>
          </a:xfrm>
        </p:spPr>
        <p:txBody>
          <a:bodyPr>
            <a:normAutofit fontScale="90000"/>
          </a:bodyPr>
          <a:lstStyle/>
          <a:p>
            <a:r>
              <a:rPr lang="en-US" sz="4000" dirty="0"/>
              <a:t>Concept</a:t>
            </a:r>
            <a:endParaRPr lang="en-US" sz="3200" dirty="0"/>
          </a:p>
        </p:txBody>
      </p:sp>
      <p:sp>
        <p:nvSpPr>
          <p:cNvPr id="34" name="TextBox 33">
            <a:extLst>
              <a:ext uri="{FF2B5EF4-FFF2-40B4-BE49-F238E27FC236}">
                <a16:creationId xmlns:a16="http://schemas.microsoft.com/office/drawing/2014/main" id="{B8E7BBB7-3BDA-7372-4FF6-A305E5E89E1A}"/>
              </a:ext>
            </a:extLst>
          </p:cNvPr>
          <p:cNvSpPr txBox="1"/>
          <p:nvPr/>
        </p:nvSpPr>
        <p:spPr>
          <a:xfrm>
            <a:off x="131056" y="1098212"/>
            <a:ext cx="2692340" cy="461665"/>
          </a:xfrm>
          <a:prstGeom prst="rect">
            <a:avLst/>
          </a:prstGeom>
          <a:noFill/>
        </p:spPr>
        <p:txBody>
          <a:bodyPr wrap="none" rtlCol="0">
            <a:spAutoFit/>
          </a:bodyPr>
          <a:lstStyle/>
          <a:p>
            <a:r>
              <a:rPr lang="en-US" sz="2400" dirty="0"/>
              <a:t>Metabolic Network</a:t>
            </a:r>
          </a:p>
        </p:txBody>
      </p:sp>
      <p:sp>
        <p:nvSpPr>
          <p:cNvPr id="32" name="Slide Number Placeholder 31">
            <a:extLst>
              <a:ext uri="{FF2B5EF4-FFF2-40B4-BE49-F238E27FC236}">
                <a16:creationId xmlns:a16="http://schemas.microsoft.com/office/drawing/2014/main" id="{0E7E547D-85AB-9B3D-423F-34D060C60854}"/>
              </a:ext>
            </a:extLst>
          </p:cNvPr>
          <p:cNvSpPr>
            <a:spLocks noGrp="1"/>
          </p:cNvSpPr>
          <p:nvPr>
            <p:ph type="sldNum" sz="quarter" idx="12"/>
          </p:nvPr>
        </p:nvSpPr>
        <p:spPr>
          <a:xfrm>
            <a:off x="-99230" y="6595961"/>
            <a:ext cx="483102" cy="338556"/>
          </a:xfrm>
        </p:spPr>
        <p:txBody>
          <a:bodyPr/>
          <a:lstStyle/>
          <a:p>
            <a:fld id="{250B62C5-2ACF-4D78-8FF3-37371B948607}" type="slidenum">
              <a:rPr lang="en-US" smtClean="0"/>
              <a:t>10</a:t>
            </a:fld>
            <a:endParaRPr lang="en-US"/>
          </a:p>
        </p:txBody>
      </p:sp>
    </p:spTree>
    <p:extLst>
      <p:ext uri="{BB962C8B-B14F-4D97-AF65-F5344CB8AC3E}">
        <p14:creationId xmlns:p14="http://schemas.microsoft.com/office/powerpoint/2010/main" val="47667947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500"/>
                                        <p:tgtEl>
                                          <p:spTgt spid="2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5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500"/>
                                        <p:tgtEl>
                                          <p:spTgt spid="27"/>
                                        </p:tgtEl>
                                      </p:cBhvr>
                                    </p:animEffect>
                                  </p:childTnLst>
                                </p:cTn>
                              </p:par>
                              <p:par>
                                <p:cTn id="14" presetID="10" presetClass="entr" presetSubtype="0" fill="hold"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500"/>
                                        <p:tgtEl>
                                          <p:spTgt spid="28"/>
                                        </p:tgtEl>
                                      </p:cBhvr>
                                    </p:animEffect>
                                  </p:childTnLst>
                                </p:cTn>
                              </p:par>
                              <p:par>
                                <p:cTn id="17" presetID="10" presetClass="entr" presetSubtype="0" fill="hold"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500"/>
                                        <p:tgtEl>
                                          <p:spTgt spid="2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35"/>
                                        </p:tgtEl>
                                        <p:attrNameLst>
                                          <p:attrName>style.visibility</p:attrName>
                                        </p:attrNameLst>
                                      </p:cBhvr>
                                      <p:to>
                                        <p:strVal val="visible"/>
                                      </p:to>
                                    </p:set>
                                    <p:animEffect transition="in" filter="fade">
                                      <p:cBhvr>
                                        <p:cTn id="24" dur="500"/>
                                        <p:tgtEl>
                                          <p:spTgt spid="3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5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0" name="Straight Arrow Connector 29">
            <a:extLst>
              <a:ext uri="{FF2B5EF4-FFF2-40B4-BE49-F238E27FC236}">
                <a16:creationId xmlns:a16="http://schemas.microsoft.com/office/drawing/2014/main" id="{2029D1FE-E2DE-3219-3FC2-3FF565D20E90}"/>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8224625" y="35921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8224625" y="3592145"/>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8293211" y="53909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8293211" y="539092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5912016" y="35508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5912016" y="355080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5952798" y="53946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5952798" y="5394684"/>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4594773" y="431245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4594773" y="4312451"/>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3886356" y="4774117"/>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9534118" y="423027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9534118" y="4230271"/>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7298154" y="34385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7298154" y="3438527"/>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7384705" y="56542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7384705" y="5654213"/>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5553145" y="45432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5553145" y="4543284"/>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8996705" y="45449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8996705" y="4544994"/>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5441119" y="3206909"/>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0" y="513471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0" y="5134714"/>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804196" y="3138127"/>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3095889" y="4155286"/>
            <a:ext cx="999441" cy="369332"/>
          </a:xfrm>
          <a:prstGeom prst="rect">
            <a:avLst/>
          </a:prstGeom>
          <a:noFill/>
        </p:spPr>
        <p:txBody>
          <a:bodyPr wrap="none" rtlCol="0">
            <a:spAutoFit/>
          </a:bodyPr>
          <a:lstStyle/>
          <a:p>
            <a:r>
              <a:rPr lang="en-US" dirty="0"/>
              <a:t>Counter</a:t>
            </a:r>
          </a:p>
        </p:txBody>
      </p:sp>
      <p:sp>
        <p:nvSpPr>
          <p:cNvPr id="3" name="Slide Number Placeholder 2">
            <a:extLst>
              <a:ext uri="{FF2B5EF4-FFF2-40B4-BE49-F238E27FC236}">
                <a16:creationId xmlns:a16="http://schemas.microsoft.com/office/drawing/2014/main" id="{6BFD02B1-BD1F-4005-163A-50E8AD853A05}"/>
              </a:ext>
            </a:extLst>
          </p:cNvPr>
          <p:cNvSpPr>
            <a:spLocks noGrp="1"/>
          </p:cNvSpPr>
          <p:nvPr>
            <p:ph type="sldNum" sz="quarter" idx="12"/>
          </p:nvPr>
        </p:nvSpPr>
        <p:spPr/>
        <p:txBody>
          <a:bodyPr/>
          <a:lstStyle/>
          <a:p>
            <a:fld id="{250B62C5-2ACF-4D78-8FF3-37371B948607}" type="slidenum">
              <a:rPr lang="en-US" smtClean="0"/>
              <a:t>11</a:t>
            </a:fld>
            <a:endParaRPr lang="en-US"/>
          </a:p>
        </p:txBody>
      </p:sp>
      <p:cxnSp>
        <p:nvCxnSpPr>
          <p:cNvPr id="32" name="Straight Arrow Connector 31">
            <a:extLst>
              <a:ext uri="{FF2B5EF4-FFF2-40B4-BE49-F238E27FC236}">
                <a16:creationId xmlns:a16="http://schemas.microsoft.com/office/drawing/2014/main" id="{3EB3A412-B0FC-F2B0-62C6-6C67BFD1480B}"/>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82A0677D-AC93-057F-775E-8741C96124CF}"/>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908C38F3-D78A-D38B-BB0B-E54BEA15FF9B}"/>
              </a:ext>
            </a:extLst>
          </p:cNvPr>
          <p:cNvSpPr txBox="1"/>
          <p:nvPr/>
        </p:nvSpPr>
        <p:spPr>
          <a:xfrm>
            <a:off x="11211736" y="2310915"/>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D9E30F80-D2DB-9CD0-9283-9A164C4DAE4B}"/>
                  </a:ext>
                </a:extLst>
              </p:cNvPr>
              <p:cNvSpPr txBox="1"/>
              <p:nvPr/>
            </p:nvSpPr>
            <p:spPr>
              <a:xfrm>
                <a:off x="7668161" y="257351"/>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36" name="TextBox 35">
                <a:extLst>
                  <a:ext uri="{FF2B5EF4-FFF2-40B4-BE49-F238E27FC236}">
                    <a16:creationId xmlns:a16="http://schemas.microsoft.com/office/drawing/2014/main" id="{D9E30F80-D2DB-9CD0-9283-9A164C4DAE4B}"/>
                  </a:ext>
                </a:extLst>
              </p:cNvPr>
              <p:cNvSpPr txBox="1">
                <a:spLocks noRot="1" noChangeAspect="1" noMove="1" noResize="1" noEditPoints="1" noAdjustHandles="1" noChangeArrowheads="1" noChangeShapeType="1" noTextEdit="1"/>
              </p:cNvSpPr>
              <p:nvPr/>
            </p:nvSpPr>
            <p:spPr>
              <a:xfrm>
                <a:off x="7668161" y="257351"/>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BF473AA3-AD88-A67E-8699-D181D0B4784D}"/>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8239102-A144-95F7-67FC-2832939DD233}"/>
                  </a:ext>
                </a:extLst>
              </p:cNvPr>
              <p:cNvSpPr txBox="1"/>
              <p:nvPr/>
            </p:nvSpPr>
            <p:spPr>
              <a:xfrm>
                <a:off x="9171514" y="2269369"/>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40" name="TextBox 39">
                <a:extLst>
                  <a:ext uri="{FF2B5EF4-FFF2-40B4-BE49-F238E27FC236}">
                    <a16:creationId xmlns:a16="http://schemas.microsoft.com/office/drawing/2014/main" id="{38239102-A144-95F7-67FC-2832939DD233}"/>
                  </a:ext>
                </a:extLst>
              </p:cNvPr>
              <p:cNvSpPr txBox="1">
                <a:spLocks noRot="1" noChangeAspect="1" noMove="1" noResize="1" noEditPoints="1" noAdjustHandles="1" noChangeArrowheads="1" noChangeShapeType="1" noTextEdit="1"/>
              </p:cNvSpPr>
              <p:nvPr/>
            </p:nvSpPr>
            <p:spPr>
              <a:xfrm>
                <a:off x="9171514" y="2269369"/>
                <a:ext cx="1510735" cy="701474"/>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1FAD1755-F4B7-6039-F289-F264EA1FF2D1}"/>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2" name="Straight Connector 41">
            <a:extLst>
              <a:ext uri="{FF2B5EF4-FFF2-40B4-BE49-F238E27FC236}">
                <a16:creationId xmlns:a16="http://schemas.microsoft.com/office/drawing/2014/main" id="{66B6701C-E7BF-0801-1F07-B51CF37013B6}"/>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EDFF444D-901F-4715-BE56-2232AE7867DD}"/>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Oval 44">
            <a:extLst>
              <a:ext uri="{FF2B5EF4-FFF2-40B4-BE49-F238E27FC236}">
                <a16:creationId xmlns:a16="http://schemas.microsoft.com/office/drawing/2014/main" id="{2DA6221E-F87F-D8ED-70C5-84CA8588772C}"/>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47326EBB-B7F9-E9D3-3F78-1ECC19F38DB6}"/>
              </a:ext>
            </a:extLst>
          </p:cNvPr>
          <p:cNvSpPr txBox="1"/>
          <p:nvPr/>
        </p:nvSpPr>
        <p:spPr>
          <a:xfrm>
            <a:off x="995700" y="91035"/>
            <a:ext cx="2434513" cy="461665"/>
          </a:xfrm>
          <a:prstGeom prst="rect">
            <a:avLst/>
          </a:prstGeom>
          <a:noFill/>
        </p:spPr>
        <p:txBody>
          <a:bodyPr wrap="none" rtlCol="0">
            <a:spAutoFit/>
          </a:bodyPr>
          <a:lstStyle/>
          <a:p>
            <a:r>
              <a:rPr lang="en-US" sz="2400" dirty="0"/>
              <a:t>Point Transmitter</a:t>
            </a:r>
          </a:p>
        </p:txBody>
      </p:sp>
      <p:sp>
        <p:nvSpPr>
          <p:cNvPr id="51" name="Oval 50">
            <a:extLst>
              <a:ext uri="{FF2B5EF4-FFF2-40B4-BE49-F238E27FC236}">
                <a16:creationId xmlns:a16="http://schemas.microsoft.com/office/drawing/2014/main" id="{E7A37B4E-0B38-B947-24EC-646FE9EB90E7}"/>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A6B7A351-03BE-74F9-B578-A4838086447B}"/>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AEBE9F6-58EA-AC41-00CB-E0CB7F3CBBA1}"/>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B03A30A8-866B-B363-73FA-C6636CDCE8AB}"/>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Oval 54">
            <a:extLst>
              <a:ext uri="{FF2B5EF4-FFF2-40B4-BE49-F238E27FC236}">
                <a16:creationId xmlns:a16="http://schemas.microsoft.com/office/drawing/2014/main" id="{3336104C-1660-A591-3283-2787738826F2}"/>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450E1DA1-3046-90A3-417F-C91D50345469}"/>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Oval 56">
            <a:extLst>
              <a:ext uri="{FF2B5EF4-FFF2-40B4-BE49-F238E27FC236}">
                <a16:creationId xmlns:a16="http://schemas.microsoft.com/office/drawing/2014/main" id="{37952563-FCA5-41A9-9B62-874A86253817}"/>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 name="Oval 59">
            <a:extLst>
              <a:ext uri="{FF2B5EF4-FFF2-40B4-BE49-F238E27FC236}">
                <a16:creationId xmlns:a16="http://schemas.microsoft.com/office/drawing/2014/main" id="{44C1E8AA-2A59-9D4C-DD22-A07E3DBC2F10}"/>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B2920DC8-A580-A05D-CD82-B272AED38AFF}"/>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Oval 61">
            <a:extLst>
              <a:ext uri="{FF2B5EF4-FFF2-40B4-BE49-F238E27FC236}">
                <a16:creationId xmlns:a16="http://schemas.microsoft.com/office/drawing/2014/main" id="{19E5936B-AB8A-AA42-9ECC-B64386883E68}"/>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Oval 62">
            <a:extLst>
              <a:ext uri="{FF2B5EF4-FFF2-40B4-BE49-F238E27FC236}">
                <a16:creationId xmlns:a16="http://schemas.microsoft.com/office/drawing/2014/main" id="{0392F7C2-CEB3-C46A-19C5-4C545D5969A6}"/>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Oval 63">
            <a:extLst>
              <a:ext uri="{FF2B5EF4-FFF2-40B4-BE49-F238E27FC236}">
                <a16:creationId xmlns:a16="http://schemas.microsoft.com/office/drawing/2014/main" id="{C0BAB685-F7BE-4F5C-EACF-10476643CF59}"/>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E52D8E10-4B8F-5DB0-8608-6F18A4B82CA4}"/>
              </a:ext>
            </a:extLst>
          </p:cNvPr>
          <p:cNvSpPr txBox="1"/>
          <p:nvPr/>
        </p:nvSpPr>
        <p:spPr>
          <a:xfrm>
            <a:off x="4919788" y="58013"/>
            <a:ext cx="1331005" cy="461665"/>
          </a:xfrm>
          <a:prstGeom prst="rect">
            <a:avLst/>
          </a:prstGeom>
          <a:noFill/>
        </p:spPr>
        <p:txBody>
          <a:bodyPr wrap="none" rtlCol="0">
            <a:spAutoFit/>
          </a:bodyPr>
          <a:lstStyle/>
          <a:p>
            <a:r>
              <a:rPr lang="en-US" sz="2400" dirty="0"/>
              <a:t>Receiver</a:t>
            </a:r>
          </a:p>
        </p:txBody>
      </p:sp>
      <p:sp>
        <p:nvSpPr>
          <p:cNvPr id="67" name="Oval 66">
            <a:extLst>
              <a:ext uri="{FF2B5EF4-FFF2-40B4-BE49-F238E27FC236}">
                <a16:creationId xmlns:a16="http://schemas.microsoft.com/office/drawing/2014/main" id="{E07CBC5A-3D6C-617F-E8A1-987695A3CCDB}"/>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1A3EF840-2B63-9504-6CEE-9421F3CB9AAC}"/>
                  </a:ext>
                </a:extLst>
              </p:cNvPr>
              <p:cNvSpPr txBox="1"/>
              <p:nvPr/>
            </p:nvSpPr>
            <p:spPr>
              <a:xfrm>
                <a:off x="3021077" y="901853"/>
                <a:ext cx="96695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oMath>
                  </m:oMathPara>
                </a14:m>
                <a:endParaRPr lang="en-US" sz="2400" dirty="0"/>
              </a:p>
            </p:txBody>
          </p:sp>
        </mc:Choice>
        <mc:Fallback xmlns="">
          <p:sp>
            <p:nvSpPr>
              <p:cNvPr id="70" name="TextBox 69">
                <a:extLst>
                  <a:ext uri="{FF2B5EF4-FFF2-40B4-BE49-F238E27FC236}">
                    <a16:creationId xmlns:a16="http://schemas.microsoft.com/office/drawing/2014/main" id="{1A3EF840-2B63-9504-6CEE-9421F3CB9AAC}"/>
                  </a:ext>
                </a:extLst>
              </p:cNvPr>
              <p:cNvSpPr txBox="1">
                <a:spLocks noRot="1" noChangeAspect="1" noMove="1" noResize="1" noEditPoints="1" noAdjustHandles="1" noChangeArrowheads="1" noChangeShapeType="1" noTextEdit="1"/>
              </p:cNvSpPr>
              <p:nvPr/>
            </p:nvSpPr>
            <p:spPr>
              <a:xfrm>
                <a:off x="3021077" y="901853"/>
                <a:ext cx="966950" cy="461665"/>
              </a:xfrm>
              <a:prstGeom prst="rect">
                <a:avLst/>
              </a:prstGeom>
              <a:blipFill>
                <a:blip r:embed="rId1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322899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543A3F-47C6-E5CE-48AE-CC8C7DDC7AE1}"/>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2A9EBD7-284A-C7AE-4D83-F917D6E746A3}"/>
              </a:ext>
            </a:extLst>
          </p:cNvPr>
          <p:cNvSpPr>
            <a:spLocks noGrp="1"/>
          </p:cNvSpPr>
          <p:nvPr>
            <p:ph type="sldNum" sz="quarter" idx="12"/>
          </p:nvPr>
        </p:nvSpPr>
        <p:spPr>
          <a:xfrm>
            <a:off x="135311" y="6418159"/>
            <a:ext cx="391286" cy="336550"/>
          </a:xfrm>
        </p:spPr>
        <p:txBody>
          <a:bodyPr/>
          <a:lstStyle/>
          <a:p>
            <a:fld id="{250B62C5-2ACF-4D78-8FF3-37371B948607}" type="slidenum">
              <a:rPr lang="en-US" smtClean="0"/>
              <a:t>12</a:t>
            </a:fld>
            <a:endParaRPr lang="en-US"/>
          </a:p>
        </p:txBody>
      </p:sp>
      <p:grpSp>
        <p:nvGrpSpPr>
          <p:cNvPr id="2" name="Group 1">
            <a:extLst>
              <a:ext uri="{FF2B5EF4-FFF2-40B4-BE49-F238E27FC236}">
                <a16:creationId xmlns:a16="http://schemas.microsoft.com/office/drawing/2014/main" id="{21F7766D-9000-BF76-EDC5-C37D0793FEB7}"/>
              </a:ext>
            </a:extLst>
          </p:cNvPr>
          <p:cNvGrpSpPr>
            <a:grpSpLocks noChangeAspect="1"/>
          </p:cNvGrpSpPr>
          <p:nvPr/>
        </p:nvGrpSpPr>
        <p:grpSpPr>
          <a:xfrm>
            <a:off x="0" y="423141"/>
            <a:ext cx="9866805" cy="5570888"/>
            <a:chOff x="0" y="58013"/>
            <a:chExt cx="12043713" cy="6799987"/>
          </a:xfrm>
        </p:grpSpPr>
        <p:cxnSp>
          <p:nvCxnSpPr>
            <p:cNvPr id="30" name="Straight Arrow Connector 29">
              <a:extLst>
                <a:ext uri="{FF2B5EF4-FFF2-40B4-BE49-F238E27FC236}">
                  <a16:creationId xmlns:a16="http://schemas.microsoft.com/office/drawing/2014/main" id="{05845C5D-BD29-437D-1E52-E5A612ACE4D4}"/>
                </a:ext>
              </a:extLst>
            </p:cNvPr>
            <p:cNvCxnSpPr/>
            <p:nvPr/>
          </p:nvCxnSpPr>
          <p:spPr>
            <a:xfrm>
              <a:off x="2091647" y="1338956"/>
              <a:ext cx="3349472" cy="0"/>
            </a:xfrm>
            <a:prstGeom prst="straightConnector1">
              <a:avLst/>
            </a:prstGeom>
            <a:ln>
              <a:headEnd type="triangle" w="lg" len="lg"/>
              <a:tailEnd type="triangle" w="lg" len="lg"/>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313DBBD3-D273-0742-3F21-AD4A41703806}"/>
                </a:ext>
              </a:extLst>
            </p:cNvPr>
            <p:cNvSpPr>
              <a:spLocks noChangeAspect="1"/>
            </p:cNvSpPr>
            <p:nvPr/>
          </p:nvSpPr>
          <p:spPr>
            <a:xfrm>
              <a:off x="7374371" y="34769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 name="Oval 5">
              <a:extLst>
                <a:ext uri="{FF2B5EF4-FFF2-40B4-BE49-F238E27FC236}">
                  <a16:creationId xmlns:a16="http://schemas.microsoft.com/office/drawing/2014/main" id="{7C8D7C61-B7AE-67DF-D98C-3F1C25DCDB38}"/>
                </a:ext>
              </a:extLst>
            </p:cNvPr>
            <p:cNvSpPr>
              <a:spLocks noChangeAspect="1"/>
            </p:cNvSpPr>
            <p:nvPr/>
          </p:nvSpPr>
          <p:spPr>
            <a:xfrm>
              <a:off x="7385801" y="56795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7" name="Straight Arrow Connector 6">
              <a:extLst>
                <a:ext uri="{FF2B5EF4-FFF2-40B4-BE49-F238E27FC236}">
                  <a16:creationId xmlns:a16="http://schemas.microsoft.com/office/drawing/2014/main" id="{8EA8E7D7-9CE9-EA98-0B1D-F7DDFC61423A}"/>
                </a:ext>
              </a:extLst>
            </p:cNvPr>
            <p:cNvCxnSpPr>
              <a:cxnSpLocks/>
              <a:stCxn id="6" idx="6"/>
              <a:endCxn id="18" idx="3"/>
            </p:cNvCxnSpPr>
            <p:nvPr/>
          </p:nvCxnSpPr>
          <p:spPr>
            <a:xfrm flipV="1">
              <a:off x="7868604" y="49812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56227DED-3EF1-A93B-7240-5D2E0F21882E}"/>
                </a:ext>
              </a:extLst>
            </p:cNvPr>
            <p:cNvCxnSpPr>
              <a:cxnSpLocks/>
              <a:stCxn id="5" idx="6"/>
              <a:endCxn id="18" idx="1"/>
            </p:cNvCxnSpPr>
            <p:nvPr/>
          </p:nvCxnSpPr>
          <p:spPr>
            <a:xfrm>
              <a:off x="7857174" y="37183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A0DD49-A3FD-A28F-F28F-D5A2262B4DB1}"/>
                    </a:ext>
                  </a:extLst>
                </p:cNvPr>
                <p:cNvSpPr txBox="1"/>
                <p:nvPr/>
              </p:nvSpPr>
              <p:spPr>
                <a:xfrm>
                  <a:off x="8224625" y="3592145"/>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9" name="TextBox 8">
                  <a:extLst>
                    <a:ext uri="{FF2B5EF4-FFF2-40B4-BE49-F238E27FC236}">
                      <a16:creationId xmlns:a16="http://schemas.microsoft.com/office/drawing/2014/main" id="{80A0DD49-A3FD-A28F-F28F-D5A2262B4DB1}"/>
                    </a:ext>
                  </a:extLst>
                </p:cNvPr>
                <p:cNvSpPr txBox="1">
                  <a:spLocks noRot="1" noChangeAspect="1" noMove="1" noResize="1" noEditPoints="1" noAdjustHandles="1" noChangeArrowheads="1" noChangeShapeType="1" noTextEdit="1"/>
                </p:cNvSpPr>
                <p:nvPr/>
              </p:nvSpPr>
              <p:spPr>
                <a:xfrm>
                  <a:off x="8224625" y="3592145"/>
                  <a:ext cx="1006792" cy="488386"/>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052EB99-EFD4-42A9-D4BB-984F512C4B37}"/>
                    </a:ext>
                  </a:extLst>
                </p:cNvPr>
                <p:cNvSpPr txBox="1"/>
                <p:nvPr/>
              </p:nvSpPr>
              <p:spPr>
                <a:xfrm>
                  <a:off x="8293211" y="539092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C00000"/>
                                </a:solidFill>
                                <a:latin typeface="Cambria Math" panose="02040503050406030204" pitchFamily="18" charset="0"/>
                              </a:rPr>
                            </m:ctrlPr>
                          </m:sSubPr>
                          <m:e>
                            <m:r>
                              <m:rPr>
                                <m:sty m:val="p"/>
                              </m:rPr>
                              <a:rPr lang="de-DE" sz="2000" b="0" i="0" smtClean="0">
                                <a:solidFill>
                                  <a:srgbClr val="C00000"/>
                                </a:solidFill>
                                <a:latin typeface="Cambria Math" panose="02040503050406030204" pitchFamily="18" charset="0"/>
                              </a:rPr>
                              <m:t>m</m:t>
                            </m:r>
                          </m:e>
                          <m:sub>
                            <m:r>
                              <a:rPr lang="de-DE" sz="2000" b="0" i="1" smtClean="0">
                                <a:solidFill>
                                  <a:srgbClr val="C00000"/>
                                </a:solidFill>
                                <a:latin typeface="Cambria Math" panose="02040503050406030204" pitchFamily="18" charset="0"/>
                              </a:rPr>
                              <m:t>4</m:t>
                            </m:r>
                          </m:sub>
                        </m:sSub>
                      </m:oMath>
                    </m:oMathPara>
                  </a14:m>
                  <a:endParaRPr lang="en-US" sz="2000" dirty="0">
                    <a:solidFill>
                      <a:schemeClr val="tx1"/>
                    </a:solidFill>
                  </a:endParaRPr>
                </a:p>
              </p:txBody>
            </p:sp>
          </mc:Choice>
          <mc:Fallback xmlns="">
            <p:sp>
              <p:nvSpPr>
                <p:cNvPr id="10" name="TextBox 9">
                  <a:extLst>
                    <a:ext uri="{FF2B5EF4-FFF2-40B4-BE49-F238E27FC236}">
                      <a16:creationId xmlns:a16="http://schemas.microsoft.com/office/drawing/2014/main" id="{9052EB99-EFD4-42A9-D4BB-984F512C4B37}"/>
                    </a:ext>
                  </a:extLst>
                </p:cNvPr>
                <p:cNvSpPr txBox="1">
                  <a:spLocks noRot="1" noChangeAspect="1" noMove="1" noResize="1" noEditPoints="1" noAdjustHandles="1" noChangeArrowheads="1" noChangeShapeType="1" noTextEdit="1"/>
                </p:cNvSpPr>
                <p:nvPr/>
              </p:nvSpPr>
              <p:spPr>
                <a:xfrm>
                  <a:off x="8293211" y="5390920"/>
                  <a:ext cx="1006792" cy="488386"/>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9ADB9A3F-8606-A501-9031-A6359F01C6ED}"/>
                    </a:ext>
                  </a:extLst>
                </p:cNvPr>
                <p:cNvSpPr txBox="1"/>
                <p:nvPr/>
              </p:nvSpPr>
              <p:spPr>
                <a:xfrm>
                  <a:off x="5912016" y="3550800"/>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rgbClr val="0070C0"/>
                                </a:solidFill>
                                <a:latin typeface="Cambria Math" panose="02040503050406030204" pitchFamily="18" charset="0"/>
                              </a:rPr>
                            </m:ctrlPr>
                          </m:sSubPr>
                          <m:e>
                            <m:r>
                              <m:rPr>
                                <m:sty m:val="p"/>
                              </m:rPr>
                              <a:rPr lang="de-DE" sz="2000" b="0" i="0" smtClean="0">
                                <a:solidFill>
                                  <a:srgbClr val="0070C0"/>
                                </a:solidFill>
                                <a:latin typeface="Cambria Math" panose="02040503050406030204" pitchFamily="18" charset="0"/>
                              </a:rPr>
                              <m:t>m</m:t>
                            </m:r>
                          </m:e>
                          <m:sub>
                            <m:r>
                              <a:rPr lang="de-DE" sz="2000" b="0" i="1" smtClean="0">
                                <a:solidFill>
                                  <a:srgbClr val="0070C0"/>
                                </a:solidFill>
                                <a:latin typeface="Cambria Math" panose="02040503050406030204" pitchFamily="18" charset="0"/>
                              </a:rPr>
                              <m:t>2</m:t>
                            </m:r>
                          </m:sub>
                        </m:sSub>
                      </m:oMath>
                    </m:oMathPara>
                  </a14:m>
                  <a:endParaRPr lang="en-US" sz="2000" dirty="0">
                    <a:solidFill>
                      <a:schemeClr val="tx1"/>
                    </a:solidFill>
                  </a:endParaRPr>
                </a:p>
              </p:txBody>
            </p:sp>
          </mc:Choice>
          <mc:Fallback xmlns="">
            <p:sp>
              <p:nvSpPr>
                <p:cNvPr id="11" name="TextBox 10">
                  <a:extLst>
                    <a:ext uri="{FF2B5EF4-FFF2-40B4-BE49-F238E27FC236}">
                      <a16:creationId xmlns:a16="http://schemas.microsoft.com/office/drawing/2014/main" id="{9ADB9A3F-8606-A501-9031-A6359F01C6ED}"/>
                    </a:ext>
                  </a:extLst>
                </p:cNvPr>
                <p:cNvSpPr txBox="1">
                  <a:spLocks noRot="1" noChangeAspect="1" noMove="1" noResize="1" noEditPoints="1" noAdjustHandles="1" noChangeArrowheads="1" noChangeShapeType="1" noTextEdit="1"/>
                </p:cNvSpPr>
                <p:nvPr/>
              </p:nvSpPr>
              <p:spPr>
                <a:xfrm>
                  <a:off x="5912016" y="3550800"/>
                  <a:ext cx="1006792" cy="488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0E4ED960-1045-F9C7-2EFC-BC5FDE2CBC53}"/>
                    </a:ext>
                  </a:extLst>
                </p:cNvPr>
                <p:cNvSpPr txBox="1"/>
                <p:nvPr/>
              </p:nvSpPr>
              <p:spPr>
                <a:xfrm>
                  <a:off x="5952798" y="5394684"/>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accent6">
                                    <a:lumMod val="75000"/>
                                  </a:schemeClr>
                                </a:solidFill>
                                <a:latin typeface="Cambria Math" panose="02040503050406030204" pitchFamily="18" charset="0"/>
                              </a:rPr>
                            </m:ctrlPr>
                          </m:sSubPr>
                          <m:e>
                            <m:r>
                              <m:rPr>
                                <m:sty m:val="p"/>
                              </m:rPr>
                              <a:rPr lang="de-DE" sz="2000" b="0" i="0" smtClean="0">
                                <a:solidFill>
                                  <a:schemeClr val="accent6">
                                    <a:lumMod val="75000"/>
                                  </a:schemeClr>
                                </a:solidFill>
                                <a:latin typeface="Cambria Math" panose="02040503050406030204" pitchFamily="18" charset="0"/>
                              </a:rPr>
                              <m:t>m</m:t>
                            </m:r>
                          </m:e>
                          <m:sub>
                            <m:r>
                              <a:rPr lang="de-DE" sz="2000" b="0" i="1" smtClean="0">
                                <a:solidFill>
                                  <a:schemeClr val="accent6">
                                    <a:lumMod val="75000"/>
                                  </a:schemeClr>
                                </a:solidFill>
                                <a:latin typeface="Cambria Math" panose="02040503050406030204" pitchFamily="18" charset="0"/>
                              </a:rPr>
                              <m:t>3</m:t>
                            </m:r>
                          </m:sub>
                        </m:sSub>
                      </m:oMath>
                    </m:oMathPara>
                  </a14:m>
                  <a:endParaRPr lang="en-US" sz="2000" dirty="0">
                    <a:solidFill>
                      <a:schemeClr val="tx1"/>
                    </a:solidFill>
                  </a:endParaRPr>
                </a:p>
              </p:txBody>
            </p:sp>
          </mc:Choice>
          <mc:Fallback xmlns="">
            <p:sp>
              <p:nvSpPr>
                <p:cNvPr id="12" name="TextBox 11">
                  <a:extLst>
                    <a:ext uri="{FF2B5EF4-FFF2-40B4-BE49-F238E27FC236}">
                      <a16:creationId xmlns:a16="http://schemas.microsoft.com/office/drawing/2014/main" id="{0E4ED960-1045-F9C7-2EFC-BC5FDE2CBC53}"/>
                    </a:ext>
                  </a:extLst>
                </p:cNvPr>
                <p:cNvSpPr txBox="1">
                  <a:spLocks noRot="1" noChangeAspect="1" noMove="1" noResize="1" noEditPoints="1" noAdjustHandles="1" noChangeArrowheads="1" noChangeShapeType="1" noTextEdit="1"/>
                </p:cNvSpPr>
                <p:nvPr/>
              </p:nvSpPr>
              <p:spPr>
                <a:xfrm>
                  <a:off x="5952798" y="5394684"/>
                  <a:ext cx="1006792" cy="488386"/>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0FCF814A-13CB-1CEA-5809-DCF08C987BAA}"/>
                </a:ext>
              </a:extLst>
            </p:cNvPr>
            <p:cNvSpPr>
              <a:spLocks noChangeAspect="1"/>
            </p:cNvSpPr>
            <p:nvPr/>
          </p:nvSpPr>
          <p:spPr>
            <a:xfrm>
              <a:off x="5552877"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4" name="Straight Arrow Connector 13">
              <a:extLst>
                <a:ext uri="{FF2B5EF4-FFF2-40B4-BE49-F238E27FC236}">
                  <a16:creationId xmlns:a16="http://schemas.microsoft.com/office/drawing/2014/main" id="{DDD03AC0-B3EC-9AA5-C1A8-10C7C7F93F14}"/>
                </a:ext>
              </a:extLst>
            </p:cNvPr>
            <p:cNvCxnSpPr>
              <a:cxnSpLocks/>
              <a:stCxn id="13" idx="7"/>
              <a:endCxn id="5" idx="2"/>
            </p:cNvCxnSpPr>
            <p:nvPr/>
          </p:nvCxnSpPr>
          <p:spPr>
            <a:xfrm flipV="1">
              <a:off x="5964975" y="37183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BEA55A0-A898-A7FF-65D6-88994CBDF206}"/>
                    </a:ext>
                  </a:extLst>
                </p:cNvPr>
                <p:cNvSpPr txBox="1"/>
                <p:nvPr/>
              </p:nvSpPr>
              <p:spPr>
                <a:xfrm>
                  <a:off x="4594773" y="4312450"/>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xmlns="">
            <p:sp>
              <p:nvSpPr>
                <p:cNvPr id="15" name="TextBox 14">
                  <a:extLst>
                    <a:ext uri="{FF2B5EF4-FFF2-40B4-BE49-F238E27FC236}">
                      <a16:creationId xmlns:a16="http://schemas.microsoft.com/office/drawing/2014/main" id="{6BEA55A0-A898-A7FF-65D6-88994CBDF206}"/>
                    </a:ext>
                  </a:extLst>
                </p:cNvPr>
                <p:cNvSpPr txBox="1">
                  <a:spLocks noRot="1" noChangeAspect="1" noMove="1" noResize="1" noEditPoints="1" noAdjustHandles="1" noChangeArrowheads="1" noChangeShapeType="1" noTextEdit="1"/>
                </p:cNvSpPr>
                <p:nvPr/>
              </p:nvSpPr>
              <p:spPr>
                <a:xfrm>
                  <a:off x="4594773" y="4312450"/>
                  <a:ext cx="642780" cy="488386"/>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ACA066B0-F564-C542-8E6E-F86752336000}"/>
                </a:ext>
              </a:extLst>
            </p:cNvPr>
            <p:cNvCxnSpPr>
              <a:cxnSpLocks/>
              <a:stCxn id="59" idx="3"/>
              <a:endCxn id="24" idx="1"/>
            </p:cNvCxnSpPr>
            <p:nvPr/>
          </p:nvCxnSpPr>
          <p:spPr>
            <a:xfrm>
              <a:off x="3886356" y="4777001"/>
              <a:ext cx="1666789" cy="104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471104D-CAF3-5038-EBED-25B3D0288361}"/>
                </a:ext>
              </a:extLst>
            </p:cNvPr>
            <p:cNvCxnSpPr>
              <a:cxnSpLocks/>
              <a:stCxn id="13" idx="5"/>
              <a:endCxn id="6" idx="2"/>
            </p:cNvCxnSpPr>
            <p:nvPr/>
          </p:nvCxnSpPr>
          <p:spPr>
            <a:xfrm>
              <a:off x="5964975" y="49812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CB89A0DD-7238-CE30-4168-D802977DA6A3}"/>
                </a:ext>
              </a:extLst>
            </p:cNvPr>
            <p:cNvSpPr>
              <a:spLocks noChangeAspect="1"/>
            </p:cNvSpPr>
            <p:nvPr/>
          </p:nvSpPr>
          <p:spPr>
            <a:xfrm>
              <a:off x="9006653" y="45691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19" name="Straight Arrow Connector 18">
              <a:extLst>
                <a:ext uri="{FF2B5EF4-FFF2-40B4-BE49-F238E27FC236}">
                  <a16:creationId xmlns:a16="http://schemas.microsoft.com/office/drawing/2014/main" id="{7EE95C04-8489-3195-81B6-710A1D08AD22}"/>
                </a:ext>
              </a:extLst>
            </p:cNvPr>
            <p:cNvCxnSpPr>
              <a:cxnSpLocks/>
              <a:stCxn id="18" idx="6"/>
            </p:cNvCxnSpPr>
            <p:nvPr/>
          </p:nvCxnSpPr>
          <p:spPr>
            <a:xfrm flipV="1">
              <a:off x="9489456" y="4810595"/>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E09DA66C-8552-B28A-ABB1-17606CD19EC7}"/>
                    </a:ext>
                  </a:extLst>
                </p:cNvPr>
                <p:cNvSpPr txBox="1"/>
                <p:nvPr/>
              </p:nvSpPr>
              <p:spPr>
                <a:xfrm>
                  <a:off x="9534117" y="4230272"/>
                  <a:ext cx="100679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latin typeface="Cambria Math" panose="02040503050406030204" pitchFamily="18" charset="0"/>
                              </a:rPr>
                            </m:ctrlPr>
                          </m:sSubPr>
                          <m:e>
                            <m:r>
                              <m:rPr>
                                <m:sty m:val="p"/>
                              </m:rPr>
                              <a:rPr lang="de-DE" sz="2000" b="0" i="1" smtClean="0">
                                <a:latin typeface="Cambria Math" panose="02040503050406030204" pitchFamily="18" charset="0"/>
                              </a:rPr>
                              <m:t>m</m:t>
                            </m:r>
                          </m:e>
                          <m:sub>
                            <m:r>
                              <a:rPr lang="de-DE" sz="2000" b="0" i="1" smtClean="0">
                                <a:latin typeface="Cambria Math" panose="02040503050406030204" pitchFamily="18" charset="0"/>
                              </a:rPr>
                              <m:t>5</m:t>
                            </m:r>
                          </m:sub>
                        </m:sSub>
                      </m:oMath>
                    </m:oMathPara>
                  </a14:m>
                  <a:endParaRPr lang="en-US" sz="2000" dirty="0"/>
                </a:p>
              </p:txBody>
            </p:sp>
          </mc:Choice>
          <mc:Fallback xmlns="">
            <p:sp>
              <p:nvSpPr>
                <p:cNvPr id="20" name="TextBox 19">
                  <a:extLst>
                    <a:ext uri="{FF2B5EF4-FFF2-40B4-BE49-F238E27FC236}">
                      <a16:creationId xmlns:a16="http://schemas.microsoft.com/office/drawing/2014/main" id="{E09DA66C-8552-B28A-ABB1-17606CD19EC7}"/>
                    </a:ext>
                  </a:extLst>
                </p:cNvPr>
                <p:cNvSpPr txBox="1">
                  <a:spLocks noRot="1" noChangeAspect="1" noMove="1" noResize="1" noEditPoints="1" noAdjustHandles="1" noChangeArrowheads="1" noChangeShapeType="1" noTextEdit="1"/>
                </p:cNvSpPr>
                <p:nvPr/>
              </p:nvSpPr>
              <p:spPr>
                <a:xfrm>
                  <a:off x="9534117" y="4230272"/>
                  <a:ext cx="1006792" cy="488386"/>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9298D320-3228-C3D6-2732-4F37AA47820D}"/>
                    </a:ext>
                  </a:extLst>
                </p:cNvPr>
                <p:cNvSpPr txBox="1"/>
                <p:nvPr/>
              </p:nvSpPr>
              <p:spPr>
                <a:xfrm>
                  <a:off x="7298156" y="3438526"/>
                  <a:ext cx="656402"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2</m:t>
                            </m:r>
                          </m:sub>
                        </m:sSub>
                      </m:oMath>
                    </m:oMathPara>
                  </a14:m>
                  <a:endParaRPr lang="en-US" sz="2000" dirty="0">
                    <a:solidFill>
                      <a:schemeClr val="bg1"/>
                    </a:solidFill>
                  </a:endParaRPr>
                </a:p>
              </p:txBody>
            </p:sp>
          </mc:Choice>
          <mc:Fallback xmlns="">
            <p:sp>
              <p:nvSpPr>
                <p:cNvPr id="22" name="TextBox 21">
                  <a:extLst>
                    <a:ext uri="{FF2B5EF4-FFF2-40B4-BE49-F238E27FC236}">
                      <a16:creationId xmlns:a16="http://schemas.microsoft.com/office/drawing/2014/main" id="{9298D320-3228-C3D6-2732-4F37AA47820D}"/>
                    </a:ext>
                  </a:extLst>
                </p:cNvPr>
                <p:cNvSpPr txBox="1">
                  <a:spLocks noRot="1" noChangeAspect="1" noMove="1" noResize="1" noEditPoints="1" noAdjustHandles="1" noChangeArrowheads="1" noChangeShapeType="1" noTextEdit="1"/>
                </p:cNvSpPr>
                <p:nvPr/>
              </p:nvSpPr>
              <p:spPr>
                <a:xfrm>
                  <a:off x="7298156" y="3438526"/>
                  <a:ext cx="656402" cy="488386"/>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3161631C-5624-57F6-DDEE-2296C332351A}"/>
                    </a:ext>
                  </a:extLst>
                </p:cNvPr>
                <p:cNvSpPr txBox="1"/>
                <p:nvPr/>
              </p:nvSpPr>
              <p:spPr>
                <a:xfrm>
                  <a:off x="7384705" y="5654213"/>
                  <a:ext cx="495606"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3</m:t>
                            </m:r>
                          </m:sub>
                        </m:sSub>
                      </m:oMath>
                    </m:oMathPara>
                  </a14:m>
                  <a:endParaRPr lang="en-US" sz="2000" dirty="0">
                    <a:solidFill>
                      <a:schemeClr val="bg1"/>
                    </a:solidFill>
                  </a:endParaRPr>
                </a:p>
              </p:txBody>
            </p:sp>
          </mc:Choice>
          <mc:Fallback xmlns="">
            <p:sp>
              <p:nvSpPr>
                <p:cNvPr id="23" name="TextBox 22">
                  <a:extLst>
                    <a:ext uri="{FF2B5EF4-FFF2-40B4-BE49-F238E27FC236}">
                      <a16:creationId xmlns:a16="http://schemas.microsoft.com/office/drawing/2014/main" id="{3161631C-5624-57F6-DDEE-2296C332351A}"/>
                    </a:ext>
                  </a:extLst>
                </p:cNvPr>
                <p:cNvSpPr txBox="1">
                  <a:spLocks noRot="1" noChangeAspect="1" noMove="1" noResize="1" noEditPoints="1" noAdjustHandles="1" noChangeArrowheads="1" noChangeShapeType="1" noTextEdit="1"/>
                </p:cNvSpPr>
                <p:nvPr/>
              </p:nvSpPr>
              <p:spPr>
                <a:xfrm>
                  <a:off x="7384705" y="5654213"/>
                  <a:ext cx="495606" cy="488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5AFCDF42-3D94-CB7B-1C62-7031F205AF9D}"/>
                    </a:ext>
                  </a:extLst>
                </p:cNvPr>
                <p:cNvSpPr txBox="1"/>
                <p:nvPr/>
              </p:nvSpPr>
              <p:spPr>
                <a:xfrm>
                  <a:off x="5553145" y="454328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1</m:t>
                            </m:r>
                          </m:sub>
                        </m:sSub>
                      </m:oMath>
                    </m:oMathPara>
                  </a14:m>
                  <a:endParaRPr lang="en-US" sz="2000" dirty="0">
                    <a:solidFill>
                      <a:schemeClr val="bg1"/>
                    </a:solidFill>
                  </a:endParaRPr>
                </a:p>
              </p:txBody>
            </p:sp>
          </mc:Choice>
          <mc:Fallback xmlns="">
            <p:sp>
              <p:nvSpPr>
                <p:cNvPr id="24" name="TextBox 23">
                  <a:extLst>
                    <a:ext uri="{FF2B5EF4-FFF2-40B4-BE49-F238E27FC236}">
                      <a16:creationId xmlns:a16="http://schemas.microsoft.com/office/drawing/2014/main" id="{5AFCDF42-3D94-CB7B-1C62-7031F205AF9D}"/>
                    </a:ext>
                  </a:extLst>
                </p:cNvPr>
                <p:cNvSpPr txBox="1">
                  <a:spLocks noRot="1" noChangeAspect="1" noMove="1" noResize="1" noEditPoints="1" noAdjustHandles="1" noChangeArrowheads="1" noChangeShapeType="1" noTextEdit="1"/>
                </p:cNvSpPr>
                <p:nvPr/>
              </p:nvSpPr>
              <p:spPr>
                <a:xfrm>
                  <a:off x="5553145" y="4543284"/>
                  <a:ext cx="527465" cy="488386"/>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F7A24FD1-B664-51DE-284F-6B5B8FAC55D6}"/>
                </a:ext>
              </a:extLst>
            </p:cNvPr>
            <p:cNvSpPr>
              <a:spLocks noChangeAspect="1"/>
            </p:cNvSpPr>
            <p:nvPr/>
          </p:nvSpPr>
          <p:spPr>
            <a:xfrm>
              <a:off x="2162283" y="54598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28" name="Straight Connector 27">
              <a:extLst>
                <a:ext uri="{FF2B5EF4-FFF2-40B4-BE49-F238E27FC236}">
                  <a16:creationId xmlns:a16="http://schemas.microsoft.com/office/drawing/2014/main" id="{B786709F-0005-62C2-7094-39303C3C6F64}"/>
                </a:ext>
              </a:extLst>
            </p:cNvPr>
            <p:cNvCxnSpPr/>
            <p:nvPr/>
          </p:nvCxnSpPr>
          <p:spPr>
            <a:xfrm>
              <a:off x="2311564" y="5701226"/>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2549734C-6058-ED45-204C-9A135258E468}"/>
                    </a:ext>
                  </a:extLst>
                </p:cNvPr>
                <p:cNvSpPr/>
                <p:nvPr/>
              </p:nvSpPr>
              <p:spPr>
                <a:xfrm>
                  <a:off x="1500747" y="6121476"/>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sz="1600" i="1" smtClean="0">
                                <a:latin typeface="Cambria Math" panose="02040503050406030204" pitchFamily="18" charset="0"/>
                              </a:rPr>
                            </m:ctrlPr>
                          </m:sSupPr>
                          <m:e>
                            <m:r>
                              <m:rPr>
                                <m:sty m:val="p"/>
                              </m:rPr>
                              <a:rPr lang="de-DE" sz="1600" b="0" i="1" smtClean="0">
                                <a:latin typeface="Cambria Math" panose="02040503050406030204" pitchFamily="18" charset="0"/>
                              </a:rPr>
                              <m:t>z</m:t>
                            </m:r>
                          </m:e>
                          <m:sup>
                            <m:r>
                              <a:rPr lang="de-DE" sz="1600" b="0" i="1" smtClean="0">
                                <a:latin typeface="Cambria Math" panose="02040503050406030204" pitchFamily="18" charset="0"/>
                              </a:rPr>
                              <m:t>−1</m:t>
                            </m:r>
                          </m:sup>
                        </m:sSup>
                      </m:oMath>
                    </m:oMathPara>
                  </a14:m>
                  <a:endParaRPr lang="en-US" sz="1600" dirty="0"/>
                </a:p>
              </p:txBody>
            </p:sp>
          </mc:Choice>
          <mc:Fallback xmlns="">
            <p:sp>
              <p:nvSpPr>
                <p:cNvPr id="29" name="Rectangle: Rounded Corners 28">
                  <a:extLst>
                    <a:ext uri="{FF2B5EF4-FFF2-40B4-BE49-F238E27FC236}">
                      <a16:creationId xmlns:a16="http://schemas.microsoft.com/office/drawing/2014/main" id="{2549734C-6058-ED45-204C-9A135258E468}"/>
                    </a:ext>
                  </a:extLst>
                </p:cNvPr>
                <p:cNvSpPr>
                  <a:spLocks noRot="1" noChangeAspect="1" noMove="1" noResize="1" noEditPoints="1" noAdjustHandles="1" noChangeArrowheads="1" noChangeShapeType="1" noTextEdit="1"/>
                </p:cNvSpPr>
                <p:nvPr/>
              </p:nvSpPr>
              <p:spPr>
                <a:xfrm>
                  <a:off x="1500747" y="6121476"/>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3B45A1C2-4BF1-1451-E366-17DA8665ECF6}"/>
                </a:ext>
              </a:extLst>
            </p:cNvPr>
            <p:cNvCxnSpPr>
              <a:stCxn id="29" idx="3"/>
              <a:endCxn id="25" idx="4"/>
            </p:cNvCxnSpPr>
            <p:nvPr/>
          </p:nvCxnSpPr>
          <p:spPr>
            <a:xfrm flipV="1">
              <a:off x="2091647" y="5942627"/>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AC202F91-1E89-2F89-FE72-BAA1B634663F}"/>
                </a:ext>
              </a:extLst>
            </p:cNvPr>
            <p:cNvSpPr/>
            <p:nvPr/>
          </p:nvSpPr>
          <p:spPr>
            <a:xfrm>
              <a:off x="5279539" y="3119438"/>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39618495-F57B-3E94-E458-40865FD38D00}"/>
                    </a:ext>
                  </a:extLst>
                </p:cNvPr>
                <p:cNvSpPr txBox="1"/>
                <p:nvPr/>
              </p:nvSpPr>
              <p:spPr>
                <a:xfrm>
                  <a:off x="8996705" y="4544994"/>
                  <a:ext cx="527465"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b="0" i="1" smtClean="0">
                                <a:solidFill>
                                  <a:schemeClr val="bg1"/>
                                </a:solidFill>
                                <a:latin typeface="Cambria Math" panose="02040503050406030204" pitchFamily="18" charset="0"/>
                              </a:rPr>
                            </m:ctrlPr>
                          </m:sSubPr>
                          <m:e>
                            <m:r>
                              <m:rPr>
                                <m:sty m:val="p"/>
                              </m:rPr>
                              <a:rPr lang="de-DE" sz="2000" b="0" i="1" smtClean="0">
                                <a:solidFill>
                                  <a:schemeClr val="bg1"/>
                                </a:solidFill>
                                <a:latin typeface="Cambria Math" panose="02040503050406030204" pitchFamily="18" charset="0"/>
                              </a:rPr>
                              <m:t>r</m:t>
                            </m:r>
                          </m:e>
                          <m:sub>
                            <m:r>
                              <a:rPr lang="de-DE" sz="2000" b="0" i="1" smtClean="0">
                                <a:solidFill>
                                  <a:schemeClr val="bg1"/>
                                </a:solidFill>
                                <a:latin typeface="Cambria Math" panose="02040503050406030204" pitchFamily="18" charset="0"/>
                              </a:rPr>
                              <m:t>4</m:t>
                            </m:r>
                          </m:sub>
                        </m:sSub>
                      </m:oMath>
                    </m:oMathPara>
                  </a14:m>
                  <a:endParaRPr lang="en-US" sz="2000" dirty="0">
                    <a:solidFill>
                      <a:schemeClr val="bg1"/>
                    </a:solidFill>
                  </a:endParaRPr>
                </a:p>
              </p:txBody>
            </p:sp>
          </mc:Choice>
          <mc:Fallback xmlns="">
            <p:sp>
              <p:nvSpPr>
                <p:cNvPr id="38" name="TextBox 37">
                  <a:extLst>
                    <a:ext uri="{FF2B5EF4-FFF2-40B4-BE49-F238E27FC236}">
                      <a16:creationId xmlns:a16="http://schemas.microsoft.com/office/drawing/2014/main" id="{39618495-F57B-3E94-E458-40865FD38D00}"/>
                    </a:ext>
                  </a:extLst>
                </p:cNvPr>
                <p:cNvSpPr txBox="1">
                  <a:spLocks noRot="1" noChangeAspect="1" noMove="1" noResize="1" noEditPoints="1" noAdjustHandles="1" noChangeArrowheads="1" noChangeShapeType="1" noTextEdit="1"/>
                </p:cNvSpPr>
                <p:nvPr/>
              </p:nvSpPr>
              <p:spPr>
                <a:xfrm>
                  <a:off x="8996705" y="4544994"/>
                  <a:ext cx="527465" cy="488386"/>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711C2E01-344B-B5CF-7568-E9EEAB003DEB}"/>
                </a:ext>
              </a:extLst>
            </p:cNvPr>
            <p:cNvCxnSpPr>
              <a:cxnSpLocks/>
              <a:endCxn id="25" idx="2"/>
            </p:cNvCxnSpPr>
            <p:nvPr/>
          </p:nvCxnSpPr>
          <p:spPr>
            <a:xfrm flipV="1">
              <a:off x="508609" y="5701226"/>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934DC3F9-B263-7ADF-9A4E-A1064682069E}"/>
                </a:ext>
              </a:extLst>
            </p:cNvPr>
            <p:cNvCxnSpPr>
              <a:cxnSpLocks/>
              <a:endCxn id="29" idx="1"/>
            </p:cNvCxnSpPr>
            <p:nvPr/>
          </p:nvCxnSpPr>
          <p:spPr>
            <a:xfrm rot="16200000" flipH="1">
              <a:off x="1022417" y="5873979"/>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7DB8D043-8754-7F09-1831-A7E947AA9BF2}"/>
                </a:ext>
              </a:extLst>
            </p:cNvPr>
            <p:cNvSpPr txBox="1"/>
            <p:nvPr/>
          </p:nvSpPr>
          <p:spPr>
            <a:xfrm>
              <a:off x="5441119" y="3206908"/>
              <a:ext cx="667617" cy="488386"/>
            </a:xfrm>
            <a:prstGeom prst="rect">
              <a:avLst/>
            </a:prstGeom>
            <a:noFill/>
          </p:spPr>
          <p:txBody>
            <a:bodyPr wrap="none" rtlCol="0">
              <a:spAutoFit/>
            </a:bodyPr>
            <a:lstStyle/>
            <a:p>
              <a:r>
                <a:rPr lang="en-US" sz="2000" dirty="0"/>
                <a:t>NN</a:t>
              </a:r>
            </a:p>
          </p:txBody>
        </p:sp>
        <p:sp>
          <p:nvSpPr>
            <p:cNvPr id="47" name="Rectangle 46">
              <a:extLst>
                <a:ext uri="{FF2B5EF4-FFF2-40B4-BE49-F238E27FC236}">
                  <a16:creationId xmlns:a16="http://schemas.microsoft.com/office/drawing/2014/main" id="{19CB5A84-297E-4DF0-FA88-244832A8AC6F}"/>
                </a:ext>
              </a:extLst>
            </p:cNvPr>
            <p:cNvSpPr/>
            <p:nvPr/>
          </p:nvSpPr>
          <p:spPr>
            <a:xfrm>
              <a:off x="804196" y="3074988"/>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DFA9E20F-3235-7F2F-A7E9-AA7E5B206F01}"/>
                    </a:ext>
                  </a:extLst>
                </p:cNvPr>
                <p:cNvSpPr txBox="1"/>
                <p:nvPr/>
              </p:nvSpPr>
              <p:spPr>
                <a:xfrm>
                  <a:off x="0" y="5134714"/>
                  <a:ext cx="642780"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0</m:t>
                            </m:r>
                          </m:sub>
                        </m:sSub>
                      </m:oMath>
                    </m:oMathPara>
                  </a14:m>
                  <a:endParaRPr lang="en-US" sz="2000" dirty="0">
                    <a:solidFill>
                      <a:schemeClr val="tx1"/>
                    </a:solidFill>
                  </a:endParaRPr>
                </a:p>
              </p:txBody>
            </p:sp>
          </mc:Choice>
          <mc:Fallback xmlns="">
            <p:sp>
              <p:nvSpPr>
                <p:cNvPr id="49" name="TextBox 48">
                  <a:extLst>
                    <a:ext uri="{FF2B5EF4-FFF2-40B4-BE49-F238E27FC236}">
                      <a16:creationId xmlns:a16="http://schemas.microsoft.com/office/drawing/2014/main" id="{DFA9E20F-3235-7F2F-A7E9-AA7E5B206F01}"/>
                    </a:ext>
                  </a:extLst>
                </p:cNvPr>
                <p:cNvSpPr txBox="1">
                  <a:spLocks noRot="1" noChangeAspect="1" noMove="1" noResize="1" noEditPoints="1" noAdjustHandles="1" noChangeArrowheads="1" noChangeShapeType="1" noTextEdit="1"/>
                </p:cNvSpPr>
                <p:nvPr/>
              </p:nvSpPr>
              <p:spPr>
                <a:xfrm>
                  <a:off x="0" y="5134714"/>
                  <a:ext cx="642780" cy="488386"/>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F314ED3C-1C5E-8A29-60D3-11106253B277}"/>
                </a:ext>
              </a:extLst>
            </p:cNvPr>
            <p:cNvSpPr txBox="1"/>
            <p:nvPr/>
          </p:nvSpPr>
          <p:spPr>
            <a:xfrm>
              <a:off x="804196" y="3138127"/>
              <a:ext cx="2667649" cy="488386"/>
            </a:xfrm>
            <a:prstGeom prst="rect">
              <a:avLst/>
            </a:prstGeom>
            <a:noFill/>
          </p:spPr>
          <p:txBody>
            <a:bodyPr wrap="none" rtlCol="0">
              <a:spAutoFit/>
            </a:bodyPr>
            <a:lstStyle/>
            <a:p>
              <a:r>
                <a:rPr lang="en-US" sz="2000" dirty="0"/>
                <a:t>Feature extraction</a:t>
              </a:r>
            </a:p>
          </p:txBody>
        </p:sp>
        <p:cxnSp>
          <p:nvCxnSpPr>
            <p:cNvPr id="58" name="Connector: Elbow 57">
              <a:extLst>
                <a:ext uri="{FF2B5EF4-FFF2-40B4-BE49-F238E27FC236}">
                  <a16:creationId xmlns:a16="http://schemas.microsoft.com/office/drawing/2014/main" id="{3FB76E3D-8ADE-CCD4-A639-BC1DB8875630}"/>
                </a:ext>
              </a:extLst>
            </p:cNvPr>
            <p:cNvCxnSpPr>
              <a:cxnSpLocks/>
              <a:stCxn id="25" idx="6"/>
              <a:endCxn id="59" idx="2"/>
            </p:cNvCxnSpPr>
            <p:nvPr/>
          </p:nvCxnSpPr>
          <p:spPr>
            <a:xfrm flipV="1">
              <a:off x="2645086" y="5051321"/>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93B06C1D-22D8-4082-4893-FC4BF04A2182}"/>
                </a:ext>
              </a:extLst>
            </p:cNvPr>
            <p:cNvSpPr/>
            <p:nvPr/>
          </p:nvSpPr>
          <p:spPr>
            <a:xfrm>
              <a:off x="3337716" y="4502681"/>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cxnSp>
          <p:nvCxnSpPr>
            <p:cNvPr id="66" name="Connector: Elbow 65">
              <a:extLst>
                <a:ext uri="{FF2B5EF4-FFF2-40B4-BE49-F238E27FC236}">
                  <a16:creationId xmlns:a16="http://schemas.microsoft.com/office/drawing/2014/main" id="{11C2D39D-C677-A608-68FC-C1B26F54475C}"/>
                </a:ext>
              </a:extLst>
            </p:cNvPr>
            <p:cNvCxnSpPr>
              <a:cxnSpLocks/>
            </p:cNvCxnSpPr>
            <p:nvPr/>
          </p:nvCxnSpPr>
          <p:spPr>
            <a:xfrm rot="5400000">
              <a:off x="3443019" y="4772133"/>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7B5E5544-2320-4C27-36E5-07297985DFB0}"/>
                </a:ext>
              </a:extLst>
            </p:cNvPr>
            <p:cNvCxnSpPr>
              <a:cxnSpLocks/>
            </p:cNvCxnSpPr>
            <p:nvPr/>
          </p:nvCxnSpPr>
          <p:spPr>
            <a:xfrm rot="5400000">
              <a:off x="3576377" y="4663447"/>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28A441B-3680-2F86-4496-8C0EA3B33128}"/>
                </a:ext>
              </a:extLst>
            </p:cNvPr>
            <p:cNvCxnSpPr/>
            <p:nvPr/>
          </p:nvCxnSpPr>
          <p:spPr>
            <a:xfrm>
              <a:off x="3744878" y="4629188"/>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BE9CFBD-4E16-5404-C279-C0D6CECC2104}"/>
                </a:ext>
              </a:extLst>
            </p:cNvPr>
            <p:cNvCxnSpPr/>
            <p:nvPr/>
          </p:nvCxnSpPr>
          <p:spPr>
            <a:xfrm>
              <a:off x="3375312" y="493542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2F2BE57F-2A1B-997F-52C7-3791A48AB5AF}"/>
                </a:ext>
              </a:extLst>
            </p:cNvPr>
            <p:cNvSpPr txBox="1"/>
            <p:nvPr/>
          </p:nvSpPr>
          <p:spPr>
            <a:xfrm>
              <a:off x="3095889" y="4155286"/>
              <a:ext cx="1112485" cy="413249"/>
            </a:xfrm>
            <a:prstGeom prst="rect">
              <a:avLst/>
            </a:prstGeom>
            <a:noFill/>
          </p:spPr>
          <p:txBody>
            <a:bodyPr wrap="none" rtlCol="0">
              <a:spAutoFit/>
            </a:bodyPr>
            <a:lstStyle/>
            <a:p>
              <a:r>
                <a:rPr lang="en-US" sz="1600" dirty="0"/>
                <a:t>Counter</a:t>
              </a:r>
            </a:p>
          </p:txBody>
        </p:sp>
        <p:cxnSp>
          <p:nvCxnSpPr>
            <p:cNvPr id="32" name="Straight Arrow Connector 31">
              <a:extLst>
                <a:ext uri="{FF2B5EF4-FFF2-40B4-BE49-F238E27FC236}">
                  <a16:creationId xmlns:a16="http://schemas.microsoft.com/office/drawing/2014/main" id="{8214A08A-12B1-D3E7-91D5-B6FEBC746B3D}"/>
                </a:ext>
              </a:extLst>
            </p:cNvPr>
            <p:cNvCxnSpPr>
              <a:cxnSpLocks/>
            </p:cNvCxnSpPr>
            <p:nvPr/>
          </p:nvCxnSpPr>
          <p:spPr>
            <a:xfrm>
              <a:off x="8480008" y="221983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B98273D-1BD6-C055-FABF-EADCB576C95D}"/>
                </a:ext>
              </a:extLst>
            </p:cNvPr>
            <p:cNvCxnSpPr>
              <a:cxnSpLocks/>
            </p:cNvCxnSpPr>
            <p:nvPr/>
          </p:nvCxnSpPr>
          <p:spPr>
            <a:xfrm flipV="1">
              <a:off x="8642026" y="51431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E81233B6-794E-B432-EB96-7EAD1DD55407}"/>
                </a:ext>
              </a:extLst>
            </p:cNvPr>
            <p:cNvSpPr txBox="1"/>
            <p:nvPr/>
          </p:nvSpPr>
          <p:spPr>
            <a:xfrm>
              <a:off x="11211736" y="2310914"/>
              <a:ext cx="831977" cy="488386"/>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F72A011E-0D68-B42E-2BC7-20F04A37BF76}"/>
                    </a:ext>
                  </a:extLst>
                </p:cNvPr>
                <p:cNvSpPr txBox="1"/>
                <p:nvPr/>
              </p:nvSpPr>
              <p:spPr>
                <a:xfrm>
                  <a:off x="7668160" y="257351"/>
                  <a:ext cx="1085484" cy="488386"/>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xmlns="">
            <p:sp>
              <p:nvSpPr>
                <p:cNvPr id="36" name="TextBox 35">
                  <a:extLst>
                    <a:ext uri="{FF2B5EF4-FFF2-40B4-BE49-F238E27FC236}">
                      <a16:creationId xmlns:a16="http://schemas.microsoft.com/office/drawing/2014/main" id="{F72A011E-0D68-B42E-2BC7-20F04A37BF76}"/>
                    </a:ext>
                  </a:extLst>
                </p:cNvPr>
                <p:cNvSpPr txBox="1">
                  <a:spLocks noRot="1" noChangeAspect="1" noMove="1" noResize="1" noEditPoints="1" noAdjustHandles="1" noChangeArrowheads="1" noChangeShapeType="1" noTextEdit="1"/>
                </p:cNvSpPr>
                <p:nvPr/>
              </p:nvSpPr>
              <p:spPr>
                <a:xfrm>
                  <a:off x="7668160" y="257351"/>
                  <a:ext cx="1085484" cy="488386"/>
                </a:xfrm>
                <a:prstGeom prst="rect">
                  <a:avLst/>
                </a:prstGeom>
                <a:blipFill>
                  <a:blip r:embed="rId15"/>
                  <a:stretch>
                    <a:fillRect r="-690" b="-15152"/>
                  </a:stretch>
                </a:blipFill>
              </p:spPr>
              <p:txBody>
                <a:bodyPr/>
                <a:lstStyle/>
                <a:p>
                  <a:r>
                    <a:rPr lang="en-US">
                      <a:noFill/>
                    </a:rPr>
                    <a:t> </a:t>
                  </a:r>
                </a:p>
              </p:txBody>
            </p:sp>
          </mc:Fallback>
        </mc:AlternateContent>
        <p:pic>
          <p:nvPicPr>
            <p:cNvPr id="37" name="Picture 36">
              <a:extLst>
                <a:ext uri="{FF2B5EF4-FFF2-40B4-BE49-F238E27FC236}">
                  <a16:creationId xmlns:a16="http://schemas.microsoft.com/office/drawing/2014/main" id="{5D632AE7-FD0C-1BF1-5F23-64C3ADCA0FB5}"/>
                </a:ext>
              </a:extLst>
            </p:cNvPr>
            <p:cNvPicPr>
              <a:picLocks noChangeAspect="1"/>
            </p:cNvPicPr>
            <p:nvPr/>
          </p:nvPicPr>
          <p:blipFill rotWithShape="1">
            <a:blip r:embed="rId16"/>
            <a:srcRect l="6165" r="28486"/>
            <a:stretch>
              <a:fillRect/>
            </a:stretch>
          </p:blipFill>
          <p:spPr>
            <a:xfrm>
              <a:off x="8642026" y="549387"/>
              <a:ext cx="2569709" cy="1670449"/>
            </a:xfrm>
            <a:prstGeom prst="rect">
              <a:avLst/>
            </a:prstGeom>
          </p:spPr>
        </p:pic>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AD3A619-FB5F-3262-91D7-C5D9808DB2ED}"/>
                    </a:ext>
                  </a:extLst>
                </p:cNvPr>
                <p:cNvSpPr txBox="1"/>
                <p:nvPr/>
              </p:nvSpPr>
              <p:spPr>
                <a:xfrm>
                  <a:off x="9171514" y="2269369"/>
                  <a:ext cx="1537632" cy="71363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m:rPr>
                                <m:sty m:val="p"/>
                              </m:rPr>
                              <a:rPr lang="en-US" sz="2000" b="0" i="0" smtClean="0">
                                <a:latin typeface="Cambria Math" panose="02040503050406030204" pitchFamily="18" charset="0"/>
                              </a:rPr>
                              <m:t>peak</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num>
                          <m:den>
                            <m:r>
                              <a:rPr lang="en-US" sz="2000" b="0" i="1" smtClean="0">
                                <a:latin typeface="Cambria Math" panose="02040503050406030204" pitchFamily="18" charset="0"/>
                              </a:rPr>
                              <m:t>6</m:t>
                            </m:r>
                            <m:r>
                              <a:rPr lang="en-US" sz="2000" b="0" i="1" smtClean="0">
                                <a:latin typeface="Cambria Math" panose="02040503050406030204" pitchFamily="18" charset="0"/>
                              </a:rPr>
                              <m:t>𝐷</m:t>
                            </m:r>
                          </m:den>
                        </m:f>
                      </m:oMath>
                    </m:oMathPara>
                  </a14:m>
                  <a:endParaRPr lang="en-DE" sz="2000" dirty="0"/>
                </a:p>
              </p:txBody>
            </p:sp>
          </mc:Choice>
          <mc:Fallback xmlns="">
            <p:sp>
              <p:nvSpPr>
                <p:cNvPr id="40" name="TextBox 39">
                  <a:extLst>
                    <a:ext uri="{FF2B5EF4-FFF2-40B4-BE49-F238E27FC236}">
                      <a16:creationId xmlns:a16="http://schemas.microsoft.com/office/drawing/2014/main" id="{1AD3A619-FB5F-3262-91D7-C5D9808DB2ED}"/>
                    </a:ext>
                  </a:extLst>
                </p:cNvPr>
                <p:cNvSpPr txBox="1">
                  <a:spLocks noRot="1" noChangeAspect="1" noMove="1" noResize="1" noEditPoints="1" noAdjustHandles="1" noChangeArrowheads="1" noChangeShapeType="1" noTextEdit="1"/>
                </p:cNvSpPr>
                <p:nvPr/>
              </p:nvSpPr>
              <p:spPr>
                <a:xfrm>
                  <a:off x="9171514" y="2269369"/>
                  <a:ext cx="1537632" cy="713637"/>
                </a:xfrm>
                <a:prstGeom prst="rect">
                  <a:avLst/>
                </a:prstGeom>
                <a:blipFill>
                  <a:blip r:embed="rId17"/>
                  <a:stretch>
                    <a:fillRect/>
                  </a:stretch>
                </a:blipFill>
              </p:spPr>
              <p:txBody>
                <a:bodyPr/>
                <a:lstStyle/>
                <a:p>
                  <a:r>
                    <a:rPr lang="en-US">
                      <a:noFill/>
                    </a:rPr>
                    <a:t> </a:t>
                  </a:r>
                </a:p>
              </p:txBody>
            </p:sp>
          </mc:Fallback>
        </mc:AlternateContent>
        <p:sp>
          <p:nvSpPr>
            <p:cNvPr id="41" name="Oval 40">
              <a:extLst>
                <a:ext uri="{FF2B5EF4-FFF2-40B4-BE49-F238E27FC236}">
                  <a16:creationId xmlns:a16="http://schemas.microsoft.com/office/drawing/2014/main" id="{5F0A6E6A-1ACB-D0F9-89B1-6B54809087EA}"/>
                </a:ext>
              </a:extLst>
            </p:cNvPr>
            <p:cNvSpPr>
              <a:spLocks noChangeAspect="1"/>
            </p:cNvSpPr>
            <p:nvPr/>
          </p:nvSpPr>
          <p:spPr>
            <a:xfrm>
              <a:off x="9254402" y="48818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sz="1600"/>
            </a:p>
          </p:txBody>
        </p:sp>
        <p:cxnSp>
          <p:nvCxnSpPr>
            <p:cNvPr id="42" name="Straight Connector 41">
              <a:extLst>
                <a:ext uri="{FF2B5EF4-FFF2-40B4-BE49-F238E27FC236}">
                  <a16:creationId xmlns:a16="http://schemas.microsoft.com/office/drawing/2014/main" id="{1CEF9FF9-BB96-E1E2-8943-A6D5EB6E747A}"/>
                </a:ext>
              </a:extLst>
            </p:cNvPr>
            <p:cNvCxnSpPr>
              <a:cxnSpLocks/>
            </p:cNvCxnSpPr>
            <p:nvPr/>
          </p:nvCxnSpPr>
          <p:spPr>
            <a:xfrm flipV="1">
              <a:off x="9344402" y="637502"/>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0E14A44E-C081-81DC-B3C1-F8E2BB15AC99}"/>
                </a:ext>
              </a:extLst>
            </p:cNvPr>
            <p:cNvSpPr/>
            <p:nvPr/>
          </p:nvSpPr>
          <p:spPr>
            <a:xfrm>
              <a:off x="4638477" y="494409"/>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5" name="Oval 44">
              <a:extLst>
                <a:ext uri="{FF2B5EF4-FFF2-40B4-BE49-F238E27FC236}">
                  <a16:creationId xmlns:a16="http://schemas.microsoft.com/office/drawing/2014/main" id="{DAF237DC-3673-B80D-8720-60839A7F4F15}"/>
                </a:ext>
              </a:extLst>
            </p:cNvPr>
            <p:cNvSpPr/>
            <p:nvPr/>
          </p:nvSpPr>
          <p:spPr>
            <a:xfrm>
              <a:off x="4638477" y="903432"/>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48" name="TextBox 47">
              <a:extLst>
                <a:ext uri="{FF2B5EF4-FFF2-40B4-BE49-F238E27FC236}">
                  <a16:creationId xmlns:a16="http://schemas.microsoft.com/office/drawing/2014/main" id="{803EAA5C-D9F8-74D7-97A2-0588DDAA1435}"/>
                </a:ext>
              </a:extLst>
            </p:cNvPr>
            <p:cNvSpPr txBox="1"/>
            <p:nvPr/>
          </p:nvSpPr>
          <p:spPr>
            <a:xfrm>
              <a:off x="995699" y="91036"/>
              <a:ext cx="2515185" cy="488386"/>
            </a:xfrm>
            <a:prstGeom prst="rect">
              <a:avLst/>
            </a:prstGeom>
            <a:noFill/>
          </p:spPr>
          <p:txBody>
            <a:bodyPr wrap="none" rtlCol="0">
              <a:spAutoFit/>
            </a:bodyPr>
            <a:lstStyle/>
            <a:p>
              <a:r>
                <a:rPr lang="en-US" sz="2000" dirty="0"/>
                <a:t>Point Transmitter</a:t>
              </a:r>
            </a:p>
          </p:txBody>
        </p:sp>
        <p:sp>
          <p:nvSpPr>
            <p:cNvPr id="51" name="Oval 50">
              <a:extLst>
                <a:ext uri="{FF2B5EF4-FFF2-40B4-BE49-F238E27FC236}">
                  <a16:creationId xmlns:a16="http://schemas.microsoft.com/office/drawing/2014/main" id="{3AE079FD-15E2-3464-691C-E9BFFDE9E860}"/>
                </a:ext>
              </a:extLst>
            </p:cNvPr>
            <p:cNvSpPr>
              <a:spLocks noChangeAspect="1"/>
            </p:cNvSpPr>
            <p:nvPr/>
          </p:nvSpPr>
          <p:spPr>
            <a:xfrm>
              <a:off x="1896248" y="111215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2" name="Oval 51">
              <a:extLst>
                <a:ext uri="{FF2B5EF4-FFF2-40B4-BE49-F238E27FC236}">
                  <a16:creationId xmlns:a16="http://schemas.microsoft.com/office/drawing/2014/main" id="{ED9B697D-DE9D-CF05-EF0B-D4F161A9CF98}"/>
                </a:ext>
              </a:extLst>
            </p:cNvPr>
            <p:cNvSpPr>
              <a:spLocks noChangeAspect="1"/>
            </p:cNvSpPr>
            <p:nvPr/>
          </p:nvSpPr>
          <p:spPr>
            <a:xfrm>
              <a:off x="2814732" y="102988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3" name="Oval 52">
              <a:extLst>
                <a:ext uri="{FF2B5EF4-FFF2-40B4-BE49-F238E27FC236}">
                  <a16:creationId xmlns:a16="http://schemas.microsoft.com/office/drawing/2014/main" id="{D5556631-50F1-A427-DE0B-5FF1D723D698}"/>
                </a:ext>
              </a:extLst>
            </p:cNvPr>
            <p:cNvSpPr>
              <a:spLocks noChangeAspect="1"/>
            </p:cNvSpPr>
            <p:nvPr/>
          </p:nvSpPr>
          <p:spPr>
            <a:xfrm>
              <a:off x="3242920" y="136063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4" name="Oval 53">
              <a:extLst>
                <a:ext uri="{FF2B5EF4-FFF2-40B4-BE49-F238E27FC236}">
                  <a16:creationId xmlns:a16="http://schemas.microsoft.com/office/drawing/2014/main" id="{3787ECDA-E28D-5816-FDEF-DB3207B6D479}"/>
                </a:ext>
              </a:extLst>
            </p:cNvPr>
            <p:cNvSpPr>
              <a:spLocks noChangeAspect="1"/>
            </p:cNvSpPr>
            <p:nvPr/>
          </p:nvSpPr>
          <p:spPr>
            <a:xfrm>
              <a:off x="3904917" y="83334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5" name="Oval 54">
              <a:extLst>
                <a:ext uri="{FF2B5EF4-FFF2-40B4-BE49-F238E27FC236}">
                  <a16:creationId xmlns:a16="http://schemas.microsoft.com/office/drawing/2014/main" id="{205D3EC4-BDF7-E2E2-DC38-940760A2DFED}"/>
                </a:ext>
              </a:extLst>
            </p:cNvPr>
            <p:cNvSpPr>
              <a:spLocks noChangeAspect="1"/>
            </p:cNvSpPr>
            <p:nvPr/>
          </p:nvSpPr>
          <p:spPr>
            <a:xfrm>
              <a:off x="4909163" y="12016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6" name="Oval 55">
              <a:extLst>
                <a:ext uri="{FF2B5EF4-FFF2-40B4-BE49-F238E27FC236}">
                  <a16:creationId xmlns:a16="http://schemas.microsoft.com/office/drawing/2014/main" id="{428DCA46-DC92-C9B0-480F-680019A15D28}"/>
                </a:ext>
              </a:extLst>
            </p:cNvPr>
            <p:cNvSpPr>
              <a:spLocks noChangeAspect="1"/>
            </p:cNvSpPr>
            <p:nvPr/>
          </p:nvSpPr>
          <p:spPr>
            <a:xfrm>
              <a:off x="5415719" y="71901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57" name="Oval 56">
              <a:extLst>
                <a:ext uri="{FF2B5EF4-FFF2-40B4-BE49-F238E27FC236}">
                  <a16:creationId xmlns:a16="http://schemas.microsoft.com/office/drawing/2014/main" id="{5D60D9EB-3EBB-D02D-D947-0E6F51F9B74E}"/>
                </a:ext>
              </a:extLst>
            </p:cNvPr>
            <p:cNvSpPr>
              <a:spLocks noChangeAspect="1"/>
            </p:cNvSpPr>
            <p:nvPr/>
          </p:nvSpPr>
          <p:spPr>
            <a:xfrm>
              <a:off x="5344579" y="165904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0" name="Oval 59">
              <a:extLst>
                <a:ext uri="{FF2B5EF4-FFF2-40B4-BE49-F238E27FC236}">
                  <a16:creationId xmlns:a16="http://schemas.microsoft.com/office/drawing/2014/main" id="{6EDA4558-79AC-C1BF-D40C-AF5187A06FF9}"/>
                </a:ext>
              </a:extLst>
            </p:cNvPr>
            <p:cNvSpPr>
              <a:spLocks noChangeAspect="1"/>
            </p:cNvSpPr>
            <p:nvPr/>
          </p:nvSpPr>
          <p:spPr>
            <a:xfrm>
              <a:off x="5935160" y="16466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1" name="Oval 60">
              <a:extLst>
                <a:ext uri="{FF2B5EF4-FFF2-40B4-BE49-F238E27FC236}">
                  <a16:creationId xmlns:a16="http://schemas.microsoft.com/office/drawing/2014/main" id="{1BB8F857-AC56-8C14-BA0E-341FACB009BE}"/>
                </a:ext>
              </a:extLst>
            </p:cNvPr>
            <p:cNvSpPr>
              <a:spLocks noChangeAspect="1"/>
            </p:cNvSpPr>
            <p:nvPr/>
          </p:nvSpPr>
          <p:spPr>
            <a:xfrm>
              <a:off x="2384595"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2" name="Oval 61">
              <a:extLst>
                <a:ext uri="{FF2B5EF4-FFF2-40B4-BE49-F238E27FC236}">
                  <a16:creationId xmlns:a16="http://schemas.microsoft.com/office/drawing/2014/main" id="{D9FA7B33-A502-1541-1284-54B06C82AF3A}"/>
                </a:ext>
              </a:extLst>
            </p:cNvPr>
            <p:cNvSpPr>
              <a:spLocks noChangeAspect="1"/>
            </p:cNvSpPr>
            <p:nvPr/>
          </p:nvSpPr>
          <p:spPr>
            <a:xfrm>
              <a:off x="2229448" y="785538"/>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3" name="Oval 62">
              <a:extLst>
                <a:ext uri="{FF2B5EF4-FFF2-40B4-BE49-F238E27FC236}">
                  <a16:creationId xmlns:a16="http://schemas.microsoft.com/office/drawing/2014/main" id="{3086C7CE-3B0F-1D9C-9D0E-D26D579A88F7}"/>
                </a:ext>
              </a:extLst>
            </p:cNvPr>
            <p:cNvSpPr>
              <a:spLocks noChangeAspect="1"/>
            </p:cNvSpPr>
            <p:nvPr/>
          </p:nvSpPr>
          <p:spPr>
            <a:xfrm>
              <a:off x="1818273" y="157852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4" name="Oval 63">
              <a:extLst>
                <a:ext uri="{FF2B5EF4-FFF2-40B4-BE49-F238E27FC236}">
                  <a16:creationId xmlns:a16="http://schemas.microsoft.com/office/drawing/2014/main" id="{E092FAD9-6FE7-87CE-31DD-F7F4D0A064BE}"/>
                </a:ext>
              </a:extLst>
            </p:cNvPr>
            <p:cNvSpPr>
              <a:spLocks noChangeAspect="1"/>
            </p:cNvSpPr>
            <p:nvPr/>
          </p:nvSpPr>
          <p:spPr>
            <a:xfrm>
              <a:off x="4214853" y="163495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p:sp>
          <p:nvSpPr>
            <p:cNvPr id="65" name="TextBox 64">
              <a:extLst>
                <a:ext uri="{FF2B5EF4-FFF2-40B4-BE49-F238E27FC236}">
                  <a16:creationId xmlns:a16="http://schemas.microsoft.com/office/drawing/2014/main" id="{4F00423D-59A7-320B-D9CC-039AA6B4D607}"/>
                </a:ext>
              </a:extLst>
            </p:cNvPr>
            <p:cNvSpPr txBox="1"/>
            <p:nvPr/>
          </p:nvSpPr>
          <p:spPr>
            <a:xfrm>
              <a:off x="4919787" y="58013"/>
              <a:ext cx="1390490" cy="488386"/>
            </a:xfrm>
            <a:prstGeom prst="rect">
              <a:avLst/>
            </a:prstGeom>
            <a:noFill/>
          </p:spPr>
          <p:txBody>
            <a:bodyPr wrap="none" rtlCol="0">
              <a:spAutoFit/>
            </a:bodyPr>
            <a:lstStyle/>
            <a:p>
              <a:r>
                <a:rPr lang="en-US" sz="2000" dirty="0"/>
                <a:t>Receiver</a:t>
              </a:r>
            </a:p>
          </p:txBody>
        </p:sp>
        <p:sp>
          <p:nvSpPr>
            <p:cNvPr id="67" name="Oval 66">
              <a:extLst>
                <a:ext uri="{FF2B5EF4-FFF2-40B4-BE49-F238E27FC236}">
                  <a16:creationId xmlns:a16="http://schemas.microsoft.com/office/drawing/2014/main" id="{A0613E39-7A74-7387-9E2A-A0CAE052B6E2}"/>
                </a:ext>
              </a:extLst>
            </p:cNvPr>
            <p:cNvSpPr>
              <a:spLocks noChangeAspect="1"/>
            </p:cNvSpPr>
            <p:nvPr/>
          </p:nvSpPr>
          <p:spPr>
            <a:xfrm>
              <a:off x="1277654" y="1304206"/>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AFBC9F20-A4C2-4F66-8DDE-9B642D56BB59}"/>
                    </a:ext>
                  </a:extLst>
                </p:cNvPr>
                <p:cNvSpPr txBox="1"/>
                <p:nvPr/>
              </p:nvSpPr>
              <p:spPr>
                <a:xfrm>
                  <a:off x="3021077" y="901853"/>
                  <a:ext cx="966948" cy="488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000" b="1" i="1" smtClean="0">
                                <a:solidFill>
                                  <a:srgbClr val="C00000"/>
                                </a:solidFill>
                                <a:latin typeface="Cambria Math" panose="02040503050406030204" pitchFamily="18" charset="0"/>
                              </a:rPr>
                            </m:ctrlPr>
                          </m:sSubPr>
                          <m:e>
                            <m:r>
                              <a:rPr lang="en-US" sz="2000" b="1" i="1" smtClean="0">
                                <a:solidFill>
                                  <a:srgbClr val="C00000"/>
                                </a:solidFill>
                                <a:latin typeface="Cambria Math" panose="02040503050406030204" pitchFamily="18" charset="0"/>
                              </a:rPr>
                              <m:t>𝒅</m:t>
                            </m:r>
                          </m:e>
                          <m:sub>
                            <m:r>
                              <a:rPr lang="en-US" sz="2000" b="1" i="1" smtClean="0">
                                <a:solidFill>
                                  <a:srgbClr val="C00000"/>
                                </a:solidFill>
                                <a:latin typeface="Cambria Math" panose="02040503050406030204" pitchFamily="18" charset="0"/>
                              </a:rPr>
                              <m:t>𝟎</m:t>
                            </m:r>
                          </m:sub>
                        </m:sSub>
                      </m:oMath>
                    </m:oMathPara>
                  </a14:m>
                  <a:endParaRPr lang="en-US" sz="2000" dirty="0"/>
                </a:p>
              </p:txBody>
            </p:sp>
          </mc:Choice>
          <mc:Fallback xmlns="">
            <p:sp>
              <p:nvSpPr>
                <p:cNvPr id="70" name="TextBox 69">
                  <a:extLst>
                    <a:ext uri="{FF2B5EF4-FFF2-40B4-BE49-F238E27FC236}">
                      <a16:creationId xmlns:a16="http://schemas.microsoft.com/office/drawing/2014/main" id="{AFBC9F20-A4C2-4F66-8DDE-9B642D56BB59}"/>
                    </a:ext>
                  </a:extLst>
                </p:cNvPr>
                <p:cNvSpPr txBox="1">
                  <a:spLocks noRot="1" noChangeAspect="1" noMove="1" noResize="1" noEditPoints="1" noAdjustHandles="1" noChangeArrowheads="1" noChangeShapeType="1" noTextEdit="1"/>
                </p:cNvSpPr>
                <p:nvPr/>
              </p:nvSpPr>
              <p:spPr>
                <a:xfrm>
                  <a:off x="3021077" y="901853"/>
                  <a:ext cx="966948" cy="488386"/>
                </a:xfrm>
                <a:prstGeom prst="rect">
                  <a:avLst/>
                </a:prstGeom>
                <a:blipFill>
                  <a:blip r:embed="rId18"/>
                  <a:stretch>
                    <a:fillRect b="-1538"/>
                  </a:stretch>
                </a:blipFill>
              </p:spPr>
              <p:txBody>
                <a:bodyPr/>
                <a:lstStyle/>
                <a:p>
                  <a:r>
                    <a:rPr lang="en-US">
                      <a:noFill/>
                    </a:rPr>
                    <a:t> </a:t>
                  </a:r>
                </a:p>
              </p:txBody>
            </p:sp>
          </mc:Fallback>
        </mc:AlternateContent>
      </p:grpSp>
      <p:sp>
        <p:nvSpPr>
          <p:cNvPr id="94" name="Rectangle: Rounded Corners 93">
            <a:extLst>
              <a:ext uri="{FF2B5EF4-FFF2-40B4-BE49-F238E27FC236}">
                <a16:creationId xmlns:a16="http://schemas.microsoft.com/office/drawing/2014/main" id="{D49C2E49-031A-0F9A-A135-9D385EB51FAA}"/>
              </a:ext>
            </a:extLst>
          </p:cNvPr>
          <p:cNvSpPr/>
          <p:nvPr/>
        </p:nvSpPr>
        <p:spPr>
          <a:xfrm>
            <a:off x="10440319" y="143935"/>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95" name="Rectangle: Rounded Corners 94">
            <a:extLst>
              <a:ext uri="{FF2B5EF4-FFF2-40B4-BE49-F238E27FC236}">
                <a16:creationId xmlns:a16="http://schemas.microsoft.com/office/drawing/2014/main" id="{969C5C9E-8737-5B7F-E60D-F3142910F3F0}"/>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96" name="Rectangle: Rounded Corners 95">
            <a:extLst>
              <a:ext uri="{FF2B5EF4-FFF2-40B4-BE49-F238E27FC236}">
                <a16:creationId xmlns:a16="http://schemas.microsoft.com/office/drawing/2014/main" id="{2432D0B7-6D8E-9E69-54AC-A427CE81151F}"/>
              </a:ext>
            </a:extLst>
          </p:cNvPr>
          <p:cNvSpPr/>
          <p:nvPr/>
        </p:nvSpPr>
        <p:spPr>
          <a:xfrm>
            <a:off x="10440319" y="2992627"/>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97" name="Rectangle: Rounded Corners 96">
            <a:extLst>
              <a:ext uri="{FF2B5EF4-FFF2-40B4-BE49-F238E27FC236}">
                <a16:creationId xmlns:a16="http://schemas.microsoft.com/office/drawing/2014/main" id="{6F02F2E3-48F4-432F-5C9C-835823C9FF3F}"/>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98" name="Straight Arrow Connector 97">
            <a:extLst>
              <a:ext uri="{FF2B5EF4-FFF2-40B4-BE49-F238E27FC236}">
                <a16:creationId xmlns:a16="http://schemas.microsoft.com/office/drawing/2014/main" id="{6CDA451C-FFC2-A4FE-1AFE-16F80628BB32}"/>
              </a:ext>
            </a:extLst>
          </p:cNvPr>
          <p:cNvCxnSpPr>
            <a:stCxn id="94" idx="2"/>
            <a:endCxn id="95"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4D1A8427-0A26-B8C8-B9F1-096A6B2A2BDB}"/>
              </a:ext>
            </a:extLst>
          </p:cNvPr>
          <p:cNvCxnSpPr>
            <a:cxnSpLocks/>
            <a:stCxn id="95" idx="2"/>
            <a:endCxn id="96"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0" name="Straight Arrow Connector 99">
            <a:extLst>
              <a:ext uri="{FF2B5EF4-FFF2-40B4-BE49-F238E27FC236}">
                <a16:creationId xmlns:a16="http://schemas.microsoft.com/office/drawing/2014/main" id="{95177BAA-5C9D-F29F-FE8E-3A34A43E95EA}"/>
              </a:ext>
            </a:extLst>
          </p:cNvPr>
          <p:cNvCxnSpPr>
            <a:cxnSpLocks/>
            <a:stCxn id="97"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53451062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1653914" cy="707886"/>
          </a:xfrm>
          <a:prstGeom prst="rect">
            <a:avLst/>
          </a:prstGeom>
          <a:noFill/>
        </p:spPr>
        <p:txBody>
          <a:bodyPr wrap="none" rtlCol="0">
            <a:spAutoFit/>
          </a:bodyPr>
          <a:lstStyle/>
          <a:p>
            <a:r>
              <a:rPr lang="en-US" sz="2000" dirty="0"/>
              <a:t>Digital</a:t>
            </a:r>
          </a:p>
          <a:p>
            <a:r>
              <a:rPr lang="en-US" sz="20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6"/>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4" name="TextBox 33">
                <a:extLst>
                  <a:ext uri="{FF2B5EF4-FFF2-40B4-BE49-F238E27FC236}">
                    <a16:creationId xmlns:a16="http://schemas.microsoft.com/office/drawing/2014/main" id="{4033A7B6-DE3E-3C63-1A1C-7640980F993D}"/>
                  </a:ext>
                </a:extLst>
              </p:cNvPr>
              <p:cNvSpPr txBox="1"/>
              <p:nvPr/>
            </p:nvSpPr>
            <p:spPr>
              <a:xfrm>
                <a:off x="5360769" y="1562570"/>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5360769" y="1562570"/>
                <a:ext cx="723723" cy="523220"/>
              </a:xfrm>
              <a:prstGeom prst="rect">
                <a:avLst/>
              </a:prstGeom>
              <a:blipFill>
                <a:blip r:embed="rId7"/>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6390850" y="12749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6357529" y="127498"/>
            <a:ext cx="1653914" cy="707886"/>
          </a:xfrm>
          <a:prstGeom prst="rect">
            <a:avLst/>
          </a:prstGeom>
          <a:noFill/>
        </p:spPr>
        <p:txBody>
          <a:bodyPr wrap="none" rtlCol="0">
            <a:spAutoFit/>
          </a:bodyPr>
          <a:lstStyle/>
          <a:p>
            <a:r>
              <a:rPr lang="en-US" sz="2000" dirty="0"/>
              <a:t>Chemical</a:t>
            </a:r>
            <a:br>
              <a:rPr lang="en-US" sz="2000" dirty="0"/>
            </a:br>
            <a:r>
              <a:rPr lang="en-US" sz="20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6692033" y="112546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65" name="TextBox 64">
                <a:extLst>
                  <a:ext uri="{FF2B5EF4-FFF2-40B4-BE49-F238E27FC236}">
                    <a16:creationId xmlns:a16="http://schemas.microsoft.com/office/drawing/2014/main" id="{A3DA1352-76BE-53DE-5487-54DEB440D4A8}"/>
                  </a:ext>
                </a:extLst>
              </p:cNvPr>
              <p:cNvSpPr txBox="1"/>
              <p:nvPr/>
            </p:nvSpPr>
            <p:spPr>
              <a:xfrm>
                <a:off x="6622379" y="109488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6622379" y="1094888"/>
                <a:ext cx="656402" cy="461665"/>
              </a:xfrm>
              <a:prstGeom prst="rect">
                <a:avLst/>
              </a:prstGeom>
              <a:blipFill>
                <a:blip r:embed="rId8"/>
                <a:stretch>
                  <a:fillRect b="-1333"/>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6823022" y="22562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46B07673-B2AB-593F-27D0-24D8B3F66A07}"/>
                  </a:ext>
                </a:extLst>
              </p:cNvPr>
              <p:cNvSpPr txBox="1"/>
              <p:nvPr/>
            </p:nvSpPr>
            <p:spPr>
              <a:xfrm>
                <a:off x="6749874" y="22461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6749874" y="2246137"/>
                <a:ext cx="656402" cy="461665"/>
              </a:xfrm>
              <a:prstGeom prst="rect">
                <a:avLst/>
              </a:prstGeom>
              <a:blipFill>
                <a:blip r:embed="rId9"/>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8172651" y="11303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B5FAB2B9-BC23-110B-06DC-A063245F51AB}"/>
                  </a:ext>
                </a:extLst>
              </p:cNvPr>
              <p:cNvSpPr txBox="1"/>
              <p:nvPr/>
            </p:nvSpPr>
            <p:spPr>
              <a:xfrm>
                <a:off x="8103207" y="1094175"/>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d</m:t>
                          </m:r>
                        </m:sub>
                      </m:sSub>
                    </m:oMath>
                  </m:oMathPara>
                </a14:m>
                <a:endParaRPr lang="en-US" sz="2400" dirty="0">
                  <a:solidFill>
                    <a:schemeClr val="bg1"/>
                  </a:solidFill>
                </a:endParaRPr>
              </a:p>
            </p:txBody>
          </p:sp>
        </mc:Choice>
        <mc:Fallback>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8103207" y="1094175"/>
                <a:ext cx="656402" cy="461665"/>
              </a:xfrm>
              <a:prstGeom prst="rect">
                <a:avLst/>
              </a:prstGeom>
              <a:blipFill>
                <a:blip r:embed="rId10"/>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4" idx="2"/>
          </p:cNvCxnSpPr>
          <p:nvPr/>
        </p:nvCxnSpPr>
        <p:spPr>
          <a:xfrm flipV="1">
            <a:off x="6084492" y="1366867"/>
            <a:ext cx="607541" cy="45731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68" idx="2"/>
          </p:cNvCxnSpPr>
          <p:nvPr/>
        </p:nvCxnSpPr>
        <p:spPr>
          <a:xfrm>
            <a:off x="6084492" y="1824180"/>
            <a:ext cx="738530" cy="67351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4" idx="6"/>
            <a:endCxn id="71" idx="2"/>
          </p:cNvCxnSpPr>
          <p:nvPr/>
        </p:nvCxnSpPr>
        <p:spPr>
          <a:xfrm>
            <a:off x="7174836" y="1366867"/>
            <a:ext cx="997815" cy="488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68" idx="6"/>
            <a:endCxn id="42" idx="2"/>
          </p:cNvCxnSpPr>
          <p:nvPr/>
        </p:nvCxnSpPr>
        <p:spPr>
          <a:xfrm>
            <a:off x="7305825" y="2497696"/>
            <a:ext cx="1832167" cy="4251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62C4780-7C19-2EAC-1E9C-6461760C10CB}"/>
              </a:ext>
            </a:extLst>
          </p:cNvPr>
          <p:cNvCxnSpPr>
            <a:cxnSpLocks/>
            <a:stCxn id="71" idx="6"/>
          </p:cNvCxnSpPr>
          <p:nvPr/>
        </p:nvCxnSpPr>
        <p:spPr>
          <a:xfrm>
            <a:off x="8655454" y="1371750"/>
            <a:ext cx="1194224"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94" name="TextBox 93">
                <a:extLst>
                  <a:ext uri="{FF2B5EF4-FFF2-40B4-BE49-F238E27FC236}">
                    <a16:creationId xmlns:a16="http://schemas.microsoft.com/office/drawing/2014/main" id="{F5BBFDCF-35FC-CBB7-9E1C-E2922522A4C4}"/>
                  </a:ext>
                </a:extLst>
              </p:cNvPr>
              <p:cNvSpPr txBox="1"/>
              <p:nvPr/>
            </p:nvSpPr>
            <p:spPr>
              <a:xfrm>
                <a:off x="9045200" y="905623"/>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9045200" y="905623"/>
                <a:ext cx="642780" cy="461665"/>
              </a:xfrm>
              <a:prstGeom prst="rect">
                <a:avLst/>
              </a:prstGeom>
              <a:blipFill>
                <a:blip r:embed="rId11"/>
                <a:stretch>
                  <a:fillRect b="-2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5" name="TextBox 94">
                <a:extLst>
                  <a:ext uri="{FF2B5EF4-FFF2-40B4-BE49-F238E27FC236}">
                    <a16:creationId xmlns:a16="http://schemas.microsoft.com/office/drawing/2014/main" id="{945B1249-A0B9-76EF-D7C8-627EECA262B8}"/>
                  </a:ext>
                </a:extLst>
              </p:cNvPr>
              <p:cNvSpPr txBox="1"/>
              <p:nvPr/>
            </p:nvSpPr>
            <p:spPr>
              <a:xfrm>
                <a:off x="7324978" y="88968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7324978" y="889681"/>
                <a:ext cx="642780"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6" name="TextBox 95">
                <a:extLst>
                  <a:ext uri="{FF2B5EF4-FFF2-40B4-BE49-F238E27FC236}">
                    <a16:creationId xmlns:a16="http://schemas.microsoft.com/office/drawing/2014/main" id="{0AF4373F-7904-5058-D7A8-FBDC9B53D927}"/>
                  </a:ext>
                </a:extLst>
              </p:cNvPr>
              <p:cNvSpPr txBox="1"/>
              <p:nvPr/>
            </p:nvSpPr>
            <p:spPr>
              <a:xfrm>
                <a:off x="7838448" y="245250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7838448" y="2452501"/>
                <a:ext cx="642780" cy="461665"/>
              </a:xfrm>
              <a:prstGeom prst="rect">
                <a:avLst/>
              </a:prstGeom>
              <a:blipFill>
                <a:blip r:embed="rId13"/>
                <a:stretch>
                  <a:fillRect b="-1316"/>
                </a:stretch>
              </a:blipFill>
            </p:spPr>
            <p:txBody>
              <a:bodyPr/>
              <a:lstStyle/>
              <a:p>
                <a:r>
                  <a:rPr lang="en-US">
                    <a:noFill/>
                  </a:rPr>
                  <a:t> </a:t>
                </a:r>
              </a:p>
            </p:txBody>
          </p:sp>
        </mc:Fallback>
      </mc:AlternateContent>
      <p:sp>
        <p:nvSpPr>
          <p:cNvPr id="118" name="Rectangle: Rounded Corners 117">
            <a:extLst>
              <a:ext uri="{FF2B5EF4-FFF2-40B4-BE49-F238E27FC236}">
                <a16:creationId xmlns:a16="http://schemas.microsoft.com/office/drawing/2014/main" id="{3C282480-DB37-6543-AE13-92101254F60C}"/>
              </a:ext>
            </a:extLst>
          </p:cNvPr>
          <p:cNvSpPr/>
          <p:nvPr/>
        </p:nvSpPr>
        <p:spPr>
          <a:xfrm>
            <a:off x="10656255" y="138224"/>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19" name="Rectangle: Rounded Corners 118">
            <a:extLst>
              <a:ext uri="{FF2B5EF4-FFF2-40B4-BE49-F238E27FC236}">
                <a16:creationId xmlns:a16="http://schemas.microsoft.com/office/drawing/2014/main" id="{E9174A38-55D4-5304-272E-F71A27DC20BA}"/>
              </a:ext>
            </a:extLst>
          </p:cNvPr>
          <p:cNvSpPr/>
          <p:nvPr/>
        </p:nvSpPr>
        <p:spPr>
          <a:xfrm>
            <a:off x="10656255" y="1562570"/>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20" name="Rectangle: Rounded Corners 119">
            <a:extLst>
              <a:ext uri="{FF2B5EF4-FFF2-40B4-BE49-F238E27FC236}">
                <a16:creationId xmlns:a16="http://schemas.microsoft.com/office/drawing/2014/main" id="{C13513E9-BF16-EEC3-9BA1-EBF42A2065D6}"/>
              </a:ext>
            </a:extLst>
          </p:cNvPr>
          <p:cNvSpPr/>
          <p:nvPr/>
        </p:nvSpPr>
        <p:spPr>
          <a:xfrm>
            <a:off x="10656255" y="2986916"/>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121" name="Rectangle: Rounded Corners 120">
            <a:extLst>
              <a:ext uri="{FF2B5EF4-FFF2-40B4-BE49-F238E27FC236}">
                <a16:creationId xmlns:a16="http://schemas.microsoft.com/office/drawing/2014/main" id="{2AE963CA-84E7-DABD-0417-61237F553CC5}"/>
              </a:ext>
            </a:extLst>
          </p:cNvPr>
          <p:cNvSpPr/>
          <p:nvPr/>
        </p:nvSpPr>
        <p:spPr>
          <a:xfrm>
            <a:off x="10656255" y="4411262"/>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122" name="Straight Arrow Connector 121">
            <a:extLst>
              <a:ext uri="{FF2B5EF4-FFF2-40B4-BE49-F238E27FC236}">
                <a16:creationId xmlns:a16="http://schemas.microsoft.com/office/drawing/2014/main" id="{9F982A65-19D3-5B28-C7DB-E63D2769EE0D}"/>
              </a:ext>
            </a:extLst>
          </p:cNvPr>
          <p:cNvCxnSpPr>
            <a:stCxn id="118" idx="2"/>
            <a:endCxn id="119" idx="0"/>
          </p:cNvCxnSpPr>
          <p:nvPr/>
        </p:nvCxnSpPr>
        <p:spPr>
          <a:xfrm>
            <a:off x="11417514" y="105262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3" name="Straight Arrow Connector 122">
            <a:extLst>
              <a:ext uri="{FF2B5EF4-FFF2-40B4-BE49-F238E27FC236}">
                <a16:creationId xmlns:a16="http://schemas.microsoft.com/office/drawing/2014/main" id="{FB92A770-EB00-C7BC-DAE7-BA08F9B1641C}"/>
              </a:ext>
            </a:extLst>
          </p:cNvPr>
          <p:cNvCxnSpPr>
            <a:cxnSpLocks/>
            <a:stCxn id="119" idx="2"/>
            <a:endCxn id="120" idx="0"/>
          </p:cNvCxnSpPr>
          <p:nvPr/>
        </p:nvCxnSpPr>
        <p:spPr>
          <a:xfrm>
            <a:off x="11417514" y="247697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24" name="Straight Arrow Connector 123">
            <a:extLst>
              <a:ext uri="{FF2B5EF4-FFF2-40B4-BE49-F238E27FC236}">
                <a16:creationId xmlns:a16="http://schemas.microsoft.com/office/drawing/2014/main" id="{56B6C37F-8335-1085-64EA-548020264667}"/>
              </a:ext>
            </a:extLst>
          </p:cNvPr>
          <p:cNvCxnSpPr>
            <a:cxnSpLocks/>
            <a:stCxn id="121" idx="0"/>
          </p:cNvCxnSpPr>
          <p:nvPr/>
        </p:nvCxnSpPr>
        <p:spPr>
          <a:xfrm flipV="1">
            <a:off x="11417514" y="3901316"/>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2" name="Oval 41">
            <a:extLst>
              <a:ext uri="{FF2B5EF4-FFF2-40B4-BE49-F238E27FC236}">
                <a16:creationId xmlns:a16="http://schemas.microsoft.com/office/drawing/2014/main" id="{E5FA5F44-076A-839D-349A-6AF798E39E27}"/>
              </a:ext>
            </a:extLst>
          </p:cNvPr>
          <p:cNvSpPr>
            <a:spLocks noChangeAspect="1"/>
          </p:cNvSpPr>
          <p:nvPr/>
        </p:nvSpPr>
        <p:spPr>
          <a:xfrm>
            <a:off x="9137992" y="229881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43" name="TextBox 42">
                <a:extLst>
                  <a:ext uri="{FF2B5EF4-FFF2-40B4-BE49-F238E27FC236}">
                    <a16:creationId xmlns:a16="http://schemas.microsoft.com/office/drawing/2014/main" id="{297BE6F1-B98E-CA5B-78A1-C507DFD912D9}"/>
                  </a:ext>
                </a:extLst>
              </p:cNvPr>
              <p:cNvSpPr txBox="1"/>
              <p:nvPr/>
            </p:nvSpPr>
            <p:spPr>
              <a:xfrm>
                <a:off x="9055011" y="22502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p:sp>
            <p:nvSpPr>
              <p:cNvPr id="43" name="TextBox 42">
                <a:extLst>
                  <a:ext uri="{FF2B5EF4-FFF2-40B4-BE49-F238E27FC236}">
                    <a16:creationId xmlns:a16="http://schemas.microsoft.com/office/drawing/2014/main" id="{297BE6F1-B98E-CA5B-78A1-C507DFD912D9}"/>
                  </a:ext>
                </a:extLst>
              </p:cNvPr>
              <p:cNvSpPr txBox="1">
                <a:spLocks noRot="1" noChangeAspect="1" noMove="1" noResize="1" noEditPoints="1" noAdjustHandles="1" noChangeArrowheads="1" noChangeShapeType="1" noTextEdit="1"/>
              </p:cNvSpPr>
              <p:nvPr/>
            </p:nvSpPr>
            <p:spPr>
              <a:xfrm>
                <a:off x="9055011" y="2250264"/>
                <a:ext cx="656402" cy="461665"/>
              </a:xfrm>
              <a:prstGeom prst="rect">
                <a:avLst/>
              </a:prstGeom>
              <a:blipFill>
                <a:blip r:embed="rId14"/>
                <a:stretch>
                  <a:fillRect b="-1316"/>
                </a:stretch>
              </a:blipFill>
            </p:spPr>
            <p:txBody>
              <a:bodyPr/>
              <a:lstStyle/>
              <a:p>
                <a:r>
                  <a:rPr lang="en-US">
                    <a:noFill/>
                  </a:rPr>
                  <a:t> </a:t>
                </a:r>
              </a:p>
            </p:txBody>
          </p:sp>
        </mc:Fallback>
      </mc:AlternateContent>
      <p:cxnSp>
        <p:nvCxnSpPr>
          <p:cNvPr id="56" name="Straight Arrow Connector 55">
            <a:extLst>
              <a:ext uri="{FF2B5EF4-FFF2-40B4-BE49-F238E27FC236}">
                <a16:creationId xmlns:a16="http://schemas.microsoft.com/office/drawing/2014/main" id="{B4A2BE2D-FAE6-4F68-14AB-AE379B32C998}"/>
              </a:ext>
            </a:extLst>
          </p:cNvPr>
          <p:cNvCxnSpPr>
            <a:cxnSpLocks/>
            <a:stCxn id="94" idx="2"/>
            <a:endCxn id="42" idx="0"/>
          </p:cNvCxnSpPr>
          <p:nvPr/>
        </p:nvCxnSpPr>
        <p:spPr>
          <a:xfrm>
            <a:off x="9366590" y="1367288"/>
            <a:ext cx="12804" cy="93152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83" name="Graphic 82">
            <a:extLst>
              <a:ext uri="{FF2B5EF4-FFF2-40B4-BE49-F238E27FC236}">
                <a16:creationId xmlns:a16="http://schemas.microsoft.com/office/drawing/2014/main" id="{D20E48E2-72F2-F4DD-FFF0-AA3DB0BAFA5B}"/>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5373263" y="3444116"/>
            <a:ext cx="5137785" cy="3389281"/>
          </a:xfrm>
          <a:prstGeom prst="rect">
            <a:avLst/>
          </a:prstGeom>
        </p:spPr>
      </p:pic>
      <p:pic>
        <p:nvPicPr>
          <p:cNvPr id="86" name="Graphic 85">
            <a:extLst>
              <a:ext uri="{FF2B5EF4-FFF2-40B4-BE49-F238E27FC236}">
                <a16:creationId xmlns:a16="http://schemas.microsoft.com/office/drawing/2014/main" id="{CCC6DCB7-E4F3-7E69-FB7E-8354DEC07037}"/>
              </a:ext>
            </a:extLst>
          </p:cNvPr>
          <p:cNvPicPr>
            <a:picLocks noChangeAspect="1"/>
          </p:cNvPicPr>
          <p:nvPr/>
        </p:nvPicPr>
        <p:blipFill>
          <a:blip r:embed="rId17">
            <a:extLst>
              <a:ext uri="{96DAC541-7B7A-43D3-8B79-37D633B846F1}">
                <asvg:svgBlip xmlns:asvg="http://schemas.microsoft.com/office/drawing/2016/SVG/main" r:embed="rId18"/>
              </a:ext>
            </a:extLst>
          </a:blip>
          <a:stretch>
            <a:fillRect/>
          </a:stretch>
        </p:blipFill>
        <p:spPr>
          <a:xfrm>
            <a:off x="-1835" y="3475864"/>
            <a:ext cx="5137785" cy="3389281"/>
          </a:xfrm>
          <a:prstGeom prst="rect">
            <a:avLst/>
          </a:prstGeom>
        </p:spPr>
      </p:pic>
      <p:cxnSp>
        <p:nvCxnSpPr>
          <p:cNvPr id="105" name="Straight Arrow Connector 104">
            <a:extLst>
              <a:ext uri="{FF2B5EF4-FFF2-40B4-BE49-F238E27FC236}">
                <a16:creationId xmlns:a16="http://schemas.microsoft.com/office/drawing/2014/main" id="{4B91A65C-97BE-11F1-496F-167420ECCCEB}"/>
              </a:ext>
            </a:extLst>
          </p:cNvPr>
          <p:cNvCxnSpPr>
            <a:cxnSpLocks/>
            <a:stCxn id="64" idx="5"/>
            <a:endCxn id="42" idx="1"/>
          </p:cNvCxnSpPr>
          <p:nvPr/>
        </p:nvCxnSpPr>
        <p:spPr>
          <a:xfrm>
            <a:off x="7104131" y="1537563"/>
            <a:ext cx="2104566" cy="83195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10" name="TextBox 109">
                <a:extLst>
                  <a:ext uri="{FF2B5EF4-FFF2-40B4-BE49-F238E27FC236}">
                    <a16:creationId xmlns:a16="http://schemas.microsoft.com/office/drawing/2014/main" id="{BDB0E63F-96C2-D236-C558-4CEECFF18244}"/>
                  </a:ext>
                </a:extLst>
              </p:cNvPr>
              <p:cNvSpPr txBox="1"/>
              <p:nvPr/>
            </p:nvSpPr>
            <p:spPr>
              <a:xfrm>
                <a:off x="7646368" y="180519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p:sp>
            <p:nvSpPr>
              <p:cNvPr id="110" name="TextBox 109">
                <a:extLst>
                  <a:ext uri="{FF2B5EF4-FFF2-40B4-BE49-F238E27FC236}">
                    <a16:creationId xmlns:a16="http://schemas.microsoft.com/office/drawing/2014/main" id="{BDB0E63F-96C2-D236-C558-4CEECFF18244}"/>
                  </a:ext>
                </a:extLst>
              </p:cNvPr>
              <p:cNvSpPr txBox="1">
                <a:spLocks noRot="1" noChangeAspect="1" noMove="1" noResize="1" noEditPoints="1" noAdjustHandles="1" noChangeArrowheads="1" noChangeShapeType="1" noTextEdit="1"/>
              </p:cNvSpPr>
              <p:nvPr/>
            </p:nvSpPr>
            <p:spPr>
              <a:xfrm>
                <a:off x="7646368" y="1805198"/>
                <a:ext cx="642780" cy="461665"/>
              </a:xfrm>
              <a:prstGeom prst="rect">
                <a:avLst/>
              </a:prstGeom>
              <a:blipFill>
                <a:blip r:embed="rId19"/>
                <a:stretch>
                  <a:fillRect b="-1316"/>
                </a:stretch>
              </a:blipFill>
            </p:spPr>
            <p:txBody>
              <a:bodyPr/>
              <a:lstStyle/>
              <a:p>
                <a:r>
                  <a:rPr lang="en-US">
                    <a:noFill/>
                  </a:rPr>
                  <a:t> </a:t>
                </a:r>
              </a:p>
            </p:txBody>
          </p:sp>
        </mc:Fallback>
      </mc:AlternateContent>
    </p:spTree>
    <p:extLst>
      <p:ext uri="{BB962C8B-B14F-4D97-AF65-F5344CB8AC3E}">
        <p14:creationId xmlns:p14="http://schemas.microsoft.com/office/powerpoint/2010/main" val="31034240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Rounded Corners 3">
            <a:extLst>
              <a:ext uri="{FF2B5EF4-FFF2-40B4-BE49-F238E27FC236}">
                <a16:creationId xmlns:a16="http://schemas.microsoft.com/office/drawing/2014/main" id="{48144B0B-6E4D-733C-3490-DBB3BD0D34DF}"/>
              </a:ext>
            </a:extLst>
          </p:cNvPr>
          <p:cNvSpPr/>
          <p:nvPr/>
        </p:nvSpPr>
        <p:spPr>
          <a:xfrm>
            <a:off x="10592541" y="123108"/>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5" name="Rectangle: Rounded Corners 4">
            <a:extLst>
              <a:ext uri="{FF2B5EF4-FFF2-40B4-BE49-F238E27FC236}">
                <a16:creationId xmlns:a16="http://schemas.microsoft.com/office/drawing/2014/main" id="{5EEA7EFC-C694-85E5-7B00-320B0A0796D7}"/>
              </a:ext>
            </a:extLst>
          </p:cNvPr>
          <p:cNvSpPr/>
          <p:nvPr/>
        </p:nvSpPr>
        <p:spPr>
          <a:xfrm>
            <a:off x="10592541" y="1547454"/>
            <a:ext cx="1522517" cy="914400"/>
          </a:xfrm>
          <a:prstGeom prst="roundRect">
            <a:avLst/>
          </a:prstGeom>
          <a:solidFill>
            <a:srgbClr val="DCEA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6" name="Rectangle: Rounded Corners 5">
            <a:extLst>
              <a:ext uri="{FF2B5EF4-FFF2-40B4-BE49-F238E27FC236}">
                <a16:creationId xmlns:a16="http://schemas.microsoft.com/office/drawing/2014/main" id="{07FF8AA7-A8C7-0298-CA68-C61081C95174}"/>
              </a:ext>
            </a:extLst>
          </p:cNvPr>
          <p:cNvSpPr/>
          <p:nvPr/>
        </p:nvSpPr>
        <p:spPr>
          <a:xfrm>
            <a:off x="10592541" y="2971800"/>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7" name="Rectangle: Rounded Corners 6">
            <a:extLst>
              <a:ext uri="{FF2B5EF4-FFF2-40B4-BE49-F238E27FC236}">
                <a16:creationId xmlns:a16="http://schemas.microsoft.com/office/drawing/2014/main" id="{44AB8D9D-DAA2-4B8B-5B65-309738298FB1}"/>
              </a:ext>
            </a:extLst>
          </p:cNvPr>
          <p:cNvSpPr/>
          <p:nvPr/>
        </p:nvSpPr>
        <p:spPr>
          <a:xfrm>
            <a:off x="10592541" y="4396146"/>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8" name="Straight Arrow Connector 7">
            <a:extLst>
              <a:ext uri="{FF2B5EF4-FFF2-40B4-BE49-F238E27FC236}">
                <a16:creationId xmlns:a16="http://schemas.microsoft.com/office/drawing/2014/main" id="{6EA11D54-E452-029F-78EC-47D0B42FF642}"/>
              </a:ext>
            </a:extLst>
          </p:cNvPr>
          <p:cNvCxnSpPr>
            <a:stCxn id="4" idx="2"/>
            <a:endCxn id="5" idx="0"/>
          </p:cNvCxnSpPr>
          <p:nvPr/>
        </p:nvCxnSpPr>
        <p:spPr>
          <a:xfrm>
            <a:off x="11353800" y="1037508"/>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 name="Straight Arrow Connector 8">
            <a:extLst>
              <a:ext uri="{FF2B5EF4-FFF2-40B4-BE49-F238E27FC236}">
                <a16:creationId xmlns:a16="http://schemas.microsoft.com/office/drawing/2014/main" id="{34A5578E-18A7-1C21-4E81-FE41020E9814}"/>
              </a:ext>
            </a:extLst>
          </p:cNvPr>
          <p:cNvCxnSpPr>
            <a:cxnSpLocks/>
            <a:stCxn id="5" idx="2"/>
            <a:endCxn id="6" idx="0"/>
          </p:cNvCxnSpPr>
          <p:nvPr/>
        </p:nvCxnSpPr>
        <p:spPr>
          <a:xfrm>
            <a:off x="11353800" y="2461854"/>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0" name="Straight Arrow Connector 9">
            <a:extLst>
              <a:ext uri="{FF2B5EF4-FFF2-40B4-BE49-F238E27FC236}">
                <a16:creationId xmlns:a16="http://schemas.microsoft.com/office/drawing/2014/main" id="{6E5D1165-C17D-B866-504C-F7DA4049BEB5}"/>
              </a:ext>
            </a:extLst>
          </p:cNvPr>
          <p:cNvCxnSpPr>
            <a:cxnSpLocks/>
            <a:stCxn id="7" idx="0"/>
          </p:cNvCxnSpPr>
          <p:nvPr/>
        </p:nvCxnSpPr>
        <p:spPr>
          <a:xfrm flipV="1">
            <a:off x="11353800" y="3886200"/>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1C567C77-6C14-ED9D-B1C5-806C97756E4A}"/>
                  </a:ext>
                </a:extLst>
              </p:cNvPr>
              <p:cNvSpPr txBox="1"/>
              <p:nvPr/>
            </p:nvSpPr>
            <p:spPr>
              <a:xfrm>
                <a:off x="4594773" y="56034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p:sp>
            <p:nvSpPr>
              <p:cNvPr id="11" name="TextBox 10">
                <a:extLst>
                  <a:ext uri="{FF2B5EF4-FFF2-40B4-BE49-F238E27FC236}">
                    <a16:creationId xmlns:a16="http://schemas.microsoft.com/office/drawing/2014/main" id="{1C567C77-6C14-ED9D-B1C5-806C97756E4A}"/>
                  </a:ext>
                </a:extLst>
              </p:cNvPr>
              <p:cNvSpPr txBox="1">
                <a:spLocks noRot="1" noChangeAspect="1" noMove="1" noResize="1" noEditPoints="1" noAdjustHandles="1" noChangeArrowheads="1" noChangeShapeType="1" noTextEdit="1"/>
              </p:cNvSpPr>
              <p:nvPr/>
            </p:nvSpPr>
            <p:spPr>
              <a:xfrm>
                <a:off x="4594773" y="560342"/>
                <a:ext cx="642780" cy="461665"/>
              </a:xfrm>
              <a:prstGeom prst="rect">
                <a:avLst/>
              </a:prstGeom>
              <a:blipFill>
                <a:blip r:embed="rId2"/>
                <a:stretch>
                  <a:fillRect/>
                </a:stretch>
              </a:blipFill>
            </p:spPr>
            <p:txBody>
              <a:bodyPr/>
              <a:lstStyle/>
              <a:p>
                <a:r>
                  <a:rPr lang="en-US">
                    <a:noFill/>
                  </a:rPr>
                  <a:t> </a:t>
                </a:r>
              </a:p>
            </p:txBody>
          </p:sp>
        </mc:Fallback>
      </mc:AlternateContent>
      <p:cxnSp>
        <p:nvCxnSpPr>
          <p:cNvPr id="12" name="Straight Arrow Connector 11">
            <a:extLst>
              <a:ext uri="{FF2B5EF4-FFF2-40B4-BE49-F238E27FC236}">
                <a16:creationId xmlns:a16="http://schemas.microsoft.com/office/drawing/2014/main" id="{CD2F9141-3249-3702-41AD-8B072FFA1A78}"/>
              </a:ext>
            </a:extLst>
          </p:cNvPr>
          <p:cNvCxnSpPr>
            <a:cxnSpLocks/>
            <a:stCxn id="23" idx="3"/>
          </p:cNvCxnSpPr>
          <p:nvPr/>
        </p:nvCxnSpPr>
        <p:spPr>
          <a:xfrm flipV="1">
            <a:off x="3886356" y="1011290"/>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94046597-2755-5B71-AE29-774E8163F85B}"/>
              </a:ext>
            </a:extLst>
          </p:cNvPr>
          <p:cNvSpPr>
            <a:spLocks noChangeAspect="1"/>
          </p:cNvSpPr>
          <p:nvPr/>
        </p:nvSpPr>
        <p:spPr>
          <a:xfrm>
            <a:off x="2162283" y="1707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DAFC5609-88AD-034F-602C-46B1A8E5DA88}"/>
              </a:ext>
            </a:extLst>
          </p:cNvPr>
          <p:cNvCxnSpPr/>
          <p:nvPr/>
        </p:nvCxnSpPr>
        <p:spPr>
          <a:xfrm>
            <a:off x="2311564" y="1949117"/>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15" name="Rectangle: Rounded Corners 14">
                <a:extLst>
                  <a:ext uri="{FF2B5EF4-FFF2-40B4-BE49-F238E27FC236}">
                    <a16:creationId xmlns:a16="http://schemas.microsoft.com/office/drawing/2014/main" id="{2AA319FA-172B-30D1-FD7D-FB141D264A66}"/>
                  </a:ext>
                </a:extLst>
              </p:cNvPr>
              <p:cNvSpPr/>
              <p:nvPr/>
            </p:nvSpPr>
            <p:spPr>
              <a:xfrm>
                <a:off x="1500747" y="2369367"/>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−1</m:t>
                          </m:r>
                        </m:sup>
                      </m:sSup>
                    </m:oMath>
                  </m:oMathPara>
                </a14:m>
                <a:endParaRPr lang="en-US" dirty="0"/>
              </a:p>
            </p:txBody>
          </p:sp>
        </mc:Choice>
        <mc:Fallback>
          <p:sp>
            <p:nvSpPr>
              <p:cNvPr id="15" name="Rectangle: Rounded Corners 14">
                <a:extLst>
                  <a:ext uri="{FF2B5EF4-FFF2-40B4-BE49-F238E27FC236}">
                    <a16:creationId xmlns:a16="http://schemas.microsoft.com/office/drawing/2014/main" id="{2AA319FA-172B-30D1-FD7D-FB141D264A66}"/>
                  </a:ext>
                </a:extLst>
              </p:cNvPr>
              <p:cNvSpPr>
                <a:spLocks noRot="1" noChangeAspect="1" noMove="1" noResize="1" noEditPoints="1" noAdjustHandles="1" noChangeArrowheads="1" noChangeShapeType="1" noTextEdit="1"/>
              </p:cNvSpPr>
              <p:nvPr/>
            </p:nvSpPr>
            <p:spPr>
              <a:xfrm>
                <a:off x="1500747" y="2369367"/>
                <a:ext cx="590900" cy="461665"/>
              </a:xfrm>
              <a:prstGeom prst="roundRect">
                <a:avLst/>
              </a:prstGeom>
              <a:blipFill>
                <a:blip r:embed="rId3"/>
                <a:stretch>
                  <a:fillRect/>
                </a:stretch>
              </a:blipFill>
            </p:spPr>
            <p:txBody>
              <a:bodyPr/>
              <a:lstStyle/>
              <a:p>
                <a:r>
                  <a:rPr lang="en-US">
                    <a:noFill/>
                  </a:rPr>
                  <a:t> </a:t>
                </a:r>
              </a:p>
            </p:txBody>
          </p:sp>
        </mc:Fallback>
      </mc:AlternateContent>
      <p:cxnSp>
        <p:nvCxnSpPr>
          <p:cNvPr id="16" name="Connector: Elbow 15">
            <a:extLst>
              <a:ext uri="{FF2B5EF4-FFF2-40B4-BE49-F238E27FC236}">
                <a16:creationId xmlns:a16="http://schemas.microsoft.com/office/drawing/2014/main" id="{CF435033-594A-C7C1-4893-9280682DAAB7}"/>
              </a:ext>
            </a:extLst>
          </p:cNvPr>
          <p:cNvCxnSpPr>
            <a:stCxn id="15" idx="3"/>
            <a:endCxn id="13" idx="4"/>
          </p:cNvCxnSpPr>
          <p:nvPr/>
        </p:nvCxnSpPr>
        <p:spPr>
          <a:xfrm flipV="1">
            <a:off x="2091647" y="2190518"/>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32D0C8E0-6309-0FC5-3485-F5AA01F9700C}"/>
              </a:ext>
            </a:extLst>
          </p:cNvPr>
          <p:cNvCxnSpPr>
            <a:cxnSpLocks/>
            <a:endCxn id="13" idx="2"/>
          </p:cNvCxnSpPr>
          <p:nvPr/>
        </p:nvCxnSpPr>
        <p:spPr>
          <a:xfrm flipV="1">
            <a:off x="508609" y="1949117"/>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8" name="Connector: Elbow 17">
            <a:extLst>
              <a:ext uri="{FF2B5EF4-FFF2-40B4-BE49-F238E27FC236}">
                <a16:creationId xmlns:a16="http://schemas.microsoft.com/office/drawing/2014/main" id="{FAEA9789-9557-F91B-D8B2-B1516534F65C}"/>
              </a:ext>
            </a:extLst>
          </p:cNvPr>
          <p:cNvCxnSpPr>
            <a:cxnSpLocks/>
            <a:endCxn id="15" idx="1"/>
          </p:cNvCxnSpPr>
          <p:nvPr/>
        </p:nvCxnSpPr>
        <p:spPr>
          <a:xfrm rot="16200000" flipH="1">
            <a:off x="1022417" y="2121870"/>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BA28715-12EB-8B67-7F23-336405E8627B}"/>
              </a:ext>
            </a:extLst>
          </p:cNvPr>
          <p:cNvSpPr/>
          <p:nvPr/>
        </p:nvSpPr>
        <p:spPr>
          <a:xfrm>
            <a:off x="603687" y="259724"/>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6CE66E8E-2F5B-72D1-B33C-3906227EC0CE}"/>
                  </a:ext>
                </a:extLst>
              </p:cNvPr>
              <p:cNvSpPr txBox="1"/>
              <p:nvPr/>
            </p:nvSpPr>
            <p:spPr>
              <a:xfrm>
                <a:off x="0" y="138260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p:sp>
            <p:nvSpPr>
              <p:cNvPr id="20" name="TextBox 19">
                <a:extLst>
                  <a:ext uri="{FF2B5EF4-FFF2-40B4-BE49-F238E27FC236}">
                    <a16:creationId xmlns:a16="http://schemas.microsoft.com/office/drawing/2014/main" id="{6CE66E8E-2F5B-72D1-B33C-3906227EC0CE}"/>
                  </a:ext>
                </a:extLst>
              </p:cNvPr>
              <p:cNvSpPr txBox="1">
                <a:spLocks noRot="1" noChangeAspect="1" noMove="1" noResize="1" noEditPoints="1" noAdjustHandles="1" noChangeArrowheads="1" noChangeShapeType="1" noTextEdit="1"/>
              </p:cNvSpPr>
              <p:nvPr/>
            </p:nvSpPr>
            <p:spPr>
              <a:xfrm>
                <a:off x="0" y="1382605"/>
                <a:ext cx="642780" cy="461665"/>
              </a:xfrm>
              <a:prstGeom prst="rect">
                <a:avLst/>
              </a:prstGeom>
              <a:blipFill>
                <a:blip r:embed="rId4"/>
                <a:stretch>
                  <a:fillRect/>
                </a:stretch>
              </a:blipFill>
            </p:spPr>
            <p:txBody>
              <a:bodyPr/>
              <a:lstStyle/>
              <a:p>
                <a:r>
                  <a:rPr lang="en-US">
                    <a:noFill/>
                  </a:rPr>
                  <a:t> </a:t>
                </a:r>
              </a:p>
            </p:txBody>
          </p:sp>
        </mc:Fallback>
      </mc:AlternateContent>
      <p:sp>
        <p:nvSpPr>
          <p:cNvPr id="21" name="TextBox 20">
            <a:extLst>
              <a:ext uri="{FF2B5EF4-FFF2-40B4-BE49-F238E27FC236}">
                <a16:creationId xmlns:a16="http://schemas.microsoft.com/office/drawing/2014/main" id="{DC32DDC5-4334-B9D0-13CC-41B04B15C91F}"/>
              </a:ext>
            </a:extLst>
          </p:cNvPr>
          <p:cNvSpPr txBox="1"/>
          <p:nvPr/>
        </p:nvSpPr>
        <p:spPr>
          <a:xfrm>
            <a:off x="603196" y="286096"/>
            <a:ext cx="1809406" cy="400110"/>
          </a:xfrm>
          <a:prstGeom prst="rect">
            <a:avLst/>
          </a:prstGeom>
          <a:noFill/>
        </p:spPr>
        <p:txBody>
          <a:bodyPr wrap="none" rtlCol="0">
            <a:spAutoFit/>
          </a:bodyPr>
          <a:lstStyle/>
          <a:p>
            <a:r>
              <a:rPr lang="en-US" sz="2000" dirty="0"/>
              <a:t>Digital counter</a:t>
            </a:r>
          </a:p>
        </p:txBody>
      </p:sp>
      <p:cxnSp>
        <p:nvCxnSpPr>
          <p:cNvPr id="22" name="Connector: Elbow 21">
            <a:extLst>
              <a:ext uri="{FF2B5EF4-FFF2-40B4-BE49-F238E27FC236}">
                <a16:creationId xmlns:a16="http://schemas.microsoft.com/office/drawing/2014/main" id="{CEBFFBA4-A479-1083-6B32-4B3BAE076988}"/>
              </a:ext>
            </a:extLst>
          </p:cNvPr>
          <p:cNvCxnSpPr>
            <a:cxnSpLocks/>
            <a:stCxn id="13" idx="6"/>
            <a:endCxn id="23" idx="2"/>
          </p:cNvCxnSpPr>
          <p:nvPr/>
        </p:nvCxnSpPr>
        <p:spPr>
          <a:xfrm flipV="1">
            <a:off x="2645086" y="1299212"/>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F62B8165-102C-2E07-C19C-4E0A148756AE}"/>
              </a:ext>
            </a:extLst>
          </p:cNvPr>
          <p:cNvSpPr/>
          <p:nvPr/>
        </p:nvSpPr>
        <p:spPr>
          <a:xfrm>
            <a:off x="3337716" y="750572"/>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4" name="Connector: Elbow 23">
            <a:extLst>
              <a:ext uri="{FF2B5EF4-FFF2-40B4-BE49-F238E27FC236}">
                <a16:creationId xmlns:a16="http://schemas.microsoft.com/office/drawing/2014/main" id="{BA5AC66A-6D3E-9138-F190-D8088362CC55}"/>
              </a:ext>
            </a:extLst>
          </p:cNvPr>
          <p:cNvCxnSpPr>
            <a:cxnSpLocks/>
          </p:cNvCxnSpPr>
          <p:nvPr/>
        </p:nvCxnSpPr>
        <p:spPr>
          <a:xfrm rot="5400000">
            <a:off x="3443019" y="1020024"/>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5" name="Connector: Elbow 24">
            <a:extLst>
              <a:ext uri="{FF2B5EF4-FFF2-40B4-BE49-F238E27FC236}">
                <a16:creationId xmlns:a16="http://schemas.microsoft.com/office/drawing/2014/main" id="{5DCF7A28-250B-C6AF-15CD-E041483367DA}"/>
              </a:ext>
            </a:extLst>
          </p:cNvPr>
          <p:cNvCxnSpPr>
            <a:cxnSpLocks/>
          </p:cNvCxnSpPr>
          <p:nvPr/>
        </p:nvCxnSpPr>
        <p:spPr>
          <a:xfrm rot="5400000">
            <a:off x="3576377" y="91133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1060D80F-4C0A-401C-A54E-D79D5C4FF969}"/>
              </a:ext>
            </a:extLst>
          </p:cNvPr>
          <p:cNvCxnSpPr/>
          <p:nvPr/>
        </p:nvCxnSpPr>
        <p:spPr>
          <a:xfrm>
            <a:off x="3744878" y="877079"/>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45C18053-D7C6-B070-B8A5-B20D7266AAE7}"/>
              </a:ext>
            </a:extLst>
          </p:cNvPr>
          <p:cNvCxnSpPr/>
          <p:nvPr/>
        </p:nvCxnSpPr>
        <p:spPr>
          <a:xfrm>
            <a:off x="3375312" y="1183317"/>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D885BE5D-EF42-FCA5-B613-65E8D40B06DE}"/>
              </a:ext>
            </a:extLst>
          </p:cNvPr>
          <p:cNvSpPr txBox="1"/>
          <p:nvPr/>
        </p:nvSpPr>
        <p:spPr>
          <a:xfrm>
            <a:off x="3095889" y="403177"/>
            <a:ext cx="999441" cy="369332"/>
          </a:xfrm>
          <a:prstGeom prst="rect">
            <a:avLst/>
          </a:prstGeom>
          <a:noFill/>
        </p:spPr>
        <p:txBody>
          <a:bodyPr wrap="none" rtlCol="0">
            <a:spAutoFit/>
          </a:bodyPr>
          <a:lstStyle/>
          <a:p>
            <a:r>
              <a:rPr lang="en-US" dirty="0"/>
              <a:t>Counter</a:t>
            </a:r>
          </a:p>
        </p:txBody>
      </p:sp>
      <p:sp>
        <p:nvSpPr>
          <p:cNvPr id="29" name="Rectangle 28">
            <a:extLst>
              <a:ext uri="{FF2B5EF4-FFF2-40B4-BE49-F238E27FC236}">
                <a16:creationId xmlns:a16="http://schemas.microsoft.com/office/drawing/2014/main" id="{B6F10F1E-206B-4DF8-53F1-1C4D61F8E6FC}"/>
              </a:ext>
            </a:extLst>
          </p:cNvPr>
          <p:cNvSpPr/>
          <p:nvPr/>
        </p:nvSpPr>
        <p:spPr>
          <a:xfrm>
            <a:off x="792060" y="1665918"/>
            <a:ext cx="2131481"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83A84F5B-EE43-01AE-E79B-D118A6BB9D17}"/>
              </a:ext>
            </a:extLst>
          </p:cNvPr>
          <p:cNvCxnSpPr>
            <a:cxnSpLocks/>
          </p:cNvCxnSpPr>
          <p:nvPr/>
        </p:nvCxnSpPr>
        <p:spPr>
          <a:xfrm>
            <a:off x="2851925" y="1943840"/>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14A71019-79D5-45BD-72E7-EA32FF40D2BF}"/>
                  </a:ext>
                </a:extLst>
              </p:cNvPr>
              <p:cNvSpPr txBox="1"/>
              <p:nvPr/>
            </p:nvSpPr>
            <p:spPr>
              <a:xfrm>
                <a:off x="3312282" y="1987393"/>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p:sp>
            <p:nvSpPr>
              <p:cNvPr id="31" name="TextBox 30">
                <a:extLst>
                  <a:ext uri="{FF2B5EF4-FFF2-40B4-BE49-F238E27FC236}">
                    <a16:creationId xmlns:a16="http://schemas.microsoft.com/office/drawing/2014/main" id="{14A71019-79D5-45BD-72E7-EA32FF40D2BF}"/>
                  </a:ext>
                </a:extLst>
              </p:cNvPr>
              <p:cNvSpPr txBox="1">
                <a:spLocks noRot="1" noChangeAspect="1" noMove="1" noResize="1" noEditPoints="1" noAdjustHandles="1" noChangeArrowheads="1" noChangeShapeType="1" noTextEdit="1"/>
              </p:cNvSpPr>
              <p:nvPr/>
            </p:nvSpPr>
            <p:spPr>
              <a:xfrm>
                <a:off x="3312282" y="1987393"/>
                <a:ext cx="642780" cy="461665"/>
              </a:xfrm>
              <a:prstGeom prst="rect">
                <a:avLst/>
              </a:prstGeom>
              <a:blipFill>
                <a:blip r:embed="rId5"/>
                <a:stretch>
                  <a:fillRect b="-1316"/>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F6BF5ACF-D187-5145-8126-3D0F80C95218}"/>
              </a:ext>
            </a:extLst>
          </p:cNvPr>
          <p:cNvCxnSpPr>
            <a:cxnSpLocks/>
          </p:cNvCxnSpPr>
          <p:nvPr/>
        </p:nvCxnSpPr>
        <p:spPr>
          <a:xfrm>
            <a:off x="6905437" y="2242306"/>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AB8EBE86-CA5B-33F4-B612-FFCE1AFB3DAC}"/>
              </a:ext>
            </a:extLst>
          </p:cNvPr>
          <p:cNvCxnSpPr>
            <a:cxnSpLocks/>
          </p:cNvCxnSpPr>
          <p:nvPr/>
        </p:nvCxnSpPr>
        <p:spPr>
          <a:xfrm flipV="1">
            <a:off x="7067455" y="536781"/>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B2388BAD-3AB7-64FA-7918-8B99AF0E581A}"/>
              </a:ext>
            </a:extLst>
          </p:cNvPr>
          <p:cNvSpPr txBox="1"/>
          <p:nvPr/>
        </p:nvSpPr>
        <p:spPr>
          <a:xfrm>
            <a:off x="9637165" y="2333385"/>
            <a:ext cx="681597" cy="400110"/>
          </a:xfrm>
          <a:prstGeom prst="rect">
            <a:avLst/>
          </a:prstGeom>
          <a:noFill/>
        </p:spPr>
        <p:txBody>
          <a:bodyPr wrap="none" rtlCol="0">
            <a:spAutoFit/>
          </a:bodyPr>
          <a:lstStyle/>
          <a:p>
            <a:r>
              <a:rPr lang="en-US" sz="2000" dirty="0"/>
              <a:t>time</a:t>
            </a:r>
            <a:endParaRPr lang="en-DE" sz="1600" dirty="0"/>
          </a:p>
        </p:txBody>
      </p:sp>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F130F8EB-8535-1A3D-2869-5A0D85CDFB57}"/>
                  </a:ext>
                </a:extLst>
              </p:cNvPr>
              <p:cNvSpPr txBox="1"/>
              <p:nvPr/>
            </p:nvSpPr>
            <p:spPr>
              <a:xfrm>
                <a:off x="6093590" y="279821"/>
                <a:ext cx="889281" cy="40011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000" i="1">
                              <a:latin typeface="Cambria Math" panose="02040503050406030204" pitchFamily="18" charset="0"/>
                            </a:rPr>
                          </m:ctrlPr>
                        </m:sSubPr>
                        <m:e>
                          <m:r>
                            <m:rPr>
                              <m:sty m:val="p"/>
                            </m:rPr>
                            <a:rPr lang="de-DE" sz="2000">
                              <a:latin typeface="Cambria Math" panose="02040503050406030204" pitchFamily="18" charset="0"/>
                            </a:rPr>
                            <m:t>m</m:t>
                          </m:r>
                        </m:e>
                        <m:sub>
                          <m:r>
                            <a:rPr lang="de-DE" sz="2000" i="1">
                              <a:latin typeface="Cambria Math" panose="02040503050406030204" pitchFamily="18" charset="0"/>
                            </a:rPr>
                            <m:t>0</m:t>
                          </m:r>
                        </m:sub>
                      </m:sSub>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oMath>
                  </m:oMathPara>
                </a14:m>
                <a:endParaRPr lang="en-DE" sz="2000" dirty="0"/>
              </a:p>
            </p:txBody>
          </p:sp>
        </mc:Choice>
        <mc:Fallback>
          <p:sp>
            <p:nvSpPr>
              <p:cNvPr id="37" name="TextBox 36">
                <a:extLst>
                  <a:ext uri="{FF2B5EF4-FFF2-40B4-BE49-F238E27FC236}">
                    <a16:creationId xmlns:a16="http://schemas.microsoft.com/office/drawing/2014/main" id="{F130F8EB-8535-1A3D-2869-5A0D85CDFB57}"/>
                  </a:ext>
                </a:extLst>
              </p:cNvPr>
              <p:cNvSpPr txBox="1">
                <a:spLocks noRot="1" noChangeAspect="1" noMove="1" noResize="1" noEditPoints="1" noAdjustHandles="1" noChangeArrowheads="1" noChangeShapeType="1" noTextEdit="1"/>
              </p:cNvSpPr>
              <p:nvPr/>
            </p:nvSpPr>
            <p:spPr>
              <a:xfrm>
                <a:off x="6093590" y="279821"/>
                <a:ext cx="889281" cy="400110"/>
              </a:xfrm>
              <a:prstGeom prst="rect">
                <a:avLst/>
              </a:prstGeom>
              <a:blipFill>
                <a:blip r:embed="rId6"/>
                <a:stretch>
                  <a:fillRect r="-690" b="-13636"/>
                </a:stretch>
              </a:blipFill>
            </p:spPr>
            <p:txBody>
              <a:bodyPr/>
              <a:lstStyle/>
              <a:p>
                <a:r>
                  <a:rPr lang="en-US">
                    <a:noFill/>
                  </a:rPr>
                  <a:t> </a:t>
                </a:r>
              </a:p>
            </p:txBody>
          </p:sp>
        </mc:Fallback>
      </mc:AlternateContent>
      <p:pic>
        <p:nvPicPr>
          <p:cNvPr id="38" name="Picture 37">
            <a:extLst>
              <a:ext uri="{FF2B5EF4-FFF2-40B4-BE49-F238E27FC236}">
                <a16:creationId xmlns:a16="http://schemas.microsoft.com/office/drawing/2014/main" id="{BA312387-0A77-2290-1778-BC73412EAF7B}"/>
              </a:ext>
            </a:extLst>
          </p:cNvPr>
          <p:cNvPicPr>
            <a:picLocks noChangeAspect="1"/>
          </p:cNvPicPr>
          <p:nvPr/>
        </p:nvPicPr>
        <p:blipFill rotWithShape="1">
          <a:blip r:embed="rId7"/>
          <a:srcRect l="6165" r="28486"/>
          <a:stretch>
            <a:fillRect/>
          </a:stretch>
        </p:blipFill>
        <p:spPr>
          <a:xfrm>
            <a:off x="7067455" y="571857"/>
            <a:ext cx="2569709" cy="1670449"/>
          </a:xfrm>
          <a:prstGeom prst="rect">
            <a:avLst/>
          </a:prstGeom>
        </p:spPr>
      </p:pic>
      <mc:AlternateContent xmlns:mc="http://schemas.openxmlformats.org/markup-compatibility/2006">
        <mc:Choice xmlns:a14="http://schemas.microsoft.com/office/drawing/2010/main" Requires="a14">
          <p:sp>
            <p:nvSpPr>
              <p:cNvPr id="39" name="TextBox 38">
                <a:extLst>
                  <a:ext uri="{FF2B5EF4-FFF2-40B4-BE49-F238E27FC236}">
                    <a16:creationId xmlns:a16="http://schemas.microsoft.com/office/drawing/2014/main" id="{77699C23-46F4-1182-57C7-C14B74EB234B}"/>
                  </a:ext>
                </a:extLst>
              </p:cNvPr>
              <p:cNvSpPr txBox="1"/>
              <p:nvPr/>
            </p:nvSpPr>
            <p:spPr>
              <a:xfrm>
                <a:off x="7949831" y="2299726"/>
                <a:ext cx="1131784" cy="52610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𝑡</m:t>
                          </m:r>
                        </m:e>
                        <m:sub>
                          <m:r>
                            <m:rPr>
                              <m:sty m:val="p"/>
                            </m:rPr>
                            <a:rPr lang="en-US" b="0" i="0" smtClean="0">
                              <a:latin typeface="Cambria Math" panose="02040503050406030204" pitchFamily="18" charset="0"/>
                            </a:rPr>
                            <m:t>peak</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1" i="1" smtClean="0">
                                  <a:solidFill>
                                    <a:srgbClr val="C00000"/>
                                  </a:solidFill>
                                  <a:latin typeface="Cambria Math" panose="02040503050406030204" pitchFamily="18" charset="0"/>
                                </a:rPr>
                              </m:ctrlPr>
                            </m:sSubPr>
                            <m:e>
                              <m:r>
                                <a:rPr lang="en-US" b="1" i="1" smtClean="0">
                                  <a:solidFill>
                                    <a:srgbClr val="C00000"/>
                                  </a:solidFill>
                                  <a:latin typeface="Cambria Math" panose="02040503050406030204" pitchFamily="18" charset="0"/>
                                </a:rPr>
                                <m:t>𝒅</m:t>
                              </m:r>
                            </m:e>
                            <m:sub>
                              <m:r>
                                <a:rPr lang="en-US" b="1" i="1" smtClean="0">
                                  <a:solidFill>
                                    <a:srgbClr val="C00000"/>
                                  </a:solidFill>
                                  <a:latin typeface="Cambria Math" panose="02040503050406030204" pitchFamily="18" charset="0"/>
                                </a:rPr>
                                <m:t>𝟎</m:t>
                              </m:r>
                            </m:sub>
                          </m:sSub>
                        </m:num>
                        <m:den>
                          <m:r>
                            <a:rPr lang="en-US" b="0" i="1" smtClean="0">
                              <a:latin typeface="Cambria Math" panose="02040503050406030204" pitchFamily="18" charset="0"/>
                            </a:rPr>
                            <m:t>6</m:t>
                          </m:r>
                          <m:r>
                            <a:rPr lang="en-US" b="0" i="1" smtClean="0">
                              <a:latin typeface="Cambria Math" panose="02040503050406030204" pitchFamily="18" charset="0"/>
                            </a:rPr>
                            <m:t>𝐷</m:t>
                          </m:r>
                        </m:den>
                      </m:f>
                    </m:oMath>
                  </m:oMathPara>
                </a14:m>
                <a:endParaRPr lang="en-DE" dirty="0"/>
              </a:p>
            </p:txBody>
          </p:sp>
        </mc:Choice>
        <mc:Fallback>
          <p:sp>
            <p:nvSpPr>
              <p:cNvPr id="39" name="TextBox 38">
                <a:extLst>
                  <a:ext uri="{FF2B5EF4-FFF2-40B4-BE49-F238E27FC236}">
                    <a16:creationId xmlns:a16="http://schemas.microsoft.com/office/drawing/2014/main" id="{77699C23-46F4-1182-57C7-C14B74EB234B}"/>
                  </a:ext>
                </a:extLst>
              </p:cNvPr>
              <p:cNvSpPr txBox="1">
                <a:spLocks noRot="1" noChangeAspect="1" noMove="1" noResize="1" noEditPoints="1" noAdjustHandles="1" noChangeArrowheads="1" noChangeShapeType="1" noTextEdit="1"/>
              </p:cNvSpPr>
              <p:nvPr/>
            </p:nvSpPr>
            <p:spPr>
              <a:xfrm>
                <a:off x="7949831" y="2299726"/>
                <a:ext cx="1131784" cy="526106"/>
              </a:xfrm>
              <a:prstGeom prst="rect">
                <a:avLst/>
              </a:prstGeom>
              <a:blipFill>
                <a:blip r:embed="rId8"/>
                <a:stretch>
                  <a:fillRect/>
                </a:stretch>
              </a:blipFill>
            </p:spPr>
            <p:txBody>
              <a:bodyPr/>
              <a:lstStyle/>
              <a:p>
                <a:r>
                  <a:rPr lang="en-US">
                    <a:noFill/>
                  </a:rPr>
                  <a:t> </a:t>
                </a:r>
              </a:p>
            </p:txBody>
          </p:sp>
        </mc:Fallback>
      </mc:AlternateContent>
      <p:sp>
        <p:nvSpPr>
          <p:cNvPr id="40" name="Oval 39">
            <a:extLst>
              <a:ext uri="{FF2B5EF4-FFF2-40B4-BE49-F238E27FC236}">
                <a16:creationId xmlns:a16="http://schemas.microsoft.com/office/drawing/2014/main" id="{07D54DF6-7CA1-4F56-7009-1F6C7AA0C66B}"/>
              </a:ext>
            </a:extLst>
          </p:cNvPr>
          <p:cNvSpPr>
            <a:spLocks noChangeAspect="1"/>
          </p:cNvSpPr>
          <p:nvPr/>
        </p:nvSpPr>
        <p:spPr>
          <a:xfrm>
            <a:off x="7679831" y="510653"/>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41" name="Straight Connector 40">
            <a:extLst>
              <a:ext uri="{FF2B5EF4-FFF2-40B4-BE49-F238E27FC236}">
                <a16:creationId xmlns:a16="http://schemas.microsoft.com/office/drawing/2014/main" id="{8A38F73F-EB52-A770-6BDA-94ADB1E9638E}"/>
              </a:ext>
            </a:extLst>
          </p:cNvPr>
          <p:cNvCxnSpPr>
            <a:cxnSpLocks/>
          </p:cNvCxnSpPr>
          <p:nvPr/>
        </p:nvCxnSpPr>
        <p:spPr>
          <a:xfrm flipH="1" flipV="1">
            <a:off x="7769831" y="659972"/>
            <a:ext cx="90000" cy="3578172"/>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9D05B604-A9CD-5364-90C2-065412E46347}"/>
              </a:ext>
            </a:extLst>
          </p:cNvPr>
          <p:cNvCxnSpPr>
            <a:cxnSpLocks/>
          </p:cNvCxnSpPr>
          <p:nvPr/>
        </p:nvCxnSpPr>
        <p:spPr>
          <a:xfrm>
            <a:off x="6905437" y="3364639"/>
            <a:ext cx="196061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D3122946-B1DD-F651-B168-D874CF4014A0}"/>
              </a:ext>
            </a:extLst>
          </p:cNvPr>
          <p:cNvCxnSpPr>
            <a:cxnSpLocks/>
          </p:cNvCxnSpPr>
          <p:nvPr/>
        </p:nvCxnSpPr>
        <p:spPr>
          <a:xfrm>
            <a:off x="7067455" y="3122553"/>
            <a:ext cx="0" cy="1811327"/>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6D869835-53AC-0D56-FF59-24333E792C39}"/>
              </a:ext>
            </a:extLst>
          </p:cNvPr>
          <p:cNvSpPr txBox="1"/>
          <p:nvPr/>
        </p:nvSpPr>
        <p:spPr>
          <a:xfrm rot="5400000">
            <a:off x="6445592" y="4442717"/>
            <a:ext cx="681597" cy="400110"/>
          </a:xfrm>
          <a:prstGeom prst="rect">
            <a:avLst/>
          </a:prstGeom>
          <a:noFill/>
        </p:spPr>
        <p:txBody>
          <a:bodyPr wrap="none" rtlCol="0">
            <a:spAutoFit/>
          </a:bodyPr>
          <a:lstStyle/>
          <a:p>
            <a:r>
              <a:rPr lang="en-US" sz="2000" dirty="0"/>
              <a:t>time</a:t>
            </a:r>
            <a:endParaRPr lang="en-DE" sz="1600" dirty="0"/>
          </a:p>
        </p:txBody>
      </p:sp>
      <p:cxnSp>
        <p:nvCxnSpPr>
          <p:cNvPr id="52" name="Straight Connector 51">
            <a:extLst>
              <a:ext uri="{FF2B5EF4-FFF2-40B4-BE49-F238E27FC236}">
                <a16:creationId xmlns:a16="http://schemas.microsoft.com/office/drawing/2014/main" id="{33E2B35B-8786-23F5-86D7-D2798418EE62}"/>
              </a:ext>
            </a:extLst>
          </p:cNvPr>
          <p:cNvCxnSpPr>
            <a:cxnSpLocks/>
          </p:cNvCxnSpPr>
          <p:nvPr/>
        </p:nvCxnSpPr>
        <p:spPr>
          <a:xfrm>
            <a:off x="7067455" y="3364639"/>
            <a:ext cx="792376" cy="873505"/>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54" name="TextBox 53">
                <a:extLst>
                  <a:ext uri="{FF2B5EF4-FFF2-40B4-BE49-F238E27FC236}">
                    <a16:creationId xmlns:a16="http://schemas.microsoft.com/office/drawing/2014/main" id="{D4E46257-E0C5-016B-2F2A-9B314C2F7E1D}"/>
                  </a:ext>
                </a:extLst>
              </p:cNvPr>
              <p:cNvSpPr txBox="1"/>
              <p:nvPr/>
            </p:nvSpPr>
            <p:spPr>
              <a:xfrm>
                <a:off x="8171660" y="2964528"/>
                <a:ext cx="642780"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000" i="1" smtClean="0">
                              <a:solidFill>
                                <a:schemeClr val="tx1"/>
                              </a:solidFill>
                              <a:latin typeface="Cambria Math" panose="02040503050406030204" pitchFamily="18" charset="0"/>
                            </a:rPr>
                          </m:ctrlPr>
                        </m:sSubPr>
                        <m:e>
                          <m:r>
                            <m:rPr>
                              <m:sty m:val="p"/>
                            </m:rPr>
                            <a:rPr lang="de-DE" sz="2000" b="0" i="0" smtClean="0">
                              <a:solidFill>
                                <a:schemeClr val="tx1"/>
                              </a:solidFill>
                              <a:latin typeface="Cambria Math" panose="02040503050406030204" pitchFamily="18" charset="0"/>
                            </a:rPr>
                            <m:t>m</m:t>
                          </m:r>
                        </m:e>
                        <m:sub>
                          <m:r>
                            <a:rPr lang="de-DE" sz="2000" b="0" i="1" smtClean="0">
                              <a:solidFill>
                                <a:schemeClr val="tx1"/>
                              </a:solidFill>
                              <a:latin typeface="Cambria Math" panose="02040503050406030204" pitchFamily="18" charset="0"/>
                            </a:rPr>
                            <m:t>1</m:t>
                          </m:r>
                        </m:sub>
                      </m:sSub>
                    </m:oMath>
                  </m:oMathPara>
                </a14:m>
                <a:endParaRPr lang="en-US" sz="2000" dirty="0">
                  <a:solidFill>
                    <a:schemeClr val="tx1"/>
                  </a:solidFill>
                </a:endParaRPr>
              </a:p>
            </p:txBody>
          </p:sp>
        </mc:Choice>
        <mc:Fallback>
          <p:sp>
            <p:nvSpPr>
              <p:cNvPr id="54" name="TextBox 53">
                <a:extLst>
                  <a:ext uri="{FF2B5EF4-FFF2-40B4-BE49-F238E27FC236}">
                    <a16:creationId xmlns:a16="http://schemas.microsoft.com/office/drawing/2014/main" id="{D4E46257-E0C5-016B-2F2A-9B314C2F7E1D}"/>
                  </a:ext>
                </a:extLst>
              </p:cNvPr>
              <p:cNvSpPr txBox="1">
                <a:spLocks noRot="1" noChangeAspect="1" noMove="1" noResize="1" noEditPoints="1" noAdjustHandles="1" noChangeArrowheads="1" noChangeShapeType="1" noTextEdit="1"/>
              </p:cNvSpPr>
              <p:nvPr/>
            </p:nvSpPr>
            <p:spPr>
              <a:xfrm>
                <a:off x="8171660" y="2964528"/>
                <a:ext cx="642780" cy="400110"/>
              </a:xfrm>
              <a:prstGeom prst="rect">
                <a:avLst/>
              </a:prstGeom>
              <a:blipFill>
                <a:blip r:embed="rId9"/>
                <a:stretch>
                  <a:fillRect/>
                </a:stretch>
              </a:blipFill>
            </p:spPr>
            <p:txBody>
              <a:bodyPr/>
              <a:lstStyle/>
              <a:p>
                <a:r>
                  <a:rPr lang="en-US">
                    <a:noFill/>
                  </a:rPr>
                  <a:t> </a:t>
                </a:r>
              </a:p>
            </p:txBody>
          </p:sp>
        </mc:Fallback>
      </mc:AlternateContent>
      <p:cxnSp>
        <p:nvCxnSpPr>
          <p:cNvPr id="62" name="Straight Connector 61">
            <a:extLst>
              <a:ext uri="{FF2B5EF4-FFF2-40B4-BE49-F238E27FC236}">
                <a16:creationId xmlns:a16="http://schemas.microsoft.com/office/drawing/2014/main" id="{954064F2-1806-DC19-9183-8793911CB600}"/>
              </a:ext>
            </a:extLst>
          </p:cNvPr>
          <p:cNvCxnSpPr>
            <a:cxnSpLocks/>
          </p:cNvCxnSpPr>
          <p:nvPr/>
        </p:nvCxnSpPr>
        <p:spPr>
          <a:xfrm>
            <a:off x="7067455" y="4238144"/>
            <a:ext cx="792376" cy="0"/>
          </a:xfrm>
          <a:prstGeom prst="line">
            <a:avLst/>
          </a:prstGeom>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68" name="TextBox 67">
                <a:extLst>
                  <a:ext uri="{FF2B5EF4-FFF2-40B4-BE49-F238E27FC236}">
                    <a16:creationId xmlns:a16="http://schemas.microsoft.com/office/drawing/2014/main" id="{D2ABDC57-8F3C-4997-D4BF-BAEDE09A8341}"/>
                  </a:ext>
                </a:extLst>
              </p:cNvPr>
              <p:cNvSpPr txBox="1"/>
              <p:nvPr/>
            </p:nvSpPr>
            <p:spPr>
              <a:xfrm>
                <a:off x="95824" y="4787326"/>
                <a:ext cx="734945"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m:rPr>
                              <m:sty m:val="p"/>
                            </m:rPr>
                            <a:rPr lang="de-DE" sz="2800" b="0" i="1" smtClean="0">
                              <a:latin typeface="Cambria Math" panose="02040503050406030204" pitchFamily="18" charset="0"/>
                            </a:rPr>
                            <m:t>d</m:t>
                          </m:r>
                        </m:sub>
                      </m:sSub>
                    </m:oMath>
                  </m:oMathPara>
                </a14:m>
                <a:endParaRPr lang="en-US" sz="2800" dirty="0"/>
              </a:p>
            </p:txBody>
          </p:sp>
        </mc:Choice>
        <mc:Fallback>
          <p:sp>
            <p:nvSpPr>
              <p:cNvPr id="68" name="TextBox 67">
                <a:extLst>
                  <a:ext uri="{FF2B5EF4-FFF2-40B4-BE49-F238E27FC236}">
                    <a16:creationId xmlns:a16="http://schemas.microsoft.com/office/drawing/2014/main" id="{D2ABDC57-8F3C-4997-D4BF-BAEDE09A8341}"/>
                  </a:ext>
                </a:extLst>
              </p:cNvPr>
              <p:cNvSpPr txBox="1">
                <a:spLocks noRot="1" noChangeAspect="1" noMove="1" noResize="1" noEditPoints="1" noAdjustHandles="1" noChangeArrowheads="1" noChangeShapeType="1" noTextEdit="1"/>
              </p:cNvSpPr>
              <p:nvPr/>
            </p:nvSpPr>
            <p:spPr>
              <a:xfrm>
                <a:off x="95824" y="4787326"/>
                <a:ext cx="734945" cy="523220"/>
              </a:xfrm>
              <a:prstGeom prst="rect">
                <a:avLst/>
              </a:prstGeom>
              <a:blipFill>
                <a:blip r:embed="rId10"/>
                <a:stretch>
                  <a:fillRect/>
                </a:stretch>
              </a:blipFill>
            </p:spPr>
            <p:txBody>
              <a:bodyPr/>
              <a:lstStyle/>
              <a:p>
                <a:r>
                  <a:rPr lang="en-US">
                    <a:noFill/>
                  </a:rPr>
                  <a:t> </a:t>
                </a:r>
              </a:p>
            </p:txBody>
          </p:sp>
        </mc:Fallback>
      </mc:AlternateContent>
      <p:sp>
        <p:nvSpPr>
          <p:cNvPr id="69" name="Oval 68">
            <a:extLst>
              <a:ext uri="{FF2B5EF4-FFF2-40B4-BE49-F238E27FC236}">
                <a16:creationId xmlns:a16="http://schemas.microsoft.com/office/drawing/2014/main" id="{E84783F6-613C-A73A-0FFE-6DB911AFBAAD}"/>
              </a:ext>
            </a:extLst>
          </p:cNvPr>
          <p:cNvSpPr>
            <a:spLocks noChangeAspect="1"/>
          </p:cNvSpPr>
          <p:nvPr/>
        </p:nvSpPr>
        <p:spPr>
          <a:xfrm>
            <a:off x="1625346" y="397145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0" name="TextBox 69">
                <a:extLst>
                  <a:ext uri="{FF2B5EF4-FFF2-40B4-BE49-F238E27FC236}">
                    <a16:creationId xmlns:a16="http://schemas.microsoft.com/office/drawing/2014/main" id="{999AC0B3-0637-DB11-5F37-F9457745EF73}"/>
                  </a:ext>
                </a:extLst>
              </p:cNvPr>
              <p:cNvSpPr txBox="1"/>
              <p:nvPr/>
            </p:nvSpPr>
            <p:spPr>
              <a:xfrm>
                <a:off x="1556744" y="393510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C</m:t>
                          </m:r>
                        </m:sub>
                      </m:sSub>
                    </m:oMath>
                  </m:oMathPara>
                </a14:m>
                <a:endParaRPr lang="en-US" sz="2400" dirty="0">
                  <a:solidFill>
                    <a:schemeClr val="bg1"/>
                  </a:solidFill>
                </a:endParaRPr>
              </a:p>
            </p:txBody>
          </p:sp>
        </mc:Choice>
        <mc:Fallback>
          <p:sp>
            <p:nvSpPr>
              <p:cNvPr id="70" name="TextBox 69">
                <a:extLst>
                  <a:ext uri="{FF2B5EF4-FFF2-40B4-BE49-F238E27FC236}">
                    <a16:creationId xmlns:a16="http://schemas.microsoft.com/office/drawing/2014/main" id="{999AC0B3-0637-DB11-5F37-F9457745EF73}"/>
                  </a:ext>
                </a:extLst>
              </p:cNvPr>
              <p:cNvSpPr txBox="1">
                <a:spLocks noRot="1" noChangeAspect="1" noMove="1" noResize="1" noEditPoints="1" noAdjustHandles="1" noChangeArrowheads="1" noChangeShapeType="1" noTextEdit="1"/>
              </p:cNvSpPr>
              <p:nvPr/>
            </p:nvSpPr>
            <p:spPr>
              <a:xfrm>
                <a:off x="1556744" y="3935100"/>
                <a:ext cx="656402" cy="461665"/>
              </a:xfrm>
              <a:prstGeom prst="rect">
                <a:avLst/>
              </a:prstGeom>
              <a:blipFill>
                <a:blip r:embed="rId11"/>
                <a:stretch>
                  <a:fillRect b="-133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1" name="TextBox 70">
                <a:extLst>
                  <a:ext uri="{FF2B5EF4-FFF2-40B4-BE49-F238E27FC236}">
                    <a16:creationId xmlns:a16="http://schemas.microsoft.com/office/drawing/2014/main" id="{881916B2-6D57-1AB1-F839-8ADEEB659CE1}"/>
                  </a:ext>
                </a:extLst>
              </p:cNvPr>
              <p:cNvSpPr txBox="1"/>
              <p:nvPr/>
            </p:nvSpPr>
            <p:spPr>
              <a:xfrm>
                <a:off x="3014285" y="398901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p:sp>
            <p:nvSpPr>
              <p:cNvPr id="71" name="TextBox 70">
                <a:extLst>
                  <a:ext uri="{FF2B5EF4-FFF2-40B4-BE49-F238E27FC236}">
                    <a16:creationId xmlns:a16="http://schemas.microsoft.com/office/drawing/2014/main" id="{881916B2-6D57-1AB1-F839-8ADEEB659CE1}"/>
                  </a:ext>
                </a:extLst>
              </p:cNvPr>
              <p:cNvSpPr txBox="1">
                <a:spLocks noRot="1" noChangeAspect="1" noMove="1" noResize="1" noEditPoints="1" noAdjustHandles="1" noChangeArrowheads="1" noChangeShapeType="1" noTextEdit="1"/>
              </p:cNvSpPr>
              <p:nvPr/>
            </p:nvSpPr>
            <p:spPr>
              <a:xfrm>
                <a:off x="3014285" y="3989011"/>
                <a:ext cx="642780" cy="461665"/>
              </a:xfrm>
              <a:prstGeom prst="rect">
                <a:avLst/>
              </a:prstGeom>
              <a:blipFill>
                <a:blip r:embed="rId12"/>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1C6B1177-1492-C6A3-042A-CF4C23E333F9}"/>
              </a:ext>
            </a:extLst>
          </p:cNvPr>
          <p:cNvSpPr>
            <a:spLocks noChangeAspect="1"/>
          </p:cNvSpPr>
          <p:nvPr/>
        </p:nvSpPr>
        <p:spPr>
          <a:xfrm>
            <a:off x="3097266" y="48490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3" name="TextBox 72">
                <a:extLst>
                  <a:ext uri="{FF2B5EF4-FFF2-40B4-BE49-F238E27FC236}">
                    <a16:creationId xmlns:a16="http://schemas.microsoft.com/office/drawing/2014/main" id="{997D2EF0-7926-EF02-895B-6968DCCEB618}"/>
                  </a:ext>
                </a:extLst>
              </p:cNvPr>
              <p:cNvSpPr txBox="1"/>
              <p:nvPr/>
            </p:nvSpPr>
            <p:spPr>
              <a:xfrm>
                <a:off x="3047111" y="481810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p:sp>
            <p:nvSpPr>
              <p:cNvPr id="73" name="TextBox 72">
                <a:extLst>
                  <a:ext uri="{FF2B5EF4-FFF2-40B4-BE49-F238E27FC236}">
                    <a16:creationId xmlns:a16="http://schemas.microsoft.com/office/drawing/2014/main" id="{997D2EF0-7926-EF02-895B-6968DCCEB618}"/>
                  </a:ext>
                </a:extLst>
              </p:cNvPr>
              <p:cNvSpPr txBox="1">
                <a:spLocks noRot="1" noChangeAspect="1" noMove="1" noResize="1" noEditPoints="1" noAdjustHandles="1" noChangeArrowheads="1" noChangeShapeType="1" noTextEdit="1"/>
              </p:cNvSpPr>
              <p:nvPr/>
            </p:nvSpPr>
            <p:spPr>
              <a:xfrm>
                <a:off x="3047111" y="4818103"/>
                <a:ext cx="656402" cy="461665"/>
              </a:xfrm>
              <a:prstGeom prst="rect">
                <a:avLst/>
              </a:prstGeom>
              <a:blipFill>
                <a:blip r:embed="rId13"/>
                <a:stretch>
                  <a:fillRect b="-1316"/>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7B819FEE-39D8-3428-1C4A-358C9D4FB837}"/>
                  </a:ext>
                </a:extLst>
              </p:cNvPr>
              <p:cNvSpPr txBox="1"/>
              <p:nvPr/>
            </p:nvSpPr>
            <p:spPr>
              <a:xfrm>
                <a:off x="1572894" y="48626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p:sp>
            <p:nvSpPr>
              <p:cNvPr id="74" name="TextBox 73">
                <a:extLst>
                  <a:ext uri="{FF2B5EF4-FFF2-40B4-BE49-F238E27FC236}">
                    <a16:creationId xmlns:a16="http://schemas.microsoft.com/office/drawing/2014/main" id="{7B819FEE-39D8-3428-1C4A-358C9D4FB837}"/>
                  </a:ext>
                </a:extLst>
              </p:cNvPr>
              <p:cNvSpPr txBox="1">
                <a:spLocks noRot="1" noChangeAspect="1" noMove="1" noResize="1" noEditPoints="1" noAdjustHandles="1" noChangeArrowheads="1" noChangeShapeType="1" noTextEdit="1"/>
              </p:cNvSpPr>
              <p:nvPr/>
            </p:nvSpPr>
            <p:spPr>
              <a:xfrm>
                <a:off x="1572894" y="4862675"/>
                <a:ext cx="642780" cy="461665"/>
              </a:xfrm>
              <a:prstGeom prst="rect">
                <a:avLst/>
              </a:prstGeom>
              <a:blipFill>
                <a:blip r:embed="rId14"/>
                <a:stretch>
                  <a:fillRect b="-1333"/>
                </a:stretch>
              </a:blipFill>
            </p:spPr>
            <p:txBody>
              <a:bodyPr/>
              <a:lstStyle/>
              <a:p>
                <a:r>
                  <a:rPr lang="en-US">
                    <a:noFill/>
                  </a:rPr>
                  <a:t> </a:t>
                </a:r>
              </a:p>
            </p:txBody>
          </p:sp>
        </mc:Fallback>
      </mc:AlternateContent>
      <p:sp>
        <p:nvSpPr>
          <p:cNvPr id="75" name="Oval 74">
            <a:extLst>
              <a:ext uri="{FF2B5EF4-FFF2-40B4-BE49-F238E27FC236}">
                <a16:creationId xmlns:a16="http://schemas.microsoft.com/office/drawing/2014/main" id="{039B7B39-879B-5A9F-5A61-C46C6A308862}"/>
              </a:ext>
            </a:extLst>
          </p:cNvPr>
          <p:cNvSpPr>
            <a:spLocks noChangeAspect="1"/>
          </p:cNvSpPr>
          <p:nvPr/>
        </p:nvSpPr>
        <p:spPr>
          <a:xfrm>
            <a:off x="1661561" y="5882691"/>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76" name="TextBox 75">
                <a:extLst>
                  <a:ext uri="{FF2B5EF4-FFF2-40B4-BE49-F238E27FC236}">
                    <a16:creationId xmlns:a16="http://schemas.microsoft.com/office/drawing/2014/main" id="{7B18ACC2-29E7-852A-1E23-17C9B1C0012E}"/>
                  </a:ext>
                </a:extLst>
              </p:cNvPr>
              <p:cNvSpPr txBox="1"/>
              <p:nvPr/>
            </p:nvSpPr>
            <p:spPr>
              <a:xfrm>
                <a:off x="1591264" y="583798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p:sp>
            <p:nvSpPr>
              <p:cNvPr id="76" name="TextBox 75">
                <a:extLst>
                  <a:ext uri="{FF2B5EF4-FFF2-40B4-BE49-F238E27FC236}">
                    <a16:creationId xmlns:a16="http://schemas.microsoft.com/office/drawing/2014/main" id="{7B18ACC2-29E7-852A-1E23-17C9B1C0012E}"/>
                  </a:ext>
                </a:extLst>
              </p:cNvPr>
              <p:cNvSpPr txBox="1">
                <a:spLocks noRot="1" noChangeAspect="1" noMove="1" noResize="1" noEditPoints="1" noAdjustHandles="1" noChangeArrowheads="1" noChangeShapeType="1" noTextEdit="1"/>
              </p:cNvSpPr>
              <p:nvPr/>
            </p:nvSpPr>
            <p:spPr>
              <a:xfrm>
                <a:off x="1591264" y="5837980"/>
                <a:ext cx="656402" cy="461665"/>
              </a:xfrm>
              <a:prstGeom prst="rect">
                <a:avLst/>
              </a:prstGeom>
              <a:blipFill>
                <a:blip r:embed="rId15"/>
                <a:stretch>
                  <a:fillRect b="-1333"/>
                </a:stretch>
              </a:blipFill>
            </p:spPr>
            <p:txBody>
              <a:bodyPr/>
              <a:lstStyle/>
              <a:p>
                <a:r>
                  <a:rPr lang="en-US">
                    <a:noFill/>
                  </a:rPr>
                  <a:t> </a:t>
                </a:r>
              </a:p>
            </p:txBody>
          </p:sp>
        </mc:Fallback>
      </mc:AlternateContent>
      <p:cxnSp>
        <p:nvCxnSpPr>
          <p:cNvPr id="77" name="Straight Arrow Connector 76">
            <a:extLst>
              <a:ext uri="{FF2B5EF4-FFF2-40B4-BE49-F238E27FC236}">
                <a16:creationId xmlns:a16="http://schemas.microsoft.com/office/drawing/2014/main" id="{3BCCBB94-FE4E-F7D6-3F87-724EAAFCC49C}"/>
              </a:ext>
            </a:extLst>
          </p:cNvPr>
          <p:cNvCxnSpPr>
            <a:cxnSpLocks/>
            <a:stCxn id="68" idx="3"/>
            <a:endCxn id="69" idx="3"/>
          </p:cNvCxnSpPr>
          <p:nvPr/>
        </p:nvCxnSpPr>
        <p:spPr>
          <a:xfrm flipV="1">
            <a:off x="830769" y="4383556"/>
            <a:ext cx="865282" cy="66538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0" name="Straight Arrow Connector 79">
            <a:extLst>
              <a:ext uri="{FF2B5EF4-FFF2-40B4-BE49-F238E27FC236}">
                <a16:creationId xmlns:a16="http://schemas.microsoft.com/office/drawing/2014/main" id="{FE0EA450-9612-91F8-0484-B27F0967BB23}"/>
              </a:ext>
            </a:extLst>
          </p:cNvPr>
          <p:cNvCxnSpPr>
            <a:cxnSpLocks/>
            <a:stCxn id="68" idx="3"/>
            <a:endCxn id="75" idx="1"/>
          </p:cNvCxnSpPr>
          <p:nvPr/>
        </p:nvCxnSpPr>
        <p:spPr>
          <a:xfrm>
            <a:off x="830769" y="5048936"/>
            <a:ext cx="901497" cy="9044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4" name="Straight Arrow Connector 83">
            <a:extLst>
              <a:ext uri="{FF2B5EF4-FFF2-40B4-BE49-F238E27FC236}">
                <a16:creationId xmlns:a16="http://schemas.microsoft.com/office/drawing/2014/main" id="{1310AA84-8012-4590-1BB7-3F001D664A15}"/>
              </a:ext>
            </a:extLst>
          </p:cNvPr>
          <p:cNvCxnSpPr>
            <a:cxnSpLocks/>
            <a:stCxn id="74" idx="3"/>
            <a:endCxn id="72" idx="2"/>
          </p:cNvCxnSpPr>
          <p:nvPr/>
        </p:nvCxnSpPr>
        <p:spPr>
          <a:xfrm flipV="1">
            <a:off x="2215674" y="5090482"/>
            <a:ext cx="881592" cy="302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8" name="Straight Arrow Connector 87">
            <a:extLst>
              <a:ext uri="{FF2B5EF4-FFF2-40B4-BE49-F238E27FC236}">
                <a16:creationId xmlns:a16="http://schemas.microsoft.com/office/drawing/2014/main" id="{80BC6A1C-0896-4583-71B2-90537A0D2B03}"/>
              </a:ext>
            </a:extLst>
          </p:cNvPr>
          <p:cNvCxnSpPr>
            <a:cxnSpLocks/>
            <a:stCxn id="74" idx="2"/>
            <a:endCxn id="75" idx="0"/>
          </p:cNvCxnSpPr>
          <p:nvPr/>
        </p:nvCxnSpPr>
        <p:spPr>
          <a:xfrm>
            <a:off x="1894284" y="5324340"/>
            <a:ext cx="8679" cy="55835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6" name="Straight Arrow Connector 95">
            <a:extLst>
              <a:ext uri="{FF2B5EF4-FFF2-40B4-BE49-F238E27FC236}">
                <a16:creationId xmlns:a16="http://schemas.microsoft.com/office/drawing/2014/main" id="{D29C3EF7-2484-C086-2D26-81DDBA84613C}"/>
              </a:ext>
            </a:extLst>
          </p:cNvPr>
          <p:cNvCxnSpPr>
            <a:cxnSpLocks/>
            <a:stCxn id="69" idx="6"/>
            <a:endCxn id="71" idx="1"/>
          </p:cNvCxnSpPr>
          <p:nvPr/>
        </p:nvCxnSpPr>
        <p:spPr>
          <a:xfrm>
            <a:off x="2108149" y="4212860"/>
            <a:ext cx="906136" cy="69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9" name="Straight Arrow Connector 98">
            <a:extLst>
              <a:ext uri="{FF2B5EF4-FFF2-40B4-BE49-F238E27FC236}">
                <a16:creationId xmlns:a16="http://schemas.microsoft.com/office/drawing/2014/main" id="{53DA29EF-969E-1318-4737-CE9B6726EFFF}"/>
              </a:ext>
            </a:extLst>
          </p:cNvPr>
          <p:cNvCxnSpPr>
            <a:cxnSpLocks/>
            <a:stCxn id="71" idx="2"/>
            <a:endCxn id="72" idx="0"/>
          </p:cNvCxnSpPr>
          <p:nvPr/>
        </p:nvCxnSpPr>
        <p:spPr>
          <a:xfrm>
            <a:off x="3335675" y="4450676"/>
            <a:ext cx="2993" cy="39840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02" name="Rectangle 101">
            <a:extLst>
              <a:ext uri="{FF2B5EF4-FFF2-40B4-BE49-F238E27FC236}">
                <a16:creationId xmlns:a16="http://schemas.microsoft.com/office/drawing/2014/main" id="{32B4FE26-F0AE-E7A6-951D-0368B277EE82}"/>
              </a:ext>
            </a:extLst>
          </p:cNvPr>
          <p:cNvSpPr/>
          <p:nvPr/>
        </p:nvSpPr>
        <p:spPr>
          <a:xfrm>
            <a:off x="999784" y="3482255"/>
            <a:ext cx="3636877" cy="3047797"/>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3435B220-7112-FA69-5D8D-010E727BFC14}"/>
              </a:ext>
            </a:extLst>
          </p:cNvPr>
          <p:cNvSpPr txBox="1"/>
          <p:nvPr/>
        </p:nvSpPr>
        <p:spPr>
          <a:xfrm>
            <a:off x="2457553" y="3550014"/>
            <a:ext cx="2169633" cy="400110"/>
          </a:xfrm>
          <a:prstGeom prst="rect">
            <a:avLst/>
          </a:prstGeom>
          <a:noFill/>
        </p:spPr>
        <p:txBody>
          <a:bodyPr wrap="none" rtlCol="0">
            <a:spAutoFit/>
          </a:bodyPr>
          <a:lstStyle/>
          <a:p>
            <a:r>
              <a:rPr lang="en-US" sz="2000" dirty="0"/>
              <a:t>Chemical counter</a:t>
            </a:r>
          </a:p>
        </p:txBody>
      </p:sp>
    </p:spTree>
    <p:extLst>
      <p:ext uri="{BB962C8B-B14F-4D97-AF65-F5344CB8AC3E}">
        <p14:creationId xmlns:p14="http://schemas.microsoft.com/office/powerpoint/2010/main" val="2492274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14216" y="176782"/>
            <a:ext cx="4725348" cy="505057"/>
          </a:xfrm>
        </p:spPr>
        <p:txBody>
          <a:bodyPr>
            <a:noAutofit/>
          </a:bodyPr>
          <a:lstStyle/>
          <a:p>
            <a:r>
              <a:rPr lang="es-ES" sz="3600" dirty="0" err="1"/>
              <a:t>Stoichiometric</a:t>
            </a:r>
            <a:r>
              <a:rPr lang="es-ES" sz="3600" dirty="0"/>
              <a:t> </a:t>
            </a:r>
            <a:r>
              <a:rPr lang="es-ES" sz="3600" dirty="0" err="1"/>
              <a:t>matrix</a:t>
            </a:r>
            <a:endParaRPr lang="en-US" sz="3600"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451368" y="1052376"/>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451368" y="1052376"/>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590694" y="3437610"/>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590694" y="3437610"/>
                <a:ext cx="4051045" cy="2169825"/>
              </a:xfrm>
              <a:prstGeom prst="rect">
                <a:avLst/>
              </a:prstGeom>
              <a:blipFill>
                <a:blip r:embed="rId3"/>
                <a:stretch>
                  <a:fillRect l="-2252" t="-1955"/>
                </a:stretch>
              </a:blipFill>
              <a:ln>
                <a:solidFill>
                  <a:schemeClr val="accent1"/>
                </a:solidFill>
              </a:ln>
            </p:spPr>
            <p:txBody>
              <a:bodyPr/>
              <a:lstStyle/>
              <a:p>
                <a:r>
                  <a:rPr lang="en-US">
                    <a:noFill/>
                  </a:rPr>
                  <a:t> </a:t>
                </a:r>
              </a:p>
            </p:txBody>
          </p:sp>
        </mc:Fallback>
      </mc:AlternateContent>
      <p:sp>
        <p:nvSpPr>
          <p:cNvPr id="14" name="Rectangle: Rounded Corners 13">
            <a:extLst>
              <a:ext uri="{FF2B5EF4-FFF2-40B4-BE49-F238E27FC236}">
                <a16:creationId xmlns:a16="http://schemas.microsoft.com/office/drawing/2014/main" id="{C7AEA3AF-2383-F6D2-381F-511EE6A9EE8F}"/>
              </a:ext>
            </a:extLst>
          </p:cNvPr>
          <p:cNvSpPr/>
          <p:nvPr/>
        </p:nvSpPr>
        <p:spPr>
          <a:xfrm>
            <a:off x="2443784" y="957493"/>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a:stCxn id="14" idx="2"/>
          </p:cNvCxnSpPr>
          <p:nvPr/>
        </p:nvCxnSpPr>
        <p:spPr>
          <a:xfrm flipH="1">
            <a:off x="2616217" y="2386243"/>
            <a:ext cx="284767" cy="89134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B97C39CE-6929-E03F-1BBA-0F8ECFA9D038}"/>
              </a:ext>
            </a:extLst>
          </p:cNvPr>
          <p:cNvSpPr txBox="1"/>
          <p:nvPr/>
        </p:nvSpPr>
        <p:spPr>
          <a:xfrm>
            <a:off x="6645115" y="1408466"/>
            <a:ext cx="529312" cy="461665"/>
          </a:xfrm>
          <a:prstGeom prst="rect">
            <a:avLst/>
          </a:prstGeom>
          <a:noFill/>
        </p:spPr>
        <p:txBody>
          <a:bodyPr wrap="none" rtlCol="0">
            <a:spAutoFit/>
          </a:bodyPr>
          <a:lstStyle/>
          <a:p>
            <a:r>
              <a:rPr lang="en-US" sz="2400" dirty="0"/>
              <a:t>(1)</a:t>
            </a:r>
          </a:p>
        </p:txBody>
      </p:sp>
      <p:sp>
        <p:nvSpPr>
          <p:cNvPr id="39" name="TextBox 38">
            <a:extLst>
              <a:ext uri="{FF2B5EF4-FFF2-40B4-BE49-F238E27FC236}">
                <a16:creationId xmlns:a16="http://schemas.microsoft.com/office/drawing/2014/main" id="{D3F46A66-BC2D-14F0-3AE4-49478E4ADFF4}"/>
              </a:ext>
            </a:extLst>
          </p:cNvPr>
          <p:cNvSpPr txBox="1"/>
          <p:nvPr/>
        </p:nvSpPr>
        <p:spPr>
          <a:xfrm>
            <a:off x="4920285" y="4060857"/>
            <a:ext cx="529312" cy="461665"/>
          </a:xfrm>
          <a:prstGeom prst="rect">
            <a:avLst/>
          </a:prstGeom>
          <a:noFill/>
        </p:spPr>
        <p:txBody>
          <a:bodyPr wrap="none" rtlCol="0">
            <a:spAutoFit/>
          </a:bodyPr>
          <a:lstStyle/>
          <a:p>
            <a:r>
              <a:rPr lang="en-US" sz="2400" dirty="0"/>
              <a:t>(2)</a:t>
            </a:r>
          </a:p>
        </p:txBody>
      </p:sp>
      <p:sp>
        <p:nvSpPr>
          <p:cNvPr id="6" name="Slide Number Placeholder 5">
            <a:extLst>
              <a:ext uri="{FF2B5EF4-FFF2-40B4-BE49-F238E27FC236}">
                <a16:creationId xmlns:a16="http://schemas.microsoft.com/office/drawing/2014/main" id="{0DBD71AB-F08F-71DD-4E88-E9D38305A544}"/>
              </a:ext>
            </a:extLst>
          </p:cNvPr>
          <p:cNvSpPr>
            <a:spLocks noGrp="1"/>
          </p:cNvSpPr>
          <p:nvPr>
            <p:ph type="sldNum" sz="quarter" idx="12"/>
          </p:nvPr>
        </p:nvSpPr>
        <p:spPr>
          <a:xfrm>
            <a:off x="9448800" y="6492875"/>
            <a:ext cx="2743200" cy="365125"/>
          </a:xfrm>
        </p:spPr>
        <p:txBody>
          <a:bodyPr/>
          <a:lstStyle/>
          <a:p>
            <a:fld id="{250B62C5-2ACF-4D78-8FF3-37371B948607}" type="slidenum">
              <a:rPr lang="en-US" smtClean="0"/>
              <a:t>15</a:t>
            </a:fld>
            <a:endParaRPr lang="en-US"/>
          </a:p>
        </p:txBody>
      </p:sp>
      <p:sp>
        <p:nvSpPr>
          <p:cNvPr id="15" name="Rectangle: Rounded Corners 14">
            <a:extLst>
              <a:ext uri="{FF2B5EF4-FFF2-40B4-BE49-F238E27FC236}">
                <a16:creationId xmlns:a16="http://schemas.microsoft.com/office/drawing/2014/main" id="{02B33041-37A5-1D8E-2C8F-8AD19EB936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17" name="Rectangle: Rounded Corners 16">
            <a:extLst>
              <a:ext uri="{FF2B5EF4-FFF2-40B4-BE49-F238E27FC236}">
                <a16:creationId xmlns:a16="http://schemas.microsoft.com/office/drawing/2014/main" id="{AC05B23C-6D83-14B6-74DF-B1808E8B77E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18" name="Rectangle: Rounded Corners 17">
            <a:extLst>
              <a:ext uri="{FF2B5EF4-FFF2-40B4-BE49-F238E27FC236}">
                <a16:creationId xmlns:a16="http://schemas.microsoft.com/office/drawing/2014/main" id="{B061ADA8-7C53-EEAA-EF4C-E27922F20C0A}"/>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20" name="Rectangle: Rounded Corners 19">
            <a:extLst>
              <a:ext uri="{FF2B5EF4-FFF2-40B4-BE49-F238E27FC236}">
                <a16:creationId xmlns:a16="http://schemas.microsoft.com/office/drawing/2014/main" id="{244ABEF6-F532-4673-1EA9-0A80F54ABC78}"/>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21" name="Straight Arrow Connector 20">
            <a:extLst>
              <a:ext uri="{FF2B5EF4-FFF2-40B4-BE49-F238E27FC236}">
                <a16:creationId xmlns:a16="http://schemas.microsoft.com/office/drawing/2014/main" id="{D61F8D24-C3A0-77AE-7F98-68E3D2BD5B48}"/>
              </a:ext>
            </a:extLst>
          </p:cNvPr>
          <p:cNvCxnSpPr>
            <a:stCxn id="15" idx="2"/>
            <a:endCxn id="17"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68486086-7A6D-F065-A846-B0083E93D770}"/>
              </a:ext>
            </a:extLst>
          </p:cNvPr>
          <p:cNvCxnSpPr>
            <a:cxnSpLocks/>
            <a:stCxn id="17" idx="2"/>
            <a:endCxn id="18"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4AE51D86-3205-5532-3726-12EC7217BADF}"/>
              </a:ext>
            </a:extLst>
          </p:cNvPr>
          <p:cNvCxnSpPr>
            <a:cxnSpLocks/>
            <a:stCxn id="20"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649642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9" name="Slide Number Placeholder 18">
            <a:extLst>
              <a:ext uri="{FF2B5EF4-FFF2-40B4-BE49-F238E27FC236}">
                <a16:creationId xmlns:a16="http://schemas.microsoft.com/office/drawing/2014/main" id="{E6817632-1C3B-1767-7EDF-91D7BBDD07E4}"/>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16</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30F7BBBC-AF92-9D91-8F93-9B4D246B009B}"/>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3C484237-42B0-5263-A586-5B730DFCD6B9}"/>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CA91B128-7851-C4C7-E972-287F346E3B8D}"/>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F15B289A-EABD-02DF-2F0B-84440312C957}"/>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35D35D0-734B-A4A7-C75B-2534612430D3}"/>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83C7B7C2-659F-9FAC-9B77-42F261901C48}"/>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8E2CBF8C-2A5B-BACD-4BF1-FCCA920B2956}"/>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9D2310E1-2D13-2B1A-8A09-7645E5634CD5}"/>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A67D1237-D3C4-32DE-874C-BB7B0F1CEBFB}"/>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mc:AlternateContent xmlns:mc="http://schemas.openxmlformats.org/markup-compatibility/2006" xmlns:a14="http://schemas.microsoft.com/office/drawing/2010/main">
        <mc:Choice Requires="a14">
          <p:sp>
            <p:nvSpPr>
              <p:cNvPr id="84" name="TextBox 83">
                <a:extLst>
                  <a:ext uri="{FF2B5EF4-FFF2-40B4-BE49-F238E27FC236}">
                    <a16:creationId xmlns:a16="http://schemas.microsoft.com/office/drawing/2014/main" id="{D66D7747-724C-CBBF-96EB-719C5EC3EC7B}"/>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84" name="TextBox 83">
                <a:extLst>
                  <a:ext uri="{FF2B5EF4-FFF2-40B4-BE49-F238E27FC236}">
                    <a16:creationId xmlns:a16="http://schemas.microsoft.com/office/drawing/2014/main" id="{D66D7747-724C-CBBF-96EB-719C5EC3EC7B}"/>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5" name="TextBox 84">
                <a:extLst>
                  <a:ext uri="{FF2B5EF4-FFF2-40B4-BE49-F238E27FC236}">
                    <a16:creationId xmlns:a16="http://schemas.microsoft.com/office/drawing/2014/main" id="{A0564310-33FD-B744-F03F-AAA93064BFB0}"/>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85" name="TextBox 84">
                <a:extLst>
                  <a:ext uri="{FF2B5EF4-FFF2-40B4-BE49-F238E27FC236}">
                    <a16:creationId xmlns:a16="http://schemas.microsoft.com/office/drawing/2014/main" id="{A0564310-33FD-B744-F03F-AAA93064BFB0}"/>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6" name="TextBox 85">
                <a:extLst>
                  <a:ext uri="{FF2B5EF4-FFF2-40B4-BE49-F238E27FC236}">
                    <a16:creationId xmlns:a16="http://schemas.microsoft.com/office/drawing/2014/main" id="{2591B53E-D5A6-30F1-E4C2-10E8C507A11F}"/>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86" name="TextBox 85">
                <a:extLst>
                  <a:ext uri="{FF2B5EF4-FFF2-40B4-BE49-F238E27FC236}">
                    <a16:creationId xmlns:a16="http://schemas.microsoft.com/office/drawing/2014/main" id="{2591B53E-D5A6-30F1-E4C2-10E8C507A11F}"/>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43E53AD7-E064-FAAD-F335-C9D54B20E102}"/>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87" name="TextBox 86">
                <a:extLst>
                  <a:ext uri="{FF2B5EF4-FFF2-40B4-BE49-F238E27FC236}">
                    <a16:creationId xmlns:a16="http://schemas.microsoft.com/office/drawing/2014/main" id="{43E53AD7-E064-FAAD-F335-C9D54B20E102}"/>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8" name="TextBox 87">
                <a:extLst>
                  <a:ext uri="{FF2B5EF4-FFF2-40B4-BE49-F238E27FC236}">
                    <a16:creationId xmlns:a16="http://schemas.microsoft.com/office/drawing/2014/main" id="{14617F5D-A796-445E-B603-BC0F8F2E1C6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88" name="TextBox 87">
                <a:extLst>
                  <a:ext uri="{FF2B5EF4-FFF2-40B4-BE49-F238E27FC236}">
                    <a16:creationId xmlns:a16="http://schemas.microsoft.com/office/drawing/2014/main" id="{14617F5D-A796-445E-B603-BC0F8F2E1C6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9" name="TextBox 88">
                <a:extLst>
                  <a:ext uri="{FF2B5EF4-FFF2-40B4-BE49-F238E27FC236}">
                    <a16:creationId xmlns:a16="http://schemas.microsoft.com/office/drawing/2014/main" id="{8F89C833-6BD8-BE48-C065-18E0C4238281}"/>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89" name="TextBox 88">
                <a:extLst>
                  <a:ext uri="{FF2B5EF4-FFF2-40B4-BE49-F238E27FC236}">
                    <a16:creationId xmlns:a16="http://schemas.microsoft.com/office/drawing/2014/main" id="{8F89C833-6BD8-BE48-C065-18E0C4238281}"/>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32B2F341-863A-F303-E99D-B111A96D0CA6}"/>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1</m:t>
                          </m:r>
                        </m:sub>
                      </m:sSub>
                    </m:oMath>
                  </m:oMathPara>
                </a14:m>
                <a:endParaRPr lang="en-US" sz="2400" dirty="0"/>
              </a:p>
            </p:txBody>
          </p:sp>
        </mc:Choice>
        <mc:Fallback xmlns="">
          <p:sp>
            <p:nvSpPr>
              <p:cNvPr id="90" name="TextBox 89">
                <a:extLst>
                  <a:ext uri="{FF2B5EF4-FFF2-40B4-BE49-F238E27FC236}">
                    <a16:creationId xmlns:a16="http://schemas.microsoft.com/office/drawing/2014/main" id="{32B2F341-863A-F303-E99D-B111A96D0CA6}"/>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B8314CC1-597F-038F-9F80-BAD2981751F7}"/>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91" name="TextBox 90">
                <a:extLst>
                  <a:ext uri="{FF2B5EF4-FFF2-40B4-BE49-F238E27FC236}">
                    <a16:creationId xmlns:a16="http://schemas.microsoft.com/office/drawing/2014/main" id="{B8314CC1-597F-038F-9F80-BAD2981751F7}"/>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2" name="TextBox 91">
                <a:extLst>
                  <a:ext uri="{FF2B5EF4-FFF2-40B4-BE49-F238E27FC236}">
                    <a16:creationId xmlns:a16="http://schemas.microsoft.com/office/drawing/2014/main" id="{5341FED0-CC37-22D7-5EA1-B906EDBB8948}"/>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p>
            </p:txBody>
          </p:sp>
        </mc:Choice>
        <mc:Fallback xmlns="">
          <p:sp>
            <p:nvSpPr>
              <p:cNvPr id="92" name="TextBox 91">
                <a:extLst>
                  <a:ext uri="{FF2B5EF4-FFF2-40B4-BE49-F238E27FC236}">
                    <a16:creationId xmlns:a16="http://schemas.microsoft.com/office/drawing/2014/main" id="{5341FED0-CC37-22D7-5EA1-B906EDBB8948}"/>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43F8AA16-BF44-438A-B2EB-52C9AC724E79}"/>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93" name="TextBox 92">
                <a:extLst>
                  <a:ext uri="{FF2B5EF4-FFF2-40B4-BE49-F238E27FC236}">
                    <a16:creationId xmlns:a16="http://schemas.microsoft.com/office/drawing/2014/main" id="{43F8AA16-BF44-438A-B2EB-52C9AC724E79}"/>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2DD281D7-8A37-74EB-BAA2-C733C9F491FF}"/>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94" name="TextBox 93">
                <a:extLst>
                  <a:ext uri="{FF2B5EF4-FFF2-40B4-BE49-F238E27FC236}">
                    <a16:creationId xmlns:a16="http://schemas.microsoft.com/office/drawing/2014/main" id="{2DD281D7-8A37-74EB-BAA2-C733C9F491FF}"/>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95" name="Rectangle: Rounded Corners 94">
            <a:extLst>
              <a:ext uri="{FF2B5EF4-FFF2-40B4-BE49-F238E27FC236}">
                <a16:creationId xmlns:a16="http://schemas.microsoft.com/office/drawing/2014/main" id="{F3B27475-FECD-FC63-43AA-49E767B9A211}"/>
              </a:ext>
            </a:extLst>
          </p:cNvPr>
          <p:cNvSpPr/>
          <p:nvPr/>
        </p:nvSpPr>
        <p:spPr>
          <a:xfrm>
            <a:off x="6862246" y="1633973"/>
            <a:ext cx="76210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Rectangle: Rounded Corners 95">
            <a:extLst>
              <a:ext uri="{FF2B5EF4-FFF2-40B4-BE49-F238E27FC236}">
                <a16:creationId xmlns:a16="http://schemas.microsoft.com/office/drawing/2014/main" id="{5C210406-E058-FF88-7D3E-0EE04C84373D}"/>
              </a:ext>
            </a:extLst>
          </p:cNvPr>
          <p:cNvSpPr/>
          <p:nvPr/>
        </p:nvSpPr>
        <p:spPr>
          <a:xfrm>
            <a:off x="5575639" y="2515521"/>
            <a:ext cx="2048716" cy="409994"/>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1F3146BB-5F7F-A207-5E01-237E83765CAE}"/>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7" name="TextBox 96">
                <a:extLst>
                  <a:ext uri="{FF2B5EF4-FFF2-40B4-BE49-F238E27FC236}">
                    <a16:creationId xmlns:a16="http://schemas.microsoft.com/office/drawing/2014/main" id="{1F3146BB-5F7F-A207-5E01-237E83765CAE}"/>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B961DF77-F5E3-A552-8ACF-63C666760398}"/>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8" name="TextBox 97">
                <a:extLst>
                  <a:ext uri="{FF2B5EF4-FFF2-40B4-BE49-F238E27FC236}">
                    <a16:creationId xmlns:a16="http://schemas.microsoft.com/office/drawing/2014/main" id="{B961DF77-F5E3-A552-8ACF-63C666760398}"/>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C6C2DF41-DF19-3474-5827-48A13D66BA44}"/>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9" name="TextBox 98">
                <a:extLst>
                  <a:ext uri="{FF2B5EF4-FFF2-40B4-BE49-F238E27FC236}">
                    <a16:creationId xmlns:a16="http://schemas.microsoft.com/office/drawing/2014/main" id="{C6C2DF41-DF19-3474-5827-48A13D66BA44}"/>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59E037E2-D943-9437-AD46-424B872765BF}"/>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04" name="TextBox 103">
                <a:extLst>
                  <a:ext uri="{FF2B5EF4-FFF2-40B4-BE49-F238E27FC236}">
                    <a16:creationId xmlns:a16="http://schemas.microsoft.com/office/drawing/2014/main" id="{59E037E2-D943-9437-AD46-424B872765BF}"/>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27"/>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9378791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D8C921A-0C75-893B-29C3-D2588F176DA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677485-5D44-A011-8B95-552459C1F3C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304658A8-7555-AA35-837D-F676816B9233}"/>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C50C994C-FEF4-0C93-04C3-583EBDCB3801}"/>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D0735CED-18CA-0486-2402-5AF48863BF88}"/>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FB02FD06-C051-F8B8-5374-0FED0E3C1D5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B03C5973-A913-2500-D1B5-ABF4824B5E18}"/>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B03C5973-A913-2500-D1B5-ABF4824B5E18}"/>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EE53802-A096-A6A8-C620-252C0C41D7D6}"/>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EE53802-A096-A6A8-C620-252C0C41D7D6}"/>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81AA715-1CC2-1662-993C-DE340D59AB2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81AA715-1CC2-1662-993C-DE340D59AB2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25838A7-F540-1EE9-9234-D82193FE3FCB}"/>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25838A7-F540-1EE9-9234-D82193FE3FCB}"/>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4FEA876B-C735-69CE-5870-C23F2D05A3CE}"/>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0E1C2C1B-B0F8-EEA9-6EF9-BFF738835D6C}"/>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F14C2DF-3AA3-75FC-FE02-24EBE5387EBF}"/>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F14C2DF-3AA3-75FC-FE02-24EBE5387EBF}"/>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02C5464B-263D-B845-0887-61EE1AF6CED9}"/>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2B3DDE6-5793-0C2B-C67E-4565B847E9EC}"/>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2438FE3-76DB-557A-06D4-A7DB3B7999B9}"/>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8C7AAC9E-F756-2A24-000B-FCDB5D42943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77245C0-BD94-8AE8-DCCF-C02887B96047}"/>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477245C0-BD94-8AE8-DCCF-C02887B96047}"/>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496F9D9-6528-29DA-57A0-7304B6B962C6}"/>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8496F9D9-6528-29DA-57A0-7304B6B962C6}"/>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98BE050-2751-553D-B5AE-9A70F84A9A0E}"/>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98BE050-2751-553D-B5AE-9A70F84A9A0E}"/>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F697E7-6E7F-0281-DD51-86558742A011}"/>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F697E7-6E7F-0281-DD51-86558742A011}"/>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A83CB1A1-7833-8D4B-1A86-840EE22F2959}"/>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D32E6EC6-DA47-B5AB-8794-12751454074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17</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C448012A-242C-B2EE-305C-5BB746161B5D}"/>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C448012A-242C-B2EE-305C-5BB746161B5D}"/>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43A57C93-B824-3ED1-48D2-B50580F1C87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6C825-8B15-6126-E55D-05DFBFEE5FB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5E7EF21A-7E7A-5283-3AAB-F107BFC49D4E}"/>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256A8FBC-CCE4-8D37-3A9C-EE0D99C0DBF0}"/>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E2F67EBE-BEA6-0CAA-FC4A-861CE4B486C4}"/>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5741F616-2C6F-CECF-1763-2A4E39801598}"/>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B161F0EF-7201-38C0-96C4-96421EFF678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728D6057-2B16-C4DA-2D94-E939C93C9C0E}"/>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728D6057-2B16-C4DA-2D94-E939C93C9C0E}"/>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983EBF8-8468-7C03-BDFE-9F942BE0192D}"/>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44" name="TextBox 43">
                <a:extLst>
                  <a:ext uri="{FF2B5EF4-FFF2-40B4-BE49-F238E27FC236}">
                    <a16:creationId xmlns:a16="http://schemas.microsoft.com/office/drawing/2014/main" id="{1983EBF8-8468-7C03-BDFE-9F942BE0192D}"/>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B2630D8F-6FB9-6EE3-DECD-32B5C6ABC997}"/>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m:rPr>
                              <m:sty m:val="p"/>
                            </m:rPr>
                            <a:rPr lang="de-DE" sz="2400" b="0" i="1" smtClean="0">
                              <a:solidFill>
                                <a:srgbClr val="C00000"/>
                              </a:solidFill>
                              <a:latin typeface="Cambria Math" panose="02040503050406030204" pitchFamily="18" charset="0"/>
                            </a:rPr>
                            <m:t>I</m:t>
                          </m:r>
                        </m:sub>
                      </m:sSub>
                    </m:oMath>
                  </m:oMathPara>
                </a14:m>
                <a:endParaRPr lang="en-US" sz="2400" dirty="0"/>
              </a:p>
            </p:txBody>
          </p:sp>
        </mc:Choice>
        <mc:Fallback xmlns="">
          <p:sp>
            <p:nvSpPr>
              <p:cNvPr id="45" name="TextBox 44">
                <a:extLst>
                  <a:ext uri="{FF2B5EF4-FFF2-40B4-BE49-F238E27FC236}">
                    <a16:creationId xmlns:a16="http://schemas.microsoft.com/office/drawing/2014/main" id="{B2630D8F-6FB9-6EE3-DECD-32B5C6ABC997}"/>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6811FC3D-872D-98AE-BE4F-05490AA4644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6811FC3D-872D-98AE-BE4F-05490AA4644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D5C5E0B-30C7-6ADD-DE87-40A7E2A07855}"/>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8D5C5E0B-30C7-6ADD-DE87-40A7E2A07855}"/>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3C0878C-B41F-A54E-1434-43D53E9F8A05}"/>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3C0878C-B41F-A54E-1434-43D53E9F8A05}"/>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7D1463B0-2700-3AA0-444D-F68A53985E42}"/>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7D1463B0-2700-3AA0-444D-F68A53985E42}"/>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F19A751D-CB08-A4F9-4881-EC3F8E3D31CB}"/>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F19A751D-CB08-A4F9-4881-EC3F8E3D31CB}"/>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53C7F3AC-3F32-1F56-3EAD-2B55A66E2FA6}"/>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53C7F3AC-3F32-1F56-3EAD-2B55A66E2FA6}"/>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89A248C-BD20-E2B0-9ECE-C165A35144C8}"/>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F</m:t>
                          </m:r>
                        </m:sub>
                      </m:sSub>
                    </m:oMath>
                  </m:oMathPara>
                </a14:m>
                <a:endParaRPr lang="en-US" sz="2400" dirty="0"/>
              </a:p>
            </p:txBody>
          </p:sp>
        </mc:Choice>
        <mc:Fallback xmlns="">
          <p:sp>
            <p:nvSpPr>
              <p:cNvPr id="55" name="TextBox 54">
                <a:extLst>
                  <a:ext uri="{FF2B5EF4-FFF2-40B4-BE49-F238E27FC236}">
                    <a16:creationId xmlns:a16="http://schemas.microsoft.com/office/drawing/2014/main" id="{889A248C-BD20-E2B0-9ECE-C165A35144C8}"/>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9089B183-E32B-933F-7BBF-F2638A043F9E}"/>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m:rPr>
                              <m:sty m:val="p"/>
                            </m:rPr>
                            <a:rPr lang="de-DE" sz="2400" b="0" i="1" smtClean="0">
                              <a:solidFill>
                                <a:srgbClr val="C00000"/>
                              </a:solidFill>
                              <a:latin typeface="Cambria Math" panose="02040503050406030204" pitchFamily="18" charset="0"/>
                            </a:rPr>
                            <m:t>S</m:t>
                          </m:r>
                        </m:sub>
                      </m:sSub>
                    </m:oMath>
                  </m:oMathPara>
                </a14:m>
                <a:endParaRPr lang="en-US" sz="2400" dirty="0"/>
              </a:p>
            </p:txBody>
          </p:sp>
        </mc:Choice>
        <mc:Fallback xmlns="">
          <p:sp>
            <p:nvSpPr>
              <p:cNvPr id="56" name="TextBox 55">
                <a:extLst>
                  <a:ext uri="{FF2B5EF4-FFF2-40B4-BE49-F238E27FC236}">
                    <a16:creationId xmlns:a16="http://schemas.microsoft.com/office/drawing/2014/main" id="{9089B183-E32B-933F-7BBF-F2638A043F9E}"/>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BD9F084C-E49A-CA19-8E71-2E940BA507CB}"/>
              </a:ext>
            </a:extLst>
          </p:cNvPr>
          <p:cNvSpPr/>
          <p:nvPr/>
        </p:nvSpPr>
        <p:spPr>
          <a:xfrm>
            <a:off x="7534713" y="1620608"/>
            <a:ext cx="146156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5D7FF444-BE34-9578-729E-36F93F99D810}"/>
              </a:ext>
            </a:extLst>
          </p:cNvPr>
          <p:cNvSpPr/>
          <p:nvPr/>
        </p:nvSpPr>
        <p:spPr>
          <a:xfrm>
            <a:off x="5618675" y="3769098"/>
            <a:ext cx="3377608" cy="77548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573D483F-EBCC-3FCF-66C9-D1ACEF1C4399}"/>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573D483F-EBCC-3FCF-66C9-D1ACEF1C4399}"/>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B15EEBE-BC61-4790-3F89-59F9EB4B42FA}"/>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B15EEBE-BC61-4790-3F89-59F9EB4B42FA}"/>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2DF672C5-8205-19DD-B758-9863C0ACCEB7}"/>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2DF672C5-8205-19DD-B758-9863C0ACCEB7}"/>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8D6F031-5FAD-DA1B-8969-88714964CA4E}"/>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8D6F031-5FAD-DA1B-8969-88714964CA4E}"/>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FAEF5BEF-E5FE-EC0D-A60C-40302E15086D}"/>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FAEF5BEF-E5FE-EC0D-A60C-40302E15086D}"/>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4FE513F-EDD4-2960-267F-1734BE69F202}"/>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44FE513F-EDD4-2960-267F-1734BE69F202}"/>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ABB3C06-E22D-08FC-8D9F-B7D631F4265D}"/>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2ABB3C06-E22D-08FC-8D9F-B7D631F4265D}"/>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6EB14F98-25D0-071F-1682-0644971C586A}"/>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6EB14F98-25D0-071F-1682-0644971C586A}"/>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p:spTree>
    <p:extLst>
      <p:ext uri="{BB962C8B-B14F-4D97-AF65-F5344CB8AC3E}">
        <p14:creationId xmlns:p14="http://schemas.microsoft.com/office/powerpoint/2010/main" val="5210018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90F049A-B23C-55AD-CA77-AB25A905B9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861F181-4ADE-D964-09CC-C8D836466C1E}"/>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6FFB7F3E-E900-04DD-1A93-641B8ABB4996}"/>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8E8E179-29D3-D4AB-EDFD-220D5D4CEBC5}"/>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8FC26F2-246B-7F53-C700-EE8F18F79A85}"/>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07F4B16D-34BC-DC9B-2AFF-D54357044144}"/>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3FF3DFC2-560D-EEA0-CD7F-E2491A78C375}"/>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3FF3DFC2-560D-EEA0-CD7F-E2491A78C375}"/>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2A166419-CC10-7513-8790-0B6BADE52DCF}"/>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2A166419-CC10-7513-8790-0B6BADE52DCF}"/>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EB8C194-2411-2BD7-5EA5-22E157E18AC5}"/>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EB8C194-2411-2BD7-5EA5-22E157E18AC5}"/>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DCE7BE3-7344-407E-A0CD-2AF55C78A4E3}"/>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DCE7BE3-7344-407E-A0CD-2AF55C78A4E3}"/>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7FE2B11-016E-EF97-9130-97442634FC27}"/>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BFE1D65-B807-36E3-DD1E-02D5F6107C73}"/>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E0FC6CE9-4607-A2FF-274A-63FBCE43B794}"/>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E0FC6CE9-4607-A2FF-274A-63FBCE43B794}"/>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D7D2CBC-F531-2049-1CDF-72350A7EA1BB}"/>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27BC4F4C-8694-3396-438A-9663553990C5}"/>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65B6E705-D28D-214A-3093-358EEC8E0E95}"/>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5E976B4F-80D9-E97B-C833-77407F2DF5A6}"/>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BF343AE3-A058-7D6B-DF27-F6A42FFF1D38}"/>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BF343AE3-A058-7D6B-DF27-F6A42FFF1D38}"/>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BD2C24F-85DE-B702-A0A3-642C56614B8E}"/>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BD2C24F-85DE-B702-A0A3-642C56614B8E}"/>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490943A-9092-D110-414A-64403270DBDC}"/>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7490943A-9092-D110-414A-64403270DBDC}"/>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FDAB8B60-3D6F-B596-2163-0E8A2A3C40AA}"/>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FDAB8B60-3D6F-B596-2163-0E8A2A3C40AA}"/>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1DE6BFA9-D3CB-24E9-3A5B-E6C62D72C2A8}"/>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648DE791-05F5-D15D-0F43-A9840B2475D6}"/>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18</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83C33EB8-6C1A-16CE-E5BE-B325AC3D3A53}"/>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83C33EB8-6C1A-16CE-E5BE-B325AC3D3A53}"/>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207CE8AD-4767-20D4-4CAC-479D86ED65AD}"/>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862E9F02-76F4-A677-1B08-8D6CE5B11D78}"/>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C3640AD2-F3B8-7838-B13B-5E47F54E1E68}"/>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A64C741F-DBBF-6F1A-AE98-9F951C3F9E4B}"/>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5F2DBD65-50B6-A484-5E44-DD5A649066FD}"/>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CDBD977E-2C92-6E1E-15A1-A594AE75F885}"/>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EADE0B2-0402-8739-4897-AE4C1DDA015E}"/>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4A663DF-4E7C-5632-384D-E0E3DC14677D}"/>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D4A663DF-4E7C-5632-384D-E0E3DC14677D}"/>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1AE2AB3D-BA89-A5B9-D3EC-A1304D355769}"/>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a:rPr lang="de-DE" sz="2400" b="0" i="1" smtClean="0">
                              <a:solidFill>
                                <a:srgbClr val="C00000"/>
                              </a:solidFill>
                              <a:latin typeface="Cambria Math" panose="02040503050406030204" pitchFamily="18" charset="0"/>
                            </a:rPr>
                            <m:t>𝑟</m:t>
                          </m:r>
                        </m:e>
                        <m:sub>
                          <m:r>
                            <a:rPr lang="de-DE" sz="2400" b="0" i="1" smtClean="0">
                              <a:solidFill>
                                <a:srgbClr val="C00000"/>
                              </a:solidFill>
                              <a:latin typeface="Cambria Math" panose="02040503050406030204" pitchFamily="18" charset="0"/>
                            </a:rPr>
                            <m:t>1</m:t>
                          </m:r>
                        </m:sub>
                      </m:sSub>
                    </m:oMath>
                  </m:oMathPara>
                </a14:m>
                <a:endParaRPr lang="en-US" sz="2400" dirty="0">
                  <a:solidFill>
                    <a:srgbClr val="C00000"/>
                  </a:solidFill>
                </a:endParaRPr>
              </a:p>
            </p:txBody>
          </p:sp>
        </mc:Choice>
        <mc:Fallback xmlns="">
          <p:sp>
            <p:nvSpPr>
              <p:cNvPr id="44" name="TextBox 43">
                <a:extLst>
                  <a:ext uri="{FF2B5EF4-FFF2-40B4-BE49-F238E27FC236}">
                    <a16:creationId xmlns:a16="http://schemas.microsoft.com/office/drawing/2014/main" id="{1AE2AB3D-BA89-A5B9-D3EC-A1304D355769}"/>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0793F20A-FECE-208A-44CD-4BF606DF91F5}"/>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0793F20A-FECE-208A-44CD-4BF606DF91F5}"/>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98862B85-4ED8-59C2-83D1-508ED4F59B27}"/>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98862B85-4ED8-59C2-83D1-508ED4F59B27}"/>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180C264C-2EC4-3950-DB7C-F935665571DB}"/>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180C264C-2EC4-3950-DB7C-F935665571DB}"/>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E2F945A4-3875-0AD9-3F1D-A47A6410AD7F}"/>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E2F945A4-3875-0AD9-3F1D-A47A6410AD7F}"/>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1C57AFC1-412F-0B47-64A0-CB0F387A204C}"/>
                  </a:ext>
                </a:extLst>
              </p:cNvPr>
              <p:cNvSpPr txBox="1"/>
              <p:nvPr/>
            </p:nvSpPr>
            <p:spPr>
              <a:xfrm>
                <a:off x="5701324" y="2511689"/>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1C57AFC1-412F-0B47-64A0-CB0F387A204C}"/>
                  </a:ext>
                </a:extLst>
              </p:cNvPr>
              <p:cNvSpPr txBox="1">
                <a:spLocks noRot="1" noChangeAspect="1" noMove="1" noResize="1" noEditPoints="1" noAdjustHandles="1" noChangeArrowheads="1" noChangeShapeType="1" noTextEdit="1"/>
              </p:cNvSpPr>
              <p:nvPr/>
            </p:nvSpPr>
            <p:spPr>
              <a:xfrm>
                <a:off x="5701324" y="2511689"/>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88F4BEC2-42EF-223D-6287-F3B072E0F365}"/>
                  </a:ext>
                </a:extLst>
              </p:cNvPr>
              <p:cNvSpPr txBox="1"/>
              <p:nvPr/>
            </p:nvSpPr>
            <p:spPr>
              <a:xfrm>
                <a:off x="5697765" y="2916169"/>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2</m:t>
                          </m:r>
                        </m:sub>
                      </m:sSub>
                    </m:oMath>
                  </m:oMathPara>
                </a14:m>
                <a:endParaRPr lang="en-US" sz="2400" dirty="0">
                  <a:solidFill>
                    <a:srgbClr val="C00000"/>
                  </a:solidFill>
                </a:endParaRPr>
              </a:p>
            </p:txBody>
          </p:sp>
        </mc:Choice>
        <mc:Fallback xmlns="">
          <p:sp>
            <p:nvSpPr>
              <p:cNvPr id="52" name="TextBox 51">
                <a:extLst>
                  <a:ext uri="{FF2B5EF4-FFF2-40B4-BE49-F238E27FC236}">
                    <a16:creationId xmlns:a16="http://schemas.microsoft.com/office/drawing/2014/main" id="{88F4BEC2-42EF-223D-6287-F3B072E0F365}"/>
                  </a:ext>
                </a:extLst>
              </p:cNvPr>
              <p:cNvSpPr txBox="1">
                <a:spLocks noRot="1" noChangeAspect="1" noMove="1" noResize="1" noEditPoints="1" noAdjustHandles="1" noChangeArrowheads="1" noChangeShapeType="1" noTextEdit="1"/>
              </p:cNvSpPr>
              <p:nvPr/>
            </p:nvSpPr>
            <p:spPr>
              <a:xfrm>
                <a:off x="5697765" y="2916169"/>
                <a:ext cx="461601" cy="369332"/>
              </a:xfrm>
              <a:prstGeom prst="rect">
                <a:avLst/>
              </a:prstGeom>
              <a:blipFill>
                <a:blip r:embed="rId20"/>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37B20225-69EF-E554-78F6-1B04D32DE0BE}"/>
                  </a:ext>
                </a:extLst>
              </p:cNvPr>
              <p:cNvSpPr txBox="1"/>
              <p:nvPr/>
            </p:nvSpPr>
            <p:spPr>
              <a:xfrm>
                <a:off x="5697765" y="332064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3</m:t>
                          </m:r>
                        </m:sub>
                      </m:sSub>
                    </m:oMath>
                  </m:oMathPara>
                </a14:m>
                <a:endParaRPr lang="en-US" sz="2400" dirty="0">
                  <a:solidFill>
                    <a:srgbClr val="C00000"/>
                  </a:solidFill>
                </a:endParaRPr>
              </a:p>
            </p:txBody>
          </p:sp>
        </mc:Choice>
        <mc:Fallback xmlns="">
          <p:sp>
            <p:nvSpPr>
              <p:cNvPr id="54" name="TextBox 53">
                <a:extLst>
                  <a:ext uri="{FF2B5EF4-FFF2-40B4-BE49-F238E27FC236}">
                    <a16:creationId xmlns:a16="http://schemas.microsoft.com/office/drawing/2014/main" id="{37B20225-69EF-E554-78F6-1B04D32DE0BE}"/>
                  </a:ext>
                </a:extLst>
              </p:cNvPr>
              <p:cNvSpPr txBox="1">
                <a:spLocks noRot="1" noChangeAspect="1" noMove="1" noResize="1" noEditPoints="1" noAdjustHandles="1" noChangeArrowheads="1" noChangeShapeType="1" noTextEdit="1"/>
              </p:cNvSpPr>
              <p:nvPr/>
            </p:nvSpPr>
            <p:spPr>
              <a:xfrm>
                <a:off x="5697765" y="3320649"/>
                <a:ext cx="464807" cy="369332"/>
              </a:xfrm>
              <a:prstGeom prst="rect">
                <a:avLst/>
              </a:prstGeom>
              <a:blipFill>
                <a:blip r:embed="rId21"/>
                <a:stretch>
                  <a:fillRect l="-9211" r="-6579"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5AF55316-37F4-C9DD-7826-8EA912E7A6D1}"/>
                  </a:ext>
                </a:extLst>
              </p:cNvPr>
              <p:cNvSpPr txBox="1"/>
              <p:nvPr/>
            </p:nvSpPr>
            <p:spPr>
              <a:xfrm>
                <a:off x="5697765" y="3725129"/>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5AF55316-37F4-C9DD-7826-8EA912E7A6D1}"/>
                  </a:ext>
                </a:extLst>
              </p:cNvPr>
              <p:cNvSpPr txBox="1">
                <a:spLocks noRot="1" noChangeAspect="1" noMove="1" noResize="1" noEditPoints="1" noAdjustHandles="1" noChangeArrowheads="1" noChangeShapeType="1" noTextEdit="1"/>
              </p:cNvSpPr>
              <p:nvPr/>
            </p:nvSpPr>
            <p:spPr>
              <a:xfrm>
                <a:off x="5697765" y="3725129"/>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FD816690-450F-B63D-62D2-9B64BFEA50BD}"/>
                  </a:ext>
                </a:extLst>
              </p:cNvPr>
              <p:cNvSpPr txBox="1"/>
              <p:nvPr/>
            </p:nvSpPr>
            <p:spPr>
              <a:xfrm>
                <a:off x="5697765"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FD816690-450F-B63D-62D2-9B64BFEA50BD}"/>
                  </a:ext>
                </a:extLst>
              </p:cNvPr>
              <p:cNvSpPr txBox="1">
                <a:spLocks noRot="1" noChangeAspect="1" noMove="1" noResize="1" noEditPoints="1" noAdjustHandles="1" noChangeArrowheads="1" noChangeShapeType="1" noTextEdit="1"/>
              </p:cNvSpPr>
              <p:nvPr/>
            </p:nvSpPr>
            <p:spPr>
              <a:xfrm>
                <a:off x="5697765" y="4129610"/>
                <a:ext cx="458395" cy="369332"/>
              </a:xfrm>
              <a:prstGeom prst="rect">
                <a:avLst/>
              </a:prstGeom>
              <a:blipFill>
                <a:blip r:embed="rId23"/>
                <a:stretch>
                  <a:fillRect l="-10667" r="-8000" b="-13115"/>
                </a:stretch>
              </a:blipFill>
            </p:spPr>
            <p:txBody>
              <a:bodyPr/>
              <a:lstStyle/>
              <a:p>
                <a:r>
                  <a:rPr lang="en-US">
                    <a:noFill/>
                  </a:rPr>
                  <a:t> </a:t>
                </a:r>
              </a:p>
            </p:txBody>
          </p:sp>
        </mc:Fallback>
      </mc:AlternateContent>
      <p:sp>
        <p:nvSpPr>
          <p:cNvPr id="57" name="Rectangle: Rounded Corners 56">
            <a:extLst>
              <a:ext uri="{FF2B5EF4-FFF2-40B4-BE49-F238E27FC236}">
                <a16:creationId xmlns:a16="http://schemas.microsoft.com/office/drawing/2014/main" id="{76CFD484-2EB0-4DE7-C15D-2D5573EC75DC}"/>
              </a:ext>
            </a:extLst>
          </p:cNvPr>
          <p:cNvSpPr/>
          <p:nvPr/>
        </p:nvSpPr>
        <p:spPr>
          <a:xfrm>
            <a:off x="6238456" y="1687222"/>
            <a:ext cx="682659" cy="2923973"/>
          </a:xfrm>
          <a:prstGeom prst="roundRect">
            <a:avLst>
              <a:gd name="adj" fmla="val 12604"/>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Rounded Corners 57">
            <a:extLst>
              <a:ext uri="{FF2B5EF4-FFF2-40B4-BE49-F238E27FC236}">
                <a16:creationId xmlns:a16="http://schemas.microsoft.com/office/drawing/2014/main" id="{722DDFFF-35A7-8D98-7B49-E74D14864F3C}"/>
              </a:ext>
            </a:extLst>
          </p:cNvPr>
          <p:cNvSpPr/>
          <p:nvPr/>
        </p:nvSpPr>
        <p:spPr>
          <a:xfrm>
            <a:off x="5628316" y="2049544"/>
            <a:ext cx="1284170" cy="442833"/>
          </a:xfrm>
          <a:prstGeom prst="roundRect">
            <a:avLst>
              <a:gd name="adj" fmla="val 22563"/>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624725CC-B98B-C1B7-66D7-E0BD3A27EFCB}"/>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1" name="TextBox 70">
                <a:extLst>
                  <a:ext uri="{FF2B5EF4-FFF2-40B4-BE49-F238E27FC236}">
                    <a16:creationId xmlns:a16="http://schemas.microsoft.com/office/drawing/2014/main" id="{624725CC-B98B-C1B7-66D7-E0BD3A27EFCB}"/>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4AD0FDA-EC35-F728-5861-021435F93E34}"/>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5" name="TextBox 74">
                <a:extLst>
                  <a:ext uri="{FF2B5EF4-FFF2-40B4-BE49-F238E27FC236}">
                    <a16:creationId xmlns:a16="http://schemas.microsoft.com/office/drawing/2014/main" id="{C4AD0FDA-EC35-F728-5861-021435F93E34}"/>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3D3ED57-E8EE-6891-2AAE-F2BEC9AD17D1}"/>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6" name="TextBox 75">
                <a:extLst>
                  <a:ext uri="{FF2B5EF4-FFF2-40B4-BE49-F238E27FC236}">
                    <a16:creationId xmlns:a16="http://schemas.microsoft.com/office/drawing/2014/main" id="{C3D3ED57-E8EE-6891-2AAE-F2BEC9AD17D1}"/>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7F2C66A-BA36-FEFB-A586-35F81ED37A6F}"/>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4" name="TextBox 3">
                <a:extLst>
                  <a:ext uri="{FF2B5EF4-FFF2-40B4-BE49-F238E27FC236}">
                    <a16:creationId xmlns:a16="http://schemas.microsoft.com/office/drawing/2014/main" id="{37F2C66A-BA36-FEFB-A586-35F81ED37A6F}"/>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0937785A-4032-76FE-4708-6AC793327375}"/>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7" name="TextBox 6">
                <a:extLst>
                  <a:ext uri="{FF2B5EF4-FFF2-40B4-BE49-F238E27FC236}">
                    <a16:creationId xmlns:a16="http://schemas.microsoft.com/office/drawing/2014/main" id="{0937785A-4032-76FE-4708-6AC793327375}"/>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1765183-5CB6-6EBB-EA2E-2139A55D12EC}"/>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8" name="TextBox 7">
                <a:extLst>
                  <a:ext uri="{FF2B5EF4-FFF2-40B4-BE49-F238E27FC236}">
                    <a16:creationId xmlns:a16="http://schemas.microsoft.com/office/drawing/2014/main" id="{31765183-5CB6-6EBB-EA2E-2139A55D12EC}"/>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78FBA53-370F-B6FF-FA60-D9F812D92D7A}"/>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9" name="TextBox 8">
                <a:extLst>
                  <a:ext uri="{FF2B5EF4-FFF2-40B4-BE49-F238E27FC236}">
                    <a16:creationId xmlns:a16="http://schemas.microsoft.com/office/drawing/2014/main" id="{578FBA53-370F-B6FF-FA60-D9F812D92D7A}"/>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751349F-0307-0CA7-4005-101A7CCF20D7}"/>
                  </a:ext>
                </a:extLst>
              </p:cNvPr>
              <p:cNvSpPr txBox="1"/>
              <p:nvPr/>
            </p:nvSpPr>
            <p:spPr>
              <a:xfrm>
                <a:off x="5684090"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rgbClr val="C00000"/>
                              </a:solidFill>
                              <a:latin typeface="Cambria Math" panose="02040503050406030204" pitchFamily="18" charset="0"/>
                            </a:rPr>
                          </m:ctrlPr>
                        </m:sSubPr>
                        <m:e>
                          <m:r>
                            <m:rPr>
                              <m:sty m:val="p"/>
                            </m:rPr>
                            <a:rPr lang="de-DE" sz="2400" b="0" i="1"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0</m:t>
                          </m:r>
                        </m:sub>
                      </m:sSub>
                    </m:oMath>
                  </m:oMathPara>
                </a14:m>
                <a:endParaRPr lang="en-US" sz="2400" dirty="0">
                  <a:solidFill>
                    <a:srgbClr val="C00000"/>
                  </a:solidFill>
                </a:endParaRPr>
              </a:p>
            </p:txBody>
          </p:sp>
        </mc:Choice>
        <mc:Fallback xmlns="">
          <p:sp>
            <p:nvSpPr>
              <p:cNvPr id="12" name="TextBox 11">
                <a:extLst>
                  <a:ext uri="{FF2B5EF4-FFF2-40B4-BE49-F238E27FC236}">
                    <a16:creationId xmlns:a16="http://schemas.microsoft.com/office/drawing/2014/main" id="{D751349F-0307-0CA7-4005-101A7CCF20D7}"/>
                  </a:ext>
                </a:extLst>
              </p:cNvPr>
              <p:cNvSpPr txBox="1">
                <a:spLocks noRot="1" noChangeAspect="1" noMove="1" noResize="1" noEditPoints="1" noAdjustHandles="1" noChangeArrowheads="1" noChangeShapeType="1" noTextEdit="1"/>
              </p:cNvSpPr>
              <p:nvPr/>
            </p:nvSpPr>
            <p:spPr>
              <a:xfrm>
                <a:off x="5684090" y="2042576"/>
                <a:ext cx="461600" cy="369332"/>
              </a:xfrm>
              <a:prstGeom prst="rect">
                <a:avLst/>
              </a:prstGeom>
              <a:blipFill>
                <a:blip r:embed="rId31"/>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D17B7BD1-011E-6359-6B03-F6FC9DE219B9}"/>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4" name="TextBox 13">
                <a:extLst>
                  <a:ext uri="{FF2B5EF4-FFF2-40B4-BE49-F238E27FC236}">
                    <a16:creationId xmlns:a16="http://schemas.microsoft.com/office/drawing/2014/main" id="{D17B7BD1-011E-6359-6B03-F6FC9DE219B9}"/>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19CD2E7-91FE-480F-6C10-69888BD96431}"/>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15" name="TextBox 14">
                <a:extLst>
                  <a:ext uri="{FF2B5EF4-FFF2-40B4-BE49-F238E27FC236}">
                    <a16:creationId xmlns:a16="http://schemas.microsoft.com/office/drawing/2014/main" id="{D19CD2E7-91FE-480F-6C10-69888BD96431}"/>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EE829FA-52A9-AA3B-CC85-9A9051EB7AB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latin typeface="Cambria Math" panose="02040503050406030204" pitchFamily="18" charset="0"/>
                          <a:ea typeface="Cambria Math" panose="02040503050406030204" pitchFamily="18" charset="0"/>
                        </a:rPr>
                        <m:t>+</m:t>
                      </m:r>
                    </m:oMath>
                  </m:oMathPara>
                </a14:m>
                <a:endParaRPr lang="en-US" sz="2800" b="1" dirty="0"/>
              </a:p>
            </p:txBody>
          </p:sp>
        </mc:Choice>
        <mc:Fallback xmlns="">
          <p:sp>
            <p:nvSpPr>
              <p:cNvPr id="22" name="TextBox 21">
                <a:extLst>
                  <a:ext uri="{FF2B5EF4-FFF2-40B4-BE49-F238E27FC236}">
                    <a16:creationId xmlns:a16="http://schemas.microsoft.com/office/drawing/2014/main" id="{EEE829FA-52A9-AA3B-CC85-9A9051EB7AB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5474722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F89E0-F1D3-4EB8-8BAA-634EB7F923A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6B1E62-F0D2-2D63-B55E-961F08912386}"/>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DF2DD83F-A36C-96DC-BE73-EF4BE2388818}"/>
              </a:ext>
            </a:extLst>
          </p:cNvPr>
          <p:cNvSpPr>
            <a:spLocks noChangeAspect="1"/>
          </p:cNvSpPr>
          <p:nvPr/>
        </p:nvSpPr>
        <p:spPr>
          <a:xfrm>
            <a:off x="2113074" y="144154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9C416B41-81B3-E5EB-B258-FE7D70324C66}"/>
              </a:ext>
            </a:extLst>
          </p:cNvPr>
          <p:cNvSpPr>
            <a:spLocks noChangeAspect="1"/>
          </p:cNvSpPr>
          <p:nvPr/>
        </p:nvSpPr>
        <p:spPr>
          <a:xfrm>
            <a:off x="2124504" y="364413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7D5EDF-1F40-0DE9-985E-694801BED419}"/>
              </a:ext>
            </a:extLst>
          </p:cNvPr>
          <p:cNvCxnSpPr>
            <a:cxnSpLocks/>
            <a:stCxn id="18" idx="6"/>
            <a:endCxn id="50" idx="3"/>
          </p:cNvCxnSpPr>
          <p:nvPr/>
        </p:nvCxnSpPr>
        <p:spPr>
          <a:xfrm flipV="1">
            <a:off x="2607307" y="2945906"/>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9AFB62F-7956-EC11-8DF2-0C52A7E614B7}"/>
              </a:ext>
            </a:extLst>
          </p:cNvPr>
          <p:cNvCxnSpPr>
            <a:cxnSpLocks/>
            <a:stCxn id="17" idx="6"/>
            <a:endCxn id="50" idx="1"/>
          </p:cNvCxnSpPr>
          <p:nvPr/>
        </p:nvCxnSpPr>
        <p:spPr>
          <a:xfrm>
            <a:off x="2595877" y="1682948"/>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05BE188A-D28B-BC19-1EC5-CFF080B0A217}"/>
                  </a:ext>
                </a:extLst>
              </p:cNvPr>
              <p:cNvSpPr txBox="1"/>
              <p:nvPr/>
            </p:nvSpPr>
            <p:spPr>
              <a:xfrm>
                <a:off x="2704377" y="15567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05BE188A-D28B-BC19-1EC5-CFF080B0A217}"/>
                  </a:ext>
                </a:extLst>
              </p:cNvPr>
              <p:cNvSpPr txBox="1">
                <a:spLocks noRot="1" noChangeAspect="1" noMove="1" noResize="1" noEditPoints="1" noAdjustHandles="1" noChangeArrowheads="1" noChangeShapeType="1" noTextEdit="1"/>
              </p:cNvSpPr>
              <p:nvPr/>
            </p:nvSpPr>
            <p:spPr>
              <a:xfrm>
                <a:off x="2704377" y="1556759"/>
                <a:ext cx="1006792" cy="461665"/>
              </a:xfrm>
              <a:prstGeom prst="rect">
                <a:avLst/>
              </a:prstGeom>
              <a:blipFill>
                <a:blip r:embed="rId3"/>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C8DFC8B-29B3-44A5-8AC6-6DC96A6CFCC7}"/>
                  </a:ext>
                </a:extLst>
              </p:cNvPr>
              <p:cNvSpPr txBox="1"/>
              <p:nvPr/>
            </p:nvSpPr>
            <p:spPr>
              <a:xfrm>
                <a:off x="2772963" y="33555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7C8DFC8B-29B3-44A5-8AC6-6DC96A6CFCC7}"/>
                  </a:ext>
                </a:extLst>
              </p:cNvPr>
              <p:cNvSpPr txBox="1">
                <a:spLocks noRot="1" noChangeAspect="1" noMove="1" noResize="1" noEditPoints="1" noAdjustHandles="1" noChangeArrowheads="1" noChangeShapeType="1" noTextEdit="1"/>
              </p:cNvSpPr>
              <p:nvPr/>
            </p:nvSpPr>
            <p:spPr>
              <a:xfrm>
                <a:off x="2772963" y="3355534"/>
                <a:ext cx="1006792"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6BAD796-1B66-1E58-4BFF-9D3B1C5857EA}"/>
                  </a:ext>
                </a:extLst>
              </p:cNvPr>
              <p:cNvSpPr txBox="1"/>
              <p:nvPr/>
            </p:nvSpPr>
            <p:spPr>
              <a:xfrm>
                <a:off x="650719" y="151541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76BAD796-1B66-1E58-4BFF-9D3B1C5857EA}"/>
                  </a:ext>
                </a:extLst>
              </p:cNvPr>
              <p:cNvSpPr txBox="1">
                <a:spLocks noRot="1" noChangeAspect="1" noMove="1" noResize="1" noEditPoints="1" noAdjustHandles="1" noChangeArrowheads="1" noChangeShapeType="1" noTextEdit="1"/>
              </p:cNvSpPr>
              <p:nvPr/>
            </p:nvSpPr>
            <p:spPr>
              <a:xfrm>
                <a:off x="650719" y="1515414"/>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CC556352-250C-3DC7-DE25-4595C503EC7C}"/>
                  </a:ext>
                </a:extLst>
              </p:cNvPr>
              <p:cNvSpPr txBox="1"/>
              <p:nvPr/>
            </p:nvSpPr>
            <p:spPr>
              <a:xfrm>
                <a:off x="691501" y="335929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CC556352-250C-3DC7-DE25-4595C503EC7C}"/>
                  </a:ext>
                </a:extLst>
              </p:cNvPr>
              <p:cNvSpPr txBox="1">
                <a:spLocks noRot="1" noChangeAspect="1" noMove="1" noResize="1" noEditPoints="1" noAdjustHandles="1" noChangeArrowheads="1" noChangeShapeType="1" noTextEdit="1"/>
              </p:cNvSpPr>
              <p:nvPr/>
            </p:nvSpPr>
            <p:spPr>
              <a:xfrm>
                <a:off x="691501" y="3359298"/>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C3E150CF-0631-CAC7-C1D9-B3ADFBF73015}"/>
              </a:ext>
            </a:extLst>
          </p:cNvPr>
          <p:cNvSpPr>
            <a:spLocks noChangeAspect="1"/>
          </p:cNvSpPr>
          <p:nvPr/>
        </p:nvSpPr>
        <p:spPr>
          <a:xfrm>
            <a:off x="875780"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654BAC9-4F71-F536-1432-A035A2276122}"/>
              </a:ext>
            </a:extLst>
          </p:cNvPr>
          <p:cNvCxnSpPr>
            <a:cxnSpLocks/>
            <a:stCxn id="16" idx="0"/>
            <a:endCxn id="17" idx="2"/>
          </p:cNvCxnSpPr>
          <p:nvPr/>
        </p:nvCxnSpPr>
        <p:spPr>
          <a:xfrm flipV="1">
            <a:off x="1117182" y="1682948"/>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2ECAE41-90BD-3888-09AB-AA8D38CD7496}"/>
                  </a:ext>
                </a:extLst>
              </p:cNvPr>
              <p:cNvSpPr txBox="1"/>
              <p:nvPr/>
            </p:nvSpPr>
            <p:spPr>
              <a:xfrm>
                <a:off x="135547" y="23029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52ECAE41-90BD-3888-09AB-AA8D38CD7496}"/>
                  </a:ext>
                </a:extLst>
              </p:cNvPr>
              <p:cNvSpPr txBox="1">
                <a:spLocks noRot="1" noChangeAspect="1" noMove="1" noResize="1" noEditPoints="1" noAdjustHandles="1" noChangeArrowheads="1" noChangeShapeType="1" noTextEdit="1"/>
              </p:cNvSpPr>
              <p:nvPr/>
            </p:nvSpPr>
            <p:spPr>
              <a:xfrm>
                <a:off x="135547" y="2302975"/>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5CC19F8E-B818-2797-E414-2CD145CFDB2D}"/>
              </a:ext>
            </a:extLst>
          </p:cNvPr>
          <p:cNvCxnSpPr>
            <a:cxnSpLocks/>
          </p:cNvCxnSpPr>
          <p:nvPr/>
        </p:nvCxnSpPr>
        <p:spPr>
          <a:xfrm>
            <a:off x="200797" y="276464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DF1B8EB-2DA6-E97D-FF2A-79F81840E4D1}"/>
              </a:ext>
            </a:extLst>
          </p:cNvPr>
          <p:cNvCxnSpPr>
            <a:cxnSpLocks/>
            <a:stCxn id="16" idx="4"/>
            <a:endCxn id="18" idx="2"/>
          </p:cNvCxnSpPr>
          <p:nvPr/>
        </p:nvCxnSpPr>
        <p:spPr>
          <a:xfrm>
            <a:off x="1117182" y="3016611"/>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DF874AE-9AE3-E0C4-104C-24284DA59E07}"/>
              </a:ext>
            </a:extLst>
          </p:cNvPr>
          <p:cNvSpPr>
            <a:spLocks noChangeAspect="1"/>
          </p:cNvSpPr>
          <p:nvPr/>
        </p:nvSpPr>
        <p:spPr>
          <a:xfrm>
            <a:off x="3486405" y="253380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93A37546-AAB4-2BEB-AEE6-8D9F31360EDB}"/>
              </a:ext>
            </a:extLst>
          </p:cNvPr>
          <p:cNvCxnSpPr>
            <a:cxnSpLocks/>
          </p:cNvCxnSpPr>
          <p:nvPr/>
        </p:nvCxnSpPr>
        <p:spPr>
          <a:xfrm>
            <a:off x="3969208" y="277520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D8D925B1-8F02-2EA5-1A88-153A9AB9E085}"/>
                  </a:ext>
                </a:extLst>
              </p:cNvPr>
              <p:cNvSpPr txBox="1"/>
              <p:nvPr/>
            </p:nvSpPr>
            <p:spPr>
              <a:xfrm>
                <a:off x="3796118" y="214284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53" name="TextBox 52">
                <a:extLst>
                  <a:ext uri="{FF2B5EF4-FFF2-40B4-BE49-F238E27FC236}">
                    <a16:creationId xmlns:a16="http://schemas.microsoft.com/office/drawing/2014/main" id="{D8D925B1-8F02-2EA5-1A88-153A9AB9E085}"/>
                  </a:ext>
                </a:extLst>
              </p:cNvPr>
              <p:cNvSpPr txBox="1">
                <a:spLocks noRot="1" noChangeAspect="1" noMove="1" noResize="1" noEditPoints="1" noAdjustHandles="1" noChangeArrowheads="1" noChangeShapeType="1" noTextEdit="1"/>
              </p:cNvSpPr>
              <p:nvPr/>
            </p:nvSpPr>
            <p:spPr>
              <a:xfrm>
                <a:off x="3796118" y="2142848"/>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FA32774-F0F8-41A0-49B7-2DA79F57D410}"/>
                  </a:ext>
                </a:extLst>
              </p:cNvPr>
              <p:cNvSpPr txBox="1"/>
              <p:nvPr/>
            </p:nvSpPr>
            <p:spPr>
              <a:xfrm>
                <a:off x="3476457" y="250960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FA32774-F0F8-41A0-49B7-2DA79F57D410}"/>
                  </a:ext>
                </a:extLst>
              </p:cNvPr>
              <p:cNvSpPr txBox="1">
                <a:spLocks noRot="1" noChangeAspect="1" noMove="1" noResize="1" noEditPoints="1" noAdjustHandles="1" noChangeArrowheads="1" noChangeShapeType="1" noTextEdit="1"/>
              </p:cNvSpPr>
              <p:nvPr/>
            </p:nvSpPr>
            <p:spPr>
              <a:xfrm>
                <a:off x="3476457" y="2509608"/>
                <a:ext cx="527465" cy="461665"/>
              </a:xfrm>
              <a:prstGeom prst="rect">
                <a:avLst/>
              </a:prstGeom>
              <a:blipFill>
                <a:blip r:embed="rId9"/>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93B1ED8-FEF6-5828-68AD-BF6FEDA72FD4}"/>
                  </a:ext>
                </a:extLst>
              </p:cNvPr>
              <p:cNvSpPr txBox="1"/>
              <p:nvPr/>
            </p:nvSpPr>
            <p:spPr>
              <a:xfrm>
                <a:off x="2036857" y="14031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93B1ED8-FEF6-5828-68AD-BF6FEDA72FD4}"/>
                  </a:ext>
                </a:extLst>
              </p:cNvPr>
              <p:cNvSpPr txBox="1">
                <a:spLocks noRot="1" noChangeAspect="1" noMove="1" noResize="1" noEditPoints="1" noAdjustHandles="1" noChangeArrowheads="1" noChangeShapeType="1" noTextEdit="1"/>
              </p:cNvSpPr>
              <p:nvPr/>
            </p:nvSpPr>
            <p:spPr>
              <a:xfrm>
                <a:off x="2036857" y="1403141"/>
                <a:ext cx="656402" cy="461665"/>
              </a:xfrm>
              <a:prstGeom prst="rect">
                <a:avLst/>
              </a:prstGeom>
              <a:blipFill>
                <a:blip r:embed="rId10"/>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634C09E6-9B91-661E-3058-33903C47A122}"/>
                  </a:ext>
                </a:extLst>
              </p:cNvPr>
              <p:cNvSpPr txBox="1"/>
              <p:nvPr/>
            </p:nvSpPr>
            <p:spPr>
              <a:xfrm>
                <a:off x="2123408" y="3618827"/>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634C09E6-9B91-661E-3058-33903C47A122}"/>
                  </a:ext>
                </a:extLst>
              </p:cNvPr>
              <p:cNvSpPr txBox="1">
                <a:spLocks noRot="1" noChangeAspect="1" noMove="1" noResize="1" noEditPoints="1" noAdjustHandles="1" noChangeArrowheads="1" noChangeShapeType="1" noTextEdit="1"/>
              </p:cNvSpPr>
              <p:nvPr/>
            </p:nvSpPr>
            <p:spPr>
              <a:xfrm>
                <a:off x="2123408" y="3618827"/>
                <a:ext cx="495606" cy="461665"/>
              </a:xfrm>
              <a:prstGeom prst="rect">
                <a:avLst/>
              </a:prstGeom>
              <a:blipFill>
                <a:blip r:embed="rId11"/>
                <a:stretch>
                  <a:fillRect b="-1333"/>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B34E9FB3-9D79-1AAC-6E06-183B4BAC3AAF}"/>
              </a:ext>
            </a:extLst>
          </p:cNvPr>
          <p:cNvSpPr txBox="1"/>
          <p:nvPr/>
        </p:nvSpPr>
        <p:spPr>
          <a:xfrm>
            <a:off x="7070378" y="827502"/>
            <a:ext cx="1208792" cy="461665"/>
          </a:xfrm>
          <a:prstGeom prst="rect">
            <a:avLst/>
          </a:prstGeom>
          <a:noFill/>
        </p:spPr>
        <p:txBody>
          <a:bodyPr wrap="none" rtlCol="0">
            <a:spAutoFit/>
          </a:bodyPr>
          <a:lstStyle/>
          <a:p>
            <a:r>
              <a:rPr lang="en-GB" sz="2400" b="1" dirty="0"/>
              <a:t>Pattern</a:t>
            </a:r>
            <a:endParaRPr lang="en-US" sz="2400" b="1" dirty="0"/>
          </a:p>
        </p:txBody>
      </p:sp>
      <p:sp>
        <p:nvSpPr>
          <p:cNvPr id="19" name="Slide Number Placeholder 18">
            <a:extLst>
              <a:ext uri="{FF2B5EF4-FFF2-40B4-BE49-F238E27FC236}">
                <a16:creationId xmlns:a16="http://schemas.microsoft.com/office/drawing/2014/main" id="{8044CDB3-C2BA-0C17-0D62-CE34E20655C9}"/>
              </a:ext>
            </a:extLst>
          </p:cNvPr>
          <p:cNvSpPr>
            <a:spLocks noGrp="1"/>
          </p:cNvSpPr>
          <p:nvPr>
            <p:ph type="sldNum" sz="quarter" idx="12"/>
          </p:nvPr>
        </p:nvSpPr>
        <p:spPr>
          <a:xfrm>
            <a:off x="11308704" y="6203566"/>
            <a:ext cx="654132" cy="501650"/>
          </a:xfrm>
        </p:spPr>
        <p:txBody>
          <a:bodyPr/>
          <a:lstStyle/>
          <a:p>
            <a:fld id="{250B62C5-2ACF-4D78-8FF3-37371B948607}" type="slidenum">
              <a:rPr lang="en-US" smtClean="0"/>
              <a:t>19</a:t>
            </a:fld>
            <a:endParaRPr lang="en-US"/>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FCC16AE9-1107-C8AE-A465-E1F81D6F4197}"/>
                  </a:ext>
                </a:extLst>
              </p:cNvPr>
              <p:cNvSpPr txBox="1"/>
              <p:nvPr/>
            </p:nvSpPr>
            <p:spPr>
              <a:xfrm>
                <a:off x="876048" y="2507898"/>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6" name="TextBox 25">
                <a:extLst>
                  <a:ext uri="{FF2B5EF4-FFF2-40B4-BE49-F238E27FC236}">
                    <a16:creationId xmlns:a16="http://schemas.microsoft.com/office/drawing/2014/main" id="{FCC16AE9-1107-C8AE-A465-E1F81D6F4197}"/>
                  </a:ext>
                </a:extLst>
              </p:cNvPr>
              <p:cNvSpPr txBox="1">
                <a:spLocks noRot="1" noChangeAspect="1" noMove="1" noResize="1" noEditPoints="1" noAdjustHandles="1" noChangeArrowheads="1" noChangeShapeType="1" noTextEdit="1"/>
              </p:cNvSpPr>
              <p:nvPr/>
            </p:nvSpPr>
            <p:spPr>
              <a:xfrm>
                <a:off x="876048" y="2507898"/>
                <a:ext cx="527465" cy="461665"/>
              </a:xfrm>
              <a:prstGeom prst="rect">
                <a:avLst/>
              </a:prstGeom>
              <a:blipFill>
                <a:blip r:embed="rId12"/>
                <a:stretch>
                  <a:fillRect/>
                </a:stretch>
              </a:blipFill>
            </p:spPr>
            <p:txBody>
              <a:bodyPr/>
              <a:lstStyle/>
              <a:p>
                <a:r>
                  <a:rPr lang="en-US">
                    <a:noFill/>
                  </a:rPr>
                  <a:t> </a:t>
                </a:r>
              </a:p>
            </p:txBody>
          </p:sp>
        </mc:Fallback>
      </mc:AlternateContent>
      <p:sp>
        <p:nvSpPr>
          <p:cNvPr id="27" name="Rectangle: Rounded Corners 26">
            <a:extLst>
              <a:ext uri="{FF2B5EF4-FFF2-40B4-BE49-F238E27FC236}">
                <a16:creationId xmlns:a16="http://schemas.microsoft.com/office/drawing/2014/main" id="{6605BAEC-88B2-9BDF-9741-A5BBDF73E1AA}"/>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28" name="Rectangle: Rounded Corners 27">
            <a:extLst>
              <a:ext uri="{FF2B5EF4-FFF2-40B4-BE49-F238E27FC236}">
                <a16:creationId xmlns:a16="http://schemas.microsoft.com/office/drawing/2014/main" id="{673D50DA-F8E9-256F-6546-8CF19ACF631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29" name="Rectangle: Rounded Corners 28">
            <a:extLst>
              <a:ext uri="{FF2B5EF4-FFF2-40B4-BE49-F238E27FC236}">
                <a16:creationId xmlns:a16="http://schemas.microsoft.com/office/drawing/2014/main" id="{32AE2083-DB45-4F33-BAD2-57AAB76251D2}"/>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31" name="Rectangle: Rounded Corners 30">
            <a:extLst>
              <a:ext uri="{FF2B5EF4-FFF2-40B4-BE49-F238E27FC236}">
                <a16:creationId xmlns:a16="http://schemas.microsoft.com/office/drawing/2014/main" id="{33E4C4D3-EA8D-4144-D7BA-F139A1104EA6}"/>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32" name="Straight Arrow Connector 31">
            <a:extLst>
              <a:ext uri="{FF2B5EF4-FFF2-40B4-BE49-F238E27FC236}">
                <a16:creationId xmlns:a16="http://schemas.microsoft.com/office/drawing/2014/main" id="{74673639-E3DC-6D01-8EFE-136DFBA4E089}"/>
              </a:ext>
            </a:extLst>
          </p:cNvPr>
          <p:cNvCxnSpPr>
            <a:stCxn id="27" idx="2"/>
            <a:endCxn id="28"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3" name="Straight Arrow Connector 32">
            <a:extLst>
              <a:ext uri="{FF2B5EF4-FFF2-40B4-BE49-F238E27FC236}">
                <a16:creationId xmlns:a16="http://schemas.microsoft.com/office/drawing/2014/main" id="{BDBDF128-D036-03BD-960C-DBE85D139A19}"/>
              </a:ext>
            </a:extLst>
          </p:cNvPr>
          <p:cNvCxnSpPr>
            <a:cxnSpLocks/>
            <a:stCxn id="28" idx="2"/>
            <a:endCxn id="29"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5" name="Straight Arrow Connector 34">
            <a:extLst>
              <a:ext uri="{FF2B5EF4-FFF2-40B4-BE49-F238E27FC236}">
                <a16:creationId xmlns:a16="http://schemas.microsoft.com/office/drawing/2014/main" id="{F34D1B31-1A60-9731-072B-31A098745032}"/>
              </a:ext>
            </a:extLst>
          </p:cNvPr>
          <p:cNvCxnSpPr>
            <a:cxnSpLocks/>
            <a:stCxn id="31"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8F080BD2-C3BD-C3DB-7424-DE47B8033333}"/>
                  </a:ext>
                </a:extLst>
              </p:cNvPr>
              <p:cNvSpPr txBox="1"/>
              <p:nvPr/>
            </p:nvSpPr>
            <p:spPr>
              <a:xfrm>
                <a:off x="6202312" y="2097816"/>
                <a:ext cx="3412601" cy="2429191"/>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e/>
                              <m:e>
                                <m:m>
                                  <m:mPr>
                                    <m:mcs>
                                      <m:mc>
                                        <m:mcPr>
                                          <m:count m:val="3"/>
                                          <m:mcJc m:val="center"/>
                                        </m:mcPr>
                                      </m:mc>
                                    </m:mcs>
                                    <m:ctrlPr>
                                      <a:rPr lang="en-US" sz="2800" i="1" smtClean="0">
                                        <a:latin typeface="Cambria Math" panose="02040503050406030204" pitchFamily="18" charset="0"/>
                                      </a:rPr>
                                    </m:ctrlPr>
                                  </m:mPr>
                                  <m:mr>
                                    <m:e/>
                                    <m:e/>
                                    <m:e/>
                                  </m:mr>
                                </m:m>
                              </m:e>
                            </m:mr>
                            <m:mr>
                              <m:e/>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e>
                                      <m:m>
                                        <m:mPr>
                                          <m:mcs>
                                            <m:mc>
                                              <m:mcPr>
                                                <m:count m:val="1"/>
                                                <m:mcJc m:val="center"/>
                                              </m:mcPr>
                                            </m:mc>
                                          </m:mcs>
                                          <m:ctrlPr>
                                            <a:rPr lang="en-US" sz="2800" i="1" smtClean="0">
                                              <a:latin typeface="Cambria Math" panose="02040503050406030204" pitchFamily="18" charset="0"/>
                                            </a:rPr>
                                          </m:ctrlPr>
                                        </m:mPr>
                                        <m:mr>
                                          <m:e/>
                                        </m:mr>
                                        <m:mr>
                                          <m:e/>
                                        </m:mr>
                                        <m:mr>
                                          <m:e>
                                            <m:m>
                                              <m:mPr>
                                                <m:mcs>
                                                  <m:mc>
                                                    <m:mcPr>
                                                      <m:count m:val="1"/>
                                                      <m:mcJc m:val="center"/>
                                                    </m:mcPr>
                                                  </m:mc>
                                                </m:mcs>
                                                <m:ctrlPr>
                                                  <a:rPr lang="en-US" sz="2800" i="1" smtClean="0">
                                                    <a:latin typeface="Cambria Math" panose="02040503050406030204" pitchFamily="18" charset="0"/>
                                                  </a:rPr>
                                                </m:ctrlPr>
                                              </m:mPr>
                                              <m:mr>
                                                <m:e/>
                                              </m:mr>
                                              <m:mr>
                                                <m:e/>
                                              </m:mr>
                                            </m:m>
                                          </m:e>
                                        </m:mr>
                                      </m:m>
                                    </m:e>
                                  </m:mr>
                                </m:m>
                              </m:e>
                            </m:mr>
                          </m:m>
                        </m:e>
                      </m:d>
                    </m:oMath>
                  </m:oMathPara>
                </a14:m>
                <a:endParaRPr lang="en-US" sz="2800" dirty="0"/>
              </a:p>
            </p:txBody>
          </p:sp>
        </mc:Choice>
        <mc:Fallback xmlns="">
          <p:sp>
            <p:nvSpPr>
              <p:cNvPr id="43" name="TextBox 42">
                <a:extLst>
                  <a:ext uri="{FF2B5EF4-FFF2-40B4-BE49-F238E27FC236}">
                    <a16:creationId xmlns:a16="http://schemas.microsoft.com/office/drawing/2014/main" id="{8F080BD2-C3BD-C3DB-7424-DE47B8033333}"/>
                  </a:ext>
                </a:extLst>
              </p:cNvPr>
              <p:cNvSpPr txBox="1">
                <a:spLocks noRot="1" noChangeAspect="1" noMove="1" noResize="1" noEditPoints="1" noAdjustHandles="1" noChangeArrowheads="1" noChangeShapeType="1" noTextEdit="1"/>
              </p:cNvSpPr>
              <p:nvPr/>
            </p:nvSpPr>
            <p:spPr>
              <a:xfrm>
                <a:off x="6202312" y="2097816"/>
                <a:ext cx="3412601" cy="2429191"/>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3AA167B9-8E17-7F4C-B2C5-35841FD7136B}"/>
                  </a:ext>
                </a:extLst>
              </p:cNvPr>
              <p:cNvSpPr txBox="1"/>
              <p:nvPr/>
            </p:nvSpPr>
            <p:spPr>
              <a:xfrm>
                <a:off x="6393434" y="1641558"/>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4" name="TextBox 43">
                <a:extLst>
                  <a:ext uri="{FF2B5EF4-FFF2-40B4-BE49-F238E27FC236}">
                    <a16:creationId xmlns:a16="http://schemas.microsoft.com/office/drawing/2014/main" id="{3AA167B9-8E17-7F4C-B2C5-35841FD7136B}"/>
                  </a:ext>
                </a:extLst>
              </p:cNvPr>
              <p:cNvSpPr txBox="1">
                <a:spLocks noRot="1" noChangeAspect="1" noMove="1" noResize="1" noEditPoints="1" noAdjustHandles="1" noChangeArrowheads="1" noChangeShapeType="1" noTextEdit="1"/>
              </p:cNvSpPr>
              <p:nvPr/>
            </p:nvSpPr>
            <p:spPr>
              <a:xfrm>
                <a:off x="6393434" y="1641558"/>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CF564680-C5C6-E357-5C32-3A8BCBDAE7F2}"/>
                  </a:ext>
                </a:extLst>
              </p:cNvPr>
              <p:cNvSpPr txBox="1"/>
              <p:nvPr/>
            </p:nvSpPr>
            <p:spPr>
              <a:xfrm>
                <a:off x="7085603" y="1641558"/>
                <a:ext cx="26911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a:rPr lang="de-DE" sz="2400" b="0" i="1" smtClean="0">
                              <a:solidFill>
                                <a:schemeClr val="tx1"/>
                              </a:solidFill>
                              <a:latin typeface="Cambria Math" panose="02040503050406030204" pitchFamily="18" charset="0"/>
                            </a:rPr>
                            <m:t>𝑟</m:t>
                          </m:r>
                        </m:e>
                        <m:sub>
                          <m:r>
                            <m:rPr>
                              <m:sty m:val="p"/>
                            </m:rPr>
                            <a:rPr lang="de-DE" sz="2400" b="0" i="1" smtClean="0">
                              <a:solidFill>
                                <a:schemeClr val="tx1"/>
                              </a:solidFill>
                              <a:latin typeface="Cambria Math" panose="02040503050406030204" pitchFamily="18" charset="0"/>
                            </a:rPr>
                            <m:t>I</m:t>
                          </m:r>
                        </m:sub>
                      </m:sSub>
                    </m:oMath>
                  </m:oMathPara>
                </a14:m>
                <a:endParaRPr lang="en-US" sz="2400" dirty="0">
                  <a:solidFill>
                    <a:schemeClr val="tx1"/>
                  </a:solidFill>
                </a:endParaRPr>
              </a:p>
            </p:txBody>
          </p:sp>
        </mc:Choice>
        <mc:Fallback xmlns="">
          <p:sp>
            <p:nvSpPr>
              <p:cNvPr id="45" name="TextBox 44">
                <a:extLst>
                  <a:ext uri="{FF2B5EF4-FFF2-40B4-BE49-F238E27FC236}">
                    <a16:creationId xmlns:a16="http://schemas.microsoft.com/office/drawing/2014/main" id="{CF564680-C5C6-E357-5C32-3A8BCBDAE7F2}"/>
                  </a:ext>
                </a:extLst>
              </p:cNvPr>
              <p:cNvSpPr txBox="1">
                <a:spLocks noRot="1" noChangeAspect="1" noMove="1" noResize="1" noEditPoints="1" noAdjustHandles="1" noChangeArrowheads="1" noChangeShapeType="1" noTextEdit="1"/>
              </p:cNvSpPr>
              <p:nvPr/>
            </p:nvSpPr>
            <p:spPr>
              <a:xfrm>
                <a:off x="7085603" y="1641558"/>
                <a:ext cx="269113" cy="369332"/>
              </a:xfrm>
              <a:prstGeom prst="rect">
                <a:avLst/>
              </a:prstGeom>
              <a:blipFill>
                <a:blip r:embed="rId15"/>
                <a:stretch>
                  <a:fillRect l="-15909" r="-13636"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EE2ED587-D4B4-305C-6DCD-2A2B5C24A1BF}"/>
                  </a:ext>
                </a:extLst>
              </p:cNvPr>
              <p:cNvSpPr txBox="1"/>
              <p:nvPr/>
            </p:nvSpPr>
            <p:spPr>
              <a:xfrm>
                <a:off x="7736800" y="1641558"/>
                <a:ext cx="32040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F</m:t>
                          </m:r>
                        </m:sub>
                      </m:sSub>
                    </m:oMath>
                  </m:oMathPara>
                </a14:m>
                <a:endParaRPr lang="en-US" sz="2400" dirty="0"/>
              </a:p>
            </p:txBody>
          </p:sp>
        </mc:Choice>
        <mc:Fallback xmlns="">
          <p:sp>
            <p:nvSpPr>
              <p:cNvPr id="46" name="TextBox 45">
                <a:extLst>
                  <a:ext uri="{FF2B5EF4-FFF2-40B4-BE49-F238E27FC236}">
                    <a16:creationId xmlns:a16="http://schemas.microsoft.com/office/drawing/2014/main" id="{EE2ED587-D4B4-305C-6DCD-2A2B5C24A1BF}"/>
                  </a:ext>
                </a:extLst>
              </p:cNvPr>
              <p:cNvSpPr txBox="1">
                <a:spLocks noRot="1" noChangeAspect="1" noMove="1" noResize="1" noEditPoints="1" noAdjustHandles="1" noChangeArrowheads="1" noChangeShapeType="1" noTextEdit="1"/>
              </p:cNvSpPr>
              <p:nvPr/>
            </p:nvSpPr>
            <p:spPr>
              <a:xfrm>
                <a:off x="7736800" y="1641558"/>
                <a:ext cx="320408" cy="369332"/>
              </a:xfrm>
              <a:prstGeom prst="rect">
                <a:avLst/>
              </a:prstGeom>
              <a:blipFill>
                <a:blip r:embed="rId16"/>
                <a:stretch>
                  <a:fillRect l="-13208" r="-11321"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B80CC00E-53BC-B10A-C091-1A177BA897A2}"/>
                  </a:ext>
                </a:extLst>
              </p:cNvPr>
              <p:cNvSpPr txBox="1"/>
              <p:nvPr/>
            </p:nvSpPr>
            <p:spPr>
              <a:xfrm>
                <a:off x="8436086" y="1641558"/>
                <a:ext cx="3139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m:rPr>
                              <m:sty m:val="p"/>
                            </m:rPr>
                            <a:rPr lang="de-DE" sz="2400" b="0" i="1" smtClean="0">
                              <a:latin typeface="Cambria Math" panose="02040503050406030204" pitchFamily="18" charset="0"/>
                            </a:rPr>
                            <m:t>S</m:t>
                          </m:r>
                        </m:sub>
                      </m:sSub>
                    </m:oMath>
                  </m:oMathPara>
                </a14:m>
                <a:endParaRPr lang="en-US" sz="2400" dirty="0"/>
              </a:p>
            </p:txBody>
          </p:sp>
        </mc:Choice>
        <mc:Fallback xmlns="">
          <p:sp>
            <p:nvSpPr>
              <p:cNvPr id="47" name="TextBox 46">
                <a:extLst>
                  <a:ext uri="{FF2B5EF4-FFF2-40B4-BE49-F238E27FC236}">
                    <a16:creationId xmlns:a16="http://schemas.microsoft.com/office/drawing/2014/main" id="{B80CC00E-53BC-B10A-C091-1A177BA897A2}"/>
                  </a:ext>
                </a:extLst>
              </p:cNvPr>
              <p:cNvSpPr txBox="1">
                <a:spLocks noRot="1" noChangeAspect="1" noMove="1" noResize="1" noEditPoints="1" noAdjustHandles="1" noChangeArrowheads="1" noChangeShapeType="1" noTextEdit="1"/>
              </p:cNvSpPr>
              <p:nvPr/>
            </p:nvSpPr>
            <p:spPr>
              <a:xfrm>
                <a:off x="8436086" y="1641558"/>
                <a:ext cx="313996" cy="369332"/>
              </a:xfrm>
              <a:prstGeom prst="rect">
                <a:avLst/>
              </a:prstGeom>
              <a:blipFill>
                <a:blip r:embed="rId17"/>
                <a:stretch>
                  <a:fillRect l="-15686" r="-1372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2742D1A-A0B3-1D27-FFD1-37E307ABC458}"/>
                  </a:ext>
                </a:extLst>
              </p:cNvPr>
              <p:cNvSpPr txBox="1"/>
              <p:nvPr/>
            </p:nvSpPr>
            <p:spPr>
              <a:xfrm>
                <a:off x="9122228" y="1641558"/>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48" name="TextBox 47">
                <a:extLst>
                  <a:ext uri="{FF2B5EF4-FFF2-40B4-BE49-F238E27FC236}">
                    <a16:creationId xmlns:a16="http://schemas.microsoft.com/office/drawing/2014/main" id="{42742D1A-A0B3-1D27-FFD1-37E307ABC458}"/>
                  </a:ext>
                </a:extLst>
              </p:cNvPr>
              <p:cNvSpPr txBox="1">
                <a:spLocks noRot="1" noChangeAspect="1" noMove="1" noResize="1" noEditPoints="1" noAdjustHandles="1" noChangeArrowheads="1" noChangeShapeType="1" noTextEdit="1"/>
              </p:cNvSpPr>
              <p:nvPr/>
            </p:nvSpPr>
            <p:spPr>
              <a:xfrm>
                <a:off x="9122228" y="1641558"/>
                <a:ext cx="317202" cy="369332"/>
              </a:xfrm>
              <a:prstGeom prst="rect">
                <a:avLst/>
              </a:prstGeom>
              <a:blipFill>
                <a:blip r:embed="rId18"/>
                <a:stretch>
                  <a:fillRect l="-13462" r="-11538"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5A1A850A-3B58-62F3-B6B0-BBF0D4F8B45E}"/>
                  </a:ext>
                </a:extLst>
              </p:cNvPr>
              <p:cNvSpPr txBox="1"/>
              <p:nvPr/>
            </p:nvSpPr>
            <p:spPr>
              <a:xfrm>
                <a:off x="5696090" y="2459983"/>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5A1A850A-3B58-62F3-B6B0-BBF0D4F8B45E}"/>
                  </a:ext>
                </a:extLst>
              </p:cNvPr>
              <p:cNvSpPr txBox="1">
                <a:spLocks noRot="1" noChangeAspect="1" noMove="1" noResize="1" noEditPoints="1" noAdjustHandles="1" noChangeArrowheads="1" noChangeShapeType="1" noTextEdit="1"/>
              </p:cNvSpPr>
              <p:nvPr/>
            </p:nvSpPr>
            <p:spPr>
              <a:xfrm>
                <a:off x="5696090" y="2459983"/>
                <a:ext cx="454483" cy="369332"/>
              </a:xfrm>
              <a:prstGeom prst="rect">
                <a:avLst/>
              </a:prstGeom>
              <a:blipFill>
                <a:blip r:embed="rId19"/>
                <a:stretch>
                  <a:fillRect l="-9333" r="-533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CD22E5B8-4AFF-B3B0-34A6-E134C92B4190}"/>
                  </a:ext>
                </a:extLst>
              </p:cNvPr>
              <p:cNvSpPr txBox="1"/>
              <p:nvPr/>
            </p:nvSpPr>
            <p:spPr>
              <a:xfrm>
                <a:off x="5692531" y="287739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CD22E5B8-4AFF-B3B0-34A6-E134C92B4190}"/>
                  </a:ext>
                </a:extLst>
              </p:cNvPr>
              <p:cNvSpPr txBox="1">
                <a:spLocks noRot="1" noChangeAspect="1" noMove="1" noResize="1" noEditPoints="1" noAdjustHandles="1" noChangeArrowheads="1" noChangeShapeType="1" noTextEdit="1"/>
              </p:cNvSpPr>
              <p:nvPr/>
            </p:nvSpPr>
            <p:spPr>
              <a:xfrm>
                <a:off x="5692531" y="2877390"/>
                <a:ext cx="461601" cy="369332"/>
              </a:xfrm>
              <a:prstGeom prst="rect">
                <a:avLst/>
              </a:prstGeom>
              <a:blipFill>
                <a:blip r:embed="rId20"/>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63661178-3B1D-58FF-8B92-D6537C9F5F98}"/>
                  </a:ext>
                </a:extLst>
              </p:cNvPr>
              <p:cNvSpPr txBox="1"/>
              <p:nvPr/>
            </p:nvSpPr>
            <p:spPr>
              <a:xfrm>
                <a:off x="5690928" y="3294797"/>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63661178-3B1D-58FF-8B92-D6537C9F5F98}"/>
                  </a:ext>
                </a:extLst>
              </p:cNvPr>
              <p:cNvSpPr txBox="1">
                <a:spLocks noRot="1" noChangeAspect="1" noMove="1" noResize="1" noEditPoints="1" noAdjustHandles="1" noChangeArrowheads="1" noChangeShapeType="1" noTextEdit="1"/>
              </p:cNvSpPr>
              <p:nvPr/>
            </p:nvSpPr>
            <p:spPr>
              <a:xfrm>
                <a:off x="5690928" y="3294797"/>
                <a:ext cx="464807" cy="369332"/>
              </a:xfrm>
              <a:prstGeom prst="rect">
                <a:avLst/>
              </a:prstGeom>
              <a:blipFill>
                <a:blip r:embed="rId21"/>
                <a:stretch>
                  <a:fillRect l="-9211" r="-6579"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39898705-1C2C-1FA0-5CF8-639D90FE9407}"/>
                  </a:ext>
                </a:extLst>
              </p:cNvPr>
              <p:cNvSpPr txBox="1"/>
              <p:nvPr/>
            </p:nvSpPr>
            <p:spPr>
              <a:xfrm>
                <a:off x="5690928" y="3712204"/>
                <a:ext cx="46480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39898705-1C2C-1FA0-5CF8-639D90FE9407}"/>
                  </a:ext>
                </a:extLst>
              </p:cNvPr>
              <p:cNvSpPr txBox="1">
                <a:spLocks noRot="1" noChangeAspect="1" noMove="1" noResize="1" noEditPoints="1" noAdjustHandles="1" noChangeArrowheads="1" noChangeShapeType="1" noTextEdit="1"/>
              </p:cNvSpPr>
              <p:nvPr/>
            </p:nvSpPr>
            <p:spPr>
              <a:xfrm>
                <a:off x="5690928" y="3712204"/>
                <a:ext cx="464807" cy="369332"/>
              </a:xfrm>
              <a:prstGeom prst="rect">
                <a:avLst/>
              </a:prstGeom>
              <a:blipFill>
                <a:blip r:embed="rId22"/>
                <a:stretch>
                  <a:fillRect l="-10526" r="-7895"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D7E6DE95-3B89-EE27-5ED4-AB6185EBD1FC}"/>
                  </a:ext>
                </a:extLst>
              </p:cNvPr>
              <p:cNvSpPr txBox="1"/>
              <p:nvPr/>
            </p:nvSpPr>
            <p:spPr>
              <a:xfrm>
                <a:off x="5694134" y="4129610"/>
                <a:ext cx="45839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0"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56" name="TextBox 55">
                <a:extLst>
                  <a:ext uri="{FF2B5EF4-FFF2-40B4-BE49-F238E27FC236}">
                    <a16:creationId xmlns:a16="http://schemas.microsoft.com/office/drawing/2014/main" id="{D7E6DE95-3B89-EE27-5ED4-AB6185EBD1FC}"/>
                  </a:ext>
                </a:extLst>
              </p:cNvPr>
              <p:cNvSpPr txBox="1">
                <a:spLocks noRot="1" noChangeAspect="1" noMove="1" noResize="1" noEditPoints="1" noAdjustHandles="1" noChangeArrowheads="1" noChangeShapeType="1" noTextEdit="1"/>
              </p:cNvSpPr>
              <p:nvPr/>
            </p:nvSpPr>
            <p:spPr>
              <a:xfrm>
                <a:off x="5694134" y="4129610"/>
                <a:ext cx="458395" cy="369332"/>
              </a:xfrm>
              <a:prstGeom prst="rect">
                <a:avLst/>
              </a:prstGeom>
              <a:blipFill>
                <a:blip r:embed="rId23"/>
                <a:stretch>
                  <a:fillRect l="-9333" r="-8000" b="-1311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F462092F-01E4-63FF-DEB9-92986BC4D58C}"/>
                  </a:ext>
                </a:extLst>
              </p:cNvPr>
              <p:cNvSpPr txBox="1"/>
              <p:nvPr/>
            </p:nvSpPr>
            <p:spPr>
              <a:xfrm>
                <a:off x="7052754" y="372661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1" name="TextBox 70">
                <a:extLst>
                  <a:ext uri="{FF2B5EF4-FFF2-40B4-BE49-F238E27FC236}">
                    <a16:creationId xmlns:a16="http://schemas.microsoft.com/office/drawing/2014/main" id="{F462092F-01E4-63FF-DEB9-92986BC4D58C}"/>
                  </a:ext>
                </a:extLst>
              </p:cNvPr>
              <p:cNvSpPr txBox="1">
                <a:spLocks noRot="1" noChangeAspect="1" noMove="1" noResize="1" noEditPoints="1" noAdjustHandles="1" noChangeArrowheads="1" noChangeShapeType="1" noTextEdit="1"/>
              </p:cNvSpPr>
              <p:nvPr/>
            </p:nvSpPr>
            <p:spPr>
              <a:xfrm>
                <a:off x="7052754" y="3726610"/>
                <a:ext cx="341440" cy="430887"/>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E01024C0-69DC-4FB5-581F-A74176925330}"/>
                  </a:ext>
                </a:extLst>
              </p:cNvPr>
              <p:cNvSpPr txBox="1"/>
              <p:nvPr/>
            </p:nvSpPr>
            <p:spPr>
              <a:xfrm>
                <a:off x="7054635" y="249462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5" name="TextBox 74">
                <a:extLst>
                  <a:ext uri="{FF2B5EF4-FFF2-40B4-BE49-F238E27FC236}">
                    <a16:creationId xmlns:a16="http://schemas.microsoft.com/office/drawing/2014/main" id="{E01024C0-69DC-4FB5-581F-A74176925330}"/>
                  </a:ext>
                </a:extLst>
              </p:cNvPr>
              <p:cNvSpPr txBox="1">
                <a:spLocks noRot="1" noChangeAspect="1" noMove="1" noResize="1" noEditPoints="1" noAdjustHandles="1" noChangeArrowheads="1" noChangeShapeType="1" noTextEdit="1"/>
              </p:cNvSpPr>
              <p:nvPr/>
            </p:nvSpPr>
            <p:spPr>
              <a:xfrm>
                <a:off x="7054635" y="2494628"/>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C2BFF3E1-DA36-9E81-1BF3-7659976CD3C5}"/>
                  </a:ext>
                </a:extLst>
              </p:cNvPr>
              <p:cNvSpPr txBox="1"/>
              <p:nvPr/>
            </p:nvSpPr>
            <p:spPr>
              <a:xfrm>
                <a:off x="7052754" y="4150223"/>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6" name="TextBox 75">
                <a:extLst>
                  <a:ext uri="{FF2B5EF4-FFF2-40B4-BE49-F238E27FC236}">
                    <a16:creationId xmlns:a16="http://schemas.microsoft.com/office/drawing/2014/main" id="{C2BFF3E1-DA36-9E81-1BF3-7659976CD3C5}"/>
                  </a:ext>
                </a:extLst>
              </p:cNvPr>
              <p:cNvSpPr txBox="1">
                <a:spLocks noRot="1" noChangeAspect="1" noMove="1" noResize="1" noEditPoints="1" noAdjustHandles="1" noChangeArrowheads="1" noChangeShapeType="1" noTextEdit="1"/>
              </p:cNvSpPr>
              <p:nvPr/>
            </p:nvSpPr>
            <p:spPr>
              <a:xfrm>
                <a:off x="7052754" y="4150223"/>
                <a:ext cx="341440" cy="430887"/>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BB5AD9-36CF-A170-30C8-BDE410276F6A}"/>
                  </a:ext>
                </a:extLst>
              </p:cNvPr>
              <p:cNvSpPr txBox="1"/>
              <p:nvPr/>
            </p:nvSpPr>
            <p:spPr>
              <a:xfrm>
                <a:off x="7737892" y="2915085"/>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4" name="TextBox 3">
                <a:extLst>
                  <a:ext uri="{FF2B5EF4-FFF2-40B4-BE49-F238E27FC236}">
                    <a16:creationId xmlns:a16="http://schemas.microsoft.com/office/drawing/2014/main" id="{46BB5AD9-36CF-A170-30C8-BDE410276F6A}"/>
                  </a:ext>
                </a:extLst>
              </p:cNvPr>
              <p:cNvSpPr txBox="1">
                <a:spLocks noRot="1" noChangeAspect="1" noMove="1" noResize="1" noEditPoints="1" noAdjustHandles="1" noChangeArrowheads="1" noChangeShapeType="1" noTextEdit="1"/>
              </p:cNvSpPr>
              <p:nvPr/>
            </p:nvSpPr>
            <p:spPr>
              <a:xfrm>
                <a:off x="7737892" y="2915085"/>
                <a:ext cx="341440" cy="430887"/>
              </a:xfrm>
              <a:prstGeom prst="rect">
                <a:avLst/>
              </a:prstGeom>
              <a:blipFill>
                <a:blip r:embed="rId2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ADD5926-2183-FF96-F8D6-ED61561D79E8}"/>
                  </a:ext>
                </a:extLst>
              </p:cNvPr>
              <p:cNvSpPr txBox="1"/>
              <p:nvPr/>
            </p:nvSpPr>
            <p:spPr>
              <a:xfrm>
                <a:off x="7737892" y="371586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7" name="TextBox 6">
                <a:extLst>
                  <a:ext uri="{FF2B5EF4-FFF2-40B4-BE49-F238E27FC236}">
                    <a16:creationId xmlns:a16="http://schemas.microsoft.com/office/drawing/2014/main" id="{5ADD5926-2183-FF96-F8D6-ED61561D79E8}"/>
                  </a:ext>
                </a:extLst>
              </p:cNvPr>
              <p:cNvSpPr txBox="1">
                <a:spLocks noRot="1" noChangeAspect="1" noMove="1" noResize="1" noEditPoints="1" noAdjustHandles="1" noChangeArrowheads="1" noChangeShapeType="1" noTextEdit="1"/>
              </p:cNvSpPr>
              <p:nvPr/>
            </p:nvSpPr>
            <p:spPr>
              <a:xfrm>
                <a:off x="7737892" y="3715864"/>
                <a:ext cx="341440" cy="430887"/>
              </a:xfrm>
              <a:prstGeom prst="rect">
                <a:avLst/>
              </a:prstGeom>
              <a:blipFill>
                <a:blip r:embed="rId2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E47A099-A81E-68FC-488C-083492193B6A}"/>
                  </a:ext>
                </a:extLst>
              </p:cNvPr>
              <p:cNvSpPr txBox="1"/>
              <p:nvPr/>
            </p:nvSpPr>
            <p:spPr>
              <a:xfrm>
                <a:off x="8420321" y="4142898"/>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8" name="TextBox 7">
                <a:extLst>
                  <a:ext uri="{FF2B5EF4-FFF2-40B4-BE49-F238E27FC236}">
                    <a16:creationId xmlns:a16="http://schemas.microsoft.com/office/drawing/2014/main" id="{AE47A099-A81E-68FC-488C-083492193B6A}"/>
                  </a:ext>
                </a:extLst>
              </p:cNvPr>
              <p:cNvSpPr txBox="1">
                <a:spLocks noRot="1" noChangeAspect="1" noMove="1" noResize="1" noEditPoints="1" noAdjustHandles="1" noChangeArrowheads="1" noChangeShapeType="1" noTextEdit="1"/>
              </p:cNvSpPr>
              <p:nvPr/>
            </p:nvSpPr>
            <p:spPr>
              <a:xfrm>
                <a:off x="8420321" y="4142898"/>
                <a:ext cx="341440" cy="430887"/>
              </a:xfrm>
              <a:prstGeom prst="rect">
                <a:avLst/>
              </a:prstGeom>
              <a:blipFill>
                <a:blip r:embed="rId2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B312E95-E41E-23C5-742A-46EC49EE03A7}"/>
                  </a:ext>
                </a:extLst>
              </p:cNvPr>
              <p:cNvSpPr txBox="1"/>
              <p:nvPr/>
            </p:nvSpPr>
            <p:spPr>
              <a:xfrm>
                <a:off x="8412336" y="331696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9" name="TextBox 8">
                <a:extLst>
                  <a:ext uri="{FF2B5EF4-FFF2-40B4-BE49-F238E27FC236}">
                    <a16:creationId xmlns:a16="http://schemas.microsoft.com/office/drawing/2014/main" id="{AB312E95-E41E-23C5-742A-46EC49EE03A7}"/>
                  </a:ext>
                </a:extLst>
              </p:cNvPr>
              <p:cNvSpPr txBox="1">
                <a:spLocks noRot="1" noChangeAspect="1" noMove="1" noResize="1" noEditPoints="1" noAdjustHandles="1" noChangeArrowheads="1" noChangeShapeType="1" noTextEdit="1"/>
              </p:cNvSpPr>
              <p:nvPr/>
            </p:nvSpPr>
            <p:spPr>
              <a:xfrm>
                <a:off x="8412336" y="3316966"/>
                <a:ext cx="341440" cy="430887"/>
              </a:xfrm>
              <a:prstGeom prst="rect">
                <a:avLst/>
              </a:prstGeom>
              <a:blipFill>
                <a:blip r:embed="rId3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80FC9FA-9710-B8B4-DBE4-D0665E467716}"/>
                  </a:ext>
                </a:extLst>
              </p:cNvPr>
              <p:cNvSpPr txBox="1"/>
              <p:nvPr/>
            </p:nvSpPr>
            <p:spPr>
              <a:xfrm>
                <a:off x="5692531" y="2042576"/>
                <a:ext cx="461600"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780FC9FA-9710-B8B4-DBE4-D0665E467716}"/>
                  </a:ext>
                </a:extLst>
              </p:cNvPr>
              <p:cNvSpPr txBox="1">
                <a:spLocks noRot="1" noChangeAspect="1" noMove="1" noResize="1" noEditPoints="1" noAdjustHandles="1" noChangeArrowheads="1" noChangeShapeType="1" noTextEdit="1"/>
              </p:cNvSpPr>
              <p:nvPr/>
            </p:nvSpPr>
            <p:spPr>
              <a:xfrm>
                <a:off x="5692531" y="2042576"/>
                <a:ext cx="461600" cy="369332"/>
              </a:xfrm>
              <a:prstGeom prst="rect">
                <a:avLst/>
              </a:prstGeom>
              <a:blipFill>
                <a:blip r:embed="rId31"/>
                <a:stretch>
                  <a:fillRect l="-10526"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0B884966-E1AE-6BE1-28C6-1AEA186510F1}"/>
                  </a:ext>
                </a:extLst>
              </p:cNvPr>
              <p:cNvSpPr txBox="1"/>
              <p:nvPr/>
            </p:nvSpPr>
            <p:spPr>
              <a:xfrm>
                <a:off x="6365519" y="2052216"/>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800" b="1" i="1"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4" name="TextBox 13">
                <a:extLst>
                  <a:ext uri="{FF2B5EF4-FFF2-40B4-BE49-F238E27FC236}">
                    <a16:creationId xmlns:a16="http://schemas.microsoft.com/office/drawing/2014/main" id="{0B884966-E1AE-6BE1-28C6-1AEA186510F1}"/>
                  </a:ext>
                </a:extLst>
              </p:cNvPr>
              <p:cNvSpPr txBox="1">
                <a:spLocks noRot="1" noChangeAspect="1" noMove="1" noResize="1" noEditPoints="1" noAdjustHandles="1" noChangeArrowheads="1" noChangeShapeType="1" noTextEdit="1"/>
              </p:cNvSpPr>
              <p:nvPr/>
            </p:nvSpPr>
            <p:spPr>
              <a:xfrm>
                <a:off x="6365519" y="2052216"/>
                <a:ext cx="341440" cy="430887"/>
              </a:xfrm>
              <a:prstGeom prst="rect">
                <a:avLst/>
              </a:prstGeom>
              <a:blipFill>
                <a:blip r:embed="rId3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8BB4D54B-6A17-AB1E-9361-C33DE79A7F76}"/>
                  </a:ext>
                </a:extLst>
              </p:cNvPr>
              <p:cNvSpPr txBox="1"/>
              <p:nvPr/>
            </p:nvSpPr>
            <p:spPr>
              <a:xfrm>
                <a:off x="6365818" y="2909314"/>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15" name="TextBox 14">
                <a:extLst>
                  <a:ext uri="{FF2B5EF4-FFF2-40B4-BE49-F238E27FC236}">
                    <a16:creationId xmlns:a16="http://schemas.microsoft.com/office/drawing/2014/main" id="{8BB4D54B-6A17-AB1E-9361-C33DE79A7F76}"/>
                  </a:ext>
                </a:extLst>
              </p:cNvPr>
              <p:cNvSpPr txBox="1">
                <a:spLocks noRot="1" noChangeAspect="1" noMove="1" noResize="1" noEditPoints="1" noAdjustHandles="1" noChangeArrowheads="1" noChangeShapeType="1" noTextEdit="1"/>
              </p:cNvSpPr>
              <p:nvPr/>
            </p:nvSpPr>
            <p:spPr>
              <a:xfrm>
                <a:off x="6365818" y="2909314"/>
                <a:ext cx="341440" cy="430887"/>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E79A27D4-C319-51CC-2C19-739433F4A6C3}"/>
                  </a:ext>
                </a:extLst>
              </p:cNvPr>
              <p:cNvSpPr txBox="1"/>
              <p:nvPr/>
            </p:nvSpPr>
            <p:spPr>
              <a:xfrm>
                <a:off x="6375144" y="3323650"/>
                <a:ext cx="341440" cy="43088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800" b="1" i="0" smtClean="0">
                          <a:solidFill>
                            <a:srgbClr val="C00000"/>
                          </a:solidFill>
                          <a:latin typeface="Cambria Math" panose="02040503050406030204" pitchFamily="18" charset="0"/>
                          <a:ea typeface="Cambria Math" panose="02040503050406030204" pitchFamily="18" charset="0"/>
                        </a:rPr>
                        <m:t>+</m:t>
                      </m:r>
                    </m:oMath>
                  </m:oMathPara>
                </a14:m>
                <a:endParaRPr lang="en-US" sz="2800" b="1" dirty="0">
                  <a:solidFill>
                    <a:srgbClr val="C00000"/>
                  </a:solidFill>
                </a:endParaRPr>
              </a:p>
            </p:txBody>
          </p:sp>
        </mc:Choice>
        <mc:Fallback xmlns="">
          <p:sp>
            <p:nvSpPr>
              <p:cNvPr id="22" name="TextBox 21">
                <a:extLst>
                  <a:ext uri="{FF2B5EF4-FFF2-40B4-BE49-F238E27FC236}">
                    <a16:creationId xmlns:a16="http://schemas.microsoft.com/office/drawing/2014/main" id="{E79A27D4-C319-51CC-2C19-739433F4A6C3}"/>
                  </a:ext>
                </a:extLst>
              </p:cNvPr>
              <p:cNvSpPr txBox="1">
                <a:spLocks noRot="1" noChangeAspect="1" noMove="1" noResize="1" noEditPoints="1" noAdjustHandles="1" noChangeArrowheads="1" noChangeShapeType="1" noTextEdit="1"/>
              </p:cNvSpPr>
              <p:nvPr/>
            </p:nvSpPr>
            <p:spPr>
              <a:xfrm>
                <a:off x="6375144" y="3323650"/>
                <a:ext cx="341440" cy="430887"/>
              </a:xfrm>
              <a:prstGeom prst="rect">
                <a:avLst/>
              </a:prstGeom>
              <a:blipFill>
                <a:blip r:embed="rId33"/>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0895762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23" name="TextBox 22">
            <a:extLst>
              <a:ext uri="{FF2B5EF4-FFF2-40B4-BE49-F238E27FC236}">
                <a16:creationId xmlns:a16="http://schemas.microsoft.com/office/drawing/2014/main" id="{B0ED0FD4-A073-8BEA-50AB-521B8F76A738}"/>
              </a:ext>
            </a:extLst>
          </p:cNvPr>
          <p:cNvSpPr txBox="1"/>
          <p:nvPr/>
        </p:nvSpPr>
        <p:spPr>
          <a:xfrm>
            <a:off x="4742914" y="0"/>
            <a:ext cx="5404918" cy="2523768"/>
          </a:xfrm>
          <a:prstGeom prst="rect">
            <a:avLst/>
          </a:prstGeom>
          <a:noFill/>
          <a:ln>
            <a:solidFill>
              <a:schemeClr val="accent1"/>
            </a:solidFill>
          </a:ln>
        </p:spPr>
        <p:txBody>
          <a:bodyPr wrap="square">
            <a:spAutoFit/>
          </a:bodyPr>
          <a:lstStyle/>
          <a:p>
            <a:pPr>
              <a:spcAft>
                <a:spcPts val="600"/>
              </a:spcAft>
            </a:pPr>
            <a:r>
              <a:rPr lang="de-DE" sz="1600" dirty="0" err="1"/>
              <a:t>Reaction</a:t>
            </a:r>
            <a:r>
              <a:rPr lang="de-DE" sz="1600" dirty="0"/>
              <a:t> 1:  </a:t>
            </a:r>
            <a:r>
              <a:rPr lang="es-ES" sz="1600" dirty="0" err="1"/>
              <a:t>peroxisomal</a:t>
            </a:r>
            <a:r>
              <a:rPr lang="es-ES" sz="1600" dirty="0"/>
              <a:t> </a:t>
            </a:r>
            <a:r>
              <a:rPr lang="es-ES" sz="1600" dirty="0" err="1"/>
              <a:t>acyl-CoA</a:t>
            </a:r>
            <a:r>
              <a:rPr lang="es-ES" sz="1600" dirty="0"/>
              <a:t> </a:t>
            </a:r>
            <a:r>
              <a:rPr lang="es-ES" sz="1600" dirty="0" err="1"/>
              <a:t>thioesterase</a:t>
            </a:r>
            <a:endParaRPr lang="en-US" sz="1600" dirty="0"/>
          </a:p>
          <a:p>
            <a:pPr>
              <a:spcAft>
                <a:spcPts val="600"/>
              </a:spcAft>
            </a:pPr>
            <a:r>
              <a:rPr lang="es-ES" sz="1600" b="1" dirty="0">
                <a:hlinkClick r:id="rId3"/>
              </a:rPr>
              <a:t>EC </a:t>
            </a:r>
            <a:r>
              <a:rPr lang="es-ES" sz="1600" b="1" dirty="0" err="1">
                <a:hlinkClick r:id="rId3"/>
              </a:rPr>
              <a:t>code</a:t>
            </a:r>
            <a:r>
              <a:rPr lang="es-ES" sz="1600" b="1" dirty="0">
                <a:hlinkClick r:id="rId3"/>
              </a:rPr>
              <a:t>: 3.1.2.2</a:t>
            </a:r>
          </a:p>
          <a:p>
            <a:pPr>
              <a:spcAft>
                <a:spcPts val="600"/>
              </a:spcAft>
            </a:pPr>
            <a:r>
              <a:rPr lang="es-ES" sz="1600" b="1" dirty="0">
                <a:hlinkClick r:id="rId3"/>
              </a:rPr>
              <a:t>PBD ID: 1TUB </a:t>
            </a:r>
            <a:endParaRPr lang="en-US" sz="1600" b="1" dirty="0"/>
          </a:p>
          <a:p>
            <a:pPr>
              <a:spcAft>
                <a:spcPts val="600"/>
              </a:spcAft>
            </a:pPr>
            <a:r>
              <a:rPr lang="en-US" sz="1600" dirty="0"/>
              <a:t>Gene:  YJR019C</a:t>
            </a:r>
          </a:p>
          <a:p>
            <a:pPr>
              <a:spcAft>
                <a:spcPts val="600"/>
              </a:spcAft>
            </a:pPr>
            <a:r>
              <a:rPr lang="pt-BR" sz="1600" dirty="0"/>
              <a:t>Formula:</a:t>
            </a:r>
          </a:p>
          <a:p>
            <a:pPr>
              <a:spcAft>
                <a:spcPts val="600"/>
              </a:spcAft>
            </a:pPr>
            <a:r>
              <a:rPr lang="pt-BR" sz="1600" dirty="0"/>
              <a:t>C31H50N7O17P3S + H2O  -&gt;  C21H32N7O16P3S + C10H19O2 + H</a:t>
            </a:r>
          </a:p>
          <a:p>
            <a:pPr>
              <a:spcAft>
                <a:spcPts val="600"/>
              </a:spcAft>
            </a:pPr>
            <a:r>
              <a:rPr lang="pt-BR" sz="1600" dirty="0"/>
              <a:t>Location: Peroxisome</a:t>
            </a:r>
            <a:endParaRPr lang="en-US" sz="16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4742914" y="2813447"/>
            <a:ext cx="5404918" cy="1877437"/>
          </a:xfrm>
          <a:prstGeom prst="rect">
            <a:avLst/>
          </a:prstGeom>
          <a:noFill/>
          <a:ln>
            <a:solidFill>
              <a:schemeClr val="accent1"/>
            </a:solidFill>
          </a:ln>
        </p:spPr>
        <p:txBody>
          <a:bodyPr wrap="square">
            <a:spAutoFit/>
          </a:bodyPr>
          <a:lstStyle/>
          <a:p>
            <a:pPr>
              <a:spcAft>
                <a:spcPts val="600"/>
              </a:spcAft>
            </a:pPr>
            <a:r>
              <a:rPr lang="en-US" sz="1600" dirty="0"/>
              <a:t>Reaction F: acetyl-CoA C-acyltransferase (decanoyl-CoA)</a:t>
            </a:r>
          </a:p>
          <a:p>
            <a:pPr>
              <a:spcAft>
                <a:spcPts val="600"/>
              </a:spcAft>
            </a:pPr>
            <a:r>
              <a:rPr lang="en-US" sz="1600" b="1" dirty="0">
                <a:hlinkClick r:id="rId4">
                  <a:extLst>
                    <a:ext uri="{A12FA001-AC4F-418D-AE19-62706E023703}">
                      <ahyp:hlinkClr xmlns:ahyp="http://schemas.microsoft.com/office/drawing/2018/hyperlinkcolor" val="tx"/>
                    </a:ext>
                  </a:extLst>
                </a:hlinkClick>
              </a:rPr>
              <a:t>EC code: 2.3.1.16</a:t>
            </a:r>
            <a:endParaRPr lang="en-US" sz="1600" b="1" dirty="0"/>
          </a:p>
          <a:p>
            <a:pPr>
              <a:spcAft>
                <a:spcPts val="600"/>
              </a:spcAft>
            </a:pPr>
            <a:r>
              <a:rPr lang="es-ES" sz="1600" dirty="0"/>
              <a:t>Gene:  YIL160C</a:t>
            </a:r>
          </a:p>
          <a:p>
            <a:pPr>
              <a:spcAft>
                <a:spcPts val="600"/>
              </a:spcAft>
            </a:pPr>
            <a:r>
              <a:rPr lang="es-ES" sz="1600" dirty="0"/>
              <a:t>C33H52N7O18P3S + C21H32N7O16P3S  -&gt;  C23H34N7O17P3S + C31H50N7O17P3S</a:t>
            </a:r>
          </a:p>
          <a:p>
            <a:pPr>
              <a:spcAft>
                <a:spcPts val="600"/>
              </a:spcAft>
            </a:pPr>
            <a:r>
              <a:rPr lang="pt-BR" sz="1600" dirty="0"/>
              <a:t>Location: Peroxisome</a:t>
            </a:r>
            <a:endParaRPr lang="en-US" sz="16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4742914" y="4980563"/>
            <a:ext cx="5404918" cy="1877437"/>
          </a:xfrm>
          <a:prstGeom prst="rect">
            <a:avLst/>
          </a:prstGeom>
          <a:noFill/>
          <a:ln>
            <a:solidFill>
              <a:schemeClr val="accent1"/>
            </a:solidFill>
          </a:ln>
        </p:spPr>
        <p:txBody>
          <a:bodyPr wrap="square">
            <a:spAutoFit/>
          </a:bodyPr>
          <a:lstStyle/>
          <a:p>
            <a:pPr>
              <a:spcAft>
                <a:spcPts val="600"/>
              </a:spcAft>
            </a:pPr>
            <a:r>
              <a:rPr lang="en-US" sz="1600" dirty="0"/>
              <a:t>Reaction S: fatty-acid--CoA ligase (decanoate)</a:t>
            </a:r>
          </a:p>
          <a:p>
            <a:pPr>
              <a:spcAft>
                <a:spcPts val="600"/>
              </a:spcAft>
            </a:pPr>
            <a:r>
              <a:rPr lang="es-ES" sz="1600" b="1" dirty="0">
                <a:hlinkClick r:id="rId5">
                  <a:extLst>
                    <a:ext uri="{A12FA001-AC4F-418D-AE19-62706E023703}">
                      <ahyp:hlinkClr xmlns:ahyp="http://schemas.microsoft.com/office/drawing/2018/hyperlinkcolor" val="tx"/>
                    </a:ext>
                  </a:extLst>
                </a:hlinkClick>
              </a:rPr>
              <a:t>EC </a:t>
            </a:r>
            <a:r>
              <a:rPr lang="es-ES" sz="1600" b="1" dirty="0" err="1">
                <a:hlinkClick r:id="rId5">
                  <a:extLst>
                    <a:ext uri="{A12FA001-AC4F-418D-AE19-62706E023703}">
                      <ahyp:hlinkClr xmlns:ahyp="http://schemas.microsoft.com/office/drawing/2018/hyperlinkcolor" val="tx"/>
                    </a:ext>
                  </a:extLst>
                </a:hlinkClick>
              </a:rPr>
              <a:t>code</a:t>
            </a:r>
            <a:r>
              <a:rPr lang="es-ES" sz="1600" b="1" dirty="0">
                <a:hlinkClick r:id="rId5">
                  <a:extLst>
                    <a:ext uri="{A12FA001-AC4F-418D-AE19-62706E023703}">
                      <ahyp:hlinkClr xmlns:ahyp="http://schemas.microsoft.com/office/drawing/2018/hyperlinkcolor" val="tx"/>
                    </a:ext>
                  </a:extLst>
                </a:hlinkClick>
              </a:rPr>
              <a:t>: 6.2.1.3</a:t>
            </a:r>
            <a:endParaRPr lang="es-ES" sz="1600" b="1" dirty="0"/>
          </a:p>
          <a:p>
            <a:pPr>
              <a:spcAft>
                <a:spcPts val="600"/>
              </a:spcAft>
            </a:pPr>
            <a:r>
              <a:rPr lang="es-ES" sz="1600" dirty="0"/>
              <a:t>Gene:  YER015W</a:t>
            </a:r>
          </a:p>
          <a:p>
            <a:pPr>
              <a:spcAft>
                <a:spcPts val="600"/>
              </a:spcAft>
            </a:pPr>
            <a:r>
              <a:rPr lang="pt-BR" sz="1600" dirty="0"/>
              <a:t>C10H12N5O13P3 + C21H32N7O16P3S + C10H19O2  -&gt;  C10H12N5O7P + C31H50N7O17P3S + HO7P2</a:t>
            </a:r>
          </a:p>
          <a:p>
            <a:pPr>
              <a:spcAft>
                <a:spcPts val="600"/>
              </a:spcAft>
            </a:pPr>
            <a:r>
              <a:rPr lang="pt-BR" sz="1600" dirty="0"/>
              <a:t>Location: Peroxisome</a:t>
            </a:r>
            <a:endParaRPr lang="en-US" sz="1600" dirty="0"/>
          </a:p>
        </p:txBody>
      </p:sp>
      <p:sp>
        <p:nvSpPr>
          <p:cNvPr id="4" name="Slide Number Placeholder 3">
            <a:extLst>
              <a:ext uri="{FF2B5EF4-FFF2-40B4-BE49-F238E27FC236}">
                <a16:creationId xmlns:a16="http://schemas.microsoft.com/office/drawing/2014/main" id="{DD6D3F0A-0D42-A4D6-6AC2-951E1BD2CAA3}"/>
              </a:ext>
            </a:extLst>
          </p:cNvPr>
          <p:cNvSpPr>
            <a:spLocks noGrp="1"/>
          </p:cNvSpPr>
          <p:nvPr>
            <p:ph type="sldNum" sz="quarter" idx="12"/>
          </p:nvPr>
        </p:nvSpPr>
        <p:spPr/>
        <p:txBody>
          <a:bodyPr/>
          <a:lstStyle/>
          <a:p>
            <a:fld id="{250B62C5-2ACF-4D78-8FF3-37371B948607}" type="slidenum">
              <a:rPr lang="en-US" smtClean="0"/>
              <a:t>20</a:t>
            </a:fld>
            <a:endParaRPr lang="en-US"/>
          </a:p>
        </p:txBody>
      </p:sp>
      <p:sp>
        <p:nvSpPr>
          <p:cNvPr id="5" name="Oval 4">
            <a:extLst>
              <a:ext uri="{FF2B5EF4-FFF2-40B4-BE49-F238E27FC236}">
                <a16:creationId xmlns:a16="http://schemas.microsoft.com/office/drawing/2014/main" id="{287932BF-B9AB-2CD6-BC64-02EAA8707542}"/>
              </a:ext>
            </a:extLst>
          </p:cNvPr>
          <p:cNvSpPr>
            <a:spLocks noChangeAspect="1"/>
          </p:cNvSpPr>
          <p:nvPr/>
        </p:nvSpPr>
        <p:spPr>
          <a:xfrm>
            <a:off x="1977527" y="216898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1A9D3EC0-9E4D-3DDE-55CB-7E3BEA76A109}"/>
              </a:ext>
            </a:extLst>
          </p:cNvPr>
          <p:cNvSpPr>
            <a:spLocks noChangeAspect="1"/>
          </p:cNvSpPr>
          <p:nvPr/>
        </p:nvSpPr>
        <p:spPr>
          <a:xfrm>
            <a:off x="1988957" y="437158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4C954830-23D0-C01D-77E9-0AE9E8010DD7}"/>
              </a:ext>
            </a:extLst>
          </p:cNvPr>
          <p:cNvCxnSpPr>
            <a:cxnSpLocks/>
            <a:stCxn id="6" idx="6"/>
            <a:endCxn id="27" idx="3"/>
          </p:cNvCxnSpPr>
          <p:nvPr/>
        </p:nvCxnSpPr>
        <p:spPr>
          <a:xfrm flipV="1">
            <a:off x="2471760" y="3673348"/>
            <a:ext cx="949803"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AA48255-CB04-E6DE-1277-6B4616B6C237}"/>
              </a:ext>
            </a:extLst>
          </p:cNvPr>
          <p:cNvCxnSpPr>
            <a:cxnSpLocks/>
            <a:stCxn id="5" idx="6"/>
            <a:endCxn id="27" idx="1"/>
          </p:cNvCxnSpPr>
          <p:nvPr/>
        </p:nvCxnSpPr>
        <p:spPr>
          <a:xfrm>
            <a:off x="2460330" y="2410390"/>
            <a:ext cx="961233"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1DD5EBA-5DA9-639B-1219-409123F13A15}"/>
                  </a:ext>
                </a:extLst>
              </p:cNvPr>
              <p:cNvSpPr txBox="1"/>
              <p:nvPr/>
            </p:nvSpPr>
            <p:spPr>
              <a:xfrm>
                <a:off x="2568830" y="228420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41DD5EBA-5DA9-639B-1219-409123F13A15}"/>
                  </a:ext>
                </a:extLst>
              </p:cNvPr>
              <p:cNvSpPr txBox="1">
                <a:spLocks noRot="1" noChangeAspect="1" noMove="1" noResize="1" noEditPoints="1" noAdjustHandles="1" noChangeArrowheads="1" noChangeShapeType="1" noTextEdit="1"/>
              </p:cNvSpPr>
              <p:nvPr/>
            </p:nvSpPr>
            <p:spPr>
              <a:xfrm>
                <a:off x="2568830" y="2284201"/>
                <a:ext cx="1006792" cy="461665"/>
              </a:xfrm>
              <a:prstGeom prst="rect">
                <a:avLst/>
              </a:prstGeom>
              <a:blipFill>
                <a:blip r:embed="rId6"/>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2B5AB040-96E2-33F5-2B94-C0C194AB552E}"/>
                  </a:ext>
                </a:extLst>
              </p:cNvPr>
              <p:cNvSpPr txBox="1"/>
              <p:nvPr/>
            </p:nvSpPr>
            <p:spPr>
              <a:xfrm>
                <a:off x="2637416" y="408297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2B5AB040-96E2-33F5-2B94-C0C194AB552E}"/>
                  </a:ext>
                </a:extLst>
              </p:cNvPr>
              <p:cNvSpPr txBox="1">
                <a:spLocks noRot="1" noChangeAspect="1" noMove="1" noResize="1" noEditPoints="1" noAdjustHandles="1" noChangeArrowheads="1" noChangeShapeType="1" noTextEdit="1"/>
              </p:cNvSpPr>
              <p:nvPr/>
            </p:nvSpPr>
            <p:spPr>
              <a:xfrm>
                <a:off x="2637416" y="4082976"/>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1D0F8591-C50F-C345-81EC-4955B356A3A6}"/>
                  </a:ext>
                </a:extLst>
              </p:cNvPr>
              <p:cNvSpPr txBox="1"/>
              <p:nvPr/>
            </p:nvSpPr>
            <p:spPr>
              <a:xfrm>
                <a:off x="515172" y="224285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1D0F8591-C50F-C345-81EC-4955B356A3A6}"/>
                  </a:ext>
                </a:extLst>
              </p:cNvPr>
              <p:cNvSpPr txBox="1">
                <a:spLocks noRot="1" noChangeAspect="1" noMove="1" noResize="1" noEditPoints="1" noAdjustHandles="1" noChangeArrowheads="1" noChangeShapeType="1" noTextEdit="1"/>
              </p:cNvSpPr>
              <p:nvPr/>
            </p:nvSpPr>
            <p:spPr>
              <a:xfrm>
                <a:off x="515172" y="224285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18F90E13-E0AB-7C23-569D-570115482E9A}"/>
                  </a:ext>
                </a:extLst>
              </p:cNvPr>
              <p:cNvSpPr txBox="1"/>
              <p:nvPr/>
            </p:nvSpPr>
            <p:spPr>
              <a:xfrm>
                <a:off x="555954" y="40867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18F90E13-E0AB-7C23-569D-570115482E9A}"/>
                  </a:ext>
                </a:extLst>
              </p:cNvPr>
              <p:cNvSpPr txBox="1">
                <a:spLocks noRot="1" noChangeAspect="1" noMove="1" noResize="1" noEditPoints="1" noAdjustHandles="1" noChangeArrowheads="1" noChangeShapeType="1" noTextEdit="1"/>
              </p:cNvSpPr>
              <p:nvPr/>
            </p:nvSpPr>
            <p:spPr>
              <a:xfrm>
                <a:off x="555954" y="4086740"/>
                <a:ext cx="1006792" cy="461665"/>
              </a:xfrm>
              <a:prstGeom prst="rect">
                <a:avLst/>
              </a:prstGeom>
              <a:blipFill>
                <a:blip r:embed="rId9"/>
                <a:stretch>
                  <a:fillRect/>
                </a:stretch>
              </a:blipFill>
            </p:spPr>
            <p:txBody>
              <a:bodyPr/>
              <a:lstStyle/>
              <a:p>
                <a:r>
                  <a:rPr lang="en-US">
                    <a:noFill/>
                  </a:rPr>
                  <a:t> </a:t>
                </a:r>
              </a:p>
            </p:txBody>
          </p:sp>
        </mc:Fallback>
      </mc:AlternateContent>
      <p:sp>
        <p:nvSpPr>
          <p:cNvPr id="15" name="Oval 14">
            <a:extLst>
              <a:ext uri="{FF2B5EF4-FFF2-40B4-BE49-F238E27FC236}">
                <a16:creationId xmlns:a16="http://schemas.microsoft.com/office/drawing/2014/main" id="{DAD72C56-ABC6-AE13-0881-20E4352CDFA2}"/>
              </a:ext>
            </a:extLst>
          </p:cNvPr>
          <p:cNvSpPr>
            <a:spLocks noChangeAspect="1"/>
          </p:cNvSpPr>
          <p:nvPr/>
        </p:nvSpPr>
        <p:spPr>
          <a:xfrm>
            <a:off x="740233"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79727FF1-9F7A-8107-BE9B-F49FB7C88936}"/>
              </a:ext>
            </a:extLst>
          </p:cNvPr>
          <p:cNvCxnSpPr>
            <a:cxnSpLocks/>
            <a:stCxn id="15" idx="0"/>
            <a:endCxn id="5" idx="2"/>
          </p:cNvCxnSpPr>
          <p:nvPr/>
        </p:nvCxnSpPr>
        <p:spPr>
          <a:xfrm flipV="1">
            <a:off x="981635" y="2410390"/>
            <a:ext cx="995892" cy="85086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A8D3A518-5D32-83D4-85AA-58C1A910A0EF}"/>
                  </a:ext>
                </a:extLst>
              </p:cNvPr>
              <p:cNvSpPr txBox="1"/>
              <p:nvPr/>
            </p:nvSpPr>
            <p:spPr>
              <a:xfrm>
                <a:off x="0" y="3030417"/>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22" name="TextBox 21">
                <a:extLst>
                  <a:ext uri="{FF2B5EF4-FFF2-40B4-BE49-F238E27FC236}">
                    <a16:creationId xmlns:a16="http://schemas.microsoft.com/office/drawing/2014/main" id="{A8D3A518-5D32-83D4-85AA-58C1A910A0EF}"/>
                  </a:ext>
                </a:extLst>
              </p:cNvPr>
              <p:cNvSpPr txBox="1">
                <a:spLocks noRot="1" noChangeAspect="1" noMove="1" noResize="1" noEditPoints="1" noAdjustHandles="1" noChangeArrowheads="1" noChangeShapeType="1" noTextEdit="1"/>
              </p:cNvSpPr>
              <p:nvPr/>
            </p:nvSpPr>
            <p:spPr>
              <a:xfrm>
                <a:off x="0" y="3030417"/>
                <a:ext cx="642780" cy="461665"/>
              </a:xfrm>
              <a:prstGeom prst="rect">
                <a:avLst/>
              </a:prstGeom>
              <a:blipFill>
                <a:blip r:embed="rId10"/>
                <a:stretch>
                  <a:fillRect/>
                </a:stretch>
              </a:blipFill>
            </p:spPr>
            <p:txBody>
              <a:bodyPr/>
              <a:lstStyle/>
              <a:p>
                <a:r>
                  <a:rPr lang="en-US">
                    <a:noFill/>
                  </a:rPr>
                  <a:t> </a:t>
                </a:r>
              </a:p>
            </p:txBody>
          </p:sp>
        </mc:Fallback>
      </mc:AlternateContent>
      <p:cxnSp>
        <p:nvCxnSpPr>
          <p:cNvPr id="25" name="Straight Arrow Connector 24">
            <a:extLst>
              <a:ext uri="{FF2B5EF4-FFF2-40B4-BE49-F238E27FC236}">
                <a16:creationId xmlns:a16="http://schemas.microsoft.com/office/drawing/2014/main" id="{39C7BAD3-1653-55D3-E981-18DA3ABDCE49}"/>
              </a:ext>
            </a:extLst>
          </p:cNvPr>
          <p:cNvCxnSpPr>
            <a:cxnSpLocks/>
          </p:cNvCxnSpPr>
          <p:nvPr/>
        </p:nvCxnSpPr>
        <p:spPr>
          <a:xfrm>
            <a:off x="65250" y="3492082"/>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6" name="Straight Arrow Connector 25">
            <a:extLst>
              <a:ext uri="{FF2B5EF4-FFF2-40B4-BE49-F238E27FC236}">
                <a16:creationId xmlns:a16="http://schemas.microsoft.com/office/drawing/2014/main" id="{3E66F622-3684-3134-1B89-3A8D185E3518}"/>
              </a:ext>
            </a:extLst>
          </p:cNvPr>
          <p:cNvCxnSpPr>
            <a:cxnSpLocks/>
            <a:stCxn id="15" idx="4"/>
            <a:endCxn id="6" idx="2"/>
          </p:cNvCxnSpPr>
          <p:nvPr/>
        </p:nvCxnSpPr>
        <p:spPr>
          <a:xfrm>
            <a:off x="981635" y="3744053"/>
            <a:ext cx="1007322" cy="86892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Oval 26">
            <a:extLst>
              <a:ext uri="{FF2B5EF4-FFF2-40B4-BE49-F238E27FC236}">
                <a16:creationId xmlns:a16="http://schemas.microsoft.com/office/drawing/2014/main" id="{3AAF694F-E97B-6F15-BEC2-11C09AE7D1D2}"/>
              </a:ext>
            </a:extLst>
          </p:cNvPr>
          <p:cNvSpPr>
            <a:spLocks noChangeAspect="1"/>
          </p:cNvSpPr>
          <p:nvPr/>
        </p:nvSpPr>
        <p:spPr>
          <a:xfrm>
            <a:off x="3350858" y="3261250"/>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3BF2F030-726A-92EF-E96B-1182CEE83BEC}"/>
              </a:ext>
            </a:extLst>
          </p:cNvPr>
          <p:cNvCxnSpPr>
            <a:cxnSpLocks/>
          </p:cNvCxnSpPr>
          <p:nvPr/>
        </p:nvCxnSpPr>
        <p:spPr>
          <a:xfrm>
            <a:off x="3833661" y="350265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F46691CE-68E6-381E-9062-9DD9B921400E}"/>
                  </a:ext>
                </a:extLst>
              </p:cNvPr>
              <p:cNvSpPr txBox="1"/>
              <p:nvPr/>
            </p:nvSpPr>
            <p:spPr>
              <a:xfrm>
                <a:off x="3660571" y="287029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33" name="TextBox 32">
                <a:extLst>
                  <a:ext uri="{FF2B5EF4-FFF2-40B4-BE49-F238E27FC236}">
                    <a16:creationId xmlns:a16="http://schemas.microsoft.com/office/drawing/2014/main" id="{F46691CE-68E6-381E-9062-9DD9B921400E}"/>
                  </a:ext>
                </a:extLst>
              </p:cNvPr>
              <p:cNvSpPr txBox="1">
                <a:spLocks noRot="1" noChangeAspect="1" noMove="1" noResize="1" noEditPoints="1" noAdjustHandles="1" noChangeArrowheads="1" noChangeShapeType="1" noTextEdit="1"/>
              </p:cNvSpPr>
              <p:nvPr/>
            </p:nvSpPr>
            <p:spPr>
              <a:xfrm>
                <a:off x="3660571" y="2870290"/>
                <a:ext cx="100679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565022AD-7630-6AD3-AAAB-D359D0F8CB08}"/>
                  </a:ext>
                </a:extLst>
              </p:cNvPr>
              <p:cNvSpPr txBox="1"/>
              <p:nvPr/>
            </p:nvSpPr>
            <p:spPr>
              <a:xfrm>
                <a:off x="3340910" y="323705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36" name="TextBox 35">
                <a:extLst>
                  <a:ext uri="{FF2B5EF4-FFF2-40B4-BE49-F238E27FC236}">
                    <a16:creationId xmlns:a16="http://schemas.microsoft.com/office/drawing/2014/main" id="{565022AD-7630-6AD3-AAAB-D359D0F8CB08}"/>
                  </a:ext>
                </a:extLst>
              </p:cNvPr>
              <p:cNvSpPr txBox="1">
                <a:spLocks noRot="1" noChangeAspect="1" noMove="1" noResize="1" noEditPoints="1" noAdjustHandles="1" noChangeArrowheads="1" noChangeShapeType="1" noTextEdit="1"/>
              </p:cNvSpPr>
              <p:nvPr/>
            </p:nvSpPr>
            <p:spPr>
              <a:xfrm>
                <a:off x="3340910" y="3237050"/>
                <a:ext cx="527465" cy="461665"/>
              </a:xfrm>
              <a:prstGeom prst="rect">
                <a:avLst/>
              </a:prstGeom>
              <a:blipFill>
                <a:blip r:embed="rId12"/>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5D9A48D4-28B9-BC48-4E6B-AFB20271F058}"/>
                  </a:ext>
                </a:extLst>
              </p:cNvPr>
              <p:cNvSpPr txBox="1"/>
              <p:nvPr/>
            </p:nvSpPr>
            <p:spPr>
              <a:xfrm>
                <a:off x="1901310" y="213058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39" name="TextBox 38">
                <a:extLst>
                  <a:ext uri="{FF2B5EF4-FFF2-40B4-BE49-F238E27FC236}">
                    <a16:creationId xmlns:a16="http://schemas.microsoft.com/office/drawing/2014/main" id="{5D9A48D4-28B9-BC48-4E6B-AFB20271F058}"/>
                  </a:ext>
                </a:extLst>
              </p:cNvPr>
              <p:cNvSpPr txBox="1">
                <a:spLocks noRot="1" noChangeAspect="1" noMove="1" noResize="1" noEditPoints="1" noAdjustHandles="1" noChangeArrowheads="1" noChangeShapeType="1" noTextEdit="1"/>
              </p:cNvSpPr>
              <p:nvPr/>
            </p:nvSpPr>
            <p:spPr>
              <a:xfrm>
                <a:off x="1901310" y="2130583"/>
                <a:ext cx="656402" cy="461665"/>
              </a:xfrm>
              <a:prstGeom prst="rect">
                <a:avLst/>
              </a:prstGeom>
              <a:blipFill>
                <a:blip r:embed="rId1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E4439A67-B1B2-1E28-9D77-C0ED5DEF243D}"/>
                  </a:ext>
                </a:extLst>
              </p:cNvPr>
              <p:cNvSpPr txBox="1"/>
              <p:nvPr/>
            </p:nvSpPr>
            <p:spPr>
              <a:xfrm>
                <a:off x="1987861" y="4346269"/>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E4439A67-B1B2-1E28-9D77-C0ED5DEF243D}"/>
                  </a:ext>
                </a:extLst>
              </p:cNvPr>
              <p:cNvSpPr txBox="1">
                <a:spLocks noRot="1" noChangeAspect="1" noMove="1" noResize="1" noEditPoints="1" noAdjustHandles="1" noChangeArrowheads="1" noChangeShapeType="1" noTextEdit="1"/>
              </p:cNvSpPr>
              <p:nvPr/>
            </p:nvSpPr>
            <p:spPr>
              <a:xfrm>
                <a:off x="1987861" y="4346269"/>
                <a:ext cx="495606" cy="461665"/>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322C83EE-9DFE-B654-AF99-6DB554BAC360}"/>
                  </a:ext>
                </a:extLst>
              </p:cNvPr>
              <p:cNvSpPr txBox="1"/>
              <p:nvPr/>
            </p:nvSpPr>
            <p:spPr>
              <a:xfrm>
                <a:off x="740501" y="3235340"/>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2" name="TextBox 41">
                <a:extLst>
                  <a:ext uri="{FF2B5EF4-FFF2-40B4-BE49-F238E27FC236}">
                    <a16:creationId xmlns:a16="http://schemas.microsoft.com/office/drawing/2014/main" id="{322C83EE-9DFE-B654-AF99-6DB554BAC360}"/>
                  </a:ext>
                </a:extLst>
              </p:cNvPr>
              <p:cNvSpPr txBox="1">
                <a:spLocks noRot="1" noChangeAspect="1" noMove="1" noResize="1" noEditPoints="1" noAdjustHandles="1" noChangeArrowheads="1" noChangeShapeType="1" noTextEdit="1"/>
              </p:cNvSpPr>
              <p:nvPr/>
            </p:nvSpPr>
            <p:spPr>
              <a:xfrm>
                <a:off x="740501" y="3235340"/>
                <a:ext cx="527465" cy="461665"/>
              </a:xfrm>
              <a:prstGeom prst="rect">
                <a:avLst/>
              </a:prstGeom>
              <a:blipFill>
                <a:blip r:embed="rId15"/>
                <a:stretch>
                  <a:fillRect/>
                </a:stretch>
              </a:blipFill>
            </p:spPr>
            <p:txBody>
              <a:bodyPr/>
              <a:lstStyle/>
              <a:p>
                <a:r>
                  <a:rPr lang="en-US">
                    <a:noFill/>
                  </a:rPr>
                  <a:t> </a:t>
                </a:r>
              </a:p>
            </p:txBody>
          </p:sp>
        </mc:Fallback>
      </mc:AlternateContent>
      <p:sp>
        <p:nvSpPr>
          <p:cNvPr id="43" name="Rectangle: Rounded Corners 42">
            <a:extLst>
              <a:ext uri="{FF2B5EF4-FFF2-40B4-BE49-F238E27FC236}">
                <a16:creationId xmlns:a16="http://schemas.microsoft.com/office/drawing/2014/main" id="{5F781E40-98BB-0FE4-C2DA-11BC8D2B07BE}"/>
              </a:ext>
            </a:extLst>
          </p:cNvPr>
          <p:cNvSpPr/>
          <p:nvPr/>
        </p:nvSpPr>
        <p:spPr>
          <a:xfrm>
            <a:off x="104403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7B5D92B-7B14-39C7-EF75-DC3B81D6BFD3}"/>
              </a:ext>
            </a:extLst>
          </p:cNvPr>
          <p:cNvSpPr/>
          <p:nvPr/>
        </p:nvSpPr>
        <p:spPr>
          <a:xfrm>
            <a:off x="104403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6AF1B56E-4CEC-9489-EEB1-A5AEBFBF4741}"/>
              </a:ext>
            </a:extLst>
          </p:cNvPr>
          <p:cNvSpPr/>
          <p:nvPr/>
        </p:nvSpPr>
        <p:spPr>
          <a:xfrm>
            <a:off x="10440319" y="2992627"/>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11819F5F-879E-3302-9402-EE69CA92D28C}"/>
              </a:ext>
            </a:extLst>
          </p:cNvPr>
          <p:cNvSpPr/>
          <p:nvPr/>
        </p:nvSpPr>
        <p:spPr>
          <a:xfrm>
            <a:off x="10440319" y="4416973"/>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A6079F5E-BBE3-A0AA-2FE8-2ED9E9A633A5}"/>
              </a:ext>
            </a:extLst>
          </p:cNvPr>
          <p:cNvCxnSpPr>
            <a:stCxn id="43" idx="2"/>
            <a:endCxn id="44" idx="0"/>
          </p:cNvCxnSpPr>
          <p:nvPr/>
        </p:nvCxnSpPr>
        <p:spPr>
          <a:xfrm>
            <a:off x="112015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75825C98-AF14-BCE9-34C3-FD5ACB6E432E}"/>
              </a:ext>
            </a:extLst>
          </p:cNvPr>
          <p:cNvCxnSpPr>
            <a:cxnSpLocks/>
            <a:stCxn id="44" idx="2"/>
            <a:endCxn id="45" idx="0"/>
          </p:cNvCxnSpPr>
          <p:nvPr/>
        </p:nvCxnSpPr>
        <p:spPr>
          <a:xfrm>
            <a:off x="112015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C87E3E19-A528-225A-D83B-3ECCCEFEF82D}"/>
              </a:ext>
            </a:extLst>
          </p:cNvPr>
          <p:cNvCxnSpPr>
            <a:cxnSpLocks/>
            <a:stCxn id="46" idx="0"/>
          </p:cNvCxnSpPr>
          <p:nvPr/>
        </p:nvCxnSpPr>
        <p:spPr>
          <a:xfrm flipV="1">
            <a:off x="112015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133244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C2179D-ABA7-9E34-A6B9-DD098A07F771}"/>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9DDC88E-1204-6A90-F5A9-C177EA442D2C}"/>
              </a:ext>
            </a:extLst>
          </p:cNvPr>
          <p:cNvSpPr>
            <a:spLocks noGrp="1"/>
          </p:cNvSpPr>
          <p:nvPr>
            <p:ph type="sldNum" sz="quarter" idx="12"/>
          </p:nvPr>
        </p:nvSpPr>
        <p:spPr/>
        <p:txBody>
          <a:bodyPr/>
          <a:lstStyle/>
          <a:p>
            <a:fld id="{250B62C5-2ACF-4D78-8FF3-37371B948607}" type="slidenum">
              <a:rPr lang="en-US" smtClean="0"/>
              <a:t>21</a:t>
            </a:fld>
            <a:endParaRPr lang="en-US"/>
          </a:p>
        </p:txBody>
      </p:sp>
      <p:sp>
        <p:nvSpPr>
          <p:cNvPr id="43" name="Rectangle: Rounded Corners 42">
            <a:extLst>
              <a:ext uri="{FF2B5EF4-FFF2-40B4-BE49-F238E27FC236}">
                <a16:creationId xmlns:a16="http://schemas.microsoft.com/office/drawing/2014/main" id="{3C7CD612-B2C7-E3E6-8CDD-9E9F468933E9}"/>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D3A72784-8DD7-3C9C-14F8-876EF59DD60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A6CAD62A-0195-F53F-DB6C-7FB86F281F9D}"/>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5FD4354D-A716-C263-B6CD-95699B7689E7}"/>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2DB61A76-D20A-3D67-4E71-2A774738499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4C2CD84B-A209-6A87-AAE6-648163126621}"/>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E0BA15C-A2BA-2C25-F386-04439D5196FC}"/>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p:nvGrpSpPr>
          <p:cNvPr id="77" name="Group 76">
            <a:extLst>
              <a:ext uri="{FF2B5EF4-FFF2-40B4-BE49-F238E27FC236}">
                <a16:creationId xmlns:a16="http://schemas.microsoft.com/office/drawing/2014/main" id="{CF5CA83C-B629-F8A3-5E5A-FA61B07DDC1E}"/>
              </a:ext>
            </a:extLst>
          </p:cNvPr>
          <p:cNvGrpSpPr/>
          <p:nvPr/>
        </p:nvGrpSpPr>
        <p:grpSpPr>
          <a:xfrm>
            <a:off x="5306067" y="144687"/>
            <a:ext cx="5086551" cy="6568625"/>
            <a:chOff x="4964410" y="170815"/>
            <a:chExt cx="5086551" cy="6568625"/>
          </a:xfrm>
        </p:grpSpPr>
        <p:pic>
          <p:nvPicPr>
            <p:cNvPr id="34" name="Picture 33">
              <a:extLst>
                <a:ext uri="{FF2B5EF4-FFF2-40B4-BE49-F238E27FC236}">
                  <a16:creationId xmlns:a16="http://schemas.microsoft.com/office/drawing/2014/main" id="{11AB9319-1D3F-84B8-44DD-167F9EE193AF}"/>
                </a:ext>
              </a:extLst>
            </p:cNvPr>
            <p:cNvPicPr>
              <a:picLocks noChangeAspect="1"/>
            </p:cNvPicPr>
            <p:nvPr/>
          </p:nvPicPr>
          <p:blipFill>
            <a:blip r:embed="rId3"/>
            <a:stretch>
              <a:fillRect/>
            </a:stretch>
          </p:blipFill>
          <p:spPr>
            <a:xfrm rot="16379150" flipH="1">
              <a:off x="7721169" y="2122486"/>
              <a:ext cx="1483213" cy="1483214"/>
            </a:xfrm>
            <a:prstGeom prst="rect">
              <a:avLst/>
            </a:prstGeom>
          </p:spPr>
        </p:pic>
        <p:sp>
          <p:nvSpPr>
            <p:cNvPr id="35" name="TextBox 34">
              <a:extLst>
                <a:ext uri="{FF2B5EF4-FFF2-40B4-BE49-F238E27FC236}">
                  <a16:creationId xmlns:a16="http://schemas.microsoft.com/office/drawing/2014/main" id="{57049E24-0EFC-5095-A4E3-B5B20ACD425C}"/>
                </a:ext>
              </a:extLst>
            </p:cNvPr>
            <p:cNvSpPr txBox="1"/>
            <p:nvPr/>
          </p:nvSpPr>
          <p:spPr>
            <a:xfrm>
              <a:off x="8840501" y="2296231"/>
              <a:ext cx="1210460"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Yeast Cell</a:t>
              </a:r>
              <a:endParaRPr lang="en-US" sz="1600" dirty="0">
                <a:ln/>
                <a:solidFill>
                  <a:srgbClr val="000000"/>
                </a:solidFill>
                <a:latin typeface="Arial"/>
                <a:cs typeface="Arial"/>
                <a:sym typeface="Arial"/>
                <a:rtl val="0"/>
              </a:endParaRPr>
            </a:p>
          </p:txBody>
        </p:sp>
        <p:pic>
          <p:nvPicPr>
            <p:cNvPr id="37" name="Picture 36">
              <a:extLst>
                <a:ext uri="{FF2B5EF4-FFF2-40B4-BE49-F238E27FC236}">
                  <a16:creationId xmlns:a16="http://schemas.microsoft.com/office/drawing/2014/main" id="{DE6F9422-B057-F3C6-24E2-8F5A6057287D}"/>
                </a:ext>
              </a:extLst>
            </p:cNvPr>
            <p:cNvPicPr>
              <a:picLocks noChangeAspect="1"/>
            </p:cNvPicPr>
            <p:nvPr/>
          </p:nvPicPr>
          <p:blipFill>
            <a:blip r:embed="rId4"/>
            <a:srcRect l="8213"/>
            <a:stretch>
              <a:fillRect/>
            </a:stretch>
          </p:blipFill>
          <p:spPr>
            <a:xfrm>
              <a:off x="5981937" y="2647825"/>
              <a:ext cx="1438385" cy="1567101"/>
            </a:xfrm>
            <a:prstGeom prst="rect">
              <a:avLst/>
            </a:prstGeom>
          </p:spPr>
        </p:pic>
        <p:cxnSp>
          <p:nvCxnSpPr>
            <p:cNvPr id="38" name="Straight Connector 37">
              <a:extLst>
                <a:ext uri="{FF2B5EF4-FFF2-40B4-BE49-F238E27FC236}">
                  <a16:creationId xmlns:a16="http://schemas.microsoft.com/office/drawing/2014/main" id="{BAA28442-9B3C-3FE6-90A2-EAE3A2BC3734}"/>
                </a:ext>
              </a:extLst>
            </p:cNvPr>
            <p:cNvCxnSpPr>
              <a:cxnSpLocks/>
            </p:cNvCxnSpPr>
            <p:nvPr/>
          </p:nvCxnSpPr>
          <p:spPr>
            <a:xfrm flipH="1" flipV="1">
              <a:off x="6603161" y="2654936"/>
              <a:ext cx="1750311" cy="198020"/>
            </a:xfrm>
            <a:prstGeom prst="line">
              <a:avLst/>
            </a:prstGeom>
            <a:ln w="19050">
              <a:prstDash val="dash"/>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2CA2855A-4F44-3D01-FFCF-27A1BA4D4E74}"/>
                </a:ext>
              </a:extLst>
            </p:cNvPr>
            <p:cNvCxnSpPr>
              <a:cxnSpLocks/>
            </p:cNvCxnSpPr>
            <p:nvPr/>
          </p:nvCxnSpPr>
          <p:spPr>
            <a:xfrm flipV="1">
              <a:off x="7313433" y="2929923"/>
              <a:ext cx="1040040" cy="1030124"/>
            </a:xfrm>
            <a:prstGeom prst="line">
              <a:avLst/>
            </a:prstGeom>
            <a:ln w="28575">
              <a:prstDash val="dash"/>
            </a:ln>
          </p:spPr>
          <p:style>
            <a:lnRef idx="2">
              <a:schemeClr val="accent1"/>
            </a:lnRef>
            <a:fillRef idx="0">
              <a:schemeClr val="accent1"/>
            </a:fillRef>
            <a:effectRef idx="1">
              <a:schemeClr val="accent1"/>
            </a:effectRef>
            <a:fontRef idx="minor">
              <a:schemeClr val="tx1"/>
            </a:fontRef>
          </p:style>
        </p:cxnSp>
        <p:grpSp>
          <p:nvGrpSpPr>
            <p:cNvPr id="50" name="Group 49">
              <a:extLst>
                <a:ext uri="{FF2B5EF4-FFF2-40B4-BE49-F238E27FC236}">
                  <a16:creationId xmlns:a16="http://schemas.microsoft.com/office/drawing/2014/main" id="{07505111-0342-2B44-41FE-7F98259E7C93}"/>
                </a:ext>
              </a:extLst>
            </p:cNvPr>
            <p:cNvGrpSpPr/>
            <p:nvPr/>
          </p:nvGrpSpPr>
          <p:grpSpPr>
            <a:xfrm>
              <a:off x="4964410" y="170815"/>
              <a:ext cx="4861322" cy="6568625"/>
              <a:chOff x="6610277" y="151571"/>
              <a:chExt cx="4861322" cy="6568625"/>
            </a:xfrm>
          </p:grpSpPr>
          <p:pic>
            <p:nvPicPr>
              <p:cNvPr id="51" name="Picture 50">
                <a:extLst>
                  <a:ext uri="{FF2B5EF4-FFF2-40B4-BE49-F238E27FC236}">
                    <a16:creationId xmlns:a16="http://schemas.microsoft.com/office/drawing/2014/main" id="{D356D1CF-4460-2D82-9352-4804DBED312C}"/>
                  </a:ext>
                </a:extLst>
              </p:cNvPr>
              <p:cNvPicPr>
                <a:picLocks noChangeAspect="1"/>
              </p:cNvPicPr>
              <p:nvPr/>
            </p:nvPicPr>
            <p:blipFill>
              <a:blip r:embed="rId5"/>
              <a:stretch>
                <a:fillRect/>
              </a:stretch>
            </p:blipFill>
            <p:spPr>
              <a:xfrm>
                <a:off x="7290882" y="5040554"/>
                <a:ext cx="1679641" cy="1679642"/>
              </a:xfrm>
              <a:prstGeom prst="rect">
                <a:avLst/>
              </a:prstGeom>
            </p:spPr>
          </p:pic>
          <p:pic>
            <p:nvPicPr>
              <p:cNvPr id="52" name="Picture 51">
                <a:extLst>
                  <a:ext uri="{FF2B5EF4-FFF2-40B4-BE49-F238E27FC236}">
                    <a16:creationId xmlns:a16="http://schemas.microsoft.com/office/drawing/2014/main" id="{91C5ECFA-5B94-9FDB-64FF-BB374CC1BC41}"/>
                  </a:ext>
                </a:extLst>
              </p:cNvPr>
              <p:cNvPicPr>
                <a:picLocks noChangeAspect="1"/>
              </p:cNvPicPr>
              <p:nvPr/>
            </p:nvPicPr>
            <p:blipFill>
              <a:blip r:embed="rId6"/>
              <a:srcRect l="25538" t="6542" r="31911" b="10234"/>
              <a:stretch>
                <a:fillRect/>
              </a:stretch>
            </p:blipFill>
            <p:spPr>
              <a:xfrm rot="9842333">
                <a:off x="8828453" y="795315"/>
                <a:ext cx="354848" cy="462687"/>
              </a:xfrm>
              <a:prstGeom prst="rect">
                <a:avLst/>
              </a:prstGeom>
            </p:spPr>
          </p:pic>
          <p:sp>
            <p:nvSpPr>
              <p:cNvPr id="53" name="Freeform: Shape 52">
                <a:extLst>
                  <a:ext uri="{FF2B5EF4-FFF2-40B4-BE49-F238E27FC236}">
                    <a16:creationId xmlns:a16="http://schemas.microsoft.com/office/drawing/2014/main" id="{1D8F0F41-382F-6C90-41D2-655EA136BA99}"/>
                  </a:ext>
                </a:extLst>
              </p:cNvPr>
              <p:cNvSpPr/>
              <p:nvPr/>
            </p:nvSpPr>
            <p:spPr>
              <a:xfrm rot="3269968" flipV="1">
                <a:off x="9232222" y="1703920"/>
                <a:ext cx="1038348" cy="76200"/>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pic>
            <p:nvPicPr>
              <p:cNvPr id="54" name="Picture 53">
                <a:extLst>
                  <a:ext uri="{FF2B5EF4-FFF2-40B4-BE49-F238E27FC236}">
                    <a16:creationId xmlns:a16="http://schemas.microsoft.com/office/drawing/2014/main" id="{5303D494-DD88-DF84-0B84-4E16103AACBF}"/>
                  </a:ext>
                </a:extLst>
              </p:cNvPr>
              <p:cNvPicPr>
                <a:picLocks noChangeAspect="1"/>
              </p:cNvPicPr>
              <p:nvPr/>
            </p:nvPicPr>
            <p:blipFill>
              <a:blip r:embed="rId6"/>
              <a:srcRect l="25538" t="6542" r="31911" b="10234"/>
              <a:stretch>
                <a:fillRect/>
              </a:stretch>
            </p:blipFill>
            <p:spPr>
              <a:xfrm rot="9842333">
                <a:off x="9080817" y="482376"/>
                <a:ext cx="354848" cy="462687"/>
              </a:xfrm>
              <a:prstGeom prst="rect">
                <a:avLst/>
              </a:prstGeom>
            </p:spPr>
          </p:pic>
          <p:pic>
            <p:nvPicPr>
              <p:cNvPr id="55" name="Picture 54">
                <a:extLst>
                  <a:ext uri="{FF2B5EF4-FFF2-40B4-BE49-F238E27FC236}">
                    <a16:creationId xmlns:a16="http://schemas.microsoft.com/office/drawing/2014/main" id="{8AE10154-C705-ED2B-5C73-792A8386BA6D}"/>
                  </a:ext>
                </a:extLst>
              </p:cNvPr>
              <p:cNvPicPr>
                <a:picLocks noChangeAspect="1"/>
              </p:cNvPicPr>
              <p:nvPr/>
            </p:nvPicPr>
            <p:blipFill>
              <a:blip r:embed="rId6"/>
              <a:srcRect l="25538" t="6542" r="31911" b="10234"/>
              <a:stretch>
                <a:fillRect/>
              </a:stretch>
            </p:blipFill>
            <p:spPr>
              <a:xfrm rot="9842333">
                <a:off x="8505733" y="674954"/>
                <a:ext cx="354848" cy="462687"/>
              </a:xfrm>
              <a:prstGeom prst="rect">
                <a:avLst/>
              </a:prstGeom>
            </p:spPr>
          </p:pic>
          <p:pic>
            <p:nvPicPr>
              <p:cNvPr id="56" name="Picture 55">
                <a:extLst>
                  <a:ext uri="{FF2B5EF4-FFF2-40B4-BE49-F238E27FC236}">
                    <a16:creationId xmlns:a16="http://schemas.microsoft.com/office/drawing/2014/main" id="{87E00050-F5DE-2B01-33B7-11750F76A37D}"/>
                  </a:ext>
                </a:extLst>
              </p:cNvPr>
              <p:cNvPicPr>
                <a:picLocks noChangeAspect="1"/>
              </p:cNvPicPr>
              <p:nvPr/>
            </p:nvPicPr>
            <p:blipFill>
              <a:blip r:embed="rId6"/>
              <a:srcRect l="25538" t="6542" r="31911" b="10234"/>
              <a:stretch>
                <a:fillRect/>
              </a:stretch>
            </p:blipFill>
            <p:spPr>
              <a:xfrm rot="9842333">
                <a:off x="8810327" y="495135"/>
                <a:ext cx="354848" cy="462687"/>
              </a:xfrm>
              <a:prstGeom prst="rect">
                <a:avLst/>
              </a:prstGeom>
            </p:spPr>
          </p:pic>
          <p:sp>
            <p:nvSpPr>
              <p:cNvPr id="57" name="Freeform: Shape 56">
                <a:extLst>
                  <a:ext uri="{FF2B5EF4-FFF2-40B4-BE49-F238E27FC236}">
                    <a16:creationId xmlns:a16="http://schemas.microsoft.com/office/drawing/2014/main" id="{ACEE2A12-97A2-9C11-6FAE-8DC5982E7560}"/>
                  </a:ext>
                </a:extLst>
              </p:cNvPr>
              <p:cNvSpPr/>
              <p:nvPr/>
            </p:nvSpPr>
            <p:spPr>
              <a:xfrm rot="3269968" flipV="1">
                <a:off x="9536931" y="1571101"/>
                <a:ext cx="783907"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8" name="Freeform: Shape 57">
                <a:extLst>
                  <a:ext uri="{FF2B5EF4-FFF2-40B4-BE49-F238E27FC236}">
                    <a16:creationId xmlns:a16="http://schemas.microsoft.com/office/drawing/2014/main" id="{CBCF80BD-F1EC-F8F9-DE6C-92272C088970}"/>
                  </a:ext>
                </a:extLst>
              </p:cNvPr>
              <p:cNvSpPr/>
              <p:nvPr/>
            </p:nvSpPr>
            <p:spPr>
              <a:xfrm rot="3269968" flipV="1">
                <a:off x="9139536" y="1793043"/>
                <a:ext cx="806703" cy="117839"/>
              </a:xfrm>
              <a:custGeom>
                <a:avLst/>
                <a:gdLst>
                  <a:gd name="connsiteX0" fmla="*/ 0 w 4991100"/>
                  <a:gd name="connsiteY0" fmla="*/ 914404 h 914418"/>
                  <a:gd name="connsiteX1" fmla="*/ 901700 w 4991100"/>
                  <a:gd name="connsiteY1" fmla="*/ 25404 h 914418"/>
                  <a:gd name="connsiteX2" fmla="*/ 1816100 w 4991100"/>
                  <a:gd name="connsiteY2" fmla="*/ 914404 h 914418"/>
                  <a:gd name="connsiteX3" fmla="*/ 2717800 w 4991100"/>
                  <a:gd name="connsiteY3" fmla="*/ 4 h 914418"/>
                  <a:gd name="connsiteX4" fmla="*/ 3644900 w 4991100"/>
                  <a:gd name="connsiteY4" fmla="*/ 901704 h 914418"/>
                  <a:gd name="connsiteX5" fmla="*/ 4533900 w 4991100"/>
                  <a:gd name="connsiteY5" fmla="*/ 457204 h 914418"/>
                  <a:gd name="connsiteX6" fmla="*/ 4991100 w 4991100"/>
                  <a:gd name="connsiteY6" fmla="*/ 355604 h 91441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991100" h="914418">
                    <a:moveTo>
                      <a:pt x="0" y="914404"/>
                    </a:moveTo>
                    <a:cubicBezTo>
                      <a:pt x="299508" y="469904"/>
                      <a:pt x="599017" y="25404"/>
                      <a:pt x="901700" y="25404"/>
                    </a:cubicBezTo>
                    <a:cubicBezTo>
                      <a:pt x="1204383" y="25404"/>
                      <a:pt x="1513417" y="918637"/>
                      <a:pt x="1816100" y="914404"/>
                    </a:cubicBezTo>
                    <a:cubicBezTo>
                      <a:pt x="2118783" y="910171"/>
                      <a:pt x="2413000" y="2121"/>
                      <a:pt x="2717800" y="4"/>
                    </a:cubicBezTo>
                    <a:cubicBezTo>
                      <a:pt x="3022600" y="-2113"/>
                      <a:pt x="3342217" y="825504"/>
                      <a:pt x="3644900" y="901704"/>
                    </a:cubicBezTo>
                    <a:cubicBezTo>
                      <a:pt x="3947583" y="977904"/>
                      <a:pt x="4309533" y="548221"/>
                      <a:pt x="4533900" y="457204"/>
                    </a:cubicBezTo>
                    <a:cubicBezTo>
                      <a:pt x="4758267" y="366187"/>
                      <a:pt x="4874683" y="360895"/>
                      <a:pt x="4991100" y="355604"/>
                    </a:cubicBezTo>
                  </a:path>
                </a:pathLst>
              </a:custGeom>
              <a:ln w="31750">
                <a:tailEnd type="triangle" w="lg" len="lg"/>
              </a:ln>
              <a:effectLst>
                <a:glow rad="457200">
                  <a:schemeClr val="accent2">
                    <a:satMod val="175000"/>
                    <a:alpha val="40000"/>
                  </a:schemeClr>
                </a:glow>
              </a:effectLst>
            </p:spPr>
            <p:style>
              <a:lnRef idx="3">
                <a:schemeClr val="accent2"/>
              </a:lnRef>
              <a:fillRef idx="0">
                <a:schemeClr val="accent2"/>
              </a:fillRef>
              <a:effectRef idx="2">
                <a:schemeClr val="accent2"/>
              </a:effectRef>
              <a:fontRef idx="minor">
                <a:schemeClr val="tx1"/>
              </a:fontRef>
            </p:style>
            <p:txBody>
              <a:bodyPr rtlCol="0" anchor="ctr"/>
              <a:lstStyle/>
              <a:p>
                <a:pPr algn="ctr"/>
                <a:endParaRPr lang="en-US" sz="1200">
                  <a:ln w="0"/>
                  <a:solidFill>
                    <a:schemeClr val="accent1"/>
                  </a:solidFill>
                  <a:effectLst>
                    <a:outerShdw blurRad="38100" dist="25400" dir="5400000" algn="ctr" rotWithShape="0">
                      <a:srgbClr val="6E747A">
                        <a:alpha val="43000"/>
                      </a:srgbClr>
                    </a:outerShdw>
                  </a:effectLst>
                </a:endParaRPr>
              </a:p>
            </p:txBody>
          </p:sp>
          <p:sp>
            <p:nvSpPr>
              <p:cNvPr id="59" name="TextBox 58">
                <a:extLst>
                  <a:ext uri="{FF2B5EF4-FFF2-40B4-BE49-F238E27FC236}">
                    <a16:creationId xmlns:a16="http://schemas.microsoft.com/office/drawing/2014/main" id="{29B237BC-21F3-9191-0A7C-1CEA79954BCC}"/>
                  </a:ext>
                </a:extLst>
              </p:cNvPr>
              <p:cNvSpPr txBox="1"/>
              <p:nvPr/>
            </p:nvSpPr>
            <p:spPr>
              <a:xfrm>
                <a:off x="7941477" y="151571"/>
                <a:ext cx="1588641"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Antenna Array</a:t>
                </a:r>
                <a:endParaRPr lang="en-US" sz="1600" dirty="0">
                  <a:ln/>
                  <a:solidFill>
                    <a:srgbClr val="000000"/>
                  </a:solidFill>
                  <a:latin typeface="Arial"/>
                  <a:cs typeface="Arial"/>
                  <a:sym typeface="Arial"/>
                  <a:rtl val="0"/>
                </a:endParaRPr>
              </a:p>
            </p:txBody>
          </p:sp>
          <p:sp>
            <p:nvSpPr>
              <p:cNvPr id="60" name="TextBox 59">
                <a:extLst>
                  <a:ext uri="{FF2B5EF4-FFF2-40B4-BE49-F238E27FC236}">
                    <a16:creationId xmlns:a16="http://schemas.microsoft.com/office/drawing/2014/main" id="{23B9B7FF-97C3-7DBF-E32E-7AE95CF54731}"/>
                  </a:ext>
                </a:extLst>
              </p:cNvPr>
              <p:cNvSpPr txBox="1"/>
              <p:nvPr/>
            </p:nvSpPr>
            <p:spPr>
              <a:xfrm>
                <a:off x="10255817" y="824456"/>
                <a:ext cx="1215782" cy="584774"/>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Terahertz</a:t>
                </a:r>
              </a:p>
              <a:p>
                <a:pPr algn="ctr"/>
                <a:r>
                  <a:rPr lang="en-US" sz="1600" dirty="0">
                    <a:ln/>
                    <a:solidFill>
                      <a:srgbClr val="000000"/>
                    </a:solidFill>
                    <a:latin typeface="Arial"/>
                    <a:cs typeface="Arial"/>
                    <a:sym typeface="Arial"/>
                    <a:rtl val="0"/>
                  </a:rPr>
                  <a:t>Waveforms</a:t>
                </a:r>
              </a:p>
            </p:txBody>
          </p:sp>
          <p:sp>
            <p:nvSpPr>
              <p:cNvPr id="61" name="Arc 60">
                <a:extLst>
                  <a:ext uri="{FF2B5EF4-FFF2-40B4-BE49-F238E27FC236}">
                    <a16:creationId xmlns:a16="http://schemas.microsoft.com/office/drawing/2014/main" id="{52ECDDFD-9CE3-A911-0168-70DD87915576}"/>
                  </a:ext>
                </a:extLst>
              </p:cNvPr>
              <p:cNvSpPr/>
              <p:nvPr/>
            </p:nvSpPr>
            <p:spPr>
              <a:xfrm>
                <a:off x="7385882" y="4174455"/>
                <a:ext cx="1378779" cy="1778117"/>
              </a:xfrm>
              <a:prstGeom prst="arc">
                <a:avLst>
                  <a:gd name="adj1" fmla="val 17378697"/>
                  <a:gd name="adj2" fmla="val 1554691"/>
                </a:avLst>
              </a:prstGeom>
              <a:ln w="15875">
                <a:tailEnd type="triangle" w="lg" len="lg"/>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sz="1200"/>
              </a:p>
            </p:txBody>
          </p:sp>
          <p:sp>
            <p:nvSpPr>
              <p:cNvPr id="62" name="TextBox 61">
                <a:extLst>
                  <a:ext uri="{FF2B5EF4-FFF2-40B4-BE49-F238E27FC236}">
                    <a16:creationId xmlns:a16="http://schemas.microsoft.com/office/drawing/2014/main" id="{BE99F2C2-E1C6-B7C4-EA0A-F016DF2298F5}"/>
                  </a:ext>
                </a:extLst>
              </p:cNvPr>
              <p:cNvSpPr txBox="1"/>
              <p:nvPr/>
            </p:nvSpPr>
            <p:spPr>
              <a:xfrm>
                <a:off x="6610277" y="2202383"/>
                <a:ext cx="1723549"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a:t>
                </a:r>
                <a:r>
                  <a:rPr lang="en-US" sz="1600" spc="0" baseline="0" dirty="0">
                    <a:ln/>
                    <a:solidFill>
                      <a:srgbClr val="000000"/>
                    </a:solidFill>
                    <a:latin typeface="Arial"/>
                    <a:cs typeface="Arial"/>
                    <a:sym typeface="Arial"/>
                    <a:rtl val="0"/>
                  </a:rPr>
                  <a:t>Folded Enzyme</a:t>
                </a:r>
                <a:endParaRPr lang="en-US" sz="1600" dirty="0">
                  <a:ln/>
                  <a:solidFill>
                    <a:srgbClr val="000000"/>
                  </a:solidFill>
                  <a:latin typeface="Arial"/>
                  <a:cs typeface="Arial"/>
                  <a:sym typeface="Arial"/>
                  <a:rtl val="0"/>
                </a:endParaRPr>
              </a:p>
            </p:txBody>
          </p:sp>
          <p:sp>
            <p:nvSpPr>
              <p:cNvPr id="63" name="TextBox 62">
                <a:extLst>
                  <a:ext uri="{FF2B5EF4-FFF2-40B4-BE49-F238E27FC236}">
                    <a16:creationId xmlns:a16="http://schemas.microsoft.com/office/drawing/2014/main" id="{46FEFC3A-04F7-1072-3DA1-BFC7A7DEFAE9}"/>
                  </a:ext>
                </a:extLst>
              </p:cNvPr>
              <p:cNvSpPr txBox="1"/>
              <p:nvPr/>
            </p:nvSpPr>
            <p:spPr>
              <a:xfrm>
                <a:off x="6610277" y="4572557"/>
                <a:ext cx="1917513" cy="338555"/>
              </a:xfrm>
              <a:prstGeom prst="rect">
                <a:avLst/>
              </a:prstGeom>
              <a:noFill/>
            </p:spPr>
            <p:txBody>
              <a:bodyPr wrap="none" rtlCol="0">
                <a:spAutoFit/>
              </a:bodyPr>
              <a:lstStyle/>
              <a:p>
                <a:r>
                  <a:rPr lang="en-US" sz="1600" dirty="0">
                    <a:ln/>
                    <a:solidFill>
                      <a:srgbClr val="000000"/>
                    </a:solidFill>
                    <a:latin typeface="Arial"/>
                    <a:cs typeface="Arial"/>
                    <a:sym typeface="Arial"/>
                    <a:rtl val="0"/>
                  </a:rPr>
                  <a:t>  Unf</a:t>
                </a:r>
                <a:r>
                  <a:rPr lang="en-US" sz="1600" spc="0" baseline="0" dirty="0">
                    <a:ln/>
                    <a:solidFill>
                      <a:srgbClr val="000000"/>
                    </a:solidFill>
                    <a:latin typeface="Arial"/>
                    <a:cs typeface="Arial"/>
                    <a:sym typeface="Arial"/>
                    <a:rtl val="0"/>
                  </a:rPr>
                  <a:t>olded Enzyme</a:t>
                </a:r>
                <a:endParaRPr lang="en-US" sz="1600" dirty="0">
                  <a:ln/>
                  <a:solidFill>
                    <a:srgbClr val="000000"/>
                  </a:solidFill>
                  <a:latin typeface="Arial"/>
                  <a:cs typeface="Arial"/>
                  <a:sym typeface="Arial"/>
                  <a:rtl val="0"/>
                </a:endParaRPr>
              </a:p>
            </p:txBody>
          </p:sp>
        </p:grpSp>
      </p:gr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78A5D34-E61C-98A5-BB8A-AA8E8D1D24EA}"/>
                  </a:ext>
                </a:extLst>
              </p:cNvPr>
              <p:cNvSpPr txBox="1"/>
              <p:nvPr/>
            </p:nvSpPr>
            <p:spPr>
              <a:xfrm>
                <a:off x="377297" y="1461840"/>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67" name="TextBox 66">
                <a:extLst>
                  <a:ext uri="{FF2B5EF4-FFF2-40B4-BE49-F238E27FC236}">
                    <a16:creationId xmlns:a16="http://schemas.microsoft.com/office/drawing/2014/main" id="{178A5D34-E61C-98A5-BB8A-AA8E8D1D24EA}"/>
                  </a:ext>
                </a:extLst>
              </p:cNvPr>
              <p:cNvSpPr txBox="1">
                <a:spLocks noRot="1" noChangeAspect="1" noMove="1" noResize="1" noEditPoints="1" noAdjustHandles="1" noChangeArrowheads="1" noChangeShapeType="1" noTextEdit="1"/>
              </p:cNvSpPr>
              <p:nvPr/>
            </p:nvSpPr>
            <p:spPr>
              <a:xfrm>
                <a:off x="377297" y="1461840"/>
                <a:ext cx="3532698" cy="953018"/>
              </a:xfrm>
              <a:prstGeom prst="rect">
                <a:avLst/>
              </a:prstGeom>
              <a:blipFill>
                <a:blip r:embed="rId7"/>
                <a:stretch>
                  <a:fillRect/>
                </a:stretch>
              </a:blipFill>
            </p:spPr>
            <p:txBody>
              <a:bodyPr/>
              <a:lstStyle/>
              <a:p>
                <a:r>
                  <a:rPr lang="en-US">
                    <a:noFill/>
                  </a:rPr>
                  <a:t> </a:t>
                </a:r>
              </a:p>
            </p:txBody>
          </p:sp>
        </mc:Fallback>
      </mc:AlternateContent>
      <p:sp>
        <p:nvSpPr>
          <p:cNvPr id="68" name="TextBox 67">
            <a:extLst>
              <a:ext uri="{FF2B5EF4-FFF2-40B4-BE49-F238E27FC236}">
                <a16:creationId xmlns:a16="http://schemas.microsoft.com/office/drawing/2014/main" id="{F14013BE-C408-7CFB-87CB-790C3C4E93F6}"/>
              </a:ext>
            </a:extLst>
          </p:cNvPr>
          <p:cNvSpPr txBox="1"/>
          <p:nvPr/>
        </p:nvSpPr>
        <p:spPr>
          <a:xfrm>
            <a:off x="81223" y="628199"/>
            <a:ext cx="4124847" cy="461665"/>
          </a:xfrm>
          <a:prstGeom prst="rect">
            <a:avLst/>
          </a:prstGeom>
          <a:noFill/>
        </p:spPr>
        <p:txBody>
          <a:bodyPr wrap="none" rtlCol="0">
            <a:spAutoFit/>
          </a:bodyPr>
          <a:lstStyle/>
          <a:p>
            <a:r>
              <a:rPr lang="en-US" sz="2400" spc="0" baseline="0" dirty="0">
                <a:ln/>
                <a:solidFill>
                  <a:srgbClr val="000000"/>
                </a:solidFill>
                <a:latin typeface="Arial"/>
                <a:cs typeface="Arial"/>
                <a:sym typeface="Arial"/>
                <a:rtl val="0"/>
              </a:rPr>
              <a:t>Enzyme unfolding probability</a:t>
            </a:r>
            <a:endParaRPr lang="en-US" sz="2400" dirty="0">
              <a:ln/>
              <a:solidFill>
                <a:srgbClr val="000000"/>
              </a:solidFill>
              <a:latin typeface="Arial"/>
              <a:cs typeface="Arial"/>
              <a:sym typeface="Arial"/>
              <a:rtl val="0"/>
            </a:endParaRPr>
          </a:p>
        </p:txBody>
      </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F734E4FD-AB4E-42E3-C411-3E1EBA58FC1D}"/>
                  </a:ext>
                </a:extLst>
              </p:cNvPr>
              <p:cNvSpPr txBox="1"/>
              <p:nvPr/>
            </p:nvSpPr>
            <p:spPr>
              <a:xfrm>
                <a:off x="81223" y="3657690"/>
                <a:ext cx="281598"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n-US" sz="2400" smtClean="0">
                          <a:latin typeface="Cambria Math" panose="02040503050406030204" pitchFamily="18" charset="0"/>
                        </a:rPr>
                        <m:t>Δ</m:t>
                      </m:r>
                      <m:r>
                        <a:rPr lang="en-US" sz="2400" i="1">
                          <a:latin typeface="Cambria Math" panose="02040503050406030204" pitchFamily="18" charset="0"/>
                        </a:rPr>
                        <m:t>𝐸</m:t>
                      </m:r>
                    </m:oMath>
                  </m:oMathPara>
                </a14:m>
                <a:endParaRPr lang="en-US" sz="2400" dirty="0"/>
              </a:p>
            </p:txBody>
          </p:sp>
        </mc:Choice>
        <mc:Fallback xmlns="">
          <p:sp>
            <p:nvSpPr>
              <p:cNvPr id="69" name="TextBox 68">
                <a:extLst>
                  <a:ext uri="{FF2B5EF4-FFF2-40B4-BE49-F238E27FC236}">
                    <a16:creationId xmlns:a16="http://schemas.microsoft.com/office/drawing/2014/main" id="{F734E4FD-AB4E-42E3-C411-3E1EBA58FC1D}"/>
                  </a:ext>
                </a:extLst>
              </p:cNvPr>
              <p:cNvSpPr txBox="1">
                <a:spLocks noRot="1" noChangeAspect="1" noMove="1" noResize="1" noEditPoints="1" noAdjustHandles="1" noChangeArrowheads="1" noChangeShapeType="1" noTextEdit="1"/>
              </p:cNvSpPr>
              <p:nvPr/>
            </p:nvSpPr>
            <p:spPr>
              <a:xfrm>
                <a:off x="81223" y="3657690"/>
                <a:ext cx="281598" cy="461665"/>
              </a:xfrm>
              <a:prstGeom prst="rect">
                <a:avLst/>
              </a:prstGeom>
              <a:blipFill>
                <a:blip r:embed="rId8"/>
                <a:stretch>
                  <a:fillRect l="-4255" r="-10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64740742-BCA5-790C-F0CD-4F614DBAA7FF}"/>
                  </a:ext>
                </a:extLst>
              </p:cNvPr>
              <p:cNvSpPr txBox="1"/>
              <p:nvPr/>
            </p:nvSpPr>
            <p:spPr>
              <a:xfrm>
                <a:off x="21848" y="2896622"/>
                <a:ext cx="469949"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oMath>
                  </m:oMathPara>
                </a14:m>
                <a:endParaRPr lang="en-US" sz="2400" dirty="0"/>
              </a:p>
            </p:txBody>
          </p:sp>
        </mc:Choice>
        <mc:Fallback xmlns="">
          <p:sp>
            <p:nvSpPr>
              <p:cNvPr id="70" name="TextBox 69">
                <a:extLst>
                  <a:ext uri="{FF2B5EF4-FFF2-40B4-BE49-F238E27FC236}">
                    <a16:creationId xmlns:a16="http://schemas.microsoft.com/office/drawing/2014/main" id="{64740742-BCA5-790C-F0CD-4F614DBAA7FF}"/>
                  </a:ext>
                </a:extLst>
              </p:cNvPr>
              <p:cNvSpPr txBox="1">
                <a:spLocks noRot="1" noChangeAspect="1" noMove="1" noResize="1" noEditPoints="1" noAdjustHandles="1" noChangeArrowheads="1" noChangeShapeType="1" noTextEdit="1"/>
              </p:cNvSpPr>
              <p:nvPr/>
            </p:nvSpPr>
            <p:spPr>
              <a:xfrm>
                <a:off x="21848" y="2896622"/>
                <a:ext cx="469949" cy="461665"/>
              </a:xfrm>
              <a:prstGeom prst="rect">
                <a:avLst/>
              </a:prstGeom>
              <a:blipFill>
                <a:blip r:embed="rId9"/>
                <a:stretch>
                  <a:fillRect r="-135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CA7FAABF-BD94-6536-BABA-904D5E979E71}"/>
                  </a:ext>
                </a:extLst>
              </p:cNvPr>
              <p:cNvSpPr txBox="1"/>
              <p:nvPr/>
            </p:nvSpPr>
            <p:spPr>
              <a:xfrm>
                <a:off x="141796" y="4308598"/>
                <a:ext cx="331731"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oMath>
                  </m:oMathPara>
                </a14:m>
                <a:endParaRPr lang="en-US" sz="2400" dirty="0"/>
              </a:p>
            </p:txBody>
          </p:sp>
        </mc:Choice>
        <mc:Fallback xmlns="">
          <p:sp>
            <p:nvSpPr>
              <p:cNvPr id="71" name="TextBox 70">
                <a:extLst>
                  <a:ext uri="{FF2B5EF4-FFF2-40B4-BE49-F238E27FC236}">
                    <a16:creationId xmlns:a16="http://schemas.microsoft.com/office/drawing/2014/main" id="{CA7FAABF-BD94-6536-BABA-904D5E979E71}"/>
                  </a:ext>
                </a:extLst>
              </p:cNvPr>
              <p:cNvSpPr txBox="1">
                <a:spLocks noRot="1" noChangeAspect="1" noMove="1" noResize="1" noEditPoints="1" noAdjustHandles="1" noChangeArrowheads="1" noChangeShapeType="1" noTextEdit="1"/>
              </p:cNvSpPr>
              <p:nvPr/>
            </p:nvSpPr>
            <p:spPr>
              <a:xfrm>
                <a:off x="141796" y="4308598"/>
                <a:ext cx="331731" cy="461665"/>
              </a:xfrm>
              <a:prstGeom prst="rect">
                <a:avLst/>
              </a:prstGeom>
              <a:blipFill>
                <a:blip r:embed="rId10"/>
                <a:stretch>
                  <a:fillRect l="-5455" r="-4181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75D4B868-2D8A-8A07-8E56-1FF3145C0907}"/>
                  </a:ext>
                </a:extLst>
              </p:cNvPr>
              <p:cNvSpPr txBox="1"/>
              <p:nvPr/>
            </p:nvSpPr>
            <p:spPr>
              <a:xfrm>
                <a:off x="180796" y="5051270"/>
                <a:ext cx="191670"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n-US" sz="2400" i="1" smtClean="0">
                          <a:latin typeface="Cambria Math" panose="02040503050406030204" pitchFamily="18" charset="0"/>
                        </a:rPr>
                        <m:t>𝑇</m:t>
                      </m:r>
                    </m:oMath>
                  </m:oMathPara>
                </a14:m>
                <a:endParaRPr lang="en-US" sz="2400" dirty="0"/>
              </a:p>
            </p:txBody>
          </p:sp>
        </mc:Choice>
        <mc:Fallback xmlns="">
          <p:sp>
            <p:nvSpPr>
              <p:cNvPr id="72" name="TextBox 71">
                <a:extLst>
                  <a:ext uri="{FF2B5EF4-FFF2-40B4-BE49-F238E27FC236}">
                    <a16:creationId xmlns:a16="http://schemas.microsoft.com/office/drawing/2014/main" id="{75D4B868-2D8A-8A07-8E56-1FF3145C0907}"/>
                  </a:ext>
                </a:extLst>
              </p:cNvPr>
              <p:cNvSpPr txBox="1">
                <a:spLocks noRot="1" noChangeAspect="1" noMove="1" noResize="1" noEditPoints="1" noAdjustHandles="1" noChangeArrowheads="1" noChangeShapeType="1" noTextEdit="1"/>
              </p:cNvSpPr>
              <p:nvPr/>
            </p:nvSpPr>
            <p:spPr>
              <a:xfrm>
                <a:off x="180796" y="5051270"/>
                <a:ext cx="191670" cy="461665"/>
              </a:xfrm>
              <a:prstGeom prst="rect">
                <a:avLst/>
              </a:prstGeom>
              <a:blipFill>
                <a:blip r:embed="rId11"/>
                <a:stretch>
                  <a:fillRect l="-9677" r="-100000"/>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12CA827E-E878-8424-A07D-AE3C3F792B01}"/>
              </a:ext>
            </a:extLst>
          </p:cNvPr>
          <p:cNvSpPr txBox="1"/>
          <p:nvPr/>
        </p:nvSpPr>
        <p:spPr>
          <a:xfrm>
            <a:off x="1194466" y="2904921"/>
            <a:ext cx="3674852" cy="461665"/>
          </a:xfrm>
          <a:prstGeom prst="rect">
            <a:avLst/>
          </a:prstGeom>
          <a:noFill/>
        </p:spPr>
        <p:txBody>
          <a:bodyPr wrap="none" rtlCol="0">
            <a:spAutoFit/>
          </a:bodyPr>
          <a:lstStyle/>
          <a:p>
            <a:r>
              <a:rPr lang="en-US" sz="2400" dirty="0"/>
              <a:t>Total energy of the enzyme</a:t>
            </a:r>
          </a:p>
        </p:txBody>
      </p:sp>
      <p:sp>
        <p:nvSpPr>
          <p:cNvPr id="74" name="TextBox 73">
            <a:extLst>
              <a:ext uri="{FF2B5EF4-FFF2-40B4-BE49-F238E27FC236}">
                <a16:creationId xmlns:a16="http://schemas.microsoft.com/office/drawing/2014/main" id="{7AD17808-474F-6976-5359-216C793D7EEA}"/>
              </a:ext>
            </a:extLst>
          </p:cNvPr>
          <p:cNvSpPr txBox="1"/>
          <p:nvPr/>
        </p:nvSpPr>
        <p:spPr>
          <a:xfrm>
            <a:off x="1281504" y="3667685"/>
            <a:ext cx="2787558" cy="461665"/>
          </a:xfrm>
          <a:prstGeom prst="rect">
            <a:avLst/>
          </a:prstGeom>
          <a:noFill/>
        </p:spPr>
        <p:txBody>
          <a:bodyPr wrap="none" rtlCol="0">
            <a:spAutoFit/>
          </a:bodyPr>
          <a:lstStyle/>
          <a:p>
            <a:r>
              <a:rPr lang="en-US" sz="2400" dirty="0"/>
              <a:t>Enzyme-free energy</a:t>
            </a:r>
          </a:p>
        </p:txBody>
      </p:sp>
      <p:sp>
        <p:nvSpPr>
          <p:cNvPr id="75" name="TextBox 74">
            <a:extLst>
              <a:ext uri="{FF2B5EF4-FFF2-40B4-BE49-F238E27FC236}">
                <a16:creationId xmlns:a16="http://schemas.microsoft.com/office/drawing/2014/main" id="{10710BCE-49D7-CE73-7C4C-D046DFA7A4E0}"/>
              </a:ext>
            </a:extLst>
          </p:cNvPr>
          <p:cNvSpPr txBox="1"/>
          <p:nvPr/>
        </p:nvSpPr>
        <p:spPr>
          <a:xfrm>
            <a:off x="1245881" y="4316897"/>
            <a:ext cx="2863476" cy="461665"/>
          </a:xfrm>
          <a:prstGeom prst="rect">
            <a:avLst/>
          </a:prstGeom>
          <a:noFill/>
        </p:spPr>
        <p:txBody>
          <a:bodyPr wrap="none" rtlCol="0">
            <a:spAutoFit/>
          </a:bodyPr>
          <a:lstStyle/>
          <a:p>
            <a:r>
              <a:rPr lang="en-US" sz="2400" dirty="0"/>
              <a:t>Boltzmann constant</a:t>
            </a:r>
          </a:p>
        </p:txBody>
      </p:sp>
      <p:sp>
        <p:nvSpPr>
          <p:cNvPr id="76" name="TextBox 75">
            <a:extLst>
              <a:ext uri="{FF2B5EF4-FFF2-40B4-BE49-F238E27FC236}">
                <a16:creationId xmlns:a16="http://schemas.microsoft.com/office/drawing/2014/main" id="{37851621-EE64-BC9C-10A4-68D316CB5C8F}"/>
              </a:ext>
            </a:extLst>
          </p:cNvPr>
          <p:cNvSpPr txBox="1"/>
          <p:nvPr/>
        </p:nvSpPr>
        <p:spPr>
          <a:xfrm>
            <a:off x="1251548" y="5063557"/>
            <a:ext cx="3269806" cy="461665"/>
          </a:xfrm>
          <a:prstGeom prst="rect">
            <a:avLst/>
          </a:prstGeom>
          <a:noFill/>
        </p:spPr>
        <p:txBody>
          <a:bodyPr wrap="none" rtlCol="0">
            <a:spAutoFit/>
          </a:bodyPr>
          <a:lstStyle/>
          <a:p>
            <a:r>
              <a:rPr lang="en-US" sz="2400" dirty="0"/>
              <a:t>Temperature of the Cell</a:t>
            </a:r>
          </a:p>
        </p:txBody>
      </p:sp>
      <p:sp>
        <p:nvSpPr>
          <p:cNvPr id="81" name="TextBox 80">
            <a:extLst>
              <a:ext uri="{FF2B5EF4-FFF2-40B4-BE49-F238E27FC236}">
                <a16:creationId xmlns:a16="http://schemas.microsoft.com/office/drawing/2014/main" id="{4EE48F58-5458-5FC3-0F35-3DE10B057BA3}"/>
              </a:ext>
            </a:extLst>
          </p:cNvPr>
          <p:cNvSpPr txBox="1"/>
          <p:nvPr/>
        </p:nvSpPr>
        <p:spPr>
          <a:xfrm>
            <a:off x="0" y="5945688"/>
            <a:ext cx="6108700" cy="954107"/>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Tree>
    <p:extLst>
      <p:ext uri="{BB962C8B-B14F-4D97-AF65-F5344CB8AC3E}">
        <p14:creationId xmlns:p14="http://schemas.microsoft.com/office/powerpoint/2010/main" val="76006025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86FDA-0916-A5E4-A2DB-FDCBDCC7784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3EA366-B66B-7517-89A7-3318E2525376}"/>
              </a:ext>
            </a:extLst>
          </p:cNvPr>
          <p:cNvSpPr>
            <a:spLocks noGrp="1"/>
          </p:cNvSpPr>
          <p:nvPr>
            <p:ph type="sldNum" sz="quarter" idx="12"/>
          </p:nvPr>
        </p:nvSpPr>
        <p:spPr/>
        <p:txBody>
          <a:bodyPr/>
          <a:lstStyle/>
          <a:p>
            <a:fld id="{250B62C5-2ACF-4D78-8FF3-37371B948607}" type="slidenum">
              <a:rPr lang="en-US" smtClean="0"/>
              <a:t>22</a:t>
            </a:fld>
            <a:endParaRPr lang="en-US" dirty="0"/>
          </a:p>
        </p:txBody>
      </p:sp>
      <p:sp>
        <p:nvSpPr>
          <p:cNvPr id="43" name="Rectangle: Rounded Corners 42">
            <a:extLst>
              <a:ext uri="{FF2B5EF4-FFF2-40B4-BE49-F238E27FC236}">
                <a16:creationId xmlns:a16="http://schemas.microsoft.com/office/drawing/2014/main" id="{54FFC7DB-A5EA-A23E-BD61-39E22670C7FB}"/>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FFD10628-66C9-D904-3401-FF6BD4575C5E}"/>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9C36305-AE8C-1715-E206-BB6CC4E15650}"/>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36A5010F-D9FA-908C-AB62-866325D65FC2}"/>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F7FFFF3A-AED6-E576-7780-3D5D9DEAE096}"/>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23CABB17-59DF-3E29-497A-0D6585BFC9B9}"/>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9F56CE00-076A-1C2A-169B-E269DE21FEFF}"/>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DD492981-1B4F-154B-2F9A-FDFEE37404F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6DDBD8ED-5FAE-C80E-7139-5BBC3133A025}"/>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39BE3FB1-3008-2FE5-7F57-ED3002C48358}"/>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p:pic>
        <p:nvPicPr>
          <p:cNvPr id="90" name="Picture 89">
            <a:extLst>
              <a:ext uri="{FF2B5EF4-FFF2-40B4-BE49-F238E27FC236}">
                <a16:creationId xmlns:a16="http://schemas.microsoft.com/office/drawing/2014/main" id="{7BD3BB82-2421-9ECA-3E41-FFBCB6E88E41}"/>
              </a:ext>
            </a:extLst>
          </p:cNvPr>
          <p:cNvPicPr>
            <a:picLocks noChangeAspect="1"/>
          </p:cNvPicPr>
          <p:nvPr/>
        </p:nvPicPr>
        <p:blipFill>
          <a:blip r:embed="rId5"/>
          <a:srcRect t="6852" b="5399"/>
          <a:stretch>
            <a:fillRect/>
          </a:stretch>
        </p:blipFill>
        <p:spPr>
          <a:xfrm>
            <a:off x="2606297" y="1344264"/>
            <a:ext cx="2384803" cy="2968099"/>
          </a:xfrm>
          <a:prstGeom prst="rect">
            <a:avLst/>
          </a:prstGeom>
        </p:spPr>
      </p:pic>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BF309272-F6DC-735C-93A4-24FAE8BB2F57}"/>
                  </a:ext>
                </a:extLst>
              </p:cNvPr>
              <p:cNvSpPr txBox="1"/>
              <p:nvPr/>
            </p:nvSpPr>
            <p:spPr>
              <a:xfrm>
                <a:off x="5466503" y="4467904"/>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m:rPr>
                                                      <m:sty m:val="p"/>
                                                    </m:rPr>
                                                    <a:rPr lang="en-US" sz="2400" i="0">
                                                      <a:solidFill>
                                                        <a:srgbClr val="C00000"/>
                                                      </a:solidFill>
                                                      <a:latin typeface="Cambria Math" panose="02040503050406030204" pitchFamily="18" charset="0"/>
                                                    </a:rPr>
                                                    <m:t>tot</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BF309272-F6DC-735C-93A4-24FAE8BB2F57}"/>
                  </a:ext>
                </a:extLst>
              </p:cNvPr>
              <p:cNvSpPr txBox="1">
                <a:spLocks noRot="1" noChangeAspect="1" noMove="1" noResize="1" noEditPoints="1" noAdjustHandles="1" noChangeArrowheads="1" noChangeShapeType="1" noTextEdit="1"/>
              </p:cNvSpPr>
              <p:nvPr/>
            </p:nvSpPr>
            <p:spPr>
              <a:xfrm>
                <a:off x="5466503" y="4467904"/>
                <a:ext cx="3532698" cy="953018"/>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9709DABF-9CF8-BE8A-39AB-43CCA5A9DE6D}"/>
                  </a:ext>
                </a:extLst>
              </p:cNvPr>
              <p:cNvSpPr txBox="1"/>
              <p:nvPr/>
            </p:nvSpPr>
            <p:spPr>
              <a:xfrm>
                <a:off x="4738858" y="5732731"/>
                <a:ext cx="6793911"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de-DE" sz="2400" b="0" i="1" smtClean="0">
                              <a:latin typeface="Cambria Math" panose="02040503050406030204" pitchFamily="18" charset="0"/>
                            </a:rPr>
                            <m:t>𝐸</m:t>
                          </m:r>
                        </m:e>
                        <m:sub>
                          <m:r>
                            <m:rPr>
                              <m:sty m:val="p"/>
                            </m:rPr>
                            <a:rPr lang="de-DE" sz="2400" b="0" i="1" smtClean="0">
                              <a:latin typeface="Cambria Math" panose="02040503050406030204" pitchFamily="18" charset="0"/>
                            </a:rPr>
                            <m:t>tot</m:t>
                          </m:r>
                        </m:sub>
                      </m:sSub>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9709DABF-9CF8-BE8A-39AB-43CCA5A9DE6D}"/>
                  </a:ext>
                </a:extLst>
              </p:cNvPr>
              <p:cNvSpPr txBox="1">
                <a:spLocks noRot="1" noChangeAspect="1" noMove="1" noResize="1" noEditPoints="1" noAdjustHandles="1" noChangeArrowheads="1" noChangeShapeType="1" noTextEdit="1"/>
              </p:cNvSpPr>
              <p:nvPr/>
            </p:nvSpPr>
            <p:spPr>
              <a:xfrm>
                <a:off x="4738858" y="5732731"/>
                <a:ext cx="6793911" cy="708143"/>
              </a:xfrm>
              <a:prstGeom prst="rect">
                <a:avLst/>
              </a:prstGeom>
              <a:blipFill>
                <a:blip r:embed="rId7"/>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7CA3258E-ABF8-0E54-5D94-D716117E064D}"/>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11" name="TextBox 110">
            <a:extLst>
              <a:ext uri="{FF2B5EF4-FFF2-40B4-BE49-F238E27FC236}">
                <a16:creationId xmlns:a16="http://schemas.microsoft.com/office/drawing/2014/main" id="{4FF7ABDE-FBD8-8EDD-1593-7B0FD15A55B1}"/>
              </a:ext>
            </a:extLst>
          </p:cNvPr>
          <p:cNvSpPr txBox="1"/>
          <p:nvPr/>
        </p:nvSpPr>
        <p:spPr>
          <a:xfrm>
            <a:off x="9344403" y="4686155"/>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95B1400A-55FF-80DB-8E76-3C87C927A276}"/>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grpSp>
        <p:nvGrpSpPr>
          <p:cNvPr id="13" name="Group 12">
            <a:extLst>
              <a:ext uri="{FF2B5EF4-FFF2-40B4-BE49-F238E27FC236}">
                <a16:creationId xmlns:a16="http://schemas.microsoft.com/office/drawing/2014/main" id="{2953EC0A-49C8-F409-2D1C-3339B371CF73}"/>
              </a:ext>
            </a:extLst>
          </p:cNvPr>
          <p:cNvGrpSpPr/>
          <p:nvPr/>
        </p:nvGrpSpPr>
        <p:grpSpPr>
          <a:xfrm>
            <a:off x="4643513" y="272505"/>
            <a:ext cx="6037758" cy="3693215"/>
            <a:chOff x="4643513" y="272505"/>
            <a:chExt cx="6037758" cy="3693215"/>
          </a:xfrm>
        </p:grpSpPr>
        <p:sp>
          <p:nvSpPr>
            <p:cNvPr id="95" name="TextBox 94">
              <a:extLst>
                <a:ext uri="{FF2B5EF4-FFF2-40B4-BE49-F238E27FC236}">
                  <a16:creationId xmlns:a16="http://schemas.microsoft.com/office/drawing/2014/main" id="{E343C40F-6BFC-FD22-C97B-B486031B418C}"/>
                </a:ext>
              </a:extLst>
            </p:cNvPr>
            <p:cNvSpPr txBox="1"/>
            <p:nvPr/>
          </p:nvSpPr>
          <p:spPr>
            <a:xfrm>
              <a:off x="6173144" y="27250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sp>
          <p:nvSpPr>
            <p:cNvPr id="94" name="Oval 93">
              <a:extLst>
                <a:ext uri="{FF2B5EF4-FFF2-40B4-BE49-F238E27FC236}">
                  <a16:creationId xmlns:a16="http://schemas.microsoft.com/office/drawing/2014/main" id="{A6771E7B-4F59-DF3A-D61E-432DC761F8BF}"/>
                </a:ext>
              </a:extLst>
            </p:cNvPr>
            <p:cNvSpPr/>
            <p:nvPr/>
          </p:nvSpPr>
          <p:spPr>
            <a:xfrm rot="20516196">
              <a:off x="4643513" y="2619652"/>
              <a:ext cx="454684" cy="573775"/>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DD1DE0D2-5303-1A66-DF09-88F15431BDE6}"/>
                </a:ext>
              </a:extLst>
            </p:cNvPr>
            <p:cNvCxnSpPr>
              <a:cxnSpLocks/>
              <a:stCxn id="94" idx="7"/>
              <a:endCxn id="8" idx="1"/>
            </p:cNvCxnSpPr>
            <p:nvPr/>
          </p:nvCxnSpPr>
          <p:spPr>
            <a:xfrm flipV="1">
              <a:off x="4960786" y="2399388"/>
              <a:ext cx="427667" cy="26444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47B227BC-264C-6109-07E2-4878E8A2AC2B}"/>
                    </a:ext>
                  </a:extLst>
                </p:cNvPr>
                <p:cNvSpPr txBox="1"/>
                <p:nvPr/>
              </p:nvSpPr>
              <p:spPr>
                <a:xfrm>
                  <a:off x="5753100" y="1874426"/>
                  <a:ext cx="3474477"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m:rPr>
                                <m:sty m:val="p"/>
                              </m:rPr>
                              <a:rPr lang="de-DE" sz="2400" b="0" i="1" smtClean="0">
                                <a:latin typeface="Cambria Math" panose="02040503050406030204" pitchFamily="18" charset="0"/>
                              </a:rPr>
                              <m:t>THz</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47B227BC-264C-6109-07E2-4878E8A2AC2B}"/>
                    </a:ext>
                  </a:extLst>
                </p:cNvPr>
                <p:cNvSpPr txBox="1">
                  <a:spLocks noRot="1" noChangeAspect="1" noMove="1" noResize="1" noEditPoints="1" noAdjustHandles="1" noChangeArrowheads="1" noChangeShapeType="1" noTextEdit="1"/>
                </p:cNvSpPr>
                <p:nvPr/>
              </p:nvSpPr>
              <p:spPr>
                <a:xfrm>
                  <a:off x="5753100" y="1874426"/>
                  <a:ext cx="3474477" cy="369332"/>
                </a:xfrm>
                <a:prstGeom prst="rect">
                  <a:avLst/>
                </a:prstGeom>
                <a:blipFill>
                  <a:blip r:embed="rId8"/>
                  <a:stretch>
                    <a:fillRect l="-2807"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0E7BA2BA-1B01-7A64-5119-6E05F9209BC8}"/>
                    </a:ext>
                  </a:extLst>
                </p:cNvPr>
                <p:cNvSpPr txBox="1"/>
                <p:nvPr/>
              </p:nvSpPr>
              <p:spPr>
                <a:xfrm>
                  <a:off x="5682403" y="268766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dirty="0"/>
                </a:p>
              </p:txBody>
            </p:sp>
          </mc:Choice>
          <mc:Fallback xmlns="">
            <p:sp>
              <p:nvSpPr>
                <p:cNvPr id="102" name="TextBox 101">
                  <a:extLst>
                    <a:ext uri="{FF2B5EF4-FFF2-40B4-BE49-F238E27FC236}">
                      <a16:creationId xmlns:a16="http://schemas.microsoft.com/office/drawing/2014/main" id="{0E7BA2BA-1B01-7A64-5119-6E05F9209BC8}"/>
                    </a:ext>
                  </a:extLst>
                </p:cNvPr>
                <p:cNvSpPr txBox="1">
                  <a:spLocks noRot="1" noChangeAspect="1" noMove="1" noResize="1" noEditPoints="1" noAdjustHandles="1" noChangeArrowheads="1" noChangeShapeType="1" noTextEdit="1"/>
                </p:cNvSpPr>
                <p:nvPr/>
              </p:nvSpPr>
              <p:spPr>
                <a:xfrm>
                  <a:off x="5682403" y="2687669"/>
                  <a:ext cx="3880359" cy="461665"/>
                </a:xfrm>
                <a:prstGeom prst="rect">
                  <a:avLst/>
                </a:prstGeom>
                <a:blipFill>
                  <a:blip r:embed="rId9"/>
                  <a:stretch>
                    <a:fillRect l="-942" b="-17105"/>
                  </a:stretch>
                </a:blipFill>
              </p:spPr>
              <p:txBody>
                <a:bodyPr/>
                <a:lstStyle/>
                <a:p>
                  <a:r>
                    <a:rPr lang="en-US">
                      <a:noFill/>
                    </a:rPr>
                    <a:t> </a:t>
                  </a:r>
                </a:p>
              </p:txBody>
            </p:sp>
          </mc:Fallback>
        </mc:AlternateContent>
        <p:sp>
          <p:nvSpPr>
            <p:cNvPr id="108" name="TextBox 107">
              <a:extLst>
                <a:ext uri="{FF2B5EF4-FFF2-40B4-BE49-F238E27FC236}">
                  <a16:creationId xmlns:a16="http://schemas.microsoft.com/office/drawing/2014/main" id="{8500DB88-FE51-DD98-92E3-7283DC5265A9}"/>
                </a:ext>
              </a:extLst>
            </p:cNvPr>
            <p:cNvSpPr txBox="1"/>
            <p:nvPr/>
          </p:nvSpPr>
          <p:spPr>
            <a:xfrm>
              <a:off x="10209667" y="1029373"/>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B6B0C176-6AA8-27A0-A2EE-3F0FEBBB0CDB}"/>
                </a:ext>
              </a:extLst>
            </p:cNvPr>
            <p:cNvSpPr txBox="1"/>
            <p:nvPr/>
          </p:nvSpPr>
          <p:spPr>
            <a:xfrm>
              <a:off x="9624930" y="1850925"/>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3BCB471D-22CB-80BE-4C0E-1C37C5081B54}"/>
                </a:ext>
              </a:extLst>
            </p:cNvPr>
            <p:cNvSpPr txBox="1"/>
            <p:nvPr/>
          </p:nvSpPr>
          <p:spPr>
            <a:xfrm>
              <a:off x="9624930" y="2729423"/>
              <a:ext cx="471604" cy="400110"/>
            </a:xfrm>
            <a:prstGeom prst="rect">
              <a:avLst/>
            </a:prstGeom>
            <a:noFill/>
          </p:spPr>
          <p:txBody>
            <a:bodyPr wrap="none" rtlCol="0">
              <a:spAutoFit/>
            </a:bodyPr>
            <a:lstStyle/>
            <a:p>
              <a:r>
                <a:rPr lang="en-US" sz="2000" dirty="0"/>
                <a:t>(3)</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0932E11D-E651-4C41-D65F-3B2F628F1F02}"/>
                    </a:ext>
                  </a:extLst>
                </p:cNvPr>
                <p:cNvSpPr txBox="1"/>
                <p:nvPr/>
              </p:nvSpPr>
              <p:spPr>
                <a:xfrm>
                  <a:off x="5397085" y="980692"/>
                  <a:ext cx="5052829" cy="47570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ES" sz="2400" i="1" dirty="0" smtClean="0">
                            <a:latin typeface="Cambria Math" panose="02040503050406030204" pitchFamily="18" charset="0"/>
                          </a:rPr>
                          <m:t>𝐌</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r>
                          <a:rPr lang="es-ES" sz="2400" i="1" dirty="0" smtClean="0">
                            <a:latin typeface="Cambria Math" panose="02040503050406030204" pitchFamily="18" charset="0"/>
                          </a:rPr>
                          <m:t>𝐇𝐱</m:t>
                        </m:r>
                        <m:r>
                          <a:rPr lang="es-ES" sz="2400" i="1" dirty="0" smtClean="0">
                            <a:latin typeface="Cambria Math" panose="02040503050406030204" pitchFamily="18" charset="0"/>
                          </a:rPr>
                          <m:t>−</m:t>
                        </m:r>
                        <m:r>
                          <a:rPr lang="es-ES" sz="2400" i="1" dirty="0" smtClean="0">
                            <a:latin typeface="Cambria Math" panose="02040503050406030204" pitchFamily="18" charset="0"/>
                          </a:rPr>
                          <m:t>𝐁</m:t>
                        </m:r>
                        <m:acc>
                          <m:accPr>
                            <m:chr m:val="̇"/>
                            <m:ctrlPr>
                              <a:rPr lang="es-ES" sz="2400" i="1" dirty="0">
                                <a:latin typeface="Cambria Math" panose="02040503050406030204" pitchFamily="18" charset="0"/>
                              </a:rPr>
                            </m:ctrlPr>
                          </m:accPr>
                          <m:e>
                            <m:r>
                              <a:rPr lang="es-ES" sz="2400" i="1" dirty="0" smtClean="0">
                                <a:latin typeface="Cambria Math" panose="02040503050406030204" pitchFamily="18" charset="0"/>
                              </a:rPr>
                              <m:t>𝐱</m:t>
                            </m:r>
                          </m:e>
                        </m:acc>
                        <m:r>
                          <a:rPr lang="es-ES" sz="2400" i="1" dirty="0" smtClean="0">
                            <a:latin typeface="Cambria Math" panose="02040503050406030204" pitchFamily="18" charset="0"/>
                          </a:rPr>
                          <m:t>+</m:t>
                        </m:r>
                        <m:sSub>
                          <m:sSubPr>
                            <m:ctrlPr>
                              <a:rPr lang="es-ES" sz="2400" i="1" dirty="0">
                                <a:latin typeface="Cambria Math" panose="02040503050406030204" pitchFamily="18" charset="0"/>
                              </a:rPr>
                            </m:ctrlPr>
                          </m:sSubPr>
                          <m:e>
                            <m:r>
                              <a:rPr lang="es-ES" sz="2400" i="1" dirty="0" smtClean="0">
                                <a:latin typeface="Cambria Math" panose="02040503050406030204" pitchFamily="18" charset="0"/>
                              </a:rPr>
                              <m:t>𝐟</m:t>
                            </m:r>
                          </m:e>
                          <m:sub>
                            <m:r>
                              <a:rPr lang="es-ES" sz="2400" i="1" dirty="0" smtClean="0">
                                <a:latin typeface="Cambria Math" panose="02040503050406030204" pitchFamily="18" charset="0"/>
                              </a:rPr>
                              <m:t>𝐓𝐇𝐳</m:t>
                            </m:r>
                          </m:sub>
                        </m:sSub>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r>
                          <a:rPr lang="es-ES" sz="2400" i="1" dirty="0" smtClean="0">
                            <a:latin typeface="Cambria Math" panose="02040503050406030204" pitchFamily="18" charset="0"/>
                          </a:rPr>
                          <m:t>+</m:t>
                        </m:r>
                        <m:r>
                          <a:rPr lang="es-ES" sz="2400" i="1" dirty="0" smtClean="0">
                            <a:latin typeface="Cambria Math" panose="02040503050406030204" pitchFamily="18" charset="0"/>
                          </a:rPr>
                          <m:t>𝝃</m:t>
                        </m:r>
                        <m:d>
                          <m:dPr>
                            <m:ctrlPr>
                              <a:rPr lang="es-ES" sz="2400" i="1" dirty="0">
                                <a:latin typeface="Cambria Math" panose="02040503050406030204" pitchFamily="18" charset="0"/>
                              </a:rPr>
                            </m:ctrlPr>
                          </m:dPr>
                          <m:e>
                            <m:r>
                              <a:rPr lang="es-ES" sz="2400" i="1" dirty="0" smtClean="0">
                                <a:latin typeface="Cambria Math" panose="02040503050406030204" pitchFamily="18" charset="0"/>
                              </a:rPr>
                              <m:t>𝑡</m:t>
                            </m:r>
                          </m:e>
                        </m:d>
                      </m:oMath>
                    </m:oMathPara>
                  </a14:m>
                  <a:endParaRPr/>
                </a:p>
              </p:txBody>
            </p:sp>
          </mc:Choice>
          <mc:Fallback xmlns="">
            <p:sp>
              <p:nvSpPr>
                <p:cNvPr id="5" name="TextBox 4">
                  <a:extLst>
                    <a:ext uri="{FF2B5EF4-FFF2-40B4-BE49-F238E27FC236}">
                      <a16:creationId xmlns:a16="http://schemas.microsoft.com/office/drawing/2014/main" id="{0932E11D-E651-4C41-D65F-3B2F628F1F02}"/>
                    </a:ext>
                  </a:extLst>
                </p:cNvPr>
                <p:cNvSpPr txBox="1">
                  <a:spLocks noRot="1" noChangeAspect="1" noMove="1" noResize="1" noEditPoints="1" noAdjustHandles="1" noChangeArrowheads="1" noChangeShapeType="1" noTextEdit="1"/>
                </p:cNvSpPr>
                <p:nvPr/>
              </p:nvSpPr>
              <p:spPr>
                <a:xfrm>
                  <a:off x="5397085" y="980692"/>
                  <a:ext cx="5052829" cy="475708"/>
                </a:xfrm>
                <a:prstGeom prst="rect">
                  <a:avLst/>
                </a:prstGeom>
                <a:blipFill>
                  <a:blip r:embed="rId10"/>
                  <a:stretch>
                    <a:fillRect t="-10256" b="-25641"/>
                  </a:stretch>
                </a:blipFill>
              </p:spPr>
              <p:txBody>
                <a:bodyPr/>
                <a:lstStyle/>
                <a:p>
                  <a:r>
                    <a:rPr lang="en-US">
                      <a:noFill/>
                    </a:rPr>
                    <a:t> </a:t>
                  </a:r>
                </a:p>
              </p:txBody>
            </p:sp>
          </mc:Fallback>
        </mc:AlternateContent>
        <p:sp>
          <p:nvSpPr>
            <p:cNvPr id="8" name="Left Brace 7">
              <a:extLst>
                <a:ext uri="{FF2B5EF4-FFF2-40B4-BE49-F238E27FC236}">
                  <a16:creationId xmlns:a16="http://schemas.microsoft.com/office/drawing/2014/main" id="{882299D6-FAB8-DF47-A7E1-83D2AC335198}"/>
                </a:ext>
              </a:extLst>
            </p:cNvPr>
            <p:cNvSpPr/>
            <p:nvPr/>
          </p:nvSpPr>
          <p:spPr>
            <a:xfrm>
              <a:off x="5388453" y="833055"/>
              <a:ext cx="456041" cy="3132665"/>
            </a:xfrm>
            <a:prstGeom prst="leftBrace">
              <a:avLst>
                <a:gd name="adj1" fmla="val 64030"/>
                <a:gd name="adj2" fmla="val 50000"/>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02376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500"/>
                                        <p:tgtEl>
                                          <p:spTgt spid="1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105"/>
                                        </p:tgtEl>
                                        <p:attrNameLst>
                                          <p:attrName>style.visibility</p:attrName>
                                        </p:attrNameLst>
                                      </p:cBhvr>
                                      <p:to>
                                        <p:strVal val="visible"/>
                                      </p:to>
                                    </p:set>
                                    <p:animEffect transition="in" filter="fade">
                                      <p:cBhvr>
                                        <p:cTn id="12" dur="500"/>
                                        <p:tgtEl>
                                          <p:spTgt spid="105"/>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06"/>
                                        </p:tgtEl>
                                        <p:attrNameLst>
                                          <p:attrName>style.visibility</p:attrName>
                                        </p:attrNameLst>
                                      </p:cBhvr>
                                      <p:to>
                                        <p:strVal val="visible"/>
                                      </p:to>
                                    </p:set>
                                    <p:animEffect transition="in" filter="fade">
                                      <p:cBhvr>
                                        <p:cTn id="18" dur="500"/>
                                        <p:tgtEl>
                                          <p:spTgt spid="106"/>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12"/>
                                        </p:tgtEl>
                                        <p:attrNameLst>
                                          <p:attrName>style.visibility</p:attrName>
                                        </p:attrNameLst>
                                      </p:cBhvr>
                                      <p:to>
                                        <p:strVal val="visible"/>
                                      </p:to>
                                    </p:set>
                                    <p:animEffect transition="in" filter="fade">
                                      <p:cBhvr>
                                        <p:cTn id="21" dur="500"/>
                                        <p:tgtEl>
                                          <p:spTgt spid="1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5" grpId="0"/>
      <p:bldP spid="106" grpId="0"/>
      <p:bldP spid="111" grpId="0"/>
      <p:bldP spid="112" grpId="0"/>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91FF8BC-C1CD-C854-2065-650DB1A2663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9AF181D-FA2D-B34D-CDC2-F822EF562840}"/>
              </a:ext>
            </a:extLst>
          </p:cNvPr>
          <p:cNvSpPr>
            <a:spLocks noGrp="1"/>
          </p:cNvSpPr>
          <p:nvPr>
            <p:ph type="sldNum" sz="quarter" idx="12"/>
          </p:nvPr>
        </p:nvSpPr>
        <p:spPr/>
        <p:txBody>
          <a:bodyPr/>
          <a:lstStyle/>
          <a:p>
            <a:fld id="{250B62C5-2ACF-4D78-8FF3-37371B948607}" type="slidenum">
              <a:rPr lang="en-US" smtClean="0"/>
              <a:t>23</a:t>
            </a:fld>
            <a:endParaRPr lang="en-US" dirty="0"/>
          </a:p>
        </p:txBody>
      </p:sp>
      <p:sp>
        <p:nvSpPr>
          <p:cNvPr id="43" name="Rectangle: Rounded Corners 42">
            <a:extLst>
              <a:ext uri="{FF2B5EF4-FFF2-40B4-BE49-F238E27FC236}">
                <a16:creationId xmlns:a16="http://schemas.microsoft.com/office/drawing/2014/main" id="{598CA4A7-89BE-F68E-1C05-D5078D55EA13}"/>
              </a:ext>
            </a:extLst>
          </p:cNvPr>
          <p:cNvSpPr/>
          <p:nvPr/>
        </p:nvSpPr>
        <p:spPr>
          <a:xfrm>
            <a:off x="106689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8A48F83E-7363-9CCC-F5D3-4DEA8D100B73}"/>
              </a:ext>
            </a:extLst>
          </p:cNvPr>
          <p:cNvSpPr/>
          <p:nvPr/>
        </p:nvSpPr>
        <p:spPr>
          <a:xfrm>
            <a:off x="106689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F6BBB922-0BDC-4B85-60C0-2A15CCBCB899}"/>
              </a:ext>
            </a:extLst>
          </p:cNvPr>
          <p:cNvSpPr/>
          <p:nvPr/>
        </p:nvSpPr>
        <p:spPr>
          <a:xfrm>
            <a:off x="106689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A586477E-4E52-27F1-28D6-0C5F2112A1EF}"/>
              </a:ext>
            </a:extLst>
          </p:cNvPr>
          <p:cNvSpPr/>
          <p:nvPr/>
        </p:nvSpPr>
        <p:spPr>
          <a:xfrm>
            <a:off x="106689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491888F8-24F0-EDDE-F754-4B73E0ECA1AF}"/>
              </a:ext>
            </a:extLst>
          </p:cNvPr>
          <p:cNvCxnSpPr>
            <a:stCxn id="43" idx="2"/>
            <a:endCxn id="44" idx="0"/>
          </p:cNvCxnSpPr>
          <p:nvPr/>
        </p:nvCxnSpPr>
        <p:spPr>
          <a:xfrm>
            <a:off x="114301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061B7F1-2925-7478-BD65-C2D2F370B362}"/>
              </a:ext>
            </a:extLst>
          </p:cNvPr>
          <p:cNvCxnSpPr>
            <a:cxnSpLocks/>
            <a:stCxn id="44" idx="2"/>
            <a:endCxn id="45" idx="0"/>
          </p:cNvCxnSpPr>
          <p:nvPr/>
        </p:nvCxnSpPr>
        <p:spPr>
          <a:xfrm>
            <a:off x="114301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6CB9AAF6-7D1B-16B4-7DBF-FA813195BA66}"/>
              </a:ext>
            </a:extLst>
          </p:cNvPr>
          <p:cNvCxnSpPr>
            <a:cxnSpLocks/>
            <a:stCxn id="46" idx="0"/>
          </p:cNvCxnSpPr>
          <p:nvPr/>
        </p:nvCxnSpPr>
        <p:spPr>
          <a:xfrm flipV="1">
            <a:off x="114301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BD83AB8B-DBF2-20CD-1102-B04A7860CB8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1"/>
            <a:ext cx="2271032" cy="2968099"/>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30035882-8742-71D3-102E-60D255627154}"/>
              </a:ext>
            </a:extLst>
          </p:cNvPr>
          <p:cNvSpPr txBox="1"/>
          <p:nvPr/>
        </p:nvSpPr>
        <p:spPr>
          <a:xfrm>
            <a:off x="102393" y="143935"/>
            <a:ext cx="3231042" cy="907941"/>
          </a:xfrm>
          <a:prstGeom prst="rect">
            <a:avLst/>
          </a:prstGeom>
          <a:noFill/>
        </p:spPr>
        <p:txBody>
          <a:bodyPr wrap="square">
            <a:spAutoFit/>
          </a:bodyPr>
          <a:lstStyle/>
          <a:p>
            <a:pPr>
              <a:spcAft>
                <a:spcPts val="600"/>
              </a:spcAft>
            </a:pPr>
            <a:r>
              <a:rPr lang="es-ES" sz="2400" dirty="0" err="1">
                <a:hlinkClick r:id="rId4"/>
              </a:rPr>
              <a:t>Enzyme</a:t>
            </a:r>
            <a:endParaRPr lang="es-ES" sz="2400" dirty="0">
              <a:hlinkClick r:id="rId4"/>
            </a:endParaRPr>
          </a:p>
          <a:p>
            <a:pPr>
              <a:spcAft>
                <a:spcPts val="600"/>
              </a:spcAft>
            </a:pPr>
            <a:r>
              <a:rPr lang="es-ES" sz="2400" dirty="0">
                <a:hlinkClick r:id="rId4"/>
              </a:rPr>
              <a:t>PBD ID: 1TUB </a:t>
            </a:r>
            <a:endParaRPr lang="en-US" sz="2400" dirty="0"/>
          </a:p>
        </p:txBody>
      </p:sp>
      <p:sp>
        <p:nvSpPr>
          <p:cNvPr id="85" name="TextBox 84">
            <a:extLst>
              <a:ext uri="{FF2B5EF4-FFF2-40B4-BE49-F238E27FC236}">
                <a16:creationId xmlns:a16="http://schemas.microsoft.com/office/drawing/2014/main" id="{DB566FE2-4EB1-68F5-3AEC-3875725231EC}"/>
              </a:ext>
            </a:extLst>
          </p:cNvPr>
          <p:cNvSpPr txBox="1"/>
          <p:nvPr/>
        </p:nvSpPr>
        <p:spPr>
          <a:xfrm>
            <a:off x="2942102" y="23037"/>
            <a:ext cx="2269043" cy="1200329"/>
          </a:xfrm>
          <a:prstGeom prst="rect">
            <a:avLst/>
          </a:prstGeom>
          <a:noFill/>
        </p:spPr>
        <p:txBody>
          <a:bodyPr wrap="square">
            <a:spAutoFit/>
          </a:bodyPr>
          <a:lstStyle/>
          <a:p>
            <a:r>
              <a:rPr lang="en-US" sz="2400" dirty="0"/>
              <a:t>Anisotropic Network</a:t>
            </a:r>
          </a:p>
          <a:p>
            <a:r>
              <a:rPr lang="en-US" sz="2400" dirty="0"/>
              <a:t>Model</a:t>
            </a:r>
          </a:p>
        </p:txBody>
      </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8EBD3DF-A80F-328A-9B53-604F01FC5903}"/>
                  </a:ext>
                </a:extLst>
              </p:cNvPr>
              <p:cNvSpPr txBox="1"/>
              <p:nvPr/>
            </p:nvSpPr>
            <p:spPr>
              <a:xfrm>
                <a:off x="5123130" y="893318"/>
                <a:ext cx="4998804" cy="74110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𝑚</m:t>
                      </m:r>
                      <m:r>
                        <a:rPr lang="es-ES" sz="2400" i="1" smtClean="0">
                          <a:latin typeface="Cambria Math" panose="02040503050406030204" pitchFamily="18" charset="0"/>
                        </a:rPr>
                        <m:t> </m:t>
                      </m:r>
                      <m:f>
                        <m:fPr>
                          <m:ctrlPr>
                            <a:rPr lang="es-ES" sz="2400" i="1" smtClean="0">
                              <a:latin typeface="Cambria Math" panose="02040503050406030204" pitchFamily="18" charset="0"/>
                            </a:rPr>
                          </m:ctrlPr>
                        </m:fPr>
                        <m:num>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𝑑</m:t>
                              </m:r>
                            </m:e>
                            <m:sup>
                              <m:r>
                                <a:rPr lang="es-ES" sz="2400" i="1" smtClean="0">
                                  <a:latin typeface="Cambria Math" panose="02040503050406030204" pitchFamily="18" charset="0"/>
                                </a:rPr>
                                <m:t>2</m:t>
                              </m:r>
                            </m:sup>
                          </m:sSup>
                          <m:r>
                            <a:rPr lang="es-ES" sz="2400" i="1" smtClean="0">
                              <a:latin typeface="Cambria Math" panose="02040503050406030204" pitchFamily="18" charset="0"/>
                            </a:rPr>
                            <m:t> </m:t>
                          </m:r>
                          <m:r>
                            <a:rPr lang="es-ES" sz="2400" i="1" smtClean="0">
                              <a:latin typeface="Cambria Math" panose="02040503050406030204" pitchFamily="18" charset="0"/>
                            </a:rPr>
                            <m:t>𝑥</m:t>
                          </m:r>
                        </m:num>
                        <m:den>
                          <m:r>
                            <a:rPr lang="es-ES" sz="2400" i="1" smtClean="0">
                              <a:latin typeface="Cambria Math" panose="02040503050406030204" pitchFamily="18" charset="0"/>
                            </a:rPr>
                            <m:t>𝑑</m:t>
                          </m:r>
                          <m:sSup>
                            <m:sSupPr>
                              <m:ctrlPr>
                                <a:rPr lang="es-ES" sz="2400" i="1" smtClean="0">
                                  <a:latin typeface="Cambria Math" panose="02040503050406030204" pitchFamily="18" charset="0"/>
                                </a:rPr>
                              </m:ctrlPr>
                            </m:sSupPr>
                            <m:e>
                              <m:r>
                                <a:rPr lang="es-ES" sz="2400" i="1" smtClean="0">
                                  <a:latin typeface="Cambria Math" panose="02040503050406030204" pitchFamily="18" charset="0"/>
                                </a:rPr>
                                <m:t>𝑡</m:t>
                              </m:r>
                            </m:e>
                            <m:sup>
                              <m:r>
                                <a:rPr lang="es-ES" sz="2400" i="1" smtClean="0">
                                  <a:latin typeface="Cambria Math" panose="02040503050406030204" pitchFamily="18" charset="0"/>
                                </a:rPr>
                                <m:t>2</m:t>
                              </m:r>
                            </m:sup>
                          </m:sSup>
                        </m:den>
                      </m:f>
                      <m:r>
                        <a:rPr lang="es-ES" sz="2400" i="1" smtClean="0">
                          <a:latin typeface="Cambria Math" panose="02040503050406030204" pitchFamily="18" charset="0"/>
                        </a:rPr>
                        <m:t>+</m:t>
                      </m:r>
                      <m:acc>
                        <m:accPr>
                          <m:chr m:val="̈"/>
                          <m:ctrlPr>
                            <a:rPr lang="es-ES" sz="2400" i="1" smtClean="0">
                              <a:latin typeface="Cambria Math" panose="02040503050406030204" pitchFamily="18" charset="0"/>
                            </a:rPr>
                          </m:ctrlPr>
                        </m:accPr>
                        <m:e>
                          <m:r>
                            <m:rPr>
                              <m:sty m:val="p"/>
                            </m:rPr>
                            <a:rPr lang="es-ES" sz="2400" i="1" smtClean="0">
                              <a:latin typeface="Cambria Math" panose="02040503050406030204" pitchFamily="18" charset="0"/>
                            </a:rPr>
                            <m:t>β</m:t>
                          </m:r>
                        </m:e>
                      </m:acc>
                      <m:f>
                        <m:fPr>
                          <m:ctrlPr>
                            <a:rPr lang="es-ES" sz="2400" i="1" smtClean="0">
                              <a:latin typeface="Cambria Math" panose="02040503050406030204" pitchFamily="18" charset="0"/>
                            </a:rPr>
                          </m:ctrlPr>
                        </m:fPr>
                        <m:num>
                          <m:r>
                            <a:rPr lang="es-ES" sz="2400" i="1" smtClean="0">
                              <a:latin typeface="Cambria Math" panose="02040503050406030204" pitchFamily="18" charset="0"/>
                            </a:rPr>
                            <m:t>𝑑𝑥</m:t>
                          </m:r>
                        </m:num>
                        <m:den>
                          <m:r>
                            <a:rPr lang="es-ES" sz="2400" i="1" smtClean="0">
                              <a:latin typeface="Cambria Math" panose="02040503050406030204" pitchFamily="18" charset="0"/>
                            </a:rPr>
                            <m:t>𝑑𝑡</m:t>
                          </m:r>
                        </m:den>
                      </m:f>
                      <m:r>
                        <a:rPr lang="es-ES" sz="2400" i="1" smtClean="0">
                          <a:latin typeface="Cambria Math" panose="02040503050406030204" pitchFamily="18" charset="0"/>
                        </a:rPr>
                        <m:t>+</m:t>
                      </m:r>
                      <m:r>
                        <a:rPr lang="es-ES" sz="2400" i="1" smtClean="0">
                          <a:latin typeface="Cambria Math" panose="02040503050406030204" pitchFamily="18" charset="0"/>
                        </a:rPr>
                        <m:t>𝑘𝑥</m:t>
                      </m:r>
                      <m:d>
                        <m:dPr>
                          <m:ctrlPr>
                            <a:rPr lang="es-ES" sz="2400" i="1" smtClean="0">
                              <a:latin typeface="Cambria Math" panose="02040503050406030204" pitchFamily="18" charset="0"/>
                            </a:rPr>
                          </m:ctrlPr>
                        </m:dPr>
                        <m:e>
                          <m:r>
                            <a:rPr lang="es-ES" sz="2400" i="1" smtClean="0">
                              <a:latin typeface="Cambria Math" panose="02040503050406030204" pitchFamily="18" charset="0"/>
                            </a:rPr>
                            <m:t>𝑡</m:t>
                          </m:r>
                        </m:e>
                      </m:d>
                      <m:r>
                        <a:rPr lang="es-ES" sz="240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smtClean="0">
                              <a:solidFill>
                                <a:srgbClr val="C00000"/>
                              </a:solidFill>
                              <a:latin typeface="Cambria Math" panose="02040503050406030204" pitchFamily="18" charset="0"/>
                            </a:rPr>
                            <m:t>𝑓</m:t>
                          </m:r>
                        </m:e>
                        <m:sub>
                          <m:r>
                            <a:rPr lang="es-ES" sz="2400" i="1" smtClean="0">
                              <a:solidFill>
                                <a:srgbClr val="C00000"/>
                              </a:solidFill>
                              <a:latin typeface="Cambria Math" panose="02040503050406030204" pitchFamily="18" charset="0"/>
                            </a:rPr>
                            <m:t>𝑒𝑥</m:t>
                          </m:r>
                        </m:sub>
                      </m:sSub>
                      <m:d>
                        <m:dPr>
                          <m:ctrlPr>
                            <a:rPr lang="es-ES" sz="2400" i="1" smtClean="0">
                              <a:solidFill>
                                <a:srgbClr val="C00000"/>
                              </a:solidFill>
                              <a:latin typeface="Cambria Math" panose="02040503050406030204" pitchFamily="18" charset="0"/>
                            </a:rPr>
                          </m:ctrlPr>
                        </m:dPr>
                        <m:e>
                          <m:r>
                            <a:rPr lang="de-DE" sz="2400" b="0" i="1" smtClean="0">
                              <a:solidFill>
                                <a:srgbClr val="C00000"/>
                              </a:solidFill>
                              <a:latin typeface="Cambria Math" panose="02040503050406030204" pitchFamily="18" charset="0"/>
                            </a:rPr>
                            <m:t>(</m:t>
                          </m:r>
                          <m:r>
                            <a:rPr lang="de-DE" sz="2400" b="0" i="1" smtClean="0">
                              <a:solidFill>
                                <a:srgbClr val="C00000"/>
                              </a:solidFill>
                              <a:latin typeface="Cambria Math" panose="02040503050406030204" pitchFamily="18" charset="0"/>
                            </a:rPr>
                            <m:t>𝑡</m:t>
                          </m:r>
                          <m:r>
                            <a:rPr lang="de-DE" sz="2400" b="0" i="1" smtClean="0">
                              <a:solidFill>
                                <a:srgbClr val="C00000"/>
                              </a:solidFill>
                              <a:latin typeface="Cambria Math" panose="02040503050406030204" pitchFamily="18" charset="0"/>
                            </a:rPr>
                            <m:t>)</m:t>
                          </m:r>
                        </m:e>
                      </m:d>
                      <m:r>
                        <a:rPr lang="es-ES" sz="2400" i="1" smtClean="0">
                          <a:latin typeface="Cambria Math" panose="02040503050406030204" pitchFamily="18" charset="0"/>
                        </a:rPr>
                        <m:t>+</m:t>
                      </m:r>
                      <m:sSub>
                        <m:sSubPr>
                          <m:ctrlPr>
                            <a:rPr lang="es-ES" sz="2400" i="1" smtClean="0">
                              <a:latin typeface="Cambria Math" panose="02040503050406030204" pitchFamily="18" charset="0"/>
                            </a:rPr>
                          </m:ctrlPr>
                        </m:sSubPr>
                        <m:e>
                          <m:r>
                            <a:rPr lang="es-ES" sz="2400" i="1" smtClean="0">
                              <a:latin typeface="Cambria Math" panose="02040503050406030204" pitchFamily="18" charset="0"/>
                            </a:rPr>
                            <m:t>𝑓</m:t>
                          </m:r>
                        </m:e>
                        <m:sub>
                          <m:r>
                            <m:rPr>
                              <m:sty m:val="p"/>
                            </m:rPr>
                            <a:rPr lang="es-ES" sz="2400" i="1" smtClean="0">
                              <a:latin typeface="Cambria Math" panose="02040503050406030204" pitchFamily="18" charset="0"/>
                            </a:rPr>
                            <m:t>ζ</m:t>
                          </m:r>
                        </m:sub>
                      </m:sSub>
                      <m:d>
                        <m:dPr>
                          <m:ctrlPr>
                            <a:rPr lang="es-ES" sz="2400" i="1" smtClean="0">
                              <a:latin typeface="Cambria Math" panose="02040503050406030204" pitchFamily="18" charset="0"/>
                            </a:rPr>
                          </m:ctrlPr>
                        </m:dPr>
                        <m:e>
                          <m:r>
                            <a:rPr lang="de-DE" sz="2400" b="0" i="1" smtClean="0">
                              <a:latin typeface="Cambria Math" panose="02040503050406030204" pitchFamily="18" charset="0"/>
                            </a:rPr>
                            <m:t>(</m:t>
                          </m:r>
                          <m:r>
                            <a:rPr lang="es-ES" sz="2400" i="1" smtClean="0">
                              <a:latin typeface="Cambria Math" panose="02040503050406030204" pitchFamily="18" charset="0"/>
                            </a:rPr>
                            <m:t>𝑡</m:t>
                          </m:r>
                          <m:r>
                            <a:rPr lang="de-DE" sz="2400" b="0" i="1" smtClean="0">
                              <a:latin typeface="Cambria Math" panose="02040503050406030204" pitchFamily="18" charset="0"/>
                            </a:rPr>
                            <m:t>)</m:t>
                          </m:r>
                        </m:e>
                      </m:d>
                      <m:r>
                        <m:rPr>
                          <m:nor/>
                        </m:rPr>
                        <a:rPr lang="es-ES" sz="2400" smtClean="0">
                          <a:latin typeface="Cambria Math" panose="02040503050406030204" pitchFamily="18" charset="0"/>
                        </a:rPr>
                        <m:t>,</m:t>
                      </m:r>
                    </m:oMath>
                  </m:oMathPara>
                </a14:m>
                <a:endParaRPr lang="en-US" dirty="0"/>
              </a:p>
            </p:txBody>
          </p:sp>
        </mc:Choice>
        <mc:Fallback xmlns="">
          <p:sp>
            <p:nvSpPr>
              <p:cNvPr id="93" name="TextBox 92">
                <a:extLst>
                  <a:ext uri="{FF2B5EF4-FFF2-40B4-BE49-F238E27FC236}">
                    <a16:creationId xmlns:a16="http://schemas.microsoft.com/office/drawing/2014/main" id="{58EBD3DF-A80F-328A-9B53-604F01FC5903}"/>
                  </a:ext>
                </a:extLst>
              </p:cNvPr>
              <p:cNvSpPr txBox="1">
                <a:spLocks noRot="1" noChangeAspect="1" noMove="1" noResize="1" noEditPoints="1" noAdjustHandles="1" noChangeArrowheads="1" noChangeShapeType="1" noTextEdit="1"/>
              </p:cNvSpPr>
              <p:nvPr/>
            </p:nvSpPr>
            <p:spPr>
              <a:xfrm>
                <a:off x="5123130" y="893318"/>
                <a:ext cx="4998804" cy="741100"/>
              </a:xfrm>
              <a:prstGeom prst="rect">
                <a:avLst/>
              </a:prstGeom>
              <a:blipFill>
                <a:blip r:embed="rId5"/>
                <a:stretch>
                  <a:fillRect/>
                </a:stretch>
              </a:blipFill>
            </p:spPr>
            <p:txBody>
              <a:bodyPr/>
              <a:lstStyle/>
              <a:p>
                <a:r>
                  <a:rPr lang="en-US">
                    <a:noFill/>
                  </a:rPr>
                  <a:t> </a:t>
                </a:r>
              </a:p>
            </p:txBody>
          </p:sp>
        </mc:Fallback>
      </mc:AlternateContent>
      <p:sp>
        <p:nvSpPr>
          <p:cNvPr id="95" name="TextBox 94">
            <a:extLst>
              <a:ext uri="{FF2B5EF4-FFF2-40B4-BE49-F238E27FC236}">
                <a16:creationId xmlns:a16="http://schemas.microsoft.com/office/drawing/2014/main" id="{F6B34A41-04B6-B608-4115-39D28DD0F98C}"/>
              </a:ext>
            </a:extLst>
          </p:cNvPr>
          <p:cNvSpPr txBox="1"/>
          <p:nvPr/>
        </p:nvSpPr>
        <p:spPr>
          <a:xfrm>
            <a:off x="5314517" y="272135"/>
            <a:ext cx="4013199" cy="738664"/>
          </a:xfrm>
          <a:prstGeom prst="rect">
            <a:avLst/>
          </a:prstGeom>
          <a:noFill/>
        </p:spPr>
        <p:txBody>
          <a:bodyPr wrap="square" rtlCol="0">
            <a:spAutoFit/>
          </a:bodyPr>
          <a:lstStyle/>
          <a:p>
            <a:r>
              <a:rPr lang="es-ES" sz="2400" dirty="0"/>
              <a:t>Langevin</a:t>
            </a:r>
            <a:r>
              <a:rPr lang="es-ES" b="1" dirty="0"/>
              <a:t> </a:t>
            </a:r>
            <a:r>
              <a:rPr lang="es-ES" sz="2400" dirty="0" err="1"/>
              <a:t>Equation</a:t>
            </a:r>
            <a:endParaRPr lang="es-ES" sz="2400" dirty="0"/>
          </a:p>
          <a:p>
            <a:endParaRPr lang="en-US" dirty="0"/>
          </a:p>
        </p:txBody>
      </p:sp>
      <p:grpSp>
        <p:nvGrpSpPr>
          <p:cNvPr id="103" name="Group 102">
            <a:extLst>
              <a:ext uri="{FF2B5EF4-FFF2-40B4-BE49-F238E27FC236}">
                <a16:creationId xmlns:a16="http://schemas.microsoft.com/office/drawing/2014/main" id="{40F17756-5090-B06A-9D47-471409C4FBE2}"/>
              </a:ext>
            </a:extLst>
          </p:cNvPr>
          <p:cNvGrpSpPr/>
          <p:nvPr/>
        </p:nvGrpSpPr>
        <p:grpSpPr>
          <a:xfrm>
            <a:off x="2606297" y="1263868"/>
            <a:ext cx="2516833" cy="3048495"/>
            <a:chOff x="2720597" y="1245473"/>
            <a:chExt cx="2924342" cy="3745976"/>
          </a:xfrm>
        </p:grpSpPr>
        <p:pic>
          <p:nvPicPr>
            <p:cNvPr id="90" name="Picture 89">
              <a:extLst>
                <a:ext uri="{FF2B5EF4-FFF2-40B4-BE49-F238E27FC236}">
                  <a16:creationId xmlns:a16="http://schemas.microsoft.com/office/drawing/2014/main" id="{5AF9484B-7614-E0A0-C45B-ED9B0611DE59}"/>
                </a:ext>
              </a:extLst>
            </p:cNvPr>
            <p:cNvPicPr>
              <a:picLocks noChangeAspect="1"/>
            </p:cNvPicPr>
            <p:nvPr/>
          </p:nvPicPr>
          <p:blipFill>
            <a:blip r:embed="rId6"/>
            <a:srcRect t="6852" b="5399"/>
            <a:stretch>
              <a:fillRect/>
            </a:stretch>
          </p:blipFill>
          <p:spPr>
            <a:xfrm>
              <a:off x="2720597" y="1344264"/>
              <a:ext cx="2770935" cy="3647185"/>
            </a:xfrm>
            <a:prstGeom prst="rect">
              <a:avLst/>
            </a:prstGeom>
          </p:spPr>
        </p:pic>
        <p:sp>
          <p:nvSpPr>
            <p:cNvPr id="94" name="Oval 93">
              <a:extLst>
                <a:ext uri="{FF2B5EF4-FFF2-40B4-BE49-F238E27FC236}">
                  <a16:creationId xmlns:a16="http://schemas.microsoft.com/office/drawing/2014/main" id="{056D88D0-EB97-B856-0774-C6FC5DE86B82}"/>
                </a:ext>
              </a:extLst>
            </p:cNvPr>
            <p:cNvSpPr/>
            <p:nvPr/>
          </p:nvSpPr>
          <p:spPr>
            <a:xfrm rot="20516196">
              <a:off x="4820643" y="1981218"/>
              <a:ext cx="528304" cy="705052"/>
            </a:xfrm>
            <a:prstGeom prst="ellipse">
              <a:avLst/>
            </a:prstGeom>
            <a:solidFill>
              <a:schemeClr val="bg1">
                <a:alpha val="74000"/>
              </a:schemeClr>
            </a:solidFill>
            <a:ln w="41275">
              <a:solidFill>
                <a:srgbClr val="0070C0"/>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7" name="Straight Arrow Connector 96">
              <a:extLst>
                <a:ext uri="{FF2B5EF4-FFF2-40B4-BE49-F238E27FC236}">
                  <a16:creationId xmlns:a16="http://schemas.microsoft.com/office/drawing/2014/main" id="{898FC0A8-2621-813A-243F-1E569E2F4AC3}"/>
                </a:ext>
              </a:extLst>
            </p:cNvPr>
            <p:cNvCxnSpPr>
              <a:cxnSpLocks/>
              <a:stCxn id="94" idx="7"/>
              <a:endCxn id="93" idx="1"/>
            </p:cNvCxnSpPr>
            <p:nvPr/>
          </p:nvCxnSpPr>
          <p:spPr>
            <a:xfrm flipV="1">
              <a:off x="5189288" y="1245473"/>
              <a:ext cx="455651" cy="790033"/>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0F464A77-F20D-BCBB-4CDF-2CD27BEBE6FD}"/>
                  </a:ext>
                </a:extLst>
              </p:cNvPr>
              <p:cNvSpPr txBox="1"/>
              <p:nvPr/>
            </p:nvSpPr>
            <p:spPr>
              <a:xfrm>
                <a:off x="5778500" y="2317065"/>
                <a:ext cx="32921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s-ES" sz="2400" i="1" smtClean="0">
                              <a:latin typeface="Cambria Math" panose="02040503050406030204" pitchFamily="18" charset="0"/>
                            </a:rPr>
                          </m:ctrlPr>
                        </m:sSubPr>
                        <m:e>
                          <m:r>
                            <a:rPr lang="es-ES" sz="2400" i="1">
                              <a:latin typeface="Cambria Math" panose="02040503050406030204" pitchFamily="18" charset="0"/>
                            </a:rPr>
                            <m:t>𝑓</m:t>
                          </m:r>
                        </m:e>
                        <m:sub>
                          <m:r>
                            <a:rPr lang="es-ES" sz="2400" i="1">
                              <a:latin typeface="Cambria Math" panose="02040503050406030204" pitchFamily="18" charset="0"/>
                            </a:rPr>
                            <m:t>𝑒𝑥</m:t>
                          </m:r>
                        </m:sub>
                      </m:sSub>
                      <m:d>
                        <m:dPr>
                          <m:ctrlPr>
                            <a:rPr lang="es-ES" sz="2400" i="1">
                              <a:latin typeface="Cambria Math" panose="02040503050406030204" pitchFamily="18" charset="0"/>
                            </a:rPr>
                          </m:ctrlPr>
                        </m:dPr>
                        <m:e>
                          <m:r>
                            <a:rPr lang="es-ES" sz="2400" i="1">
                              <a:latin typeface="Cambria Math" panose="02040503050406030204" pitchFamily="18" charset="0"/>
                            </a:rPr>
                            <m:t>𝑡</m:t>
                          </m:r>
                        </m:e>
                      </m:d>
                      <m:r>
                        <a:rPr lang="de-DE" sz="2400" b="0" i="1" smtClean="0">
                          <a:latin typeface="Cambria Math" panose="02040503050406030204" pitchFamily="18" charset="0"/>
                        </a:rPr>
                        <m:t>=</m:t>
                      </m:r>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𝑓</m:t>
                          </m:r>
                        </m:e>
                        <m:sub>
                          <m:r>
                            <a:rPr lang="es-ES" sz="2400" i="1">
                              <a:solidFill>
                                <a:srgbClr val="C00000"/>
                              </a:solidFill>
                              <a:latin typeface="Cambria Math" panose="02040503050406030204" pitchFamily="18" charset="0"/>
                            </a:rPr>
                            <m:t>𝑜</m:t>
                          </m:r>
                        </m:sub>
                      </m:sSub>
                      <m:r>
                        <m:rPr>
                          <m:nor/>
                        </m:rPr>
                        <a:rPr lang="es-ES" sz="2400" i="0"/>
                        <m:t>cos</m:t>
                      </m:r>
                      <m:d>
                        <m:dPr>
                          <m:ctrlPr>
                            <a:rPr lang="es-ES" sz="2400" i="1">
                              <a:latin typeface="Cambria Math" panose="02040503050406030204" pitchFamily="18" charset="0"/>
                            </a:rPr>
                          </m:ctrlPr>
                        </m:dPr>
                        <m:e>
                          <m:sSub>
                            <m:sSubPr>
                              <m:ctrlPr>
                                <a:rPr lang="es-ES" sz="2400" i="1" smtClean="0">
                                  <a:solidFill>
                                    <a:srgbClr val="C00000"/>
                                  </a:solidFill>
                                  <a:latin typeface="Cambria Math" panose="02040503050406030204" pitchFamily="18" charset="0"/>
                                </a:rPr>
                              </m:ctrlPr>
                            </m:sSub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Sub>
                          <m:r>
                            <a:rPr lang="es-ES" sz="2400" i="1">
                              <a:latin typeface="Cambria Math" panose="02040503050406030204" pitchFamily="18" charset="0"/>
                            </a:rPr>
                            <m:t>𝑡</m:t>
                          </m:r>
                          <m:r>
                            <a:rPr lang="es-ES" sz="2400" i="1">
                              <a:latin typeface="Cambria Math" panose="02040503050406030204" pitchFamily="18" charset="0"/>
                            </a:rPr>
                            <m:t>+</m:t>
                          </m:r>
                          <m:r>
                            <m:rPr>
                              <m:sty m:val="p"/>
                            </m:rPr>
                            <a:rPr lang="es-ES" sz="2400">
                              <a:latin typeface="Cambria Math" panose="02040503050406030204" pitchFamily="18" charset="0"/>
                            </a:rPr>
                            <m:t>Θ</m:t>
                          </m:r>
                        </m:e>
                      </m:d>
                    </m:oMath>
                  </m:oMathPara>
                </a14:m>
                <a:endParaRPr lang="en-US" sz="2400" dirty="0"/>
              </a:p>
            </p:txBody>
          </p:sp>
        </mc:Choice>
        <mc:Fallback xmlns="">
          <p:sp>
            <p:nvSpPr>
              <p:cNvPr id="99" name="TextBox 98">
                <a:extLst>
                  <a:ext uri="{FF2B5EF4-FFF2-40B4-BE49-F238E27FC236}">
                    <a16:creationId xmlns:a16="http://schemas.microsoft.com/office/drawing/2014/main" id="{0F464A77-F20D-BCBB-4CDF-2CD27BEBE6FD}"/>
                  </a:ext>
                </a:extLst>
              </p:cNvPr>
              <p:cNvSpPr txBox="1">
                <a:spLocks noRot="1" noChangeAspect="1" noMove="1" noResize="1" noEditPoints="1" noAdjustHandles="1" noChangeArrowheads="1" noChangeShapeType="1" noTextEdit="1"/>
              </p:cNvSpPr>
              <p:nvPr/>
            </p:nvSpPr>
            <p:spPr>
              <a:xfrm>
                <a:off x="5778500" y="2317065"/>
                <a:ext cx="3292183" cy="369332"/>
              </a:xfrm>
              <a:prstGeom prst="rect">
                <a:avLst/>
              </a:prstGeom>
              <a:blipFill>
                <a:blip r:embed="rId7"/>
                <a:stretch>
                  <a:fillRect l="-2963" t="-1639" b="-3278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A4C6BA02-5FA4-8B12-A2D4-B4383BE99751}"/>
                  </a:ext>
                </a:extLst>
              </p:cNvPr>
              <p:cNvSpPr txBox="1"/>
              <p:nvPr/>
            </p:nvSpPr>
            <p:spPr>
              <a:xfrm>
                <a:off x="5707803" y="3100639"/>
                <a:ext cx="3880359"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sz="2400" i="1" dirty="0" smtClean="0">
                              <a:latin typeface="Cambria Math" panose="02040503050406030204" pitchFamily="18" charset="0"/>
                            </a:rPr>
                          </m:ctrlPr>
                        </m:sSubPr>
                        <m:e>
                          <m:r>
                            <a:rPr lang="en-US" sz="2400" i="1" dirty="0" smtClean="0">
                              <a:latin typeface="Cambria Math" panose="02040503050406030204" pitchFamily="18" charset="0"/>
                            </a:rPr>
                            <m:t>𝑓</m:t>
                          </m:r>
                        </m:e>
                        <m:sub>
                          <m:r>
                            <a:rPr lang="en-US" sz="2400" i="1" dirty="0" smtClean="0">
                              <a:latin typeface="Cambria Math" panose="02040503050406030204" pitchFamily="18" charset="0"/>
                            </a:rPr>
                            <m:t>𝑜</m:t>
                          </m:r>
                        </m:sub>
                      </m:sSub>
                      <m:r>
                        <a:rPr lang="de-DE" sz="2400" b="0" i="1" dirty="0" smtClean="0">
                          <a:latin typeface="Cambria Math" panose="02040503050406030204" pitchFamily="18" charset="0"/>
                        </a:rPr>
                        <m:t>=</m:t>
                      </m:r>
                      <m:r>
                        <a:rPr lang="en-US" sz="2400" i="1" dirty="0" smtClean="0">
                          <a:latin typeface="Cambria Math" panose="02040503050406030204" pitchFamily="18" charset="0"/>
                        </a:rPr>
                        <m:t>2</m:t>
                      </m:r>
                      <m:r>
                        <a:rPr lang="en-US" sz="2400" i="1" dirty="0" smtClean="0">
                          <a:latin typeface="Cambria Math" panose="02040503050406030204" pitchFamily="18" charset="0"/>
                        </a:rPr>
                        <m:t>𝜋</m:t>
                      </m:r>
                      <m:sSup>
                        <m:sSupPr>
                          <m:ctrlPr>
                            <a:rPr lang="en-US" sz="2400" i="1" dirty="0" smtClean="0">
                              <a:latin typeface="Cambria Math" panose="02040503050406030204" pitchFamily="18" charset="0"/>
                            </a:rPr>
                          </m:ctrlPr>
                        </m:sSupPr>
                        <m:e>
                          <m:r>
                            <a:rPr lang="en-US" sz="2400" i="1" dirty="0" smtClean="0">
                              <a:latin typeface="Cambria Math" panose="02040503050406030204" pitchFamily="18" charset="0"/>
                            </a:rPr>
                            <m:t>𝑟</m:t>
                          </m:r>
                        </m:e>
                        <m:sup>
                          <m:r>
                            <a:rPr lang="en-US" sz="2400" i="1" dirty="0" smtClean="0">
                              <a:latin typeface="Cambria Math" panose="02040503050406030204" pitchFamily="18" charset="0"/>
                            </a:rPr>
                            <m:t>3</m:t>
                          </m:r>
                        </m:sup>
                      </m:sSup>
                      <m:sSub>
                        <m:sSubPr>
                          <m:ctrlPr>
                            <a:rPr lang="en-US" sz="2400" i="1" dirty="0">
                              <a:latin typeface="Cambria Math" panose="02040503050406030204" pitchFamily="18" charset="0"/>
                            </a:rPr>
                          </m:ctrlPr>
                        </m:sSubPr>
                        <m:e>
                          <m:r>
                            <a:rPr lang="en-US" sz="2400" i="1" dirty="0" smtClean="0">
                              <a:latin typeface="Cambria Math" panose="02040503050406030204" pitchFamily="18" charset="0"/>
                            </a:rPr>
                            <m:t>𝜀</m:t>
                          </m:r>
                        </m:e>
                        <m:sub>
                          <m:r>
                            <a:rPr lang="en-US" sz="2400" i="1" dirty="0">
                              <a:latin typeface="Cambria Math" panose="02040503050406030204" pitchFamily="18" charset="0"/>
                            </a:rPr>
                            <m:t>𝑚</m:t>
                          </m:r>
                        </m:sub>
                      </m:sSub>
                      <m:r>
                        <a:rPr lang="en-US" sz="2400" i="1" dirty="0">
                          <a:latin typeface="Cambria Math" panose="02040503050406030204" pitchFamily="18" charset="0"/>
                        </a:rPr>
                        <m:t>𝐑𝐞</m:t>
                      </m:r>
                      <m:d>
                        <m:dPr>
                          <m:begChr m:val="{"/>
                          <m:endChr m:val="}"/>
                          <m:ctrlPr>
                            <a:rPr lang="en-US" sz="2400" i="1" dirty="0">
                              <a:latin typeface="Cambria Math" panose="02040503050406030204" pitchFamily="18" charset="0"/>
                            </a:rPr>
                          </m:ctrlPr>
                        </m:dPr>
                        <m:e>
                          <m:r>
                            <a:rPr lang="en-US" sz="2400" i="1" dirty="0">
                              <a:latin typeface="Cambria Math" panose="02040503050406030204" pitchFamily="18" charset="0"/>
                            </a:rPr>
                            <m:t>𝒦</m:t>
                          </m:r>
                        </m:e>
                      </m:d>
                      <m:r>
                        <m:rPr>
                          <m:sty m:val="p"/>
                        </m:rPr>
                        <a:rPr lang="en-US" sz="2400" i="0" dirty="0">
                          <a:latin typeface="Cambria Math" panose="02040503050406030204" pitchFamily="18" charset="0"/>
                        </a:rPr>
                        <m:t>∇</m:t>
                      </m:r>
                      <m:sSup>
                        <m:sSupPr>
                          <m:ctrlPr>
                            <a:rPr lang="en-US" sz="2400" i="1" dirty="0">
                              <a:latin typeface="Cambria Math" panose="02040503050406030204" pitchFamily="18" charset="0"/>
                            </a:rPr>
                          </m:ctrlPr>
                        </m:sSupPr>
                        <m:e>
                          <m:d>
                            <m:dPr>
                              <m:begChr m:val="|"/>
                              <m:endChr m:val="|"/>
                              <m:ctrlPr>
                                <a:rPr lang="en-US" sz="2400" i="1" dirty="0">
                                  <a:latin typeface="Cambria Math" panose="02040503050406030204" pitchFamily="18" charset="0"/>
                                </a:rPr>
                              </m:ctrlPr>
                            </m:dPr>
                            <m:e>
                              <m:sSub>
                                <m:sSubPr>
                                  <m:ctrlPr>
                                    <a:rPr lang="en-US" sz="2400" i="1" dirty="0">
                                      <a:latin typeface="Cambria Math" panose="02040503050406030204" pitchFamily="18" charset="0"/>
                                    </a:rPr>
                                  </m:ctrlPr>
                                </m:sSubPr>
                                <m:e>
                                  <m:r>
                                    <a:rPr lang="en-US" sz="2400" i="1" dirty="0">
                                      <a:latin typeface="Cambria Math" panose="02040503050406030204" pitchFamily="18" charset="0"/>
                                    </a:rPr>
                                    <m:t>𝐄</m:t>
                                  </m:r>
                                </m:e>
                                <m:sub>
                                  <m:r>
                                    <a:rPr lang="en-US" sz="2400" i="1" dirty="0">
                                      <a:latin typeface="Cambria Math" panose="02040503050406030204" pitchFamily="18" charset="0"/>
                                    </a:rPr>
                                    <m:t>𝐫𝐦𝐬</m:t>
                                  </m:r>
                                </m:sub>
                              </m:sSub>
                            </m:e>
                          </m:d>
                        </m:e>
                        <m:sup>
                          <m:r>
                            <a:rPr lang="en-US" sz="2400" i="1" dirty="0">
                              <a:latin typeface="Cambria Math" panose="02040503050406030204" pitchFamily="18" charset="0"/>
                            </a:rPr>
                            <m:t>2</m:t>
                          </m:r>
                        </m:sup>
                      </m:sSup>
                    </m:oMath>
                  </m:oMathPara>
                </a14:m>
                <a:endParaRPr/>
              </a:p>
            </p:txBody>
          </p:sp>
        </mc:Choice>
        <mc:Fallback xmlns="">
          <p:sp>
            <p:nvSpPr>
              <p:cNvPr id="102" name="TextBox 101">
                <a:extLst>
                  <a:ext uri="{FF2B5EF4-FFF2-40B4-BE49-F238E27FC236}">
                    <a16:creationId xmlns:a16="http://schemas.microsoft.com/office/drawing/2014/main" id="{A4C6BA02-5FA4-8B12-A2D4-B4383BE99751}"/>
                  </a:ext>
                </a:extLst>
              </p:cNvPr>
              <p:cNvSpPr txBox="1">
                <a:spLocks noRot="1" noChangeAspect="1" noMove="1" noResize="1" noEditPoints="1" noAdjustHandles="1" noChangeArrowheads="1" noChangeShapeType="1" noTextEdit="1"/>
              </p:cNvSpPr>
              <p:nvPr/>
            </p:nvSpPr>
            <p:spPr>
              <a:xfrm>
                <a:off x="5707803" y="3100639"/>
                <a:ext cx="3880359" cy="461665"/>
              </a:xfrm>
              <a:prstGeom prst="rect">
                <a:avLst/>
              </a:prstGeom>
              <a:blipFill>
                <a:blip r:embed="rId8"/>
                <a:stretch>
                  <a:fillRect l="-942" t="-10667" r="-3925" b="-30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343DF65D-CA51-3CFB-4C74-4746DA3AF1A8}"/>
                  </a:ext>
                </a:extLst>
              </p:cNvPr>
              <p:cNvSpPr txBox="1"/>
              <p:nvPr/>
            </p:nvSpPr>
            <p:spPr>
              <a:xfrm>
                <a:off x="5707803" y="3951955"/>
                <a:ext cx="3532698" cy="9530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𝑝</m:t>
                          </m:r>
                        </m:e>
                        <m:sub>
                          <m:r>
                            <a:rPr lang="en-US" sz="2400" i="1">
                              <a:latin typeface="Cambria Math" panose="02040503050406030204" pitchFamily="18" charset="0"/>
                            </a:rPr>
                            <m:t>𝑈</m:t>
                          </m:r>
                        </m:sub>
                      </m:sSub>
                      <m:r>
                        <a:rPr lang="en-US" sz="2400" i="1">
                          <a:latin typeface="Cambria Math" panose="02040503050406030204" pitchFamily="18" charset="0"/>
                        </a:rPr>
                        <m:t>=</m:t>
                      </m:r>
                      <m:r>
                        <a:rPr lang="en-US" sz="2400" i="1">
                          <a:latin typeface="Cambria Math" panose="02040503050406030204" pitchFamily="18" charset="0"/>
                        </a:rPr>
                        <m:t>1</m:t>
                      </m:r>
                      <m:r>
                        <a:rPr lang="en-US" sz="2400" i="1">
                          <a:latin typeface="Cambria Math" panose="02040503050406030204" pitchFamily="18" charset="0"/>
                        </a:rPr>
                        <m:t>−</m:t>
                      </m:r>
                      <m:f>
                        <m:fPr>
                          <m:ctrlPr>
                            <a:rPr lang="en-US" sz="2400" i="1">
                              <a:latin typeface="Cambria Math" panose="02040503050406030204" pitchFamily="18" charset="0"/>
                            </a:rPr>
                          </m:ctrlPr>
                        </m:fPr>
                        <m:num>
                          <m:r>
                            <a:rPr lang="en-US" sz="2400" i="1">
                              <a:latin typeface="Cambria Math" panose="02040503050406030204" pitchFamily="18" charset="0"/>
                            </a:rPr>
                            <m:t>1</m:t>
                          </m:r>
                        </m:num>
                        <m:den>
                          <m:r>
                            <a:rPr lang="en-US" sz="2400" i="1">
                              <a:latin typeface="Cambria Math" panose="02040503050406030204" pitchFamily="18" charset="0"/>
                            </a:rPr>
                            <m:t>1</m:t>
                          </m:r>
                          <m:r>
                            <a:rPr lang="en-US" sz="2400" i="1">
                              <a:latin typeface="Cambria Math" panose="02040503050406030204" pitchFamily="18" charset="0"/>
                            </a:rPr>
                            <m:t>+</m:t>
                          </m:r>
                          <m:sSup>
                            <m:sSupPr>
                              <m:ctrlPr>
                                <a:rPr lang="en-US" sz="2400" i="1" smtClean="0">
                                  <a:latin typeface="Cambria Math" panose="02040503050406030204" pitchFamily="18" charset="0"/>
                                </a:rPr>
                              </m:ctrlPr>
                            </m:sSupPr>
                            <m:e>
                              <m:r>
                                <a:rPr lang="de-DE" sz="2400" b="0" i="1" smtClean="0">
                                  <a:latin typeface="Cambria Math" panose="02040503050406030204" pitchFamily="18" charset="0"/>
                                </a:rPr>
                                <m:t>𝑒</m:t>
                              </m:r>
                            </m:e>
                            <m:sup>
                              <m:d>
                                <m:dPr>
                                  <m:ctrlPr>
                                    <a:rPr lang="en-US" sz="2400" i="1">
                                      <a:latin typeface="Cambria Math" panose="02040503050406030204" pitchFamily="18" charset="0"/>
                                    </a:rPr>
                                  </m:ctrlPr>
                                </m:dPr>
                                <m:e>
                                  <m:f>
                                    <m:fPr>
                                      <m:ctrlPr>
                                        <a:rPr lang="en-US" sz="2400" i="1">
                                          <a:latin typeface="Cambria Math" panose="02040503050406030204" pitchFamily="18" charset="0"/>
                                        </a:rPr>
                                      </m:ctrlPr>
                                    </m:fPr>
                                    <m:num>
                                      <m:r>
                                        <m:rPr>
                                          <m:sty m:val="p"/>
                                        </m:rPr>
                                        <a:rPr lang="en-US" sz="2400">
                                          <a:latin typeface="Cambria Math" panose="02040503050406030204" pitchFamily="18" charset="0"/>
                                        </a:rPr>
                                        <m:t>Δ</m:t>
                                      </m:r>
                                      <m:r>
                                        <a:rPr lang="en-US" sz="2400" i="1">
                                          <a:latin typeface="Cambria Math" panose="02040503050406030204" pitchFamily="18" charset="0"/>
                                        </a:rPr>
                                        <m:t>𝐸</m:t>
                                      </m:r>
                                      <m:r>
                                        <a:rPr lang="en-US" sz="2400" i="1">
                                          <a:latin typeface="Cambria Math" panose="02040503050406030204" pitchFamily="18" charset="0"/>
                                        </a:rPr>
                                        <m:t>−</m:t>
                                      </m:r>
                                      <m:sSub>
                                        <m:sSubPr>
                                          <m:ctrlPr>
                                            <a:rPr lang="en-US" sz="2400" i="1" smtClean="0">
                                              <a:solidFill>
                                                <a:srgbClr val="C00000"/>
                                              </a:solidFill>
                                              <a:latin typeface="Cambria Math" panose="02040503050406030204" pitchFamily="18" charset="0"/>
                                            </a:rPr>
                                          </m:ctrlPr>
                                        </m:sSubPr>
                                        <m:e>
                                          <m:d>
                                            <m:dPr>
                                              <m:begChr m:val="⟨"/>
                                              <m:endChr m:val="⟩"/>
                                              <m:ctrlPr>
                                                <a:rPr lang="en-US" sz="2400" i="1">
                                                  <a:solidFill>
                                                    <a:srgbClr val="C00000"/>
                                                  </a:solidFill>
                                                  <a:latin typeface="Cambria Math" panose="02040503050406030204" pitchFamily="18" charset="0"/>
                                                </a:rPr>
                                              </m:ctrlPr>
                                            </m:dPr>
                                            <m:e>
                                              <m:sSub>
                                                <m:sSubPr>
                                                  <m:ctrlPr>
                                                    <a:rPr lang="en-US" sz="2400" i="1">
                                                      <a:solidFill>
                                                        <a:srgbClr val="C00000"/>
                                                      </a:solidFill>
                                                      <a:latin typeface="Cambria Math" panose="02040503050406030204" pitchFamily="18" charset="0"/>
                                                    </a:rPr>
                                                  </m:ctrlPr>
                                                </m:sSubPr>
                                                <m:e>
                                                  <m:r>
                                                    <a:rPr lang="en-US" sz="2400" i="1">
                                                      <a:solidFill>
                                                        <a:srgbClr val="C00000"/>
                                                      </a:solidFill>
                                                      <a:latin typeface="Cambria Math" panose="02040503050406030204" pitchFamily="18" charset="0"/>
                                                    </a:rPr>
                                                    <m:t>𝐸</m:t>
                                                  </m:r>
                                                </m:e>
                                                <m:sub>
                                                  <m:r>
                                                    <a:rPr lang="en-US" sz="2400" i="1">
                                                      <a:solidFill>
                                                        <a:srgbClr val="C00000"/>
                                                      </a:solidFill>
                                                      <a:latin typeface="Cambria Math" panose="02040503050406030204" pitchFamily="18" charset="0"/>
                                                    </a:rPr>
                                                    <m:t>𝑡𝑜𝑡</m:t>
                                                  </m:r>
                                                </m:sub>
                                              </m:sSub>
                                            </m:e>
                                          </m:d>
                                        </m:e>
                                        <m:sub>
                                          <m:r>
                                            <a:rPr lang="en-US" sz="2400" i="1">
                                              <a:solidFill>
                                                <a:srgbClr val="C00000"/>
                                              </a:solidFill>
                                              <a:latin typeface="Cambria Math" panose="02040503050406030204" pitchFamily="18" charset="0"/>
                                            </a:rPr>
                                            <m:t>𝑠𝑠</m:t>
                                          </m:r>
                                        </m:sub>
                                      </m:sSub>
                                    </m:num>
                                    <m:den>
                                      <m:sSub>
                                        <m:sSubPr>
                                          <m:ctrlPr>
                                            <a:rPr lang="en-US" sz="2400" i="1">
                                              <a:latin typeface="Cambria Math" panose="02040503050406030204" pitchFamily="18" charset="0"/>
                                            </a:rPr>
                                          </m:ctrlPr>
                                        </m:sSubPr>
                                        <m:e>
                                          <m:r>
                                            <a:rPr lang="en-US" sz="2400" i="1">
                                              <a:latin typeface="Cambria Math" panose="02040503050406030204" pitchFamily="18" charset="0"/>
                                            </a:rPr>
                                            <m:t>𝑘</m:t>
                                          </m:r>
                                        </m:e>
                                        <m:sub>
                                          <m:r>
                                            <a:rPr lang="en-US" sz="2400" i="1">
                                              <a:latin typeface="Cambria Math" panose="02040503050406030204" pitchFamily="18" charset="0"/>
                                            </a:rPr>
                                            <m:t>𝑏</m:t>
                                          </m:r>
                                        </m:sub>
                                      </m:sSub>
                                      <m:r>
                                        <a:rPr lang="en-US" sz="2400" i="1">
                                          <a:latin typeface="Cambria Math" panose="02040503050406030204" pitchFamily="18" charset="0"/>
                                        </a:rPr>
                                        <m:t>𝑇</m:t>
                                      </m:r>
                                    </m:den>
                                  </m:f>
                                </m:e>
                              </m:d>
                            </m:sup>
                          </m:sSup>
                        </m:den>
                      </m:f>
                    </m:oMath>
                  </m:oMathPara>
                </a14:m>
                <a:endParaRPr lang="en-US" sz="2400" dirty="0"/>
              </a:p>
            </p:txBody>
          </p:sp>
        </mc:Choice>
        <mc:Fallback xmlns="">
          <p:sp>
            <p:nvSpPr>
              <p:cNvPr id="105" name="TextBox 104">
                <a:extLst>
                  <a:ext uri="{FF2B5EF4-FFF2-40B4-BE49-F238E27FC236}">
                    <a16:creationId xmlns:a16="http://schemas.microsoft.com/office/drawing/2014/main" id="{343DF65D-CA51-3CFB-4C74-4746DA3AF1A8}"/>
                  </a:ext>
                </a:extLst>
              </p:cNvPr>
              <p:cNvSpPr txBox="1">
                <a:spLocks noRot="1" noChangeAspect="1" noMove="1" noResize="1" noEditPoints="1" noAdjustHandles="1" noChangeArrowheads="1" noChangeShapeType="1" noTextEdit="1"/>
              </p:cNvSpPr>
              <p:nvPr/>
            </p:nvSpPr>
            <p:spPr>
              <a:xfrm>
                <a:off x="5707803" y="3951955"/>
                <a:ext cx="3532698" cy="953018"/>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0EE96279-8C05-7E13-BE93-8CAACCA102CE}"/>
                  </a:ext>
                </a:extLst>
              </p:cNvPr>
              <p:cNvSpPr txBox="1"/>
              <p:nvPr/>
            </p:nvSpPr>
            <p:spPr>
              <a:xfrm>
                <a:off x="4738858" y="5732731"/>
                <a:ext cx="6691319" cy="70814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s-ES" sz="2400" i="1" smtClean="0">
                          <a:latin typeface="Cambria Math" panose="02040503050406030204" pitchFamily="18" charset="0"/>
                        </a:rPr>
                        <m:t>⟨</m:t>
                      </m:r>
                      <m:r>
                        <a:rPr lang="es-ES" sz="2400" i="1" smtClean="0">
                          <a:latin typeface="Cambria Math" panose="02040503050406030204" pitchFamily="18" charset="0"/>
                        </a:rPr>
                        <m:t>𝐸</m:t>
                      </m:r>
                      <m:r>
                        <a:rPr lang="es-ES" sz="2400" i="1" smtClean="0">
                          <a:latin typeface="Cambria Math" panose="02040503050406030204" pitchFamily="18" charset="0"/>
                        </a:rPr>
                        <m:t>_</m:t>
                      </m:r>
                      <m:r>
                        <a:rPr lang="es-ES" sz="2400" i="1" smtClean="0">
                          <a:latin typeface="Cambria Math" panose="02040503050406030204" pitchFamily="18" charset="0"/>
                        </a:rPr>
                        <m:t>𝑡𝑜𝑡</m:t>
                      </m:r>
                      <m:r>
                        <a:rPr lang="es-ES" sz="2400" i="1" smtClean="0">
                          <a:latin typeface="Cambria Math" panose="02040503050406030204" pitchFamily="18" charset="0"/>
                        </a:rPr>
                        <m:t> ⟩=</m:t>
                      </m:r>
                      <m:f>
                        <m:fPr>
                          <m:ctrlPr>
                            <a:rPr lang="de-DE" sz="2400" b="0" i="1" smtClean="0">
                              <a:latin typeface="Cambria Math" panose="02040503050406030204" pitchFamily="18" charset="0"/>
                            </a:rPr>
                          </m:ctrlPr>
                        </m:fPr>
                        <m:num>
                          <m:r>
                            <a:rPr lang="es-ES" sz="2400" i="1" smtClean="0">
                              <a:solidFill>
                                <a:srgbClr val="C00000"/>
                              </a:solidFill>
                              <a:latin typeface="Cambria Math" panose="02040503050406030204" pitchFamily="18" charset="0"/>
                            </a:rPr>
                            <m:t>𝛼</m:t>
                          </m:r>
                        </m:num>
                        <m:den>
                          <m:r>
                            <a:rPr lang="de-DE" sz="2400" b="0" i="1" smtClean="0">
                              <a:latin typeface="Cambria Math" panose="02040503050406030204" pitchFamily="18" charset="0"/>
                            </a:rPr>
                            <m:t>4</m:t>
                          </m:r>
                          <m:r>
                            <a:rPr lang="de-DE" sz="2400" b="0" i="1" smtClean="0">
                              <a:latin typeface="Cambria Math" panose="02040503050406030204" pitchFamily="18" charset="0"/>
                              <a:ea typeface="Cambria Math" panose="02040503050406030204" pitchFamily="18" charset="0"/>
                            </a:rPr>
                            <m:t>𝛽</m:t>
                          </m:r>
                          <m:r>
                            <a:rPr lang="de-DE" sz="2400" b="0" i="1" smtClean="0">
                              <a:latin typeface="Cambria Math" panose="02040503050406030204" pitchFamily="18" charset="0"/>
                              <a:ea typeface="Cambria Math" panose="02040503050406030204" pitchFamily="18" charset="0"/>
                            </a:rPr>
                            <m:t>𝑚</m:t>
                          </m:r>
                          <m:d>
                            <m:dPr>
                              <m:begChr m:val="["/>
                              <m:endChr m:val="]"/>
                              <m:ctrlPr>
                                <a:rPr lang="es-ES" sz="2400" i="1">
                                  <a:latin typeface="Cambria Math" panose="02040503050406030204" pitchFamily="18" charset="0"/>
                                </a:rPr>
                              </m:ctrlPr>
                            </m:dPr>
                            <m:e>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es-ES" sz="2400" i="1">
                                          <a:latin typeface="Cambria Math" panose="02040503050406030204" pitchFamily="18" charset="0"/>
                                        </a:rPr>
                                        <m:t>−</m:t>
                                      </m:r>
                                      <m:sSubSup>
                                        <m:sSubSupPr>
                                          <m:ctrlPr>
                                            <a:rPr lang="es-ES" sz="2400" i="1" smtClean="0">
                                              <a:solidFill>
                                                <a:srgbClr val="C00000"/>
                                              </a:solidFill>
                                              <a:latin typeface="Cambria Math" panose="02040503050406030204" pitchFamily="18" charset="0"/>
                                            </a:rPr>
                                          </m:ctrlPr>
                                        </m:sSubSupPr>
                                        <m:e>
                                          <m:r>
                                            <a:rPr lang="es-ES" sz="2400" i="1">
                                              <a:solidFill>
                                                <a:srgbClr val="C00000"/>
                                              </a:solidFill>
                                              <a:latin typeface="Cambria Math" panose="02040503050406030204" pitchFamily="18" charset="0"/>
                                            </a:rPr>
                                            <m:t>𝜔</m:t>
                                          </m:r>
                                        </m:e>
                                        <m:sub>
                                          <m:r>
                                            <a:rPr lang="es-ES" sz="2400" i="1">
                                              <a:solidFill>
                                                <a:srgbClr val="C00000"/>
                                              </a:solidFill>
                                              <a:latin typeface="Cambria Math" panose="02040503050406030204" pitchFamily="18" charset="0"/>
                                            </a:rPr>
                                            <m:t>𝑎</m:t>
                                          </m:r>
                                        </m:sub>
                                        <m:sup>
                                          <m:r>
                                            <a:rPr lang="es-ES" sz="2400" i="1">
                                              <a:solidFill>
                                                <a:srgbClr val="C00000"/>
                                              </a:solidFill>
                                              <a:latin typeface="Cambria Math" panose="02040503050406030204" pitchFamily="18" charset="0"/>
                                            </a:rPr>
                                            <m:t>2</m:t>
                                          </m:r>
                                        </m:sup>
                                      </m:sSubSup>
                                    </m:e>
                                  </m:d>
                                </m:e>
                                <m:sup>
                                  <m:r>
                                    <a:rPr lang="es-ES" sz="2400" i="1">
                                      <a:latin typeface="Cambria Math" panose="02040503050406030204" pitchFamily="18" charset="0"/>
                                    </a:rPr>
                                    <m:t>2</m:t>
                                  </m:r>
                                </m:sup>
                              </m:sSup>
                              <m:r>
                                <a:rPr lang="es-ES" sz="2400" i="1">
                                  <a:latin typeface="Cambria Math" panose="02040503050406030204" pitchFamily="18" charset="0"/>
                                </a:rPr>
                                <m:t>+</m:t>
                              </m:r>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
                                        <m:sSubPr>
                                          <m:ctrlPr>
                                            <a:rPr lang="es-ES" sz="2400" i="1">
                                              <a:latin typeface="Cambria Math" panose="02040503050406030204" pitchFamily="18" charset="0"/>
                                            </a:rPr>
                                          </m:ctrlPr>
                                        </m:sSubPr>
                                        <m:e>
                                          <m:r>
                                            <a:rPr lang="es-ES" sz="2400" i="1">
                                              <a:latin typeface="Cambria Math" panose="02040503050406030204" pitchFamily="18" charset="0"/>
                                            </a:rPr>
                                            <m:t>𝜔</m:t>
                                          </m:r>
                                        </m:e>
                                        <m:sub>
                                          <m:r>
                                            <a:rPr lang="es-ES" sz="2400" i="1">
                                              <a:latin typeface="Cambria Math" panose="02040503050406030204" pitchFamily="18" charset="0"/>
                                            </a:rPr>
                                            <m:t>𝑎</m:t>
                                          </m:r>
                                        </m:sub>
                                      </m:sSub>
                                      <m:r>
                                        <a:rPr lang="es-ES" sz="2400" i="1">
                                          <a:latin typeface="Cambria Math" panose="02040503050406030204" pitchFamily="18" charset="0"/>
                                        </a:rPr>
                                        <m:t>𝛾</m:t>
                                      </m:r>
                                    </m:e>
                                  </m:d>
                                </m:e>
                                <m:sup>
                                  <m:r>
                                    <a:rPr lang="es-ES" sz="2400" i="1">
                                      <a:latin typeface="Cambria Math" panose="02040503050406030204" pitchFamily="18" charset="0"/>
                                    </a:rPr>
                                    <m:t>2</m:t>
                                  </m:r>
                                </m:sup>
                              </m:sSup>
                            </m:e>
                          </m:d>
                        </m:den>
                      </m:f>
                      <m:sSup>
                        <m:sSupPr>
                          <m:ctrlPr>
                            <a:rPr lang="es-ES" sz="2400" i="1">
                              <a:latin typeface="Cambria Math" panose="02040503050406030204" pitchFamily="18" charset="0"/>
                            </a:rPr>
                          </m:ctrlPr>
                        </m:sSupPr>
                        <m:e>
                          <m:d>
                            <m:dPr>
                              <m:ctrlPr>
                                <a:rPr lang="es-ES" sz="2400" i="1">
                                  <a:latin typeface="Cambria Math" panose="02040503050406030204" pitchFamily="18" charset="0"/>
                                </a:rPr>
                              </m:ctrlPr>
                            </m:dPr>
                            <m:e>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𝑜</m:t>
                                  </m:r>
                                </m:sub>
                                <m:sup>
                                  <m:r>
                                    <a:rPr lang="es-ES" sz="2400" i="1">
                                      <a:latin typeface="Cambria Math" panose="02040503050406030204" pitchFamily="18" charset="0"/>
                                    </a:rPr>
                                    <m:t>2</m:t>
                                  </m:r>
                                </m:sup>
                              </m:sSubSup>
                              <m:r>
                                <a:rPr lang="de-DE" sz="2400" b="0" i="1" smtClean="0">
                                  <a:latin typeface="Cambria Math" panose="02040503050406030204" pitchFamily="18" charset="0"/>
                                </a:rPr>
                                <m:t>+</m:t>
                              </m:r>
                              <m:sSubSup>
                                <m:sSubSupPr>
                                  <m:ctrlPr>
                                    <a:rPr lang="es-ES" sz="2400" i="1">
                                      <a:latin typeface="Cambria Math" panose="02040503050406030204" pitchFamily="18" charset="0"/>
                                    </a:rPr>
                                  </m:ctrlPr>
                                </m:sSubSupPr>
                                <m:e>
                                  <m:r>
                                    <a:rPr lang="es-ES" sz="2400" i="1">
                                      <a:latin typeface="Cambria Math" panose="02040503050406030204" pitchFamily="18" charset="0"/>
                                    </a:rPr>
                                    <m:t>𝜔</m:t>
                                  </m:r>
                                </m:e>
                                <m:sub>
                                  <m:r>
                                    <a:rPr lang="es-ES" sz="2400" i="1">
                                      <a:latin typeface="Cambria Math" panose="02040503050406030204" pitchFamily="18" charset="0"/>
                                    </a:rPr>
                                    <m:t>𝑎</m:t>
                                  </m:r>
                                </m:sub>
                                <m:sup>
                                  <m:r>
                                    <a:rPr lang="es-ES" sz="2400" i="1">
                                      <a:latin typeface="Cambria Math" panose="02040503050406030204" pitchFamily="18" charset="0"/>
                                    </a:rPr>
                                    <m:t>2</m:t>
                                  </m:r>
                                </m:sup>
                              </m:sSubSup>
                            </m:e>
                          </m:d>
                        </m:e>
                        <m:sup>
                          <m:r>
                            <a:rPr lang="es-ES" sz="2400" i="1">
                              <a:latin typeface="Cambria Math" panose="02040503050406030204" pitchFamily="18" charset="0"/>
                            </a:rPr>
                            <m:t>2</m:t>
                          </m:r>
                        </m:sup>
                      </m:sSup>
                    </m:oMath>
                  </m:oMathPara>
                </a14:m>
                <a:br>
                  <a:rPr lang="es-ES" sz="2400" dirty="0"/>
                </a:br>
                <a:endParaRPr lang="en-US" sz="2400" dirty="0"/>
              </a:p>
            </p:txBody>
          </p:sp>
        </mc:Choice>
        <mc:Fallback xmlns="">
          <p:sp>
            <p:nvSpPr>
              <p:cNvPr id="106" name="TextBox 105">
                <a:extLst>
                  <a:ext uri="{FF2B5EF4-FFF2-40B4-BE49-F238E27FC236}">
                    <a16:creationId xmlns:a16="http://schemas.microsoft.com/office/drawing/2014/main" id="{0EE96279-8C05-7E13-BE93-8CAACCA102CE}"/>
                  </a:ext>
                </a:extLst>
              </p:cNvPr>
              <p:cNvSpPr txBox="1">
                <a:spLocks noRot="1" noChangeAspect="1" noMove="1" noResize="1" noEditPoints="1" noAdjustHandles="1" noChangeArrowheads="1" noChangeShapeType="1" noTextEdit="1"/>
              </p:cNvSpPr>
              <p:nvPr/>
            </p:nvSpPr>
            <p:spPr>
              <a:xfrm>
                <a:off x="4738858" y="5732731"/>
                <a:ext cx="6691319" cy="708143"/>
              </a:xfrm>
              <a:prstGeom prst="rect">
                <a:avLst/>
              </a:prstGeom>
              <a:blipFill>
                <a:blip r:embed="rId10"/>
                <a:stretch>
                  <a:fillRect/>
                </a:stretch>
              </a:blipFill>
            </p:spPr>
            <p:txBody>
              <a:bodyPr/>
              <a:lstStyle/>
              <a:p>
                <a:r>
                  <a:rPr lang="en-US">
                    <a:noFill/>
                  </a:rPr>
                  <a:t> </a:t>
                </a:r>
              </a:p>
            </p:txBody>
          </p:sp>
        </mc:Fallback>
      </mc:AlternateContent>
      <p:sp>
        <p:nvSpPr>
          <p:cNvPr id="107" name="TextBox 106">
            <a:extLst>
              <a:ext uri="{FF2B5EF4-FFF2-40B4-BE49-F238E27FC236}">
                <a16:creationId xmlns:a16="http://schemas.microsoft.com/office/drawing/2014/main" id="{106E54A6-DABD-CD77-9D96-FE90EA0443C6}"/>
              </a:ext>
            </a:extLst>
          </p:cNvPr>
          <p:cNvSpPr txBox="1"/>
          <p:nvPr/>
        </p:nvSpPr>
        <p:spPr>
          <a:xfrm>
            <a:off x="0" y="5234525"/>
            <a:ext cx="3721100" cy="1600438"/>
          </a:xfrm>
          <a:prstGeom prst="rect">
            <a:avLst/>
          </a:prstGeom>
          <a:noFill/>
        </p:spPr>
        <p:txBody>
          <a:bodyPr wrap="square">
            <a:spAutoFit/>
          </a:bodyPr>
          <a:lstStyle/>
          <a:p>
            <a:r>
              <a:rPr lang="en-US" sz="1400" dirty="0"/>
              <a:t>[1] Hadeel Elayan, Andrew W. Eckford, and Raviraj S. Adve. 2023. Terahertz In-</a:t>
            </a:r>
            <a:r>
              <a:rPr lang="en-US" sz="1400" dirty="0" err="1"/>
              <a:t>duced</a:t>
            </a:r>
            <a:r>
              <a:rPr lang="en-US" sz="1400" dirty="0"/>
              <a:t> Protein Interactions in a Random Medium. IEEE Transactions on </a:t>
            </a:r>
            <a:r>
              <a:rPr lang="en-US" sz="1400" dirty="0" err="1"/>
              <a:t>Molecu</a:t>
            </a:r>
            <a:r>
              <a:rPr lang="en-US" sz="1400" dirty="0"/>
              <a:t>-lar, Biological and Multi-Scale Communications 9, 4 (Dec. 2023), 435–446. https://doi.org/10.1109/tmbmc.2023.3327302</a:t>
            </a:r>
          </a:p>
        </p:txBody>
      </p:sp>
      <p:sp>
        <p:nvSpPr>
          <p:cNvPr id="108" name="TextBox 107">
            <a:extLst>
              <a:ext uri="{FF2B5EF4-FFF2-40B4-BE49-F238E27FC236}">
                <a16:creationId xmlns:a16="http://schemas.microsoft.com/office/drawing/2014/main" id="{F4AAF3DF-518F-F675-E8AF-AFCACD4F868E}"/>
              </a:ext>
            </a:extLst>
          </p:cNvPr>
          <p:cNvSpPr txBox="1"/>
          <p:nvPr/>
        </p:nvSpPr>
        <p:spPr>
          <a:xfrm>
            <a:off x="10159486" y="1113632"/>
            <a:ext cx="471604" cy="400110"/>
          </a:xfrm>
          <a:prstGeom prst="rect">
            <a:avLst/>
          </a:prstGeom>
          <a:noFill/>
        </p:spPr>
        <p:txBody>
          <a:bodyPr wrap="none" rtlCol="0">
            <a:spAutoFit/>
          </a:bodyPr>
          <a:lstStyle/>
          <a:p>
            <a:r>
              <a:rPr lang="en-US" sz="2000" dirty="0"/>
              <a:t>(1)</a:t>
            </a:r>
          </a:p>
        </p:txBody>
      </p:sp>
      <p:sp>
        <p:nvSpPr>
          <p:cNvPr id="109" name="TextBox 108">
            <a:extLst>
              <a:ext uri="{FF2B5EF4-FFF2-40B4-BE49-F238E27FC236}">
                <a16:creationId xmlns:a16="http://schemas.microsoft.com/office/drawing/2014/main" id="{82A0EB9C-5F23-D261-95F3-66FDD456534A}"/>
              </a:ext>
            </a:extLst>
          </p:cNvPr>
          <p:cNvSpPr txBox="1"/>
          <p:nvPr/>
        </p:nvSpPr>
        <p:spPr>
          <a:xfrm>
            <a:off x="9304267" y="2293353"/>
            <a:ext cx="471604" cy="400110"/>
          </a:xfrm>
          <a:prstGeom prst="rect">
            <a:avLst/>
          </a:prstGeom>
          <a:noFill/>
        </p:spPr>
        <p:txBody>
          <a:bodyPr wrap="none" rtlCol="0">
            <a:spAutoFit/>
          </a:bodyPr>
          <a:lstStyle/>
          <a:p>
            <a:r>
              <a:rPr lang="en-US" sz="2000" dirty="0"/>
              <a:t>(2)</a:t>
            </a:r>
          </a:p>
        </p:txBody>
      </p:sp>
      <p:sp>
        <p:nvSpPr>
          <p:cNvPr id="110" name="TextBox 109">
            <a:extLst>
              <a:ext uri="{FF2B5EF4-FFF2-40B4-BE49-F238E27FC236}">
                <a16:creationId xmlns:a16="http://schemas.microsoft.com/office/drawing/2014/main" id="{75A6721B-8CD7-4CB1-98BE-3CFEF1995CC7}"/>
              </a:ext>
            </a:extLst>
          </p:cNvPr>
          <p:cNvSpPr txBox="1"/>
          <p:nvPr/>
        </p:nvSpPr>
        <p:spPr>
          <a:xfrm>
            <a:off x="9650330" y="3142393"/>
            <a:ext cx="471604" cy="400110"/>
          </a:xfrm>
          <a:prstGeom prst="rect">
            <a:avLst/>
          </a:prstGeom>
          <a:noFill/>
        </p:spPr>
        <p:txBody>
          <a:bodyPr wrap="none" rtlCol="0">
            <a:spAutoFit/>
          </a:bodyPr>
          <a:lstStyle/>
          <a:p>
            <a:r>
              <a:rPr lang="en-US" sz="2000" dirty="0"/>
              <a:t>(3)</a:t>
            </a:r>
          </a:p>
        </p:txBody>
      </p:sp>
      <p:sp>
        <p:nvSpPr>
          <p:cNvPr id="111" name="TextBox 110">
            <a:extLst>
              <a:ext uri="{FF2B5EF4-FFF2-40B4-BE49-F238E27FC236}">
                <a16:creationId xmlns:a16="http://schemas.microsoft.com/office/drawing/2014/main" id="{6AC651CE-AC41-0B0B-D99E-6F18D72F83A1}"/>
              </a:ext>
            </a:extLst>
          </p:cNvPr>
          <p:cNvSpPr txBox="1"/>
          <p:nvPr/>
        </p:nvSpPr>
        <p:spPr>
          <a:xfrm>
            <a:off x="9304267" y="4059633"/>
            <a:ext cx="471604" cy="400110"/>
          </a:xfrm>
          <a:prstGeom prst="rect">
            <a:avLst/>
          </a:prstGeom>
          <a:noFill/>
        </p:spPr>
        <p:txBody>
          <a:bodyPr wrap="none" rtlCol="0">
            <a:spAutoFit/>
          </a:bodyPr>
          <a:lstStyle/>
          <a:p>
            <a:r>
              <a:rPr lang="en-US" sz="2000" dirty="0"/>
              <a:t>(4)</a:t>
            </a:r>
          </a:p>
        </p:txBody>
      </p:sp>
      <p:sp>
        <p:nvSpPr>
          <p:cNvPr id="112" name="TextBox 111">
            <a:extLst>
              <a:ext uri="{FF2B5EF4-FFF2-40B4-BE49-F238E27FC236}">
                <a16:creationId xmlns:a16="http://schemas.microsoft.com/office/drawing/2014/main" id="{310C12A9-4A32-22B7-40F0-481B1A25F0C4}"/>
              </a:ext>
            </a:extLst>
          </p:cNvPr>
          <p:cNvSpPr txBox="1"/>
          <p:nvPr/>
        </p:nvSpPr>
        <p:spPr>
          <a:xfrm>
            <a:off x="11569877" y="5886747"/>
            <a:ext cx="471604" cy="400110"/>
          </a:xfrm>
          <a:prstGeom prst="rect">
            <a:avLst/>
          </a:prstGeom>
          <a:noFill/>
        </p:spPr>
        <p:txBody>
          <a:bodyPr wrap="none" rtlCol="0">
            <a:spAutoFit/>
          </a:bodyPr>
          <a:lstStyle/>
          <a:p>
            <a:r>
              <a:rPr lang="en-US" sz="2000" dirty="0"/>
              <a:t>(5)</a:t>
            </a:r>
          </a:p>
        </p:txBody>
      </p:sp>
    </p:spTree>
    <p:extLst>
      <p:ext uri="{BB962C8B-B14F-4D97-AF65-F5344CB8AC3E}">
        <p14:creationId xmlns:p14="http://schemas.microsoft.com/office/powerpoint/2010/main" val="22053923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5696-C200-F591-E354-9AA6D317060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FB126C6-6FB5-BB64-9B0A-242C2DDE63B0}"/>
              </a:ext>
            </a:extLst>
          </p:cNvPr>
          <p:cNvSpPr>
            <a:spLocks noGrp="1"/>
          </p:cNvSpPr>
          <p:nvPr>
            <p:ph type="sldNum" sz="quarter" idx="12"/>
          </p:nvPr>
        </p:nvSpPr>
        <p:spPr>
          <a:xfrm>
            <a:off x="112073" y="6308840"/>
            <a:ext cx="406400" cy="357715"/>
          </a:xfrm>
        </p:spPr>
        <p:txBody>
          <a:bodyPr/>
          <a:lstStyle/>
          <a:p>
            <a:fld id="{250B62C5-2ACF-4D78-8FF3-37371B948607}" type="slidenum">
              <a:rPr lang="en-US" smtClean="0"/>
              <a:t>24</a:t>
            </a:fld>
            <a:endParaRPr lang="en-US"/>
          </a:p>
        </p:txBody>
      </p:sp>
      <p:sp>
        <p:nvSpPr>
          <p:cNvPr id="43" name="Rectangle: Rounded Corners 42">
            <a:extLst>
              <a:ext uri="{FF2B5EF4-FFF2-40B4-BE49-F238E27FC236}">
                <a16:creationId xmlns:a16="http://schemas.microsoft.com/office/drawing/2014/main" id="{4481048B-61B2-18A4-8231-83CE7854F033}"/>
              </a:ext>
            </a:extLst>
          </p:cNvPr>
          <p:cNvSpPr/>
          <p:nvPr/>
        </p:nvSpPr>
        <p:spPr>
          <a:xfrm>
            <a:off x="10554619" y="143935"/>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Algorithm </a:t>
            </a:r>
          </a:p>
        </p:txBody>
      </p:sp>
      <p:sp>
        <p:nvSpPr>
          <p:cNvPr id="44" name="Rectangle: Rounded Corners 43">
            <a:extLst>
              <a:ext uri="{FF2B5EF4-FFF2-40B4-BE49-F238E27FC236}">
                <a16:creationId xmlns:a16="http://schemas.microsoft.com/office/drawing/2014/main" id="{439E2BF3-5107-7AC0-57D4-6C6ECF713105}"/>
              </a:ext>
            </a:extLst>
          </p:cNvPr>
          <p:cNvSpPr/>
          <p:nvPr/>
        </p:nvSpPr>
        <p:spPr>
          <a:xfrm>
            <a:off x="10554619" y="1568281"/>
            <a:ext cx="1522517" cy="914400"/>
          </a:xfrm>
          <a:prstGeom prst="round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Chemical Reactions </a:t>
            </a:r>
          </a:p>
        </p:txBody>
      </p:sp>
      <p:sp>
        <p:nvSpPr>
          <p:cNvPr id="45" name="Rectangle: Rounded Corners 44">
            <a:extLst>
              <a:ext uri="{FF2B5EF4-FFF2-40B4-BE49-F238E27FC236}">
                <a16:creationId xmlns:a16="http://schemas.microsoft.com/office/drawing/2014/main" id="{2E0C918E-3976-7171-694A-31FF318B392D}"/>
              </a:ext>
            </a:extLst>
          </p:cNvPr>
          <p:cNvSpPr/>
          <p:nvPr/>
        </p:nvSpPr>
        <p:spPr>
          <a:xfrm>
            <a:off x="10554619" y="2992627"/>
            <a:ext cx="1522517" cy="91440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Metabolic Network</a:t>
            </a:r>
          </a:p>
        </p:txBody>
      </p:sp>
      <p:sp>
        <p:nvSpPr>
          <p:cNvPr id="46" name="Rectangle: Rounded Corners 45">
            <a:extLst>
              <a:ext uri="{FF2B5EF4-FFF2-40B4-BE49-F238E27FC236}">
                <a16:creationId xmlns:a16="http://schemas.microsoft.com/office/drawing/2014/main" id="{C379FDDC-79EA-EE93-636A-FD7519C5957D}"/>
              </a:ext>
            </a:extLst>
          </p:cNvPr>
          <p:cNvSpPr/>
          <p:nvPr/>
        </p:nvSpPr>
        <p:spPr>
          <a:xfrm>
            <a:off x="10554619" y="4416973"/>
            <a:ext cx="1522517" cy="914400"/>
          </a:xfrm>
          <a:prstGeom prst="roundRect">
            <a:avLst/>
          </a:prstGeom>
          <a:solidFill>
            <a:schemeClr val="tx2">
              <a:lumMod val="10000"/>
              <a:lumOff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solidFill>
              </a:rPr>
              <a:t>THz Actuation</a:t>
            </a:r>
          </a:p>
        </p:txBody>
      </p:sp>
      <p:cxnSp>
        <p:nvCxnSpPr>
          <p:cNvPr id="47" name="Straight Arrow Connector 46">
            <a:extLst>
              <a:ext uri="{FF2B5EF4-FFF2-40B4-BE49-F238E27FC236}">
                <a16:creationId xmlns:a16="http://schemas.microsoft.com/office/drawing/2014/main" id="{5EA55E76-7604-D936-738A-25948020EA11}"/>
              </a:ext>
            </a:extLst>
          </p:cNvPr>
          <p:cNvCxnSpPr>
            <a:cxnSpLocks/>
            <a:stCxn id="43" idx="2"/>
            <a:endCxn id="44" idx="0"/>
          </p:cNvCxnSpPr>
          <p:nvPr/>
        </p:nvCxnSpPr>
        <p:spPr>
          <a:xfrm>
            <a:off x="11315878" y="1058335"/>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8" name="Straight Arrow Connector 47">
            <a:extLst>
              <a:ext uri="{FF2B5EF4-FFF2-40B4-BE49-F238E27FC236}">
                <a16:creationId xmlns:a16="http://schemas.microsoft.com/office/drawing/2014/main" id="{B6DDC0C7-2D88-B150-6DFC-8B552959ADAA}"/>
              </a:ext>
            </a:extLst>
          </p:cNvPr>
          <p:cNvCxnSpPr>
            <a:cxnSpLocks/>
            <a:stCxn id="44" idx="2"/>
            <a:endCxn id="45" idx="0"/>
          </p:cNvCxnSpPr>
          <p:nvPr/>
        </p:nvCxnSpPr>
        <p:spPr>
          <a:xfrm>
            <a:off x="11315878" y="2482681"/>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9" name="Straight Arrow Connector 48">
            <a:extLst>
              <a:ext uri="{FF2B5EF4-FFF2-40B4-BE49-F238E27FC236}">
                <a16:creationId xmlns:a16="http://schemas.microsoft.com/office/drawing/2014/main" id="{770DC166-A6B3-B490-5893-366209A9CFAD}"/>
              </a:ext>
            </a:extLst>
          </p:cNvPr>
          <p:cNvCxnSpPr>
            <a:cxnSpLocks/>
            <a:stCxn id="46" idx="0"/>
          </p:cNvCxnSpPr>
          <p:nvPr/>
        </p:nvCxnSpPr>
        <p:spPr>
          <a:xfrm flipV="1">
            <a:off x="11315878" y="3907027"/>
            <a:ext cx="0" cy="509946"/>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pic>
        <p:nvPicPr>
          <p:cNvPr id="2050" name="Picture 2">
            <a:extLst>
              <a:ext uri="{FF2B5EF4-FFF2-40B4-BE49-F238E27FC236}">
                <a16:creationId xmlns:a16="http://schemas.microsoft.com/office/drawing/2014/main" id="{1CB88897-ABA3-7B61-BA17-D742BF96FE0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745" t="4225" r="15412" b="7108"/>
          <a:stretch>
            <a:fillRect/>
          </a:stretch>
        </p:blipFill>
        <p:spPr bwMode="auto">
          <a:xfrm>
            <a:off x="112073" y="1108600"/>
            <a:ext cx="3231042" cy="4222773"/>
          </a:xfrm>
          <a:prstGeom prst="rect">
            <a:avLst/>
          </a:prstGeom>
          <a:noFill/>
          <a:extLst>
            <a:ext uri="{909E8E84-426E-40DD-AFC4-6F175D3DCCD1}">
              <a14:hiddenFill xmlns:a14="http://schemas.microsoft.com/office/drawing/2010/main">
                <a:solidFill>
                  <a:srgbClr val="FFFFFF"/>
                </a:solidFill>
              </a14:hiddenFill>
            </a:ext>
          </a:extLst>
        </p:spPr>
      </p:pic>
      <p:sp>
        <p:nvSpPr>
          <p:cNvPr id="83" name="TextBox 82">
            <a:extLst>
              <a:ext uri="{FF2B5EF4-FFF2-40B4-BE49-F238E27FC236}">
                <a16:creationId xmlns:a16="http://schemas.microsoft.com/office/drawing/2014/main" id="{435DC2B6-052C-9990-053A-26C25C576E0B}"/>
              </a:ext>
            </a:extLst>
          </p:cNvPr>
          <p:cNvSpPr txBox="1"/>
          <p:nvPr/>
        </p:nvSpPr>
        <p:spPr>
          <a:xfrm>
            <a:off x="112073" y="370302"/>
            <a:ext cx="3231042" cy="461665"/>
          </a:xfrm>
          <a:prstGeom prst="rect">
            <a:avLst/>
          </a:prstGeom>
          <a:noFill/>
        </p:spPr>
        <p:txBody>
          <a:bodyPr wrap="square">
            <a:spAutoFit/>
          </a:bodyPr>
          <a:lstStyle/>
          <a:p>
            <a:pPr>
              <a:spcAft>
                <a:spcPts val="600"/>
              </a:spcAft>
            </a:pPr>
            <a:r>
              <a:rPr lang="es-ES" sz="2400" dirty="0" err="1">
                <a:hlinkClick r:id="rId4"/>
              </a:rPr>
              <a:t>Enzyme</a:t>
            </a:r>
            <a:r>
              <a:rPr lang="es-ES" sz="2400" dirty="0">
                <a:hlinkClick r:id="rId4"/>
              </a:rPr>
              <a:t> PBD ID: 1TUB </a:t>
            </a:r>
            <a:endParaRPr lang="en-US" sz="2400" dirty="0"/>
          </a:p>
        </p:txBody>
      </p:sp>
      <p:sp>
        <p:nvSpPr>
          <p:cNvPr id="85" name="TextBox 84">
            <a:extLst>
              <a:ext uri="{FF2B5EF4-FFF2-40B4-BE49-F238E27FC236}">
                <a16:creationId xmlns:a16="http://schemas.microsoft.com/office/drawing/2014/main" id="{11860B38-E3BB-2172-8FC9-3EB65A8FF6D5}"/>
              </a:ext>
            </a:extLst>
          </p:cNvPr>
          <p:cNvSpPr txBox="1"/>
          <p:nvPr/>
        </p:nvSpPr>
        <p:spPr>
          <a:xfrm>
            <a:off x="4539501" y="370301"/>
            <a:ext cx="4933031" cy="461665"/>
          </a:xfrm>
          <a:prstGeom prst="rect">
            <a:avLst/>
          </a:prstGeom>
          <a:noFill/>
        </p:spPr>
        <p:txBody>
          <a:bodyPr wrap="square">
            <a:spAutoFit/>
          </a:bodyPr>
          <a:lstStyle/>
          <a:p>
            <a:r>
              <a:rPr lang="en-US" sz="2400" dirty="0"/>
              <a:t>Anisotropic Network Model (ANM)</a:t>
            </a:r>
          </a:p>
        </p:txBody>
      </p:sp>
      <p:pic>
        <p:nvPicPr>
          <p:cNvPr id="92" name="Picture 91">
            <a:extLst>
              <a:ext uri="{FF2B5EF4-FFF2-40B4-BE49-F238E27FC236}">
                <a16:creationId xmlns:a16="http://schemas.microsoft.com/office/drawing/2014/main" id="{B18DA9FF-DA64-1ECC-0D97-B07C1818F4B3}"/>
              </a:ext>
            </a:extLst>
          </p:cNvPr>
          <p:cNvPicPr>
            <a:picLocks noChangeAspect="1"/>
          </p:cNvPicPr>
          <p:nvPr/>
        </p:nvPicPr>
        <p:blipFill>
          <a:blip r:embed="rId5">
            <a:extLst>
              <a:ext uri="{28A0092B-C50C-407E-A947-70E740481C1C}">
                <a14:useLocalDpi xmlns:a14="http://schemas.microsoft.com/office/drawing/2010/main" val="0"/>
              </a:ext>
            </a:extLst>
          </a:blip>
          <a:srcRect l="27110" t="29244" r="20223" b="30044"/>
          <a:stretch>
            <a:fillRect/>
          </a:stretch>
        </p:blipFill>
        <p:spPr>
          <a:xfrm>
            <a:off x="4256796" y="831966"/>
            <a:ext cx="5384142" cy="4162057"/>
          </a:xfrm>
          <a:prstGeom prst="rect">
            <a:avLst/>
          </a:prstGeom>
        </p:spPr>
      </p:pic>
      <p:pic>
        <p:nvPicPr>
          <p:cNvPr id="6" name="Picture 5">
            <a:extLst>
              <a:ext uri="{FF2B5EF4-FFF2-40B4-BE49-F238E27FC236}">
                <a16:creationId xmlns:a16="http://schemas.microsoft.com/office/drawing/2014/main" id="{B3B6F07A-C03E-BE72-E815-31906B1DDBF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575020" y="5079864"/>
            <a:ext cx="1795023" cy="1795023"/>
          </a:xfrm>
          <a:prstGeom prst="rect">
            <a:avLst/>
          </a:prstGeom>
        </p:spPr>
      </p:pic>
      <p:pic>
        <p:nvPicPr>
          <p:cNvPr id="7" name="Picture 6">
            <a:extLst>
              <a:ext uri="{FF2B5EF4-FFF2-40B4-BE49-F238E27FC236}">
                <a16:creationId xmlns:a16="http://schemas.microsoft.com/office/drawing/2014/main" id="{F14283D7-C2EA-2982-3445-D2A4D1E0C184}"/>
              </a:ext>
            </a:extLst>
          </p:cNvPr>
          <p:cNvPicPr>
            <a:picLocks noChangeAspect="1"/>
          </p:cNvPicPr>
          <p:nvPr/>
        </p:nvPicPr>
        <p:blipFill>
          <a:blip r:embed="rId7"/>
          <a:stretch>
            <a:fillRect/>
          </a:stretch>
        </p:blipFill>
        <p:spPr>
          <a:xfrm>
            <a:off x="7966582" y="5765444"/>
            <a:ext cx="423862" cy="423862"/>
          </a:xfrm>
          <a:prstGeom prst="rect">
            <a:avLst/>
          </a:prstGeom>
        </p:spPr>
      </p:pic>
    </p:spTree>
    <p:extLst>
      <p:ext uri="{BB962C8B-B14F-4D97-AF65-F5344CB8AC3E}">
        <p14:creationId xmlns:p14="http://schemas.microsoft.com/office/powerpoint/2010/main" val="134333529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76E8A0-8921-3D2F-250D-F3FA243A8FCF}"/>
              </a:ext>
            </a:extLst>
          </p:cNvPr>
          <p:cNvSpPr>
            <a:spLocks noGrp="1"/>
          </p:cNvSpPr>
          <p:nvPr>
            <p:ph type="title"/>
          </p:nvPr>
        </p:nvSpPr>
        <p:spPr>
          <a:xfrm>
            <a:off x="15614" y="39121"/>
            <a:ext cx="7946912" cy="505057"/>
          </a:xfrm>
        </p:spPr>
        <p:txBody>
          <a:bodyPr>
            <a:normAutofit fontScale="90000"/>
          </a:bodyPr>
          <a:lstStyle/>
          <a:p>
            <a:r>
              <a:rPr lang="en-US" sz="3200" dirty="0"/>
              <a:t>Fundamentals of Flux Balance Analysis (FBA)</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9BF14008-41FF-F6D7-E4F7-2799D75CD7FA}"/>
                  </a:ext>
                </a:extLst>
              </p:cNvPr>
              <p:cNvSpPr txBox="1"/>
              <p:nvPr/>
            </p:nvSpPr>
            <p:spPr>
              <a:xfrm>
                <a:off x="1055744" y="1594645"/>
                <a:ext cx="6193747" cy="117384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m:t>
                                    </m:r>
                                  </m:sub>
                                </m:sSub>
                              </m:e>
                            </m:mr>
                            <m:mr>
                              <m:e>
                                <m:r>
                                  <a:rPr lang="de-DE" sz="2400" b="0" i="1" smtClean="0">
                                    <a:latin typeface="Cambria Math" panose="02040503050406030204" pitchFamily="18" charset="0"/>
                                  </a:rPr>
                                  <m:t>⋮</m:t>
                                </m:r>
                              </m:e>
                              <m:e>
                                <m:r>
                                  <a:rPr lang="de-DE" sz="2400" b="0" i="1" smtClean="0">
                                    <a:latin typeface="Cambria Math" panose="02040503050406030204" pitchFamily="18" charset="0"/>
                                  </a:rPr>
                                  <m:t>⋱</m:t>
                                </m:r>
                              </m:e>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r>
                                  <a:rPr lang="de-DE" sz="2400" b="0" i="1" smtClean="0">
                                    <a:latin typeface="Cambria Math" panose="02040503050406030204" pitchFamily="18" charset="0"/>
                                  </a:rPr>
                                  <m:t>⋯</m:t>
                                </m:r>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rxns</m:t>
                                    </m:r>
                                  </m:sub>
                                </m:sSub>
                              </m:e>
                            </m:mr>
                          </m:m>
                        </m:e>
                      </m:d>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ij</m:t>
                          </m:r>
                        </m:sub>
                      </m:sSub>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ℤ</m:t>
                      </m:r>
                    </m:oMath>
                  </m:oMathPara>
                </a14:m>
                <a:endParaRPr lang="en-US" sz="2400" dirty="0"/>
              </a:p>
            </p:txBody>
          </p:sp>
        </mc:Choice>
        <mc:Fallback xmlns="">
          <p:sp>
            <p:nvSpPr>
              <p:cNvPr id="4" name="TextBox 3">
                <a:extLst>
                  <a:ext uri="{FF2B5EF4-FFF2-40B4-BE49-F238E27FC236}">
                    <a16:creationId xmlns:a16="http://schemas.microsoft.com/office/drawing/2014/main" id="{9BF14008-41FF-F6D7-E4F7-2799D75CD7FA}"/>
                  </a:ext>
                </a:extLst>
              </p:cNvPr>
              <p:cNvSpPr txBox="1">
                <a:spLocks noRot="1" noChangeAspect="1" noMove="1" noResize="1" noEditPoints="1" noAdjustHandles="1" noChangeArrowheads="1" noChangeShapeType="1" noTextEdit="1"/>
              </p:cNvSpPr>
              <p:nvPr/>
            </p:nvSpPr>
            <p:spPr>
              <a:xfrm>
                <a:off x="1055744" y="1594645"/>
                <a:ext cx="6193747" cy="1173847"/>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8456374-FDEE-A362-D5F3-F808DA76EF0C}"/>
                  </a:ext>
                </a:extLst>
              </p:cNvPr>
              <p:cNvSpPr txBox="1"/>
              <p:nvPr/>
            </p:nvSpPr>
            <p:spPr>
              <a:xfrm>
                <a:off x="7962526" y="130453"/>
                <a:ext cx="3008068" cy="902683"/>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de-DE" sz="2400" b="0" i="1" smtClean="0">
                              <a:latin typeface="Cambria Math" panose="02040503050406030204" pitchFamily="18" charset="0"/>
                            </a:rPr>
                          </m:ctrlPr>
                        </m:fPr>
                        <m:num>
                          <m:r>
                            <a:rPr lang="de-DE" sz="2400" b="0" i="1" smtClean="0">
                              <a:latin typeface="Cambria Math" panose="02040503050406030204" pitchFamily="18" charset="0"/>
                            </a:rPr>
                            <m:t>𝑑</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𝑥</m:t>
                              </m:r>
                            </m:e>
                            <m:sub>
                              <m:r>
                                <m:rPr>
                                  <m:sty m:val="p"/>
                                </m:rPr>
                                <a:rPr lang="de-DE" sz="2400" b="0" i="1" smtClean="0">
                                  <a:latin typeface="Cambria Math" panose="02040503050406030204" pitchFamily="18" charset="0"/>
                                </a:rPr>
                                <m:t>m</m:t>
                              </m:r>
                            </m:sub>
                          </m:sSub>
                        </m:num>
                        <m:den>
                          <m:r>
                            <a:rPr lang="de-DE" sz="2400" b="0" i="1" smtClean="0">
                              <a:latin typeface="Cambria Math" panose="02040503050406030204" pitchFamily="18" charset="0"/>
                            </a:rPr>
                            <m:t>𝑑𝑡</m:t>
                          </m:r>
                        </m:den>
                      </m:f>
                      <m:r>
                        <a:rPr lang="de-DE" sz="2400" b="0" i="1" smtClean="0">
                          <a:latin typeface="Cambria Math" panose="02040503050406030204" pitchFamily="18" charset="0"/>
                        </a:rPr>
                        <m:t>=</m:t>
                      </m:r>
                      <m:nary>
                        <m:naryPr>
                          <m:chr m:val="∑"/>
                          <m:supHide m:val="on"/>
                          <m:ctrlPr>
                            <a:rPr lang="de-DE" sz="2400" b="0" i="1" smtClean="0">
                              <a:latin typeface="Cambria Math" panose="02040503050406030204" pitchFamily="18" charset="0"/>
                            </a:rPr>
                          </m:ctrlPr>
                        </m:naryPr>
                        <m:sub>
                          <m:r>
                            <m:rPr>
                              <m:sty m:val="p"/>
                              <m:brk m:alnAt="7"/>
                            </m:rPr>
                            <a:rPr lang="de-DE" sz="2400" b="0" i="1" smtClean="0">
                              <a:latin typeface="Cambria Math" panose="02040503050406030204" pitchFamily="18" charset="0"/>
                            </a:rPr>
                            <m:t>r</m:t>
                          </m:r>
                        </m:sub>
                        <m:sup/>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m:t>
                              </m:r>
                              <m:r>
                                <m:rPr>
                                  <m:sty m:val="p"/>
                                </m:rPr>
                                <a:rPr lang="de-DE" sz="2400" b="0" i="1" smtClean="0">
                                  <a:latin typeface="Cambria Math" panose="02040503050406030204" pitchFamily="18" charset="0"/>
                                </a:rPr>
                                <m:t>r</m:t>
                              </m:r>
                            </m:sub>
                          </m:sSub>
                        </m:e>
                      </m:nary>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𝑣</m:t>
                          </m:r>
                        </m:e>
                        <m:sub>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r>
                        <a:rPr lang="de-DE" sz="2400" b="0" i="1" smtClean="0">
                          <a:latin typeface="Cambria Math" panose="02040503050406030204" pitchFamily="18" charset="0"/>
                        </a:rPr>
                        <m:t>0</m:t>
                      </m:r>
                    </m:oMath>
                  </m:oMathPara>
                </a14:m>
                <a:endParaRPr lang="en-US" sz="2400" dirty="0"/>
              </a:p>
            </p:txBody>
          </p:sp>
        </mc:Choice>
        <mc:Fallback xmlns="">
          <p:sp>
            <p:nvSpPr>
              <p:cNvPr id="8" name="TextBox 7">
                <a:extLst>
                  <a:ext uri="{FF2B5EF4-FFF2-40B4-BE49-F238E27FC236}">
                    <a16:creationId xmlns:a16="http://schemas.microsoft.com/office/drawing/2014/main" id="{58456374-FDEE-A362-D5F3-F808DA76EF0C}"/>
                  </a:ext>
                </a:extLst>
              </p:cNvPr>
              <p:cNvSpPr txBox="1">
                <a:spLocks noRot="1" noChangeAspect="1" noMove="1" noResize="1" noEditPoints="1" noAdjustHandles="1" noChangeArrowheads="1" noChangeShapeType="1" noTextEdit="1"/>
              </p:cNvSpPr>
              <p:nvPr/>
            </p:nvSpPr>
            <p:spPr>
              <a:xfrm>
                <a:off x="7962526" y="130453"/>
                <a:ext cx="3008068" cy="902683"/>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1A200DA-0BBD-DB00-CDE0-8F931B0E402D}"/>
                  </a:ext>
                </a:extLst>
              </p:cNvPr>
              <p:cNvSpPr txBox="1"/>
              <p:nvPr/>
            </p:nvSpPr>
            <p:spPr>
              <a:xfrm>
                <a:off x="1074110" y="3938556"/>
                <a:ext cx="1465529" cy="38311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de-DE" sz="2400" b="0" i="1" smtClean="0">
                          <a:latin typeface="Cambria Math" panose="02040503050406030204" pitchFamily="18" charset="0"/>
                        </a:rPr>
                        <m:t>𝑣</m:t>
                      </m:r>
                      <m:r>
                        <a:rPr lang="de-DE" sz="2400" b="0" i="1" smtClean="0">
                          <a:latin typeface="Cambria Math" panose="02040503050406030204" pitchFamily="18" charset="0"/>
                          <a:ea typeface="Cambria Math" panose="02040503050406030204" pitchFamily="18" charset="0"/>
                        </a:rPr>
                        <m:t>∈</m:t>
                      </m:r>
                      <m:sSup>
                        <m:sSupPr>
                          <m:ctrlPr>
                            <a:rPr lang="de-DE" sz="2400" b="0" i="1" smtClean="0">
                              <a:latin typeface="Cambria Math" panose="02040503050406030204" pitchFamily="18" charset="0"/>
                              <a:ea typeface="Cambria Math" panose="02040503050406030204" pitchFamily="18" charset="0"/>
                            </a:rPr>
                          </m:ctrlPr>
                        </m:sSupPr>
                        <m:e>
                          <m:r>
                            <a:rPr lang="de-DE" sz="2400" b="0" i="1" smtClean="0">
                              <a:latin typeface="Cambria Math" panose="02040503050406030204" pitchFamily="18" charset="0"/>
                              <a:ea typeface="Cambria Math" panose="02040503050406030204" pitchFamily="18" charset="0"/>
                            </a:rPr>
                            <m:t>ℝ</m:t>
                          </m:r>
                        </m:e>
                        <m:sup>
                          <m:r>
                            <a:rPr lang="de-DE" sz="2400" b="0" i="1" smtClean="0">
                              <a:latin typeface="Cambria Math" panose="02040503050406030204" pitchFamily="18" charset="0"/>
                              <a:ea typeface="Cambria Math" panose="02040503050406030204" pitchFamily="18" charset="0"/>
                            </a:rPr>
                            <m:t>|</m:t>
                          </m:r>
                          <m:r>
                            <m:rPr>
                              <m:sty m:val="p"/>
                            </m:rPr>
                            <a:rPr lang="de-DE" sz="2400" b="0" i="1" smtClean="0">
                              <a:latin typeface="Cambria Math" panose="02040503050406030204" pitchFamily="18" charset="0"/>
                              <a:ea typeface="Cambria Math" panose="02040503050406030204" pitchFamily="18" charset="0"/>
                            </a:rPr>
                            <m:t>rxns</m:t>
                          </m:r>
                          <m:r>
                            <a:rPr lang="de-DE" sz="2400" b="0" i="1" smtClean="0">
                              <a:latin typeface="Cambria Math" panose="02040503050406030204" pitchFamily="18" charset="0"/>
                              <a:ea typeface="Cambria Math" panose="02040503050406030204" pitchFamily="18" charset="0"/>
                            </a:rPr>
                            <m:t>|</m:t>
                          </m:r>
                        </m:sup>
                      </m:sSup>
                    </m:oMath>
                  </m:oMathPara>
                </a14:m>
                <a:endParaRPr lang="en-US" sz="2400" dirty="0"/>
              </a:p>
            </p:txBody>
          </p:sp>
        </mc:Choice>
        <mc:Fallback xmlns="">
          <p:sp>
            <p:nvSpPr>
              <p:cNvPr id="9" name="TextBox 8">
                <a:extLst>
                  <a:ext uri="{FF2B5EF4-FFF2-40B4-BE49-F238E27FC236}">
                    <a16:creationId xmlns:a16="http://schemas.microsoft.com/office/drawing/2014/main" id="{31A200DA-0BBD-DB00-CDE0-8F931B0E402D}"/>
                  </a:ext>
                </a:extLst>
              </p:cNvPr>
              <p:cNvSpPr txBox="1">
                <a:spLocks noRot="1" noChangeAspect="1" noMove="1" noResize="1" noEditPoints="1" noAdjustHandles="1" noChangeArrowheads="1" noChangeShapeType="1" noTextEdit="1"/>
              </p:cNvSpPr>
              <p:nvPr/>
            </p:nvSpPr>
            <p:spPr>
              <a:xfrm>
                <a:off x="1074110" y="3938556"/>
                <a:ext cx="1465529" cy="383118"/>
              </a:xfrm>
              <a:prstGeom prst="rect">
                <a:avLst/>
              </a:prstGeom>
              <a:blipFill>
                <a:blip r:embed="rId4"/>
                <a:stretch>
                  <a:fillRect l="-2905" t="-6349" r="-4149" b="-63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3207A3C-72EB-9DDE-DBB2-CB818B0955EE}"/>
                  </a:ext>
                </a:extLst>
              </p:cNvPr>
              <p:cNvSpPr txBox="1"/>
              <p:nvPr/>
            </p:nvSpPr>
            <p:spPr>
              <a:xfrm>
                <a:off x="451368" y="4441272"/>
                <a:ext cx="4051045" cy="2169825"/>
              </a:xfrm>
              <a:prstGeom prst="rect">
                <a:avLst/>
              </a:prstGeom>
              <a:noFill/>
              <a:ln>
                <a:solidFill>
                  <a:schemeClr val="accent1"/>
                </a:solidFill>
              </a:ln>
            </p:spPr>
            <p:txBody>
              <a:bodyPr wrap="none" rtlCol="0">
                <a:spAutoFit/>
              </a:bodyPr>
              <a:lstStyle/>
              <a:p>
                <a:pPr>
                  <a:spcBef>
                    <a:spcPts val="300"/>
                  </a:spcBef>
                  <a:spcAft>
                    <a:spcPts val="300"/>
                  </a:spcAft>
                </a:pPr>
                <a:r>
                  <a:rPr lang="en-US" sz="2400" dirty="0"/>
                  <a:t>Example:</a:t>
                </a:r>
              </a:p>
              <a:p>
                <a:pPr>
                  <a:spcBef>
                    <a:spcPts val="300"/>
                  </a:spcBef>
                  <a:spcAft>
                    <a:spcPts val="300"/>
                  </a:spcAft>
                </a:pPr>
                <a:r>
                  <a:rPr lang="en-US" sz="2400" dirty="0"/>
                  <a:t>Reaction </a:t>
                </a:r>
                <a14:m>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r</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r>
                      <a:rPr lang="de-DE" sz="2400" b="0" i="1" smtClean="0">
                        <a:latin typeface="Cambria Math" panose="02040503050406030204" pitchFamily="18" charset="0"/>
                      </a:rPr>
                      <m:t>+</m:t>
                    </m:r>
                    <m:r>
                      <a:rPr lang="de-DE" sz="2400" b="0" i="1" smtClean="0">
                        <a:latin typeface="Cambria Math" panose="02040503050406030204" pitchFamily="18" charset="0"/>
                      </a:rPr>
                      <m:t>2</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r>
                      <a:rPr lang="de-DE" sz="2400" b="0" i="1" smtClean="0">
                        <a:latin typeface="Cambria Math" panose="02040503050406030204" pitchFamily="18" charset="0"/>
                        <a:ea typeface="Cambria Math" panose="02040503050406030204" pitchFamily="18" charset="0"/>
                      </a:rPr>
                      <m:t>→</m:t>
                    </m:r>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a14:m>
                <a:endParaRPr lang="en-US" sz="2400" dirty="0"/>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1</m:t>
                      </m:r>
                      <m:r>
                        <a:rPr lang="de-DE" sz="2400" b="0" i="1" smtClean="0">
                          <a:latin typeface="Cambria Math" panose="02040503050406030204" pitchFamily="18" charset="0"/>
                        </a:rPr>
                        <m:t>, </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21</m:t>
                          </m:r>
                        </m:sub>
                      </m:sSub>
                      <m:r>
                        <a:rPr lang="de-DE" sz="2400" b="0" i="1" smtClean="0">
                          <a:latin typeface="Cambria Math" panose="02040503050406030204" pitchFamily="18" charset="0"/>
                        </a:rPr>
                        <m:t>=</m:t>
                      </m:r>
                      <m:r>
                        <a:rPr lang="de-DE" sz="2400" i="1">
                          <a:latin typeface="Cambria Math" panose="02040503050406030204" pitchFamily="18" charset="0"/>
                        </a:rPr>
                        <m:t>−</m:t>
                      </m:r>
                      <m:r>
                        <a:rPr lang="de-DE" sz="2400" b="0" i="1" smtClean="0">
                          <a:latin typeface="Cambria Math" panose="02040503050406030204" pitchFamily="18" charset="0"/>
                        </a:rPr>
                        <m:t>2</m:t>
                      </m:r>
                      <m:r>
                        <a:rPr lang="de-DE" sz="2400" b="0" i="1" smtClean="0">
                          <a:latin typeface="Cambria Math" panose="02040503050406030204" pitchFamily="18" charset="0"/>
                        </a:rPr>
                        <m:t>,</m:t>
                      </m:r>
                    </m:oMath>
                  </m:oMathPara>
                </a14:m>
                <a:endParaRPr lang="de-DE" sz="2400" b="0" i="1" dirty="0">
                  <a:latin typeface="Cambria Math" panose="02040503050406030204" pitchFamily="18" charset="0"/>
                </a:endParaRPr>
              </a:p>
              <a:p>
                <a:pPr>
                  <a:spcBef>
                    <a:spcPts val="300"/>
                  </a:spcBef>
                  <a:spcAft>
                    <a:spcPts val="300"/>
                  </a:spcAft>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31</m:t>
                          </m:r>
                        </m:sub>
                      </m:sSub>
                      <m:r>
                        <a:rPr lang="de-DE" sz="2400" b="0" i="1" smtClean="0">
                          <a:latin typeface="Cambria Math" panose="02040503050406030204" pitchFamily="18" charset="0"/>
                        </a:rPr>
                        <m:t>=</m:t>
                      </m:r>
                      <m:r>
                        <a:rPr lang="de-DE" sz="2400" b="0" i="1" smtClean="0">
                          <a:latin typeface="Cambria Math" panose="02040503050406030204" pitchFamily="18" charset="0"/>
                        </a:rPr>
                        <m:t>1</m:t>
                      </m:r>
                    </m:oMath>
                  </m:oMathPara>
                </a14:m>
                <a:endParaRPr lang="en-US" sz="2400" dirty="0"/>
              </a:p>
            </p:txBody>
          </p:sp>
        </mc:Choice>
        <mc:Fallback xmlns="">
          <p:sp>
            <p:nvSpPr>
              <p:cNvPr id="10" name="TextBox 9">
                <a:extLst>
                  <a:ext uri="{FF2B5EF4-FFF2-40B4-BE49-F238E27FC236}">
                    <a16:creationId xmlns:a16="http://schemas.microsoft.com/office/drawing/2014/main" id="{63207A3C-72EB-9DDE-DBB2-CB818B0955EE}"/>
                  </a:ext>
                </a:extLst>
              </p:cNvPr>
              <p:cNvSpPr txBox="1">
                <a:spLocks noRot="1" noChangeAspect="1" noMove="1" noResize="1" noEditPoints="1" noAdjustHandles="1" noChangeArrowheads="1" noChangeShapeType="1" noTextEdit="1"/>
              </p:cNvSpPr>
              <p:nvPr/>
            </p:nvSpPr>
            <p:spPr>
              <a:xfrm>
                <a:off x="451368" y="4441272"/>
                <a:ext cx="4051045" cy="2169825"/>
              </a:xfrm>
              <a:prstGeom prst="rect">
                <a:avLst/>
              </a:prstGeom>
              <a:blipFill>
                <a:blip r:embed="rId5"/>
                <a:stretch>
                  <a:fillRect l="-2099" t="-1961"/>
                </a:stretch>
              </a:blipFill>
              <a:ln>
                <a:solidFill>
                  <a:schemeClr val="accent1"/>
                </a:solidFill>
              </a:ln>
            </p:spPr>
            <p:txBody>
              <a:bodyPr/>
              <a:lstStyle/>
              <a:p>
                <a:r>
                  <a:rPr lang="en-US">
                    <a:noFill/>
                  </a:rPr>
                  <a:t> </a:t>
                </a:r>
              </a:p>
            </p:txBody>
          </p:sp>
        </mc:Fallback>
      </mc:AlternateContent>
      <p:sp>
        <p:nvSpPr>
          <p:cNvPr id="12" name="TextBox 11">
            <a:extLst>
              <a:ext uri="{FF2B5EF4-FFF2-40B4-BE49-F238E27FC236}">
                <a16:creationId xmlns:a16="http://schemas.microsoft.com/office/drawing/2014/main" id="{3FF60AEA-AA81-B8C9-A46C-E81B7A4EA681}"/>
              </a:ext>
            </a:extLst>
          </p:cNvPr>
          <p:cNvSpPr txBox="1"/>
          <p:nvPr/>
        </p:nvSpPr>
        <p:spPr>
          <a:xfrm>
            <a:off x="15614" y="913638"/>
            <a:ext cx="3366135" cy="461665"/>
          </a:xfrm>
          <a:prstGeom prst="rect">
            <a:avLst/>
          </a:prstGeom>
          <a:noFill/>
        </p:spPr>
        <p:txBody>
          <a:bodyPr wrap="square">
            <a:spAutoFit/>
          </a:bodyPr>
          <a:lstStyle/>
          <a:p>
            <a:r>
              <a:rPr lang="es-ES" sz="2400" dirty="0" err="1"/>
              <a:t>Stoichiometric</a:t>
            </a:r>
            <a:r>
              <a:rPr lang="es-ES" sz="2400" dirty="0"/>
              <a:t> </a:t>
            </a:r>
            <a:r>
              <a:rPr lang="es-ES" sz="2400" dirty="0" err="1"/>
              <a:t>matrix</a:t>
            </a:r>
            <a:r>
              <a:rPr lang="es-ES" sz="2400" dirty="0"/>
              <a:t>:</a:t>
            </a:r>
            <a:endParaRPr lang="en-US" sz="2400" dirty="0"/>
          </a:p>
        </p:txBody>
      </p:sp>
      <p:sp>
        <p:nvSpPr>
          <p:cNvPr id="13" name="TextBox 12">
            <a:extLst>
              <a:ext uri="{FF2B5EF4-FFF2-40B4-BE49-F238E27FC236}">
                <a16:creationId xmlns:a16="http://schemas.microsoft.com/office/drawing/2014/main" id="{BBD79C30-D3BD-4797-6901-C28E17A72661}"/>
              </a:ext>
            </a:extLst>
          </p:cNvPr>
          <p:cNvSpPr txBox="1"/>
          <p:nvPr/>
        </p:nvSpPr>
        <p:spPr>
          <a:xfrm>
            <a:off x="408044" y="3357294"/>
            <a:ext cx="3366135" cy="461665"/>
          </a:xfrm>
          <a:prstGeom prst="rect">
            <a:avLst/>
          </a:prstGeom>
          <a:noFill/>
        </p:spPr>
        <p:txBody>
          <a:bodyPr wrap="square">
            <a:spAutoFit/>
          </a:bodyPr>
          <a:lstStyle/>
          <a:p>
            <a:r>
              <a:rPr lang="es-ES" sz="2400" dirty="0" err="1"/>
              <a:t>Reaction</a:t>
            </a:r>
            <a:r>
              <a:rPr lang="es-ES" sz="2400" dirty="0"/>
              <a:t> flux:</a:t>
            </a:r>
            <a:endParaRPr lang="en-US" sz="2400" dirty="0"/>
          </a:p>
        </p:txBody>
      </p:sp>
      <p:sp>
        <p:nvSpPr>
          <p:cNvPr id="14" name="Rectangle: Rounded Corners 13">
            <a:extLst>
              <a:ext uri="{FF2B5EF4-FFF2-40B4-BE49-F238E27FC236}">
                <a16:creationId xmlns:a16="http://schemas.microsoft.com/office/drawing/2014/main" id="{C7AEA3AF-2383-F6D2-381F-511EE6A9EE8F}"/>
              </a:ext>
            </a:extLst>
          </p:cNvPr>
          <p:cNvSpPr/>
          <p:nvPr/>
        </p:nvSpPr>
        <p:spPr>
          <a:xfrm>
            <a:off x="3048160" y="1499762"/>
            <a:ext cx="914400" cy="142875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6" name="Straight Arrow Connector 15">
            <a:extLst>
              <a:ext uri="{FF2B5EF4-FFF2-40B4-BE49-F238E27FC236}">
                <a16:creationId xmlns:a16="http://schemas.microsoft.com/office/drawing/2014/main" id="{D66B81DF-2D8A-897E-2C2D-E4AB1CB04296}"/>
              </a:ext>
            </a:extLst>
          </p:cNvPr>
          <p:cNvCxnSpPr>
            <a:cxnSpLocks/>
          </p:cNvCxnSpPr>
          <p:nvPr/>
        </p:nvCxnSpPr>
        <p:spPr>
          <a:xfrm flipH="1">
            <a:off x="3202679" y="3052971"/>
            <a:ext cx="327921" cy="138830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7" name="TextBox 36">
            <a:extLst>
              <a:ext uri="{FF2B5EF4-FFF2-40B4-BE49-F238E27FC236}">
                <a16:creationId xmlns:a16="http://schemas.microsoft.com/office/drawing/2014/main" id="{4DD06265-4B5C-C202-69BB-920154DB7577}"/>
              </a:ext>
            </a:extLst>
          </p:cNvPr>
          <p:cNvSpPr txBox="1"/>
          <p:nvPr/>
        </p:nvSpPr>
        <p:spPr>
          <a:xfrm>
            <a:off x="11226861" y="267807"/>
            <a:ext cx="529312" cy="461665"/>
          </a:xfrm>
          <a:prstGeom prst="rect">
            <a:avLst/>
          </a:prstGeom>
          <a:noFill/>
        </p:spPr>
        <p:txBody>
          <a:bodyPr wrap="none" rtlCol="0">
            <a:spAutoFit/>
          </a:bodyPr>
          <a:lstStyle/>
          <a:p>
            <a:r>
              <a:rPr lang="en-US" sz="2400" dirty="0"/>
              <a:t>(1)</a:t>
            </a:r>
          </a:p>
        </p:txBody>
      </p:sp>
      <p:sp>
        <p:nvSpPr>
          <p:cNvPr id="38" name="TextBox 37">
            <a:extLst>
              <a:ext uri="{FF2B5EF4-FFF2-40B4-BE49-F238E27FC236}">
                <a16:creationId xmlns:a16="http://schemas.microsoft.com/office/drawing/2014/main" id="{B97C39CE-6929-E03F-1BBA-0F8ECFA9D038}"/>
              </a:ext>
            </a:extLst>
          </p:cNvPr>
          <p:cNvSpPr txBox="1"/>
          <p:nvPr/>
        </p:nvSpPr>
        <p:spPr>
          <a:xfrm>
            <a:off x="7579899" y="1950735"/>
            <a:ext cx="529312" cy="461665"/>
          </a:xfrm>
          <a:prstGeom prst="rect">
            <a:avLst/>
          </a:prstGeom>
          <a:noFill/>
        </p:spPr>
        <p:txBody>
          <a:bodyPr wrap="none" rtlCol="0">
            <a:spAutoFit/>
          </a:bodyPr>
          <a:lstStyle/>
          <a:p>
            <a:r>
              <a:rPr lang="en-US" sz="2400" dirty="0"/>
              <a:t>(3)</a:t>
            </a:r>
          </a:p>
        </p:txBody>
      </p:sp>
      <p:sp>
        <p:nvSpPr>
          <p:cNvPr id="39" name="TextBox 38">
            <a:extLst>
              <a:ext uri="{FF2B5EF4-FFF2-40B4-BE49-F238E27FC236}">
                <a16:creationId xmlns:a16="http://schemas.microsoft.com/office/drawing/2014/main" id="{D3F46A66-BC2D-14F0-3AE4-49478E4ADFF4}"/>
              </a:ext>
            </a:extLst>
          </p:cNvPr>
          <p:cNvSpPr txBox="1"/>
          <p:nvPr/>
        </p:nvSpPr>
        <p:spPr>
          <a:xfrm>
            <a:off x="2616217" y="3899282"/>
            <a:ext cx="529312" cy="461665"/>
          </a:xfrm>
          <a:prstGeom prst="rect">
            <a:avLst/>
          </a:prstGeom>
          <a:noFill/>
        </p:spPr>
        <p:txBody>
          <a:bodyPr wrap="none" rtlCol="0">
            <a:spAutoFit/>
          </a:bodyPr>
          <a:lstStyle/>
          <a:p>
            <a:r>
              <a:rPr lang="en-US" sz="2400" dirty="0"/>
              <a:t>(4)</a:t>
            </a:r>
          </a:p>
        </p:txBody>
      </p:sp>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D815B944-0F82-4E67-C9F9-90816535C656}"/>
                  </a:ext>
                </a:extLst>
              </p:cNvPr>
              <p:cNvSpPr txBox="1"/>
              <p:nvPr/>
            </p:nvSpPr>
            <p:spPr>
              <a:xfrm>
                <a:off x="9241907" y="1734835"/>
                <a:ext cx="1379352" cy="1389932"/>
              </a:xfrm>
              <a:prstGeom prst="rect">
                <a:avLst/>
              </a:prstGeom>
              <a:noFill/>
            </p:spPr>
            <p:txBody>
              <a:bodyPr wrap="none" lIns="0" tIns="0" rIns="0" bIns="0" rtlCol="0">
                <a:spAutoFit/>
              </a:bodyPr>
              <a:lstStyle/>
              <a:p>
                <a:pPr>
                  <a:spcBef>
                    <a:spcPts val="300"/>
                  </a:spcBef>
                  <a:spcAft>
                    <a:spcPts val="300"/>
                  </a:spcAft>
                </a:pPr>
                <a14:m>
                  <m:oMathPara xmlns:m="http://schemas.openxmlformats.org/officeDocument/2006/math">
                    <m:oMathParaPr>
                      <m:jc m:val="left"/>
                    </m:oMathParaPr>
                    <m:oMath xmlns:m="http://schemas.openxmlformats.org/officeDocument/2006/math">
                      <m:func>
                        <m:funcPr>
                          <m:ctrlPr>
                            <a:rPr lang="en-US" sz="2400" i="1" smtClean="0">
                              <a:latin typeface="Cambria Math" panose="02040503050406030204" pitchFamily="18" charset="0"/>
                            </a:rPr>
                          </m:ctrlPr>
                        </m:funcPr>
                        <m:fName>
                          <m:limLow>
                            <m:limLowPr>
                              <m:ctrlPr>
                                <a:rPr lang="en-US" sz="2400" i="1" smtClean="0">
                                  <a:latin typeface="Cambria Math" panose="02040503050406030204" pitchFamily="18" charset="0"/>
                                </a:rPr>
                              </m:ctrlPr>
                            </m:limLowPr>
                            <m:e>
                              <m:r>
                                <m:rPr>
                                  <m:sty m:val="p"/>
                                </m:rPr>
                                <a:rPr lang="en-US" sz="2400" i="0" smtClean="0">
                                  <a:latin typeface="Cambria Math" panose="02040503050406030204" pitchFamily="18" charset="0"/>
                                </a:rPr>
                                <m:t>max</m:t>
                              </m:r>
                            </m:e>
                            <m:lim>
                              <m:r>
                                <m:rPr>
                                  <m:sty m:val="p"/>
                                </m:rPr>
                                <a:rPr lang="en-US" sz="2400" b="0" i="1" smtClean="0">
                                  <a:latin typeface="Cambria Math" panose="02040503050406030204" pitchFamily="18" charset="0"/>
                                </a:rPr>
                                <m:t>v</m:t>
                              </m:r>
                            </m:lim>
                          </m:limLow>
                        </m:fName>
                        <m:e>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𝑐</m:t>
                              </m:r>
                            </m:e>
                            <m:sup>
                              <m:r>
                                <m:rPr>
                                  <m:sty m:val="p"/>
                                </m:rPr>
                                <a:rPr lang="en-US" sz="2400" b="0" i="1" smtClean="0">
                                  <a:latin typeface="Cambria Math" panose="02040503050406030204" pitchFamily="18" charset="0"/>
                                </a:rPr>
                                <m:t>T</m:t>
                              </m:r>
                            </m:sup>
                          </m:sSup>
                          <m:r>
                            <a:rPr lang="en-US" sz="2400" b="0" i="1" smtClean="0">
                              <a:latin typeface="Cambria Math" panose="02040503050406030204" pitchFamily="18" charset="0"/>
                            </a:rPr>
                            <m:t>𝑣</m:t>
                          </m:r>
                        </m:e>
                      </m:func>
                    </m:oMath>
                  </m:oMathPara>
                </a14:m>
                <a:endParaRPr lang="en-US" sz="2400" dirty="0"/>
              </a:p>
              <a:p>
                <a:pPr>
                  <a:spcBef>
                    <a:spcPts val="300"/>
                  </a:spcBef>
                  <a:spcAft>
                    <a:spcPts val="300"/>
                  </a:spcAft>
                </a:pPr>
                <a:r>
                  <a:rPr lang="en-US" sz="2400" dirty="0" err="1"/>
                  <a:t>s.t.</a:t>
                </a:r>
                <a:r>
                  <a:rPr lang="en-US" sz="2400" dirty="0"/>
                  <a:t> </a:t>
                </a:r>
                <a14:m>
                  <m:oMath xmlns:m="http://schemas.openxmlformats.org/officeDocument/2006/math">
                    <m:r>
                      <a:rPr lang="en-US" sz="2400" i="1" dirty="0" smtClean="0">
                        <a:latin typeface="Cambria Math" panose="02040503050406030204" pitchFamily="18" charset="0"/>
                      </a:rPr>
                      <m:t>𝑆𝑣</m:t>
                    </m:r>
                    <m:r>
                      <a:rPr lang="de-DE" sz="2400" i="1" dirty="0" smtClean="0">
                        <a:latin typeface="Cambria Math" panose="02040503050406030204" pitchFamily="18" charset="0"/>
                      </a:rPr>
                      <m:t>=</m:t>
                    </m:r>
                    <m:r>
                      <a:rPr lang="de-DE" sz="2400" i="1" dirty="0">
                        <a:latin typeface="Cambria Math" panose="02040503050406030204" pitchFamily="18" charset="0"/>
                      </a:rPr>
                      <m:t>0</m:t>
                    </m:r>
                  </m:oMath>
                </a14:m>
                <a:endParaRPr lang="en-US" sz="2400" dirty="0"/>
              </a:p>
              <a:p>
                <a:pPr>
                  <a:spcBef>
                    <a:spcPts val="300"/>
                  </a:spcBef>
                  <a:spcAft>
                    <a:spcPts val="300"/>
                  </a:spcAft>
                </a:pPr>
                <a14:m>
                  <m:oMathPara xmlns:m="http://schemas.openxmlformats.org/officeDocument/2006/math">
                    <m:oMathParaPr>
                      <m:jc m:val="left"/>
                    </m:oMathParaPr>
                    <m:oMath xmlns:m="http://schemas.openxmlformats.org/officeDocument/2006/math">
                      <m:r>
                        <a:rPr lang="en-US" sz="2400" b="0" i="1" smtClean="0">
                          <a:latin typeface="Cambria Math" panose="02040503050406030204" pitchFamily="18" charset="0"/>
                        </a:rPr>
                        <m:t>𝑣</m:t>
                      </m:r>
                      <m:r>
                        <a:rPr lang="en-US"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𝑙</m:t>
                      </m:r>
                      <m:r>
                        <a:rPr lang="de-DE" sz="2400" b="0" i="1" smtClean="0">
                          <a:latin typeface="Cambria Math" panose="02040503050406030204" pitchFamily="18" charset="0"/>
                          <a:ea typeface="Cambria Math" panose="02040503050406030204" pitchFamily="18" charset="0"/>
                        </a:rPr>
                        <m:t> </m:t>
                      </m:r>
                      <m:r>
                        <a:rPr lang="de-DE" sz="2400" b="0" i="1" smtClean="0">
                          <a:latin typeface="Cambria Math" panose="02040503050406030204" pitchFamily="18" charset="0"/>
                          <a:ea typeface="Cambria Math" panose="02040503050406030204" pitchFamily="18" charset="0"/>
                        </a:rPr>
                        <m:t>𝑢</m:t>
                      </m:r>
                      <m:r>
                        <a:rPr lang="de-DE"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50" name="TextBox 49">
                <a:extLst>
                  <a:ext uri="{FF2B5EF4-FFF2-40B4-BE49-F238E27FC236}">
                    <a16:creationId xmlns:a16="http://schemas.microsoft.com/office/drawing/2014/main" id="{D815B944-0F82-4E67-C9F9-90816535C656}"/>
                  </a:ext>
                </a:extLst>
              </p:cNvPr>
              <p:cNvSpPr txBox="1">
                <a:spLocks noRot="1" noChangeAspect="1" noMove="1" noResize="1" noEditPoints="1" noAdjustHandles="1" noChangeArrowheads="1" noChangeShapeType="1" noTextEdit="1"/>
              </p:cNvSpPr>
              <p:nvPr/>
            </p:nvSpPr>
            <p:spPr>
              <a:xfrm>
                <a:off x="9241907" y="1734835"/>
                <a:ext cx="1379352" cy="1389932"/>
              </a:xfrm>
              <a:prstGeom prst="rect">
                <a:avLst/>
              </a:prstGeom>
              <a:blipFill>
                <a:blip r:embed="rId6"/>
                <a:stretch>
                  <a:fillRect l="-13274" r="-708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482D8FF4-0E78-2448-3926-F61ED88FE002}"/>
                  </a:ext>
                </a:extLst>
              </p:cNvPr>
              <p:cNvSpPr txBox="1"/>
              <p:nvPr/>
            </p:nvSpPr>
            <p:spPr>
              <a:xfrm rot="5400000">
                <a:off x="9545028" y="1190637"/>
                <a:ext cx="424796"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i="1" smtClean="0">
                          <a:latin typeface="Cambria Math" panose="02040503050406030204" pitchFamily="18" charset="0"/>
                          <a:ea typeface="Cambria Math" panose="02040503050406030204" pitchFamily="18" charset="0"/>
                        </a:rPr>
                        <m:t>⟹</m:t>
                      </m:r>
                    </m:oMath>
                  </m:oMathPara>
                </a14:m>
                <a:endParaRPr lang="en-US" dirty="0"/>
              </a:p>
            </p:txBody>
          </p:sp>
        </mc:Choice>
        <mc:Fallback xmlns="">
          <p:sp>
            <p:nvSpPr>
              <p:cNvPr id="51" name="TextBox 50">
                <a:extLst>
                  <a:ext uri="{FF2B5EF4-FFF2-40B4-BE49-F238E27FC236}">
                    <a16:creationId xmlns:a16="http://schemas.microsoft.com/office/drawing/2014/main" id="{482D8FF4-0E78-2448-3926-F61ED88FE002}"/>
                  </a:ext>
                </a:extLst>
              </p:cNvPr>
              <p:cNvSpPr txBox="1">
                <a:spLocks noRot="1" noChangeAspect="1" noMove="1" noResize="1" noEditPoints="1" noAdjustHandles="1" noChangeArrowheads="1" noChangeShapeType="1" noTextEdit="1"/>
              </p:cNvSpPr>
              <p:nvPr/>
            </p:nvSpPr>
            <p:spPr>
              <a:xfrm rot="5400000">
                <a:off x="9545028" y="1190637"/>
                <a:ext cx="424796" cy="369332"/>
              </a:xfrm>
              <a:prstGeom prst="rect">
                <a:avLst/>
              </a:prstGeom>
              <a:blipFill>
                <a:blip r:embed="rId7"/>
                <a:stretch>
                  <a:fillRect t="-14493" b="-13043"/>
                </a:stretch>
              </a:blipFill>
            </p:spPr>
            <p:txBody>
              <a:bodyPr/>
              <a:lstStyle/>
              <a:p>
                <a:r>
                  <a:rPr lang="en-US">
                    <a:noFill/>
                  </a:rPr>
                  <a:t> </a:t>
                </a:r>
              </a:p>
            </p:txBody>
          </p:sp>
        </mc:Fallback>
      </mc:AlternateContent>
      <p:sp>
        <p:nvSpPr>
          <p:cNvPr id="52" name="TextBox 51">
            <a:extLst>
              <a:ext uri="{FF2B5EF4-FFF2-40B4-BE49-F238E27FC236}">
                <a16:creationId xmlns:a16="http://schemas.microsoft.com/office/drawing/2014/main" id="{1D13D8E6-6E97-57F0-C182-1AD6EE0324A5}"/>
              </a:ext>
            </a:extLst>
          </p:cNvPr>
          <p:cNvSpPr txBox="1"/>
          <p:nvPr/>
        </p:nvSpPr>
        <p:spPr>
          <a:xfrm>
            <a:off x="10985898" y="2028402"/>
            <a:ext cx="529312" cy="461665"/>
          </a:xfrm>
          <a:prstGeom prst="rect">
            <a:avLst/>
          </a:prstGeom>
          <a:noFill/>
        </p:spPr>
        <p:txBody>
          <a:bodyPr wrap="none" rtlCol="0">
            <a:spAutoFit/>
          </a:bodyPr>
          <a:lstStyle/>
          <a:p>
            <a:r>
              <a:rPr lang="en-US" sz="2400" dirty="0"/>
              <a:t>(2)</a:t>
            </a:r>
          </a:p>
        </p:txBody>
      </p:sp>
      <p:pic>
        <p:nvPicPr>
          <p:cNvPr id="3" name="Picture 2">
            <a:extLst>
              <a:ext uri="{FF2B5EF4-FFF2-40B4-BE49-F238E27FC236}">
                <a16:creationId xmlns:a16="http://schemas.microsoft.com/office/drawing/2014/main" id="{2851A3F9-7DF3-0288-5EC2-2581B8F3C17D}"/>
              </a:ext>
            </a:extLst>
          </p:cNvPr>
          <p:cNvPicPr>
            <a:picLocks noChangeAspect="1"/>
          </p:cNvPicPr>
          <p:nvPr/>
        </p:nvPicPr>
        <p:blipFill>
          <a:blip r:embed="rId8"/>
          <a:stretch>
            <a:fillRect/>
          </a:stretch>
        </p:blipFill>
        <p:spPr>
          <a:xfrm>
            <a:off x="7411042" y="3187220"/>
            <a:ext cx="4692769" cy="3519577"/>
          </a:xfrm>
          <a:prstGeom prst="rect">
            <a:avLst/>
          </a:prstGeom>
        </p:spPr>
      </p:pic>
    </p:spTree>
    <p:extLst>
      <p:ext uri="{BB962C8B-B14F-4D97-AF65-F5344CB8AC3E}">
        <p14:creationId xmlns:p14="http://schemas.microsoft.com/office/powerpoint/2010/main" val="46621805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6DDC9F-2B51-53C4-6CE5-0C8172C72DA5}"/>
              </a:ext>
            </a:extLst>
          </p:cNvPr>
          <p:cNvSpPr>
            <a:spLocks noGrp="1"/>
          </p:cNvSpPr>
          <p:nvPr>
            <p:ph type="title"/>
          </p:nvPr>
        </p:nvSpPr>
        <p:spPr>
          <a:xfrm>
            <a:off x="198064" y="166978"/>
            <a:ext cx="2038350" cy="637716"/>
          </a:xfrm>
        </p:spPr>
        <p:txBody>
          <a:bodyPr>
            <a:normAutofit fontScale="90000"/>
          </a:bodyPr>
          <a:lstStyle/>
          <a:p>
            <a:r>
              <a:rPr lang="en-US" dirty="0"/>
              <a:t>System</a:t>
            </a:r>
          </a:p>
        </p:txBody>
      </p:sp>
      <p:sp>
        <p:nvSpPr>
          <p:cNvPr id="5" name="Oval 4">
            <a:extLst>
              <a:ext uri="{FF2B5EF4-FFF2-40B4-BE49-F238E27FC236}">
                <a16:creationId xmlns:a16="http://schemas.microsoft.com/office/drawing/2014/main" id="{078957D6-8DA8-763E-5AB9-AB201FFE425D}"/>
              </a:ext>
            </a:extLst>
          </p:cNvPr>
          <p:cNvSpPr>
            <a:spLocks noChangeAspect="1"/>
          </p:cNvSpPr>
          <p:nvPr/>
        </p:nvSpPr>
        <p:spPr>
          <a:xfrm>
            <a:off x="9210735" y="94010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748A4454-27D7-380F-AB8E-2A28027C150E}"/>
              </a:ext>
            </a:extLst>
          </p:cNvPr>
          <p:cNvSpPr>
            <a:spLocks noChangeAspect="1"/>
          </p:cNvSpPr>
          <p:nvPr/>
        </p:nvSpPr>
        <p:spPr>
          <a:xfrm>
            <a:off x="9222165" y="31426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25B1F2DE-B415-A239-B2DC-63D5A5B32533}"/>
              </a:ext>
            </a:extLst>
          </p:cNvPr>
          <p:cNvCxnSpPr>
            <a:cxnSpLocks/>
            <a:stCxn id="6" idx="6"/>
            <a:endCxn id="18" idx="3"/>
          </p:cNvCxnSpPr>
          <p:nvPr/>
        </p:nvCxnSpPr>
        <p:spPr>
          <a:xfrm flipV="1">
            <a:off x="9704968" y="244446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 name="Straight Arrow Connector 7">
            <a:extLst>
              <a:ext uri="{FF2B5EF4-FFF2-40B4-BE49-F238E27FC236}">
                <a16:creationId xmlns:a16="http://schemas.microsoft.com/office/drawing/2014/main" id="{6DC290EF-F029-6287-E228-F3B04E496A8A}"/>
              </a:ext>
            </a:extLst>
          </p:cNvPr>
          <p:cNvCxnSpPr>
            <a:cxnSpLocks/>
            <a:stCxn id="5" idx="6"/>
            <a:endCxn id="18" idx="1"/>
          </p:cNvCxnSpPr>
          <p:nvPr/>
        </p:nvCxnSpPr>
        <p:spPr>
          <a:xfrm>
            <a:off x="9693538" y="118150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D0CA52C-68F3-A92B-568F-5577F39D7627}"/>
                  </a:ext>
                </a:extLst>
              </p:cNvPr>
              <p:cNvSpPr txBox="1"/>
              <p:nvPr/>
            </p:nvSpPr>
            <p:spPr>
              <a:xfrm>
                <a:off x="10060989" y="1055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9" name="TextBox 8">
                <a:extLst>
                  <a:ext uri="{FF2B5EF4-FFF2-40B4-BE49-F238E27FC236}">
                    <a16:creationId xmlns:a16="http://schemas.microsoft.com/office/drawing/2014/main" id="{8D0CA52C-68F3-A92B-568F-5577F39D7627}"/>
                  </a:ext>
                </a:extLst>
              </p:cNvPr>
              <p:cNvSpPr txBox="1">
                <a:spLocks noRot="1" noChangeAspect="1" noMove="1" noResize="1" noEditPoints="1" noAdjustHandles="1" noChangeArrowheads="1" noChangeShapeType="1" noTextEdit="1"/>
              </p:cNvSpPr>
              <p:nvPr/>
            </p:nvSpPr>
            <p:spPr>
              <a:xfrm>
                <a:off x="10060989" y="105532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F60DAC2C-CB46-BADD-719A-EC741A9BD797}"/>
                  </a:ext>
                </a:extLst>
              </p:cNvPr>
              <p:cNvSpPr txBox="1"/>
              <p:nvPr/>
            </p:nvSpPr>
            <p:spPr>
              <a:xfrm>
                <a:off x="10129575" y="28540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F60DAC2C-CB46-BADD-719A-EC741A9BD797}"/>
                  </a:ext>
                </a:extLst>
              </p:cNvPr>
              <p:cNvSpPr txBox="1">
                <a:spLocks noRot="1" noChangeAspect="1" noMove="1" noResize="1" noEditPoints="1" noAdjustHandles="1" noChangeArrowheads="1" noChangeShapeType="1" noTextEdit="1"/>
              </p:cNvSpPr>
              <p:nvPr/>
            </p:nvSpPr>
            <p:spPr>
              <a:xfrm>
                <a:off x="10129575" y="285409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D6A77611-35C9-92C6-CF81-7F49FE96AC41}"/>
                  </a:ext>
                </a:extLst>
              </p:cNvPr>
              <p:cNvSpPr txBox="1"/>
              <p:nvPr/>
            </p:nvSpPr>
            <p:spPr>
              <a:xfrm>
                <a:off x="7748380" y="101397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1" name="TextBox 10">
                <a:extLst>
                  <a:ext uri="{FF2B5EF4-FFF2-40B4-BE49-F238E27FC236}">
                    <a16:creationId xmlns:a16="http://schemas.microsoft.com/office/drawing/2014/main" id="{D6A77611-35C9-92C6-CF81-7F49FE96AC41}"/>
                  </a:ext>
                </a:extLst>
              </p:cNvPr>
              <p:cNvSpPr txBox="1">
                <a:spLocks noRot="1" noChangeAspect="1" noMove="1" noResize="1" noEditPoints="1" noAdjustHandles="1" noChangeArrowheads="1" noChangeShapeType="1" noTextEdit="1"/>
              </p:cNvSpPr>
              <p:nvPr/>
            </p:nvSpPr>
            <p:spPr>
              <a:xfrm>
                <a:off x="7748380" y="1013975"/>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C6A531ED-4E93-988C-3C41-1C5A947DCACA}"/>
                  </a:ext>
                </a:extLst>
              </p:cNvPr>
              <p:cNvSpPr txBox="1"/>
              <p:nvPr/>
            </p:nvSpPr>
            <p:spPr>
              <a:xfrm>
                <a:off x="7789162" y="285785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C6A531ED-4E93-988C-3C41-1C5A947DCACA}"/>
                  </a:ext>
                </a:extLst>
              </p:cNvPr>
              <p:cNvSpPr txBox="1">
                <a:spLocks noRot="1" noChangeAspect="1" noMove="1" noResize="1" noEditPoints="1" noAdjustHandles="1" noChangeArrowheads="1" noChangeShapeType="1" noTextEdit="1"/>
              </p:cNvSpPr>
              <p:nvPr/>
            </p:nvSpPr>
            <p:spPr>
              <a:xfrm>
                <a:off x="7789162" y="2857859"/>
                <a:ext cx="1006792" cy="461665"/>
              </a:xfrm>
              <a:prstGeom prst="rect">
                <a:avLst/>
              </a:prstGeom>
              <a:blipFill>
                <a:blip r:embed="rId6"/>
                <a:stretch>
                  <a:fillRect/>
                </a:stretch>
              </a:blipFill>
            </p:spPr>
            <p:txBody>
              <a:bodyPr/>
              <a:lstStyle/>
              <a:p>
                <a:r>
                  <a:rPr lang="en-US">
                    <a:noFill/>
                  </a:rPr>
                  <a:t> </a:t>
                </a:r>
              </a:p>
            </p:txBody>
          </p:sp>
        </mc:Fallback>
      </mc:AlternateContent>
      <p:sp>
        <p:nvSpPr>
          <p:cNvPr id="13" name="Oval 12">
            <a:extLst>
              <a:ext uri="{FF2B5EF4-FFF2-40B4-BE49-F238E27FC236}">
                <a16:creationId xmlns:a16="http://schemas.microsoft.com/office/drawing/2014/main" id="{111D4F73-2DE0-21E5-82C1-17CC192364C4}"/>
              </a:ext>
            </a:extLst>
          </p:cNvPr>
          <p:cNvSpPr>
            <a:spLocks noChangeAspect="1"/>
          </p:cNvSpPr>
          <p:nvPr/>
        </p:nvSpPr>
        <p:spPr>
          <a:xfrm>
            <a:off x="7389241"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1443C199-87C1-8957-77EC-2C913E08675B}"/>
              </a:ext>
            </a:extLst>
          </p:cNvPr>
          <p:cNvCxnSpPr>
            <a:cxnSpLocks/>
            <a:stCxn id="13" idx="7"/>
            <a:endCxn id="5" idx="2"/>
          </p:cNvCxnSpPr>
          <p:nvPr/>
        </p:nvCxnSpPr>
        <p:spPr>
          <a:xfrm flipV="1">
            <a:off x="7801339" y="118150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A9AA6DD-3399-6A34-B4A8-C28E63F78CAE}"/>
                  </a:ext>
                </a:extLst>
              </p:cNvPr>
              <p:cNvSpPr txBox="1"/>
              <p:nvPr/>
            </p:nvSpPr>
            <p:spPr>
              <a:xfrm>
                <a:off x="6431137" y="17756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A9AA6DD-3399-6A34-B4A8-C28E63F78CAE}"/>
                  </a:ext>
                </a:extLst>
              </p:cNvPr>
              <p:cNvSpPr txBox="1">
                <a:spLocks noRot="1" noChangeAspect="1" noMove="1" noResize="1" noEditPoints="1" noAdjustHandles="1" noChangeArrowheads="1" noChangeShapeType="1" noTextEdit="1"/>
              </p:cNvSpPr>
              <p:nvPr/>
            </p:nvSpPr>
            <p:spPr>
              <a:xfrm>
                <a:off x="6431137" y="1775626"/>
                <a:ext cx="642780" cy="461665"/>
              </a:xfrm>
              <a:prstGeom prst="rect">
                <a:avLst/>
              </a:prstGeom>
              <a:blipFill>
                <a:blip r:embed="rId7"/>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08D63384-DDF5-27C2-8BBB-2BDA26BA9F7F}"/>
              </a:ext>
            </a:extLst>
          </p:cNvPr>
          <p:cNvCxnSpPr>
            <a:cxnSpLocks/>
            <a:stCxn id="59" idx="3"/>
            <a:endCxn id="24" idx="1"/>
          </p:cNvCxnSpPr>
          <p:nvPr/>
        </p:nvCxnSpPr>
        <p:spPr>
          <a:xfrm flipV="1">
            <a:off x="5722720" y="22372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CAC4988A-3D7B-64B9-27D2-FFAEA3E8F38F}"/>
              </a:ext>
            </a:extLst>
          </p:cNvPr>
          <p:cNvCxnSpPr>
            <a:cxnSpLocks/>
            <a:stCxn id="13" idx="5"/>
            <a:endCxn id="6" idx="2"/>
          </p:cNvCxnSpPr>
          <p:nvPr/>
        </p:nvCxnSpPr>
        <p:spPr>
          <a:xfrm>
            <a:off x="7801339" y="244446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18" name="Oval 17">
            <a:extLst>
              <a:ext uri="{FF2B5EF4-FFF2-40B4-BE49-F238E27FC236}">
                <a16:creationId xmlns:a16="http://schemas.microsoft.com/office/drawing/2014/main" id="{7EE6E6C0-FB4C-7006-7965-837CDFB806B3}"/>
              </a:ext>
            </a:extLst>
          </p:cNvPr>
          <p:cNvSpPr>
            <a:spLocks noChangeAspect="1"/>
          </p:cNvSpPr>
          <p:nvPr/>
        </p:nvSpPr>
        <p:spPr>
          <a:xfrm>
            <a:off x="10843017" y="20323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D240679F-8600-988E-334F-86ED24580DCE}"/>
              </a:ext>
            </a:extLst>
          </p:cNvPr>
          <p:cNvCxnSpPr>
            <a:cxnSpLocks/>
            <a:stCxn id="18" idx="6"/>
          </p:cNvCxnSpPr>
          <p:nvPr/>
        </p:nvCxnSpPr>
        <p:spPr>
          <a:xfrm flipV="1">
            <a:off x="11325820" y="2273770"/>
            <a:ext cx="849454"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B3780419-353F-4071-0AAB-E5729CDEF1D6}"/>
                  </a:ext>
                </a:extLst>
              </p:cNvPr>
              <p:cNvSpPr txBox="1"/>
              <p:nvPr/>
            </p:nvSpPr>
            <p:spPr>
              <a:xfrm>
                <a:off x="11370482" y="169344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20" name="TextBox 19">
                <a:extLst>
                  <a:ext uri="{FF2B5EF4-FFF2-40B4-BE49-F238E27FC236}">
                    <a16:creationId xmlns:a16="http://schemas.microsoft.com/office/drawing/2014/main" id="{B3780419-353F-4071-0AAB-E5729CDEF1D6}"/>
                  </a:ext>
                </a:extLst>
              </p:cNvPr>
              <p:cNvSpPr txBox="1">
                <a:spLocks noRot="1" noChangeAspect="1" noMove="1" noResize="1" noEditPoints="1" noAdjustHandles="1" noChangeArrowheads="1" noChangeShapeType="1" noTextEdit="1"/>
              </p:cNvSpPr>
              <p:nvPr/>
            </p:nvSpPr>
            <p:spPr>
              <a:xfrm>
                <a:off x="11370482" y="1693446"/>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B76C7E62-F5B8-3507-3D5C-5C1976BEE911}"/>
                  </a:ext>
                </a:extLst>
              </p:cNvPr>
              <p:cNvSpPr txBox="1"/>
              <p:nvPr/>
            </p:nvSpPr>
            <p:spPr>
              <a:xfrm>
                <a:off x="9134518" y="90170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22" name="TextBox 21">
                <a:extLst>
                  <a:ext uri="{FF2B5EF4-FFF2-40B4-BE49-F238E27FC236}">
                    <a16:creationId xmlns:a16="http://schemas.microsoft.com/office/drawing/2014/main" id="{B76C7E62-F5B8-3507-3D5C-5C1976BEE911}"/>
                  </a:ext>
                </a:extLst>
              </p:cNvPr>
              <p:cNvSpPr txBox="1">
                <a:spLocks noRot="1" noChangeAspect="1" noMove="1" noResize="1" noEditPoints="1" noAdjustHandles="1" noChangeArrowheads="1" noChangeShapeType="1" noTextEdit="1"/>
              </p:cNvSpPr>
              <p:nvPr/>
            </p:nvSpPr>
            <p:spPr>
              <a:xfrm>
                <a:off x="9134518" y="901702"/>
                <a:ext cx="65640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1BB7C2D4-A791-64BA-4A39-AAC7A9175C01}"/>
                  </a:ext>
                </a:extLst>
              </p:cNvPr>
              <p:cNvSpPr txBox="1"/>
              <p:nvPr/>
            </p:nvSpPr>
            <p:spPr>
              <a:xfrm>
                <a:off x="9221069" y="311738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23" name="TextBox 22">
                <a:extLst>
                  <a:ext uri="{FF2B5EF4-FFF2-40B4-BE49-F238E27FC236}">
                    <a16:creationId xmlns:a16="http://schemas.microsoft.com/office/drawing/2014/main" id="{1BB7C2D4-A791-64BA-4A39-AAC7A9175C01}"/>
                  </a:ext>
                </a:extLst>
              </p:cNvPr>
              <p:cNvSpPr txBox="1">
                <a:spLocks noRot="1" noChangeAspect="1" noMove="1" noResize="1" noEditPoints="1" noAdjustHandles="1" noChangeArrowheads="1" noChangeShapeType="1" noTextEdit="1"/>
              </p:cNvSpPr>
              <p:nvPr/>
            </p:nvSpPr>
            <p:spPr>
              <a:xfrm>
                <a:off x="9221069" y="3117388"/>
                <a:ext cx="495606"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4" name="TextBox 23">
                <a:extLst>
                  <a:ext uri="{FF2B5EF4-FFF2-40B4-BE49-F238E27FC236}">
                    <a16:creationId xmlns:a16="http://schemas.microsoft.com/office/drawing/2014/main" id="{8EE8AFAF-E3EB-5FD7-8477-066F7944B862}"/>
                  </a:ext>
                </a:extLst>
              </p:cNvPr>
              <p:cNvSpPr txBox="1"/>
              <p:nvPr/>
            </p:nvSpPr>
            <p:spPr>
              <a:xfrm>
                <a:off x="7389509" y="200645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24" name="TextBox 23">
                <a:extLst>
                  <a:ext uri="{FF2B5EF4-FFF2-40B4-BE49-F238E27FC236}">
                    <a16:creationId xmlns:a16="http://schemas.microsoft.com/office/drawing/2014/main" id="{8EE8AFAF-E3EB-5FD7-8477-066F7944B862}"/>
                  </a:ext>
                </a:extLst>
              </p:cNvPr>
              <p:cNvSpPr txBox="1">
                <a:spLocks noRot="1" noChangeAspect="1" noMove="1" noResize="1" noEditPoints="1" noAdjustHandles="1" noChangeArrowheads="1" noChangeShapeType="1" noTextEdit="1"/>
              </p:cNvSpPr>
              <p:nvPr/>
            </p:nvSpPr>
            <p:spPr>
              <a:xfrm>
                <a:off x="7389509" y="2006459"/>
                <a:ext cx="527465" cy="461665"/>
              </a:xfrm>
              <a:prstGeom prst="rect">
                <a:avLst/>
              </a:prstGeom>
              <a:blipFill>
                <a:blip r:embed="rId11"/>
                <a:stretch>
                  <a:fillRect/>
                </a:stretch>
              </a:blipFill>
            </p:spPr>
            <p:txBody>
              <a:bodyPr/>
              <a:lstStyle/>
              <a:p>
                <a:r>
                  <a:rPr lang="en-US">
                    <a:noFill/>
                  </a:rPr>
                  <a:t> </a:t>
                </a:r>
              </a:p>
            </p:txBody>
          </p:sp>
        </mc:Fallback>
      </mc:AlternateContent>
      <p:sp>
        <p:nvSpPr>
          <p:cNvPr id="25" name="Oval 24">
            <a:extLst>
              <a:ext uri="{FF2B5EF4-FFF2-40B4-BE49-F238E27FC236}">
                <a16:creationId xmlns:a16="http://schemas.microsoft.com/office/drawing/2014/main" id="{97BD8375-6B45-A25F-3EF1-1BBE3025B5FB}"/>
              </a:ext>
            </a:extLst>
          </p:cNvPr>
          <p:cNvSpPr>
            <a:spLocks noChangeAspect="1"/>
          </p:cNvSpPr>
          <p:nvPr/>
        </p:nvSpPr>
        <p:spPr>
          <a:xfrm>
            <a:off x="3998647" y="29229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8DA5B48C-7D13-6635-FFEF-D6B10482116C}"/>
              </a:ext>
            </a:extLst>
          </p:cNvPr>
          <p:cNvCxnSpPr/>
          <p:nvPr/>
        </p:nvCxnSpPr>
        <p:spPr>
          <a:xfrm>
            <a:off x="4147928" y="31644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E629CAA8-9FE7-D473-6F4F-C987A4C318B3}"/>
                  </a:ext>
                </a:extLst>
              </p:cNvPr>
              <p:cNvSpPr/>
              <p:nvPr/>
            </p:nvSpPr>
            <p:spPr>
              <a:xfrm>
                <a:off x="3337111" y="35846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E629CAA8-9FE7-D473-6F4F-C987A4C318B3}"/>
                  </a:ext>
                </a:extLst>
              </p:cNvPr>
              <p:cNvSpPr>
                <a:spLocks noRot="1" noChangeAspect="1" noMove="1" noResize="1" noEditPoints="1" noAdjustHandles="1" noChangeArrowheads="1" noChangeShapeType="1" noTextEdit="1"/>
              </p:cNvSpPr>
              <p:nvPr/>
            </p:nvSpPr>
            <p:spPr>
              <a:xfrm>
                <a:off x="3337111" y="3584651"/>
                <a:ext cx="590900" cy="461665"/>
              </a:xfrm>
              <a:prstGeom prst="roundRect">
                <a:avLst/>
              </a:prstGeom>
              <a:blipFill>
                <a:blip r:embed="rId12"/>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FD567409-C0AF-BA7A-D5D2-5CA9E8CFFC4F}"/>
              </a:ext>
            </a:extLst>
          </p:cNvPr>
          <p:cNvCxnSpPr>
            <a:stCxn id="29" idx="3"/>
            <a:endCxn id="25" idx="4"/>
          </p:cNvCxnSpPr>
          <p:nvPr/>
        </p:nvCxnSpPr>
        <p:spPr>
          <a:xfrm flipV="1">
            <a:off x="3928011" y="34058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33" name="Rectangle 32">
            <a:extLst>
              <a:ext uri="{FF2B5EF4-FFF2-40B4-BE49-F238E27FC236}">
                <a16:creationId xmlns:a16="http://schemas.microsoft.com/office/drawing/2014/main" id="{8AABA20D-1DFB-AA40-D187-14F3948880CD}"/>
              </a:ext>
            </a:extLst>
          </p:cNvPr>
          <p:cNvSpPr/>
          <p:nvPr/>
        </p:nvSpPr>
        <p:spPr>
          <a:xfrm>
            <a:off x="7115903" y="582613"/>
            <a:ext cx="4430675"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BDEDD808-531B-C680-51C2-5C4CA4941496}"/>
                  </a:ext>
                </a:extLst>
              </p:cNvPr>
              <p:cNvSpPr txBox="1"/>
              <p:nvPr/>
            </p:nvSpPr>
            <p:spPr>
              <a:xfrm>
                <a:off x="10833069" y="200816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38" name="TextBox 37">
                <a:extLst>
                  <a:ext uri="{FF2B5EF4-FFF2-40B4-BE49-F238E27FC236}">
                    <a16:creationId xmlns:a16="http://schemas.microsoft.com/office/drawing/2014/main" id="{BDEDD808-531B-C680-51C2-5C4CA4941496}"/>
                  </a:ext>
                </a:extLst>
              </p:cNvPr>
              <p:cNvSpPr txBox="1">
                <a:spLocks noRot="1" noChangeAspect="1" noMove="1" noResize="1" noEditPoints="1" noAdjustHandles="1" noChangeArrowheads="1" noChangeShapeType="1" noTextEdit="1"/>
              </p:cNvSpPr>
              <p:nvPr/>
            </p:nvSpPr>
            <p:spPr>
              <a:xfrm>
                <a:off x="10833069" y="2008169"/>
                <a:ext cx="527465" cy="461665"/>
              </a:xfrm>
              <a:prstGeom prst="rect">
                <a:avLst/>
              </a:prstGeom>
              <a:blipFill>
                <a:blip r:embed="rId13"/>
                <a:stretch>
                  <a:fillRect/>
                </a:stretch>
              </a:blipFill>
            </p:spPr>
            <p:txBody>
              <a:bodyPr/>
              <a:lstStyle/>
              <a:p>
                <a:r>
                  <a:rPr lang="en-US">
                    <a:noFill/>
                  </a:rPr>
                  <a:t> </a:t>
                </a:r>
              </a:p>
            </p:txBody>
          </p:sp>
        </mc:Fallback>
      </mc:AlternateContent>
      <p:cxnSp>
        <p:nvCxnSpPr>
          <p:cNvPr id="39" name="Straight Arrow Connector 38">
            <a:extLst>
              <a:ext uri="{FF2B5EF4-FFF2-40B4-BE49-F238E27FC236}">
                <a16:creationId xmlns:a16="http://schemas.microsoft.com/office/drawing/2014/main" id="{4EB75D91-1C0D-AD0D-82C2-E225DCCE4FEB}"/>
              </a:ext>
            </a:extLst>
          </p:cNvPr>
          <p:cNvCxnSpPr>
            <a:cxnSpLocks/>
            <a:endCxn id="25" idx="2"/>
          </p:cNvCxnSpPr>
          <p:nvPr/>
        </p:nvCxnSpPr>
        <p:spPr>
          <a:xfrm flipV="1">
            <a:off x="2344973" y="31644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65976112-CC87-AE0A-D566-758CB1C18DCC}"/>
              </a:ext>
            </a:extLst>
          </p:cNvPr>
          <p:cNvCxnSpPr>
            <a:cxnSpLocks/>
            <a:endCxn id="29" idx="1"/>
          </p:cNvCxnSpPr>
          <p:nvPr/>
        </p:nvCxnSpPr>
        <p:spPr>
          <a:xfrm rot="16200000" flipH="1">
            <a:off x="2858781" y="33371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0801EF4-45F7-BE7A-4D1B-A68704820FB4}"/>
              </a:ext>
            </a:extLst>
          </p:cNvPr>
          <p:cNvSpPr txBox="1"/>
          <p:nvPr/>
        </p:nvSpPr>
        <p:spPr>
          <a:xfrm>
            <a:off x="7277483" y="670084"/>
            <a:ext cx="620683" cy="461665"/>
          </a:xfrm>
          <a:prstGeom prst="rect">
            <a:avLst/>
          </a:prstGeom>
          <a:noFill/>
        </p:spPr>
        <p:txBody>
          <a:bodyPr wrap="none" rtlCol="0">
            <a:spAutoFit/>
          </a:bodyPr>
          <a:lstStyle/>
          <a:p>
            <a:r>
              <a:rPr lang="en-US" sz="2400" dirty="0"/>
              <a:t>NN</a:t>
            </a:r>
          </a:p>
        </p:txBody>
      </p:sp>
      <p:sp>
        <p:nvSpPr>
          <p:cNvPr id="47" name="Rectangle 46">
            <a:extLst>
              <a:ext uri="{FF2B5EF4-FFF2-40B4-BE49-F238E27FC236}">
                <a16:creationId xmlns:a16="http://schemas.microsoft.com/office/drawing/2014/main" id="{98BD9603-B245-FB69-86B8-F7D3FFE670C8}"/>
              </a:ext>
            </a:extLst>
          </p:cNvPr>
          <p:cNvSpPr/>
          <p:nvPr/>
        </p:nvSpPr>
        <p:spPr>
          <a:xfrm>
            <a:off x="2640560" y="5381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6701E5CE-CFDD-264C-6D76-4E94A398CF31}"/>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6701E5CE-CFDD-264C-6D76-4E94A398CF31}"/>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14"/>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009B482E-3356-F551-B33F-15EB95C30515}"/>
              </a:ext>
            </a:extLst>
          </p:cNvPr>
          <p:cNvSpPr txBox="1"/>
          <p:nvPr/>
        </p:nvSpPr>
        <p:spPr>
          <a:xfrm>
            <a:off x="2640560" y="6013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B0D16C1-8117-B4A6-2A8F-0D2B6E66F556}"/>
              </a:ext>
            </a:extLst>
          </p:cNvPr>
          <p:cNvCxnSpPr>
            <a:cxnSpLocks/>
            <a:stCxn id="25" idx="6"/>
            <a:endCxn id="59" idx="2"/>
          </p:cNvCxnSpPr>
          <p:nvPr/>
        </p:nvCxnSpPr>
        <p:spPr>
          <a:xfrm flipV="1">
            <a:off x="4481450" y="25144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48FE8EC8-D23D-E500-C6DC-01B27F93EED8}"/>
              </a:ext>
            </a:extLst>
          </p:cNvPr>
          <p:cNvSpPr/>
          <p:nvPr/>
        </p:nvSpPr>
        <p:spPr>
          <a:xfrm>
            <a:off x="5174080" y="19658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37318F3A-1037-0A2D-BA93-6DE934056F25}"/>
              </a:ext>
            </a:extLst>
          </p:cNvPr>
          <p:cNvCxnSpPr>
            <a:cxnSpLocks/>
          </p:cNvCxnSpPr>
          <p:nvPr/>
        </p:nvCxnSpPr>
        <p:spPr>
          <a:xfrm rot="5400000">
            <a:off x="5279383" y="22353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145AE0CA-E127-667C-2C06-B8C708BD148A}"/>
              </a:ext>
            </a:extLst>
          </p:cNvPr>
          <p:cNvCxnSpPr>
            <a:cxnSpLocks/>
          </p:cNvCxnSpPr>
          <p:nvPr/>
        </p:nvCxnSpPr>
        <p:spPr>
          <a:xfrm rot="5400000">
            <a:off x="5412741" y="21266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B9966145-A275-0B6C-A5D5-51E07B032AC6}"/>
              </a:ext>
            </a:extLst>
          </p:cNvPr>
          <p:cNvCxnSpPr/>
          <p:nvPr/>
        </p:nvCxnSpPr>
        <p:spPr>
          <a:xfrm>
            <a:off x="5581242" y="20923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E715A09B-883D-074E-ED7B-5D07BB0C02C0}"/>
              </a:ext>
            </a:extLst>
          </p:cNvPr>
          <p:cNvCxnSpPr/>
          <p:nvPr/>
        </p:nvCxnSpPr>
        <p:spPr>
          <a:xfrm>
            <a:off x="5211676" y="23986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08D355E2-BF95-BA82-AFFB-27E0C1BBCF0C}"/>
              </a:ext>
            </a:extLst>
          </p:cNvPr>
          <p:cNvSpPr txBox="1"/>
          <p:nvPr/>
        </p:nvSpPr>
        <p:spPr>
          <a:xfrm>
            <a:off x="4932253" y="16184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AD40E14F-FAFC-999A-4B08-8F6ECE648E73}"/>
              </a:ext>
            </a:extLst>
          </p:cNvPr>
          <p:cNvCxnSpPr>
            <a:cxnSpLocks/>
          </p:cNvCxnSpPr>
          <p:nvPr/>
        </p:nvCxnSpPr>
        <p:spPr>
          <a:xfrm>
            <a:off x="68840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7C1C0CDD-5A5A-410A-A33F-13FAFD63E325}"/>
              </a:ext>
            </a:extLst>
          </p:cNvPr>
          <p:cNvCxnSpPr>
            <a:cxnSpLocks/>
          </p:cNvCxnSpPr>
          <p:nvPr/>
        </p:nvCxnSpPr>
        <p:spPr>
          <a:xfrm flipV="1">
            <a:off x="85042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EC4E26C1-BFA3-35E3-0FD6-7CE915B9A891}"/>
              </a:ext>
            </a:extLst>
          </p:cNvPr>
          <p:cNvSpPr txBox="1"/>
          <p:nvPr/>
        </p:nvSpPr>
        <p:spPr>
          <a:xfrm>
            <a:off x="342013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5344945F-9DB5-0CE3-9661-4D052947C7CE}"/>
                  </a:ext>
                </a:extLst>
              </p:cNvPr>
              <p:cNvSpPr txBox="1"/>
              <p:nvPr/>
            </p:nvSpPr>
            <p:spPr>
              <a:xfrm>
                <a:off x="0" y="3596347"/>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5344945F-9DB5-0CE3-9661-4D052947C7CE}"/>
                  </a:ext>
                </a:extLst>
              </p:cNvPr>
              <p:cNvSpPr txBox="1">
                <a:spLocks noRot="1" noChangeAspect="1" noMove="1" noResize="1" noEditPoints="1" noAdjustHandles="1" noChangeArrowheads="1" noChangeShapeType="1" noTextEdit="1"/>
              </p:cNvSpPr>
              <p:nvPr/>
            </p:nvSpPr>
            <p:spPr>
              <a:xfrm>
                <a:off x="0" y="3596347"/>
                <a:ext cx="1032077" cy="461665"/>
              </a:xfrm>
              <a:prstGeom prst="rect">
                <a:avLst/>
              </a:prstGeom>
              <a:blipFill>
                <a:blip r:embed="rId15"/>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CE22BEF9-3D3E-3D00-68D6-A38A73EA4824}"/>
              </a:ext>
            </a:extLst>
          </p:cNvPr>
          <p:cNvPicPr>
            <a:picLocks noChangeAspect="1"/>
          </p:cNvPicPr>
          <p:nvPr/>
        </p:nvPicPr>
        <p:blipFill rotWithShape="1">
          <a:blip r:embed="rId16"/>
          <a:srcRect l="6165" r="28486"/>
          <a:stretch>
            <a:fillRect/>
          </a:stretch>
        </p:blipFill>
        <p:spPr>
          <a:xfrm>
            <a:off x="85042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214BF0B5-CF8B-0C27-0CB8-D2E7C9773D9D}"/>
                  </a:ext>
                </a:extLst>
              </p:cNvPr>
              <p:cNvSpPr txBox="1"/>
              <p:nvPr/>
            </p:nvSpPr>
            <p:spPr>
              <a:xfrm>
                <a:off x="137991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214BF0B5-CF8B-0C27-0CB8-D2E7C9773D9D}"/>
                  </a:ext>
                </a:extLst>
              </p:cNvPr>
              <p:cNvSpPr txBox="1">
                <a:spLocks noRot="1" noChangeAspect="1" noMove="1" noResize="1" noEditPoints="1" noAdjustHandles="1" noChangeArrowheads="1" noChangeShapeType="1" noTextEdit="1"/>
              </p:cNvSpPr>
              <p:nvPr/>
            </p:nvSpPr>
            <p:spPr>
              <a:xfrm>
                <a:off x="1379911" y="5859843"/>
                <a:ext cx="1510735" cy="701474"/>
              </a:xfrm>
              <a:prstGeom prst="rect">
                <a:avLst/>
              </a:prstGeom>
              <a:blipFill>
                <a:blip r:embed="rId17"/>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CDCDBDF7-9022-A270-6A78-1A6B8630C5CA}"/>
              </a:ext>
            </a:extLst>
          </p:cNvPr>
          <p:cNvSpPr>
            <a:spLocks noChangeAspect="1"/>
          </p:cNvSpPr>
          <p:nvPr/>
        </p:nvSpPr>
        <p:spPr>
          <a:xfrm>
            <a:off x="146235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B907844B-2147-32EE-C07E-CA8577906A63}"/>
              </a:ext>
            </a:extLst>
          </p:cNvPr>
          <p:cNvCxnSpPr>
            <a:cxnSpLocks/>
          </p:cNvCxnSpPr>
          <p:nvPr/>
        </p:nvCxnSpPr>
        <p:spPr>
          <a:xfrm flipV="1">
            <a:off x="155279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2320240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0CE8C3-A030-EECE-DE34-F93F971BA1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E90B3E-8675-C330-B5B2-AE616C870DC3}"/>
              </a:ext>
            </a:extLst>
          </p:cNvPr>
          <p:cNvSpPr>
            <a:spLocks noGrp="1"/>
          </p:cNvSpPr>
          <p:nvPr>
            <p:ph type="title"/>
          </p:nvPr>
        </p:nvSpPr>
        <p:spPr>
          <a:xfrm>
            <a:off x="198064" y="166978"/>
            <a:ext cx="2038350" cy="637716"/>
          </a:xfrm>
        </p:spPr>
        <p:txBody>
          <a:bodyPr>
            <a:normAutofit fontScale="90000"/>
          </a:bodyPr>
          <a:lstStyle/>
          <a:p>
            <a:r>
              <a:rPr lang="en-US" dirty="0"/>
              <a:t>System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54E5CF9-DBAD-5A25-8C88-689A58C4E0AD}"/>
                  </a:ext>
                </a:extLst>
              </p:cNvPr>
              <p:cNvSpPr txBox="1"/>
              <p:nvPr/>
            </p:nvSpPr>
            <p:spPr>
              <a:xfrm>
                <a:off x="6413023" y="134672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B54E5CF9-DBAD-5A25-8C88-689A58C4E0AD}"/>
                  </a:ext>
                </a:extLst>
              </p:cNvPr>
              <p:cNvSpPr txBox="1">
                <a:spLocks noRot="1" noChangeAspect="1" noMove="1" noResize="1" noEditPoints="1" noAdjustHandles="1" noChangeArrowheads="1" noChangeShapeType="1" noTextEdit="1"/>
              </p:cNvSpPr>
              <p:nvPr/>
            </p:nvSpPr>
            <p:spPr>
              <a:xfrm>
                <a:off x="6413023" y="1346726"/>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E5982A92-7975-F662-5AB6-AE550A997601}"/>
              </a:ext>
            </a:extLst>
          </p:cNvPr>
          <p:cNvCxnSpPr>
            <a:cxnSpLocks/>
            <a:stCxn id="59" idx="3"/>
          </p:cNvCxnSpPr>
          <p:nvPr/>
        </p:nvCxnSpPr>
        <p:spPr>
          <a:xfrm flipV="1">
            <a:off x="5704606" y="1808392"/>
            <a:ext cx="1666789" cy="288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F8629AD5-A390-ABAE-A24A-F7B5EFC8D400}"/>
              </a:ext>
            </a:extLst>
          </p:cNvPr>
          <p:cNvSpPr>
            <a:spLocks noChangeAspect="1"/>
          </p:cNvSpPr>
          <p:nvPr/>
        </p:nvSpPr>
        <p:spPr>
          <a:xfrm>
            <a:off x="3980533" y="249409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E2670331-3E91-A65E-6385-1AF824FD11A9}"/>
              </a:ext>
            </a:extLst>
          </p:cNvPr>
          <p:cNvCxnSpPr/>
          <p:nvPr/>
        </p:nvCxnSpPr>
        <p:spPr>
          <a:xfrm>
            <a:off x="4129814" y="2735501"/>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30BDBB6F-55BC-5815-6562-4158AD44D6C0}"/>
                  </a:ext>
                </a:extLst>
              </p:cNvPr>
              <p:cNvSpPr/>
              <p:nvPr/>
            </p:nvSpPr>
            <p:spPr>
              <a:xfrm>
                <a:off x="3318997" y="3155751"/>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30BDBB6F-55BC-5815-6562-4158AD44D6C0}"/>
                  </a:ext>
                </a:extLst>
              </p:cNvPr>
              <p:cNvSpPr>
                <a:spLocks noRot="1" noChangeAspect="1" noMove="1" noResize="1" noEditPoints="1" noAdjustHandles="1" noChangeArrowheads="1" noChangeShapeType="1" noTextEdit="1"/>
              </p:cNvSpPr>
              <p:nvPr/>
            </p:nvSpPr>
            <p:spPr>
              <a:xfrm>
                <a:off x="3318997" y="3155751"/>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8BB9AA48-B592-2B7D-7D62-9A79BFDA2CA8}"/>
              </a:ext>
            </a:extLst>
          </p:cNvPr>
          <p:cNvCxnSpPr>
            <a:stCxn id="29" idx="3"/>
            <a:endCxn id="25" idx="4"/>
          </p:cNvCxnSpPr>
          <p:nvPr/>
        </p:nvCxnSpPr>
        <p:spPr>
          <a:xfrm flipV="1">
            <a:off x="3909897" y="2976902"/>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70F048B9-FB9D-9070-4BBD-FA1D24B1241B}"/>
              </a:ext>
            </a:extLst>
          </p:cNvPr>
          <p:cNvCxnSpPr>
            <a:cxnSpLocks/>
            <a:endCxn id="25" idx="2"/>
          </p:cNvCxnSpPr>
          <p:nvPr/>
        </p:nvCxnSpPr>
        <p:spPr>
          <a:xfrm flipV="1">
            <a:off x="2326859" y="2735501"/>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520AEFC9-15D7-54A2-8D89-18777554EA84}"/>
              </a:ext>
            </a:extLst>
          </p:cNvPr>
          <p:cNvCxnSpPr>
            <a:cxnSpLocks/>
            <a:endCxn id="29" idx="1"/>
          </p:cNvCxnSpPr>
          <p:nvPr/>
        </p:nvCxnSpPr>
        <p:spPr>
          <a:xfrm rot="16200000" flipH="1">
            <a:off x="2840667" y="2908254"/>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B8BA990B-1100-2CB6-1695-49D4F895B293}"/>
              </a:ext>
            </a:extLst>
          </p:cNvPr>
          <p:cNvSpPr/>
          <p:nvPr/>
        </p:nvSpPr>
        <p:spPr>
          <a:xfrm>
            <a:off x="2622446" y="109263"/>
            <a:ext cx="3636877" cy="3738562"/>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3C021D8F-5A82-5505-4B63-A8A0110F345D}"/>
                  </a:ext>
                </a:extLst>
              </p:cNvPr>
              <p:cNvSpPr txBox="1"/>
              <p:nvPr/>
            </p:nvSpPr>
            <p:spPr>
              <a:xfrm>
                <a:off x="1836364" y="259788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3C021D8F-5A82-5505-4B63-A8A0110F345D}"/>
                  </a:ext>
                </a:extLst>
              </p:cNvPr>
              <p:cNvSpPr txBox="1">
                <a:spLocks noRot="1" noChangeAspect="1" noMove="1" noResize="1" noEditPoints="1" noAdjustHandles="1" noChangeArrowheads="1" noChangeShapeType="1" noTextEdit="1"/>
              </p:cNvSpPr>
              <p:nvPr/>
            </p:nvSpPr>
            <p:spPr>
              <a:xfrm>
                <a:off x="1836364" y="2597889"/>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A6000CF3-9678-4299-2355-5CD90BA8B96D}"/>
              </a:ext>
            </a:extLst>
          </p:cNvPr>
          <p:cNvSpPr txBox="1"/>
          <p:nvPr/>
        </p:nvSpPr>
        <p:spPr>
          <a:xfrm>
            <a:off x="2622446" y="172402"/>
            <a:ext cx="2583721" cy="461665"/>
          </a:xfrm>
          <a:prstGeom prst="rect">
            <a:avLst/>
          </a:prstGeom>
          <a:noFill/>
        </p:spPr>
        <p:txBody>
          <a:bodyPr wrap="none" rtlCol="0">
            <a:spAutoFit/>
          </a:bodyPr>
          <a:lstStyle/>
          <a:p>
            <a:r>
              <a:rPr lang="en-US" sz="2400" dirty="0"/>
              <a:t>Feature extraction</a:t>
            </a:r>
          </a:p>
        </p:txBody>
      </p:sp>
      <p:cxnSp>
        <p:nvCxnSpPr>
          <p:cNvPr id="58" name="Connector: Elbow 57">
            <a:extLst>
              <a:ext uri="{FF2B5EF4-FFF2-40B4-BE49-F238E27FC236}">
                <a16:creationId xmlns:a16="http://schemas.microsoft.com/office/drawing/2014/main" id="{958BE5E1-43FE-DB23-686E-9D7C71410CFF}"/>
              </a:ext>
            </a:extLst>
          </p:cNvPr>
          <p:cNvCxnSpPr>
            <a:cxnSpLocks/>
            <a:stCxn id="25" idx="6"/>
            <a:endCxn id="59" idx="2"/>
          </p:cNvCxnSpPr>
          <p:nvPr/>
        </p:nvCxnSpPr>
        <p:spPr>
          <a:xfrm flipV="1">
            <a:off x="4463336" y="2085596"/>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D87077E4-76BA-8FE3-4243-4FF84FFD9926}"/>
              </a:ext>
            </a:extLst>
          </p:cNvPr>
          <p:cNvSpPr/>
          <p:nvPr/>
        </p:nvSpPr>
        <p:spPr>
          <a:xfrm>
            <a:off x="5155966" y="1536956"/>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44E1D668-765A-9CFB-4777-7F845B49A7C4}"/>
              </a:ext>
            </a:extLst>
          </p:cNvPr>
          <p:cNvCxnSpPr>
            <a:cxnSpLocks/>
          </p:cNvCxnSpPr>
          <p:nvPr/>
        </p:nvCxnSpPr>
        <p:spPr>
          <a:xfrm rot="5400000">
            <a:off x="5261269" y="1806408"/>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E40F3F43-FF58-2B4F-04DB-9486761B79FF}"/>
              </a:ext>
            </a:extLst>
          </p:cNvPr>
          <p:cNvCxnSpPr>
            <a:cxnSpLocks/>
          </p:cNvCxnSpPr>
          <p:nvPr/>
        </p:nvCxnSpPr>
        <p:spPr>
          <a:xfrm rot="5400000">
            <a:off x="5394627" y="1697722"/>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E3A3DAD1-D8F7-786F-90FB-3764588AA4A6}"/>
              </a:ext>
            </a:extLst>
          </p:cNvPr>
          <p:cNvCxnSpPr/>
          <p:nvPr/>
        </p:nvCxnSpPr>
        <p:spPr>
          <a:xfrm>
            <a:off x="5563128" y="1663463"/>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2CACDDD3-6C93-7178-A02B-C2AC877A2E2E}"/>
              </a:ext>
            </a:extLst>
          </p:cNvPr>
          <p:cNvCxnSpPr/>
          <p:nvPr/>
        </p:nvCxnSpPr>
        <p:spPr>
          <a:xfrm>
            <a:off x="5193562" y="1969701"/>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DD1B0A4-AAD7-24A8-CC95-7B7F63F6DA3D}"/>
              </a:ext>
            </a:extLst>
          </p:cNvPr>
          <p:cNvSpPr txBox="1"/>
          <p:nvPr/>
        </p:nvSpPr>
        <p:spPr>
          <a:xfrm>
            <a:off x="4914139" y="1189561"/>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4D3373CB-1097-AD83-C81D-59148748B45C}"/>
              </a:ext>
            </a:extLst>
          </p:cNvPr>
          <p:cNvCxnSpPr>
            <a:cxnSpLocks/>
          </p:cNvCxnSpPr>
          <p:nvPr/>
        </p:nvCxnSpPr>
        <p:spPr>
          <a:xfrm>
            <a:off x="859855" y="5810310"/>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409A14DA-55F6-C5F7-96BA-D986778E9DDB}"/>
              </a:ext>
            </a:extLst>
          </p:cNvPr>
          <p:cNvCxnSpPr>
            <a:cxnSpLocks/>
          </p:cNvCxnSpPr>
          <p:nvPr/>
        </p:nvCxnSpPr>
        <p:spPr>
          <a:xfrm flipV="1">
            <a:off x="1021873" y="4104785"/>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C1B35410-060F-6715-ECAF-3C116EA49BA0}"/>
              </a:ext>
            </a:extLst>
          </p:cNvPr>
          <p:cNvSpPr txBox="1"/>
          <p:nvPr/>
        </p:nvSpPr>
        <p:spPr>
          <a:xfrm>
            <a:off x="3591583" y="5901389"/>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318C7498-497A-DFFA-185C-D5EA4B4E0FD9}"/>
                  </a:ext>
                </a:extLst>
              </p:cNvPr>
              <p:cNvSpPr txBox="1"/>
              <p:nvPr/>
            </p:nvSpPr>
            <p:spPr>
              <a:xfrm>
                <a:off x="48008" y="3847825"/>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318C7498-497A-DFFA-185C-D5EA4B4E0FD9}"/>
                  </a:ext>
                </a:extLst>
              </p:cNvPr>
              <p:cNvSpPr txBox="1">
                <a:spLocks noRot="1" noChangeAspect="1" noMove="1" noResize="1" noEditPoints="1" noAdjustHandles="1" noChangeArrowheads="1" noChangeShapeType="1" noTextEdit="1"/>
              </p:cNvSpPr>
              <p:nvPr/>
            </p:nvSpPr>
            <p:spPr>
              <a:xfrm>
                <a:off x="48008" y="3847825"/>
                <a:ext cx="1032077" cy="461665"/>
              </a:xfrm>
              <a:prstGeom prst="rect">
                <a:avLst/>
              </a:prstGeom>
              <a:blipFill>
                <a:blip r:embed="rId6"/>
                <a:stretch>
                  <a:fillRect r="-1183"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FED5BF10-F7F2-2190-2C55-F916FF1DEA8F}"/>
              </a:ext>
            </a:extLst>
          </p:cNvPr>
          <p:cNvPicPr>
            <a:picLocks noChangeAspect="1"/>
          </p:cNvPicPr>
          <p:nvPr/>
        </p:nvPicPr>
        <p:blipFill rotWithShape="1">
          <a:blip r:embed="rId7"/>
          <a:srcRect l="6165" r="28486"/>
          <a:stretch>
            <a:fillRect/>
          </a:stretch>
        </p:blipFill>
        <p:spPr>
          <a:xfrm>
            <a:off x="1021873" y="4139861"/>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D661B101-A0FA-6F69-467B-3C2CA33642C2}"/>
                  </a:ext>
                </a:extLst>
              </p:cNvPr>
              <p:cNvSpPr txBox="1"/>
              <p:nvPr/>
            </p:nvSpPr>
            <p:spPr>
              <a:xfrm>
                <a:off x="1551361" y="5859843"/>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D661B101-A0FA-6F69-467B-3C2CA33642C2}"/>
                  </a:ext>
                </a:extLst>
              </p:cNvPr>
              <p:cNvSpPr txBox="1">
                <a:spLocks noRot="1" noChangeAspect="1" noMove="1" noResize="1" noEditPoints="1" noAdjustHandles="1" noChangeArrowheads="1" noChangeShapeType="1" noTextEdit="1"/>
              </p:cNvSpPr>
              <p:nvPr/>
            </p:nvSpPr>
            <p:spPr>
              <a:xfrm>
                <a:off x="1551361" y="5859843"/>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68A3EB9C-A963-4A1C-693A-994FCA05E13A}"/>
              </a:ext>
            </a:extLst>
          </p:cNvPr>
          <p:cNvSpPr>
            <a:spLocks noChangeAspect="1"/>
          </p:cNvSpPr>
          <p:nvPr/>
        </p:nvSpPr>
        <p:spPr>
          <a:xfrm>
            <a:off x="1633804" y="4080754"/>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A0E5BB90-0814-BF0D-5901-3ADD3D1ADEFF}"/>
              </a:ext>
            </a:extLst>
          </p:cNvPr>
          <p:cNvCxnSpPr>
            <a:cxnSpLocks/>
          </p:cNvCxnSpPr>
          <p:nvPr/>
        </p:nvCxnSpPr>
        <p:spPr>
          <a:xfrm flipV="1">
            <a:off x="1724249" y="4227976"/>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pic>
        <p:nvPicPr>
          <p:cNvPr id="4" name="Picture 3">
            <a:extLst>
              <a:ext uri="{FF2B5EF4-FFF2-40B4-BE49-F238E27FC236}">
                <a16:creationId xmlns:a16="http://schemas.microsoft.com/office/drawing/2014/main" id="{613411DD-D048-999E-41DE-65AAA7F8BAB6}"/>
              </a:ext>
            </a:extLst>
          </p:cNvPr>
          <p:cNvPicPr>
            <a:picLocks noChangeAspect="1"/>
          </p:cNvPicPr>
          <p:nvPr/>
        </p:nvPicPr>
        <p:blipFill>
          <a:blip r:embed="rId9"/>
          <a:stretch>
            <a:fillRect/>
          </a:stretch>
        </p:blipFill>
        <p:spPr>
          <a:xfrm>
            <a:off x="6538000" y="2319585"/>
            <a:ext cx="4454786" cy="782138"/>
          </a:xfrm>
          <a:prstGeom prst="rect">
            <a:avLst/>
          </a:prstGeom>
        </p:spPr>
      </p:pic>
      <p:pic>
        <p:nvPicPr>
          <p:cNvPr id="26" name="Picture 25">
            <a:extLst>
              <a:ext uri="{FF2B5EF4-FFF2-40B4-BE49-F238E27FC236}">
                <a16:creationId xmlns:a16="http://schemas.microsoft.com/office/drawing/2014/main" id="{272B3468-115A-7931-AEE3-1104B43D0CEC}"/>
              </a:ext>
            </a:extLst>
          </p:cNvPr>
          <p:cNvPicPr>
            <a:picLocks noChangeAspect="1"/>
          </p:cNvPicPr>
          <p:nvPr/>
        </p:nvPicPr>
        <p:blipFill>
          <a:blip r:embed="rId10"/>
          <a:stretch>
            <a:fillRect/>
          </a:stretch>
        </p:blipFill>
        <p:spPr>
          <a:xfrm>
            <a:off x="3787825" y="4100453"/>
            <a:ext cx="5252042" cy="475618"/>
          </a:xfrm>
          <a:prstGeom prst="rect">
            <a:avLst/>
          </a:prstGeom>
        </p:spPr>
      </p:pic>
      <p:sp>
        <p:nvSpPr>
          <p:cNvPr id="27" name="TextBox 26">
            <a:extLst>
              <a:ext uri="{FF2B5EF4-FFF2-40B4-BE49-F238E27FC236}">
                <a16:creationId xmlns:a16="http://schemas.microsoft.com/office/drawing/2014/main" id="{F3A3D186-1B18-D4A3-7F60-649B4C935464}"/>
              </a:ext>
            </a:extLst>
          </p:cNvPr>
          <p:cNvSpPr txBox="1"/>
          <p:nvPr/>
        </p:nvSpPr>
        <p:spPr>
          <a:xfrm>
            <a:off x="9773586" y="4125852"/>
            <a:ext cx="442750" cy="369332"/>
          </a:xfrm>
          <a:prstGeom prst="rect">
            <a:avLst/>
          </a:prstGeom>
          <a:noFill/>
        </p:spPr>
        <p:txBody>
          <a:bodyPr wrap="none" rtlCol="0">
            <a:spAutoFit/>
          </a:bodyPr>
          <a:lstStyle/>
          <a:p>
            <a:r>
              <a:rPr lang="en-US" dirty="0"/>
              <a:t>(1)</a:t>
            </a:r>
          </a:p>
        </p:txBody>
      </p:sp>
      <p:sp>
        <p:nvSpPr>
          <p:cNvPr id="30" name="TextBox 29">
            <a:extLst>
              <a:ext uri="{FF2B5EF4-FFF2-40B4-BE49-F238E27FC236}">
                <a16:creationId xmlns:a16="http://schemas.microsoft.com/office/drawing/2014/main" id="{09A5A25C-2C0C-D6AB-6D41-BE60D01429D3}"/>
              </a:ext>
            </a:extLst>
          </p:cNvPr>
          <p:cNvSpPr txBox="1"/>
          <p:nvPr/>
        </p:nvSpPr>
        <p:spPr>
          <a:xfrm>
            <a:off x="11050088" y="2445988"/>
            <a:ext cx="442750" cy="369332"/>
          </a:xfrm>
          <a:prstGeom prst="rect">
            <a:avLst/>
          </a:prstGeom>
          <a:noFill/>
        </p:spPr>
        <p:txBody>
          <a:bodyPr wrap="none" rtlCol="0">
            <a:spAutoFit/>
          </a:bodyPr>
          <a:lstStyle/>
          <a:p>
            <a:r>
              <a:rPr lang="en-US" dirty="0"/>
              <a:t>(2)</a:t>
            </a:r>
          </a:p>
        </p:txBody>
      </p:sp>
    </p:spTree>
    <p:extLst>
      <p:ext uri="{BB962C8B-B14F-4D97-AF65-F5344CB8AC3E}">
        <p14:creationId xmlns:p14="http://schemas.microsoft.com/office/powerpoint/2010/main" val="70233727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DAFFE6-8FED-99E7-5D12-6428A85065F8}"/>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F4AC1941-25FE-04A0-5A43-0476C825DFE0}"/>
                  </a:ext>
                </a:extLst>
              </p:cNvPr>
              <p:cNvSpPr txBox="1"/>
              <p:nvPr/>
            </p:nvSpPr>
            <p:spPr>
              <a:xfrm>
                <a:off x="4750255" y="480829"/>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F4AC1941-25FE-04A0-5A43-0476C825DFE0}"/>
                  </a:ext>
                </a:extLst>
              </p:cNvPr>
              <p:cNvSpPr txBox="1">
                <a:spLocks noRot="1" noChangeAspect="1" noMove="1" noResize="1" noEditPoints="1" noAdjustHandles="1" noChangeArrowheads="1" noChangeShapeType="1" noTextEdit="1"/>
              </p:cNvSpPr>
              <p:nvPr/>
            </p:nvSpPr>
            <p:spPr>
              <a:xfrm>
                <a:off x="4750255" y="480829"/>
                <a:ext cx="642780" cy="461665"/>
              </a:xfrm>
              <a:prstGeom prst="rect">
                <a:avLst/>
              </a:prstGeom>
              <a:blipFill>
                <a:blip r:embed="rId3"/>
                <a:stretch>
                  <a:fillRect/>
                </a:stretch>
              </a:blipFill>
            </p:spPr>
            <p:txBody>
              <a:bodyPr/>
              <a:lstStyle/>
              <a:p>
                <a:r>
                  <a:rPr lang="en-US">
                    <a:noFill/>
                  </a:rPr>
                  <a:t> </a:t>
                </a:r>
              </a:p>
            </p:txBody>
          </p:sp>
        </mc:Fallback>
      </mc:AlternateContent>
      <p:cxnSp>
        <p:nvCxnSpPr>
          <p:cNvPr id="16" name="Straight Arrow Connector 15">
            <a:extLst>
              <a:ext uri="{FF2B5EF4-FFF2-40B4-BE49-F238E27FC236}">
                <a16:creationId xmlns:a16="http://schemas.microsoft.com/office/drawing/2014/main" id="{CB8EAD17-92A0-7370-AB94-767283500809}"/>
              </a:ext>
            </a:extLst>
          </p:cNvPr>
          <p:cNvCxnSpPr>
            <a:cxnSpLocks/>
            <a:stCxn id="59" idx="3"/>
          </p:cNvCxnSpPr>
          <p:nvPr/>
        </p:nvCxnSpPr>
        <p:spPr>
          <a:xfrm flipV="1">
            <a:off x="4041838" y="931777"/>
            <a:ext cx="1232360" cy="1360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5" name="Oval 24">
            <a:extLst>
              <a:ext uri="{FF2B5EF4-FFF2-40B4-BE49-F238E27FC236}">
                <a16:creationId xmlns:a16="http://schemas.microsoft.com/office/drawing/2014/main" id="{7ED99DC5-D9EB-035E-1EE3-19B9559E037C}"/>
              </a:ext>
            </a:extLst>
          </p:cNvPr>
          <p:cNvSpPr>
            <a:spLocks noChangeAspect="1"/>
          </p:cNvSpPr>
          <p:nvPr/>
        </p:nvSpPr>
        <p:spPr>
          <a:xfrm>
            <a:off x="2317765" y="162820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Connector 27">
            <a:extLst>
              <a:ext uri="{FF2B5EF4-FFF2-40B4-BE49-F238E27FC236}">
                <a16:creationId xmlns:a16="http://schemas.microsoft.com/office/drawing/2014/main" id="{323BAC59-ACC6-A9C9-078D-B4479926D30E}"/>
              </a:ext>
            </a:extLst>
          </p:cNvPr>
          <p:cNvCxnSpPr/>
          <p:nvPr/>
        </p:nvCxnSpPr>
        <p:spPr>
          <a:xfrm>
            <a:off x="2467046" y="1869604"/>
            <a:ext cx="200025" cy="0"/>
          </a:xfrm>
          <a:prstGeom prst="line">
            <a:avLst/>
          </a:prstGeom>
          <a:ln w="25400">
            <a:solidFill>
              <a:schemeClr val="bg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29" name="Rectangle: Rounded Corners 28">
                <a:extLst>
                  <a:ext uri="{FF2B5EF4-FFF2-40B4-BE49-F238E27FC236}">
                    <a16:creationId xmlns:a16="http://schemas.microsoft.com/office/drawing/2014/main" id="{67396FE0-8A6A-7CA8-2B52-0B2F4CED5567}"/>
                  </a:ext>
                </a:extLst>
              </p:cNvPr>
              <p:cNvSpPr/>
              <p:nvPr/>
            </p:nvSpPr>
            <p:spPr>
              <a:xfrm>
                <a:off x="1656229" y="2289854"/>
                <a:ext cx="590900" cy="46166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p>
                        <m:sSupPr>
                          <m:ctrlPr>
                            <a:rPr lang="en-US" i="1" smtClean="0">
                              <a:latin typeface="Cambria Math" panose="02040503050406030204" pitchFamily="18" charset="0"/>
                            </a:rPr>
                          </m:ctrlPr>
                        </m:sSupPr>
                        <m:e>
                          <m:r>
                            <m:rPr>
                              <m:sty m:val="p"/>
                            </m:rPr>
                            <a:rPr lang="de-DE" b="0" i="1" smtClean="0">
                              <a:latin typeface="Cambria Math" panose="02040503050406030204" pitchFamily="18" charset="0"/>
                            </a:rPr>
                            <m:t>z</m:t>
                          </m:r>
                        </m:e>
                        <m:sup>
                          <m:r>
                            <a:rPr lang="de-DE" b="0" i="1" smtClean="0">
                              <a:latin typeface="Cambria Math" panose="02040503050406030204" pitchFamily="18" charset="0"/>
                            </a:rPr>
                            <m:t>−</m:t>
                          </m:r>
                          <m:r>
                            <a:rPr lang="de-DE" b="0" i="1" smtClean="0">
                              <a:latin typeface="Cambria Math" panose="02040503050406030204" pitchFamily="18" charset="0"/>
                            </a:rPr>
                            <m:t>1</m:t>
                          </m:r>
                        </m:sup>
                      </m:sSup>
                    </m:oMath>
                  </m:oMathPara>
                </a14:m>
                <a:endParaRPr lang="en-US" dirty="0"/>
              </a:p>
            </p:txBody>
          </p:sp>
        </mc:Choice>
        <mc:Fallback xmlns="">
          <p:sp>
            <p:nvSpPr>
              <p:cNvPr id="29" name="Rectangle: Rounded Corners 28">
                <a:extLst>
                  <a:ext uri="{FF2B5EF4-FFF2-40B4-BE49-F238E27FC236}">
                    <a16:creationId xmlns:a16="http://schemas.microsoft.com/office/drawing/2014/main" id="{67396FE0-8A6A-7CA8-2B52-0B2F4CED5567}"/>
                  </a:ext>
                </a:extLst>
              </p:cNvPr>
              <p:cNvSpPr>
                <a:spLocks noRot="1" noChangeAspect="1" noMove="1" noResize="1" noEditPoints="1" noAdjustHandles="1" noChangeArrowheads="1" noChangeShapeType="1" noTextEdit="1"/>
              </p:cNvSpPr>
              <p:nvPr/>
            </p:nvSpPr>
            <p:spPr>
              <a:xfrm>
                <a:off x="1656229" y="2289854"/>
                <a:ext cx="590900" cy="461665"/>
              </a:xfrm>
              <a:prstGeom prst="roundRect">
                <a:avLst/>
              </a:prstGeom>
              <a:blipFill>
                <a:blip r:embed="rId4"/>
                <a:stretch>
                  <a:fillRect/>
                </a:stretch>
              </a:blipFill>
            </p:spPr>
            <p:txBody>
              <a:bodyPr/>
              <a:lstStyle/>
              <a:p>
                <a:r>
                  <a:rPr lang="en-US">
                    <a:noFill/>
                  </a:rPr>
                  <a:t> </a:t>
                </a:r>
              </a:p>
            </p:txBody>
          </p:sp>
        </mc:Fallback>
      </mc:AlternateContent>
      <p:cxnSp>
        <p:nvCxnSpPr>
          <p:cNvPr id="31" name="Connector: Elbow 30">
            <a:extLst>
              <a:ext uri="{FF2B5EF4-FFF2-40B4-BE49-F238E27FC236}">
                <a16:creationId xmlns:a16="http://schemas.microsoft.com/office/drawing/2014/main" id="{1B4C18B7-456C-2B41-BD98-FA0221540811}"/>
              </a:ext>
            </a:extLst>
          </p:cNvPr>
          <p:cNvCxnSpPr>
            <a:stCxn id="29" idx="3"/>
            <a:endCxn id="25" idx="4"/>
          </p:cNvCxnSpPr>
          <p:nvPr/>
        </p:nvCxnSpPr>
        <p:spPr>
          <a:xfrm flipV="1">
            <a:off x="2247129" y="2111005"/>
            <a:ext cx="312038" cy="409682"/>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4F6A58F2-B4FE-CF27-A47B-04767A55429A}"/>
              </a:ext>
            </a:extLst>
          </p:cNvPr>
          <p:cNvCxnSpPr>
            <a:cxnSpLocks/>
            <a:endCxn id="25" idx="2"/>
          </p:cNvCxnSpPr>
          <p:nvPr/>
        </p:nvCxnSpPr>
        <p:spPr>
          <a:xfrm flipV="1">
            <a:off x="664091" y="1869604"/>
            <a:ext cx="1653674" cy="105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4" name="Connector: Elbow 43">
            <a:extLst>
              <a:ext uri="{FF2B5EF4-FFF2-40B4-BE49-F238E27FC236}">
                <a16:creationId xmlns:a16="http://schemas.microsoft.com/office/drawing/2014/main" id="{07FCFDDC-6908-35DE-2748-E56B54BDF782}"/>
              </a:ext>
            </a:extLst>
          </p:cNvPr>
          <p:cNvCxnSpPr>
            <a:cxnSpLocks/>
            <a:endCxn id="29" idx="1"/>
          </p:cNvCxnSpPr>
          <p:nvPr/>
        </p:nvCxnSpPr>
        <p:spPr>
          <a:xfrm rot="16200000" flipH="1">
            <a:off x="1177899" y="2042357"/>
            <a:ext cx="647574" cy="30908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47" name="Rectangle 46">
            <a:extLst>
              <a:ext uri="{FF2B5EF4-FFF2-40B4-BE49-F238E27FC236}">
                <a16:creationId xmlns:a16="http://schemas.microsoft.com/office/drawing/2014/main" id="{0DD95C57-FAA5-7ECA-A0DF-AF9D94801605}"/>
              </a:ext>
            </a:extLst>
          </p:cNvPr>
          <p:cNvSpPr/>
          <p:nvPr/>
        </p:nvSpPr>
        <p:spPr>
          <a:xfrm>
            <a:off x="759169" y="180211"/>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A92A856F-0C8A-7265-4F98-6A539CD4F0C4}"/>
                  </a:ext>
                </a:extLst>
              </p:cNvPr>
              <p:cNvSpPr txBox="1"/>
              <p:nvPr/>
            </p:nvSpPr>
            <p:spPr>
              <a:xfrm>
                <a:off x="155482" y="130309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0</m:t>
                          </m:r>
                        </m:sub>
                      </m:sSub>
                    </m:oMath>
                  </m:oMathPara>
                </a14:m>
                <a:endParaRPr lang="en-US" sz="2400" dirty="0">
                  <a:solidFill>
                    <a:schemeClr val="tx1"/>
                  </a:solidFill>
                </a:endParaRPr>
              </a:p>
            </p:txBody>
          </p:sp>
        </mc:Choice>
        <mc:Fallback xmlns="">
          <p:sp>
            <p:nvSpPr>
              <p:cNvPr id="49" name="TextBox 48">
                <a:extLst>
                  <a:ext uri="{FF2B5EF4-FFF2-40B4-BE49-F238E27FC236}">
                    <a16:creationId xmlns:a16="http://schemas.microsoft.com/office/drawing/2014/main" id="{A92A856F-0C8A-7265-4F98-6A539CD4F0C4}"/>
                  </a:ext>
                </a:extLst>
              </p:cNvPr>
              <p:cNvSpPr txBox="1">
                <a:spLocks noRot="1" noChangeAspect="1" noMove="1" noResize="1" noEditPoints="1" noAdjustHandles="1" noChangeArrowheads="1" noChangeShapeType="1" noTextEdit="1"/>
              </p:cNvSpPr>
              <p:nvPr/>
            </p:nvSpPr>
            <p:spPr>
              <a:xfrm>
                <a:off x="155482" y="1303092"/>
                <a:ext cx="642780" cy="461665"/>
              </a:xfrm>
              <a:prstGeom prst="rect">
                <a:avLst/>
              </a:prstGeom>
              <a:blipFill>
                <a:blip r:embed="rId5"/>
                <a:stretch>
                  <a:fillRect/>
                </a:stretch>
              </a:blipFill>
            </p:spPr>
            <p:txBody>
              <a:bodyPr/>
              <a:lstStyle/>
              <a:p>
                <a:r>
                  <a:rPr lang="en-US">
                    <a:noFill/>
                  </a:rPr>
                  <a:t> </a:t>
                </a:r>
              </a:p>
            </p:txBody>
          </p:sp>
        </mc:Fallback>
      </mc:AlternateContent>
      <p:sp>
        <p:nvSpPr>
          <p:cNvPr id="50" name="TextBox 49">
            <a:extLst>
              <a:ext uri="{FF2B5EF4-FFF2-40B4-BE49-F238E27FC236}">
                <a16:creationId xmlns:a16="http://schemas.microsoft.com/office/drawing/2014/main" id="{82B427D4-6198-EA84-C4BC-D84AA777BD46}"/>
              </a:ext>
            </a:extLst>
          </p:cNvPr>
          <p:cNvSpPr txBox="1"/>
          <p:nvPr/>
        </p:nvSpPr>
        <p:spPr>
          <a:xfrm>
            <a:off x="758678" y="206583"/>
            <a:ext cx="2238177" cy="523220"/>
          </a:xfrm>
          <a:prstGeom prst="rect">
            <a:avLst/>
          </a:prstGeom>
          <a:noFill/>
        </p:spPr>
        <p:txBody>
          <a:bodyPr wrap="none" rtlCol="0">
            <a:spAutoFit/>
          </a:bodyPr>
          <a:lstStyle/>
          <a:p>
            <a:r>
              <a:rPr lang="en-US" sz="2800" dirty="0"/>
              <a:t>Differentiator</a:t>
            </a:r>
          </a:p>
        </p:txBody>
      </p:sp>
      <p:cxnSp>
        <p:nvCxnSpPr>
          <p:cNvPr id="58" name="Connector: Elbow 57">
            <a:extLst>
              <a:ext uri="{FF2B5EF4-FFF2-40B4-BE49-F238E27FC236}">
                <a16:creationId xmlns:a16="http://schemas.microsoft.com/office/drawing/2014/main" id="{69F4B2C3-2D95-A6B5-807C-C170A58AF3DE}"/>
              </a:ext>
            </a:extLst>
          </p:cNvPr>
          <p:cNvCxnSpPr>
            <a:cxnSpLocks/>
            <a:stCxn id="25" idx="6"/>
            <a:endCxn id="59" idx="2"/>
          </p:cNvCxnSpPr>
          <p:nvPr/>
        </p:nvCxnSpPr>
        <p:spPr>
          <a:xfrm flipV="1">
            <a:off x="2800568" y="1219699"/>
            <a:ext cx="966950" cy="649905"/>
          </a:xfrm>
          <a:prstGeom prst="bentConnector2">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9" name="Rectangle 58">
            <a:extLst>
              <a:ext uri="{FF2B5EF4-FFF2-40B4-BE49-F238E27FC236}">
                <a16:creationId xmlns:a16="http://schemas.microsoft.com/office/drawing/2014/main" id="{09BCE3B0-B59D-3305-CE1D-6C90A6A5A16A}"/>
              </a:ext>
            </a:extLst>
          </p:cNvPr>
          <p:cNvSpPr/>
          <p:nvPr/>
        </p:nvSpPr>
        <p:spPr>
          <a:xfrm>
            <a:off x="3493198" y="671059"/>
            <a:ext cx="548640" cy="54864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6" name="Connector: Elbow 65">
            <a:extLst>
              <a:ext uri="{FF2B5EF4-FFF2-40B4-BE49-F238E27FC236}">
                <a16:creationId xmlns:a16="http://schemas.microsoft.com/office/drawing/2014/main" id="{19AC1018-8DF5-BD6B-C57A-DA3EE566CF32}"/>
              </a:ext>
            </a:extLst>
          </p:cNvPr>
          <p:cNvCxnSpPr>
            <a:cxnSpLocks/>
          </p:cNvCxnSpPr>
          <p:nvPr/>
        </p:nvCxnSpPr>
        <p:spPr>
          <a:xfrm rot="5400000">
            <a:off x="3598501" y="940511"/>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69" name="Connector: Elbow 68">
            <a:extLst>
              <a:ext uri="{FF2B5EF4-FFF2-40B4-BE49-F238E27FC236}">
                <a16:creationId xmlns:a16="http://schemas.microsoft.com/office/drawing/2014/main" id="{4F58A303-7933-1D80-B405-F503C3B66FA3}"/>
              </a:ext>
            </a:extLst>
          </p:cNvPr>
          <p:cNvCxnSpPr>
            <a:cxnSpLocks/>
          </p:cNvCxnSpPr>
          <p:nvPr/>
        </p:nvCxnSpPr>
        <p:spPr>
          <a:xfrm rot="5400000">
            <a:off x="3731859" y="831825"/>
            <a:ext cx="214001" cy="134721"/>
          </a:xfrm>
          <a:prstGeom prst="bentConnector3">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2" name="Straight Connector 71">
            <a:extLst>
              <a:ext uri="{FF2B5EF4-FFF2-40B4-BE49-F238E27FC236}">
                <a16:creationId xmlns:a16="http://schemas.microsoft.com/office/drawing/2014/main" id="{A063EC69-5648-1EA2-DD7E-42FC765905CB}"/>
              </a:ext>
            </a:extLst>
          </p:cNvPr>
          <p:cNvCxnSpPr/>
          <p:nvPr/>
        </p:nvCxnSpPr>
        <p:spPr>
          <a:xfrm>
            <a:off x="3900360" y="797566"/>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cxnSp>
        <p:nvCxnSpPr>
          <p:cNvPr id="73" name="Straight Connector 72">
            <a:extLst>
              <a:ext uri="{FF2B5EF4-FFF2-40B4-BE49-F238E27FC236}">
                <a16:creationId xmlns:a16="http://schemas.microsoft.com/office/drawing/2014/main" id="{DEE3656F-891D-09BB-91DD-E899055BB390}"/>
              </a:ext>
            </a:extLst>
          </p:cNvPr>
          <p:cNvCxnSpPr/>
          <p:nvPr/>
        </p:nvCxnSpPr>
        <p:spPr>
          <a:xfrm>
            <a:off x="3530794" y="1103804"/>
            <a:ext cx="109728" cy="0"/>
          </a:xfrm>
          <a:prstGeom prst="line">
            <a:avLst/>
          </a:prstGeom>
          <a:ln>
            <a:solidFill>
              <a:schemeClr val="bg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91FAAD30-2950-DD74-F353-018B2C062006}"/>
              </a:ext>
            </a:extLst>
          </p:cNvPr>
          <p:cNvSpPr txBox="1"/>
          <p:nvPr/>
        </p:nvSpPr>
        <p:spPr>
          <a:xfrm>
            <a:off x="3251371" y="323664"/>
            <a:ext cx="999441" cy="369332"/>
          </a:xfrm>
          <a:prstGeom prst="rect">
            <a:avLst/>
          </a:prstGeom>
          <a:noFill/>
        </p:spPr>
        <p:txBody>
          <a:bodyPr wrap="none" rtlCol="0">
            <a:spAutoFit/>
          </a:bodyPr>
          <a:lstStyle/>
          <a:p>
            <a:r>
              <a:rPr lang="en-US" dirty="0"/>
              <a:t>Counter</a:t>
            </a:r>
          </a:p>
        </p:txBody>
      </p:sp>
      <p:cxnSp>
        <p:nvCxnSpPr>
          <p:cNvPr id="99" name="Straight Arrow Connector 98">
            <a:extLst>
              <a:ext uri="{FF2B5EF4-FFF2-40B4-BE49-F238E27FC236}">
                <a16:creationId xmlns:a16="http://schemas.microsoft.com/office/drawing/2014/main" id="{C0A2C43E-2B4D-2EC6-96A2-A9D94CC9004F}"/>
              </a:ext>
            </a:extLst>
          </p:cNvPr>
          <p:cNvCxnSpPr>
            <a:cxnSpLocks/>
          </p:cNvCxnSpPr>
          <p:nvPr/>
        </p:nvCxnSpPr>
        <p:spPr>
          <a:xfrm>
            <a:off x="7635325" y="6007019"/>
            <a:ext cx="3073970" cy="0"/>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159844B1-9016-93B9-CCBE-4D22945A7FCD}"/>
              </a:ext>
            </a:extLst>
          </p:cNvPr>
          <p:cNvCxnSpPr>
            <a:cxnSpLocks/>
          </p:cNvCxnSpPr>
          <p:nvPr/>
        </p:nvCxnSpPr>
        <p:spPr>
          <a:xfrm flipV="1">
            <a:off x="7797343" y="4301494"/>
            <a:ext cx="0" cy="1923393"/>
          </a:xfrm>
          <a:prstGeom prst="straightConnector1">
            <a:avLst/>
          </a:prstGeom>
          <a:ln w="15875">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
        <p:nvSpPr>
          <p:cNvPr id="101" name="TextBox 100">
            <a:extLst>
              <a:ext uri="{FF2B5EF4-FFF2-40B4-BE49-F238E27FC236}">
                <a16:creationId xmlns:a16="http://schemas.microsoft.com/office/drawing/2014/main" id="{4DADB98B-83CF-9E09-C93B-E8C170430803}"/>
              </a:ext>
            </a:extLst>
          </p:cNvPr>
          <p:cNvSpPr txBox="1"/>
          <p:nvPr/>
        </p:nvSpPr>
        <p:spPr>
          <a:xfrm>
            <a:off x="10367053" y="6098098"/>
            <a:ext cx="756938" cy="461665"/>
          </a:xfrm>
          <a:prstGeom prst="rect">
            <a:avLst/>
          </a:prstGeom>
          <a:noFill/>
        </p:spPr>
        <p:txBody>
          <a:bodyPr wrap="none" rtlCol="0">
            <a:spAutoFit/>
          </a:bodyPr>
          <a:lstStyle/>
          <a:p>
            <a:r>
              <a:rPr lang="en-US" sz="2400" dirty="0"/>
              <a:t>time</a:t>
            </a:r>
            <a:endParaRPr lang="en-DE" dirty="0"/>
          </a:p>
        </p:txBody>
      </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9E3B203F-57BE-876F-CD5E-407EB14E8713}"/>
                  </a:ext>
                </a:extLst>
              </p:cNvPr>
              <p:cNvSpPr txBox="1"/>
              <p:nvPr/>
            </p:nvSpPr>
            <p:spPr>
              <a:xfrm>
                <a:off x="6823478" y="4044534"/>
                <a:ext cx="1032077" cy="461665"/>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a:rPr lang="de-DE" sz="2400" i="1">
                              <a:latin typeface="Cambria Math" panose="02040503050406030204" pitchFamily="18" charset="0"/>
                            </a:rPr>
                            <m:t>0</m:t>
                          </m:r>
                        </m:sub>
                      </m:sSub>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oMath>
                  </m:oMathPara>
                </a14:m>
                <a:endParaRPr lang="en-DE" sz="2400" dirty="0"/>
              </a:p>
            </p:txBody>
          </p:sp>
        </mc:Choice>
        <mc:Fallback xmlns="">
          <p:sp>
            <p:nvSpPr>
              <p:cNvPr id="102" name="TextBox 101">
                <a:extLst>
                  <a:ext uri="{FF2B5EF4-FFF2-40B4-BE49-F238E27FC236}">
                    <a16:creationId xmlns:a16="http://schemas.microsoft.com/office/drawing/2014/main" id="{9E3B203F-57BE-876F-CD5E-407EB14E8713}"/>
                  </a:ext>
                </a:extLst>
              </p:cNvPr>
              <p:cNvSpPr txBox="1">
                <a:spLocks noRot="1" noChangeAspect="1" noMove="1" noResize="1" noEditPoints="1" noAdjustHandles="1" noChangeArrowheads="1" noChangeShapeType="1" noTextEdit="1"/>
              </p:cNvSpPr>
              <p:nvPr/>
            </p:nvSpPr>
            <p:spPr>
              <a:xfrm>
                <a:off x="6823478" y="4044534"/>
                <a:ext cx="1032077" cy="461665"/>
              </a:xfrm>
              <a:prstGeom prst="rect">
                <a:avLst/>
              </a:prstGeom>
              <a:blipFill>
                <a:blip r:embed="rId6"/>
                <a:stretch>
                  <a:fillRect r="-1176" b="-15789"/>
                </a:stretch>
              </a:blipFill>
            </p:spPr>
            <p:txBody>
              <a:bodyPr/>
              <a:lstStyle/>
              <a:p>
                <a:r>
                  <a:rPr lang="en-US">
                    <a:noFill/>
                  </a:rPr>
                  <a:t> </a:t>
                </a:r>
              </a:p>
            </p:txBody>
          </p:sp>
        </mc:Fallback>
      </mc:AlternateContent>
      <p:pic>
        <p:nvPicPr>
          <p:cNvPr id="103" name="Picture 102">
            <a:extLst>
              <a:ext uri="{FF2B5EF4-FFF2-40B4-BE49-F238E27FC236}">
                <a16:creationId xmlns:a16="http://schemas.microsoft.com/office/drawing/2014/main" id="{B38E91D3-F5D1-766D-A37B-48DD09DDD287}"/>
              </a:ext>
            </a:extLst>
          </p:cNvPr>
          <p:cNvPicPr>
            <a:picLocks noChangeAspect="1"/>
          </p:cNvPicPr>
          <p:nvPr/>
        </p:nvPicPr>
        <p:blipFill rotWithShape="1">
          <a:blip r:embed="rId7"/>
          <a:srcRect l="6165" r="28486"/>
          <a:stretch>
            <a:fillRect/>
          </a:stretch>
        </p:blipFill>
        <p:spPr>
          <a:xfrm>
            <a:off x="7797343" y="4336570"/>
            <a:ext cx="2569709" cy="1670449"/>
          </a:xfrm>
          <a:prstGeom prst="rect">
            <a:avLst/>
          </a:prstGeom>
        </p:spPr>
      </p:pic>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476C1053-04D7-09EB-2410-459E6D341748}"/>
                  </a:ext>
                </a:extLst>
              </p:cNvPr>
              <p:cNvSpPr txBox="1"/>
              <p:nvPr/>
            </p:nvSpPr>
            <p:spPr>
              <a:xfrm>
                <a:off x="8326831" y="6056552"/>
                <a:ext cx="1510735" cy="70147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𝑡</m:t>
                          </m:r>
                        </m:e>
                        <m:sub>
                          <m:r>
                            <m:rPr>
                              <m:sty m:val="p"/>
                            </m:rPr>
                            <a:rPr lang="en-US" sz="2400" b="0" i="0" smtClean="0">
                              <a:latin typeface="Cambria Math" panose="02040503050406030204" pitchFamily="18" charset="0"/>
                            </a:rPr>
                            <m:t>peak</m:t>
                          </m:r>
                        </m:sub>
                      </m:sSub>
                      <m:r>
                        <a:rPr lang="en-US" sz="2400" b="0" i="1" smtClean="0">
                          <a:latin typeface="Cambria Math" panose="02040503050406030204" pitchFamily="18" charset="0"/>
                        </a:rPr>
                        <m:t>=</m:t>
                      </m:r>
                      <m:f>
                        <m:fPr>
                          <m:ctrlPr>
                            <a:rPr lang="en-US" sz="2400" b="0" i="1" smtClean="0">
                              <a:latin typeface="Cambria Math" panose="02040503050406030204" pitchFamily="18" charset="0"/>
                            </a:rPr>
                          </m:ctrlPr>
                        </m:fPr>
                        <m:num>
                          <m:sSub>
                            <m:sSubPr>
                              <m:ctrlPr>
                                <a:rPr lang="en-US" sz="2400" b="1" i="1" smtClean="0">
                                  <a:solidFill>
                                    <a:srgbClr val="C00000"/>
                                  </a:solidFill>
                                  <a:latin typeface="Cambria Math" panose="02040503050406030204" pitchFamily="18" charset="0"/>
                                </a:rPr>
                              </m:ctrlPr>
                            </m:sSubPr>
                            <m:e>
                              <m:r>
                                <a:rPr lang="en-US" sz="2400" b="1" i="1" smtClean="0">
                                  <a:solidFill>
                                    <a:srgbClr val="C00000"/>
                                  </a:solidFill>
                                  <a:latin typeface="Cambria Math" panose="02040503050406030204" pitchFamily="18" charset="0"/>
                                </a:rPr>
                                <m:t>𝒅</m:t>
                              </m:r>
                            </m:e>
                            <m:sub>
                              <m:r>
                                <a:rPr lang="en-US" sz="2400" b="1" i="1" smtClean="0">
                                  <a:solidFill>
                                    <a:srgbClr val="C00000"/>
                                  </a:solidFill>
                                  <a:latin typeface="Cambria Math" panose="02040503050406030204" pitchFamily="18" charset="0"/>
                                </a:rPr>
                                <m:t>𝟎</m:t>
                              </m:r>
                            </m:sub>
                          </m:sSub>
                        </m:num>
                        <m:den>
                          <m:r>
                            <a:rPr lang="en-US" sz="2400" b="0" i="1" smtClean="0">
                              <a:latin typeface="Cambria Math" panose="02040503050406030204" pitchFamily="18" charset="0"/>
                            </a:rPr>
                            <m:t>6</m:t>
                          </m:r>
                          <m:r>
                            <a:rPr lang="en-US" sz="2400" b="0" i="1" smtClean="0">
                              <a:latin typeface="Cambria Math" panose="02040503050406030204" pitchFamily="18" charset="0"/>
                            </a:rPr>
                            <m:t>𝐷</m:t>
                          </m:r>
                        </m:den>
                      </m:f>
                    </m:oMath>
                  </m:oMathPara>
                </a14:m>
                <a:endParaRPr lang="en-DE" sz="2400" dirty="0"/>
              </a:p>
            </p:txBody>
          </p:sp>
        </mc:Choice>
        <mc:Fallback xmlns="">
          <p:sp>
            <p:nvSpPr>
              <p:cNvPr id="104" name="TextBox 103">
                <a:extLst>
                  <a:ext uri="{FF2B5EF4-FFF2-40B4-BE49-F238E27FC236}">
                    <a16:creationId xmlns:a16="http://schemas.microsoft.com/office/drawing/2014/main" id="{476C1053-04D7-09EB-2410-459E6D341748}"/>
                  </a:ext>
                </a:extLst>
              </p:cNvPr>
              <p:cNvSpPr txBox="1">
                <a:spLocks noRot="1" noChangeAspect="1" noMove="1" noResize="1" noEditPoints="1" noAdjustHandles="1" noChangeArrowheads="1" noChangeShapeType="1" noTextEdit="1"/>
              </p:cNvSpPr>
              <p:nvPr/>
            </p:nvSpPr>
            <p:spPr>
              <a:xfrm>
                <a:off x="8326831" y="6056552"/>
                <a:ext cx="1510735" cy="701474"/>
              </a:xfrm>
              <a:prstGeom prst="rect">
                <a:avLst/>
              </a:prstGeom>
              <a:blipFill>
                <a:blip r:embed="rId8"/>
                <a:stretch>
                  <a:fillRect/>
                </a:stretch>
              </a:blipFill>
            </p:spPr>
            <p:txBody>
              <a:bodyPr/>
              <a:lstStyle/>
              <a:p>
                <a:r>
                  <a:rPr lang="en-US">
                    <a:noFill/>
                  </a:rPr>
                  <a:t> </a:t>
                </a:r>
              </a:p>
            </p:txBody>
          </p:sp>
        </mc:Fallback>
      </mc:AlternateContent>
      <p:sp>
        <p:nvSpPr>
          <p:cNvPr id="105" name="Oval 104">
            <a:extLst>
              <a:ext uri="{FF2B5EF4-FFF2-40B4-BE49-F238E27FC236}">
                <a16:creationId xmlns:a16="http://schemas.microsoft.com/office/drawing/2014/main" id="{0C6D0F5F-6302-06FE-8D15-9FD8B3717519}"/>
              </a:ext>
            </a:extLst>
          </p:cNvPr>
          <p:cNvSpPr>
            <a:spLocks noChangeAspect="1"/>
          </p:cNvSpPr>
          <p:nvPr/>
        </p:nvSpPr>
        <p:spPr>
          <a:xfrm>
            <a:off x="8409719" y="4275366"/>
            <a:ext cx="180000" cy="180000"/>
          </a:xfrm>
          <a:prstGeom prst="ellipse">
            <a:avLst/>
          </a:prstGeom>
          <a:noFill/>
          <a:ln w="15875">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p>
        </p:txBody>
      </p:sp>
      <p:cxnSp>
        <p:nvCxnSpPr>
          <p:cNvPr id="106" name="Straight Connector 105">
            <a:extLst>
              <a:ext uri="{FF2B5EF4-FFF2-40B4-BE49-F238E27FC236}">
                <a16:creationId xmlns:a16="http://schemas.microsoft.com/office/drawing/2014/main" id="{938EED3E-1590-2D70-9770-D4A365797229}"/>
              </a:ext>
            </a:extLst>
          </p:cNvPr>
          <p:cNvCxnSpPr>
            <a:cxnSpLocks/>
          </p:cNvCxnSpPr>
          <p:nvPr/>
        </p:nvCxnSpPr>
        <p:spPr>
          <a:xfrm flipV="1">
            <a:off x="8499719" y="4424685"/>
            <a:ext cx="0" cy="1582334"/>
          </a:xfrm>
          <a:prstGeom prst="line">
            <a:avLst/>
          </a:prstGeom>
          <a:ln w="19050">
            <a:solidFill>
              <a:srgbClr val="C00000"/>
            </a:solidFill>
            <a:prstDash val="dash"/>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35C19247-934B-5969-78B0-E16388AD6EAF}"/>
              </a:ext>
            </a:extLst>
          </p:cNvPr>
          <p:cNvSpPr/>
          <p:nvPr/>
        </p:nvSpPr>
        <p:spPr>
          <a:xfrm>
            <a:off x="3283371" y="323663"/>
            <a:ext cx="966950" cy="1220987"/>
          </a:xfrm>
          <a:prstGeom prst="rect">
            <a:avLst/>
          </a:prstGeom>
          <a:solidFill>
            <a:schemeClr val="bg1">
              <a:alpha val="8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 name="Straight Arrow Connector 6">
            <a:extLst>
              <a:ext uri="{FF2B5EF4-FFF2-40B4-BE49-F238E27FC236}">
                <a16:creationId xmlns:a16="http://schemas.microsoft.com/office/drawing/2014/main" id="{EE5BF53F-54BA-7712-6865-421374857225}"/>
              </a:ext>
            </a:extLst>
          </p:cNvPr>
          <p:cNvCxnSpPr>
            <a:cxnSpLocks/>
          </p:cNvCxnSpPr>
          <p:nvPr/>
        </p:nvCxnSpPr>
        <p:spPr>
          <a:xfrm>
            <a:off x="3007407" y="1864327"/>
            <a:ext cx="590900" cy="2077"/>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9" name="Oval 8">
            <a:extLst>
              <a:ext uri="{FF2B5EF4-FFF2-40B4-BE49-F238E27FC236}">
                <a16:creationId xmlns:a16="http://schemas.microsoft.com/office/drawing/2014/main" id="{5DB61624-4DCD-8F07-1DA4-B3595E66E6B6}"/>
              </a:ext>
            </a:extLst>
          </p:cNvPr>
          <p:cNvSpPr/>
          <p:nvPr/>
        </p:nvSpPr>
        <p:spPr>
          <a:xfrm>
            <a:off x="3793794" y="4281592"/>
            <a:ext cx="1828800" cy="18288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0F424CAD-CAF0-5604-6221-53E9B58912F1}"/>
              </a:ext>
            </a:extLst>
          </p:cNvPr>
          <p:cNvSpPr/>
          <p:nvPr/>
        </p:nvSpPr>
        <p:spPr>
          <a:xfrm>
            <a:off x="3793794" y="4690615"/>
            <a:ext cx="1828800" cy="914400"/>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61B4723-E122-56C7-ABF5-663B5985249D}"/>
              </a:ext>
            </a:extLst>
          </p:cNvPr>
          <p:cNvSpPr txBox="1"/>
          <p:nvPr/>
        </p:nvSpPr>
        <p:spPr>
          <a:xfrm>
            <a:off x="151017" y="3878218"/>
            <a:ext cx="2434513" cy="461665"/>
          </a:xfrm>
          <a:prstGeom prst="rect">
            <a:avLst/>
          </a:prstGeom>
          <a:noFill/>
        </p:spPr>
        <p:txBody>
          <a:bodyPr wrap="none" rtlCol="0">
            <a:spAutoFit/>
          </a:bodyPr>
          <a:lstStyle/>
          <a:p>
            <a:r>
              <a:rPr lang="en-US" sz="2400" dirty="0"/>
              <a:t>Point Transmitter</a:t>
            </a:r>
          </a:p>
        </p:txBody>
      </p:sp>
      <p:sp>
        <p:nvSpPr>
          <p:cNvPr id="12" name="Oval 11">
            <a:extLst>
              <a:ext uri="{FF2B5EF4-FFF2-40B4-BE49-F238E27FC236}">
                <a16:creationId xmlns:a16="http://schemas.microsoft.com/office/drawing/2014/main" id="{C27F0614-89E8-9A9B-40B7-03573252C89A}"/>
              </a:ext>
            </a:extLst>
          </p:cNvPr>
          <p:cNvSpPr>
            <a:spLocks noChangeAspect="1"/>
          </p:cNvSpPr>
          <p:nvPr/>
        </p:nvSpPr>
        <p:spPr>
          <a:xfrm>
            <a:off x="1051565" y="489933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F7AB339A-9095-1A22-284F-07135C175E53}"/>
              </a:ext>
            </a:extLst>
          </p:cNvPr>
          <p:cNvSpPr>
            <a:spLocks noChangeAspect="1"/>
          </p:cNvSpPr>
          <p:nvPr/>
        </p:nvSpPr>
        <p:spPr>
          <a:xfrm>
            <a:off x="1970049" y="481706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1AE86706-9919-F9F6-063F-CF65B19ABDEC}"/>
              </a:ext>
            </a:extLst>
          </p:cNvPr>
          <p:cNvSpPr>
            <a:spLocks noChangeAspect="1"/>
          </p:cNvSpPr>
          <p:nvPr/>
        </p:nvSpPr>
        <p:spPr>
          <a:xfrm>
            <a:off x="2398237" y="514781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5C59AC31-01FD-42DB-CD2F-7D66C89BB0AA}"/>
              </a:ext>
            </a:extLst>
          </p:cNvPr>
          <p:cNvSpPr>
            <a:spLocks noChangeAspect="1"/>
          </p:cNvSpPr>
          <p:nvPr/>
        </p:nvSpPr>
        <p:spPr>
          <a:xfrm>
            <a:off x="3060234" y="462053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EFE7649D-FC37-0F27-CAA3-5680342C57B6}"/>
              </a:ext>
            </a:extLst>
          </p:cNvPr>
          <p:cNvSpPr>
            <a:spLocks noChangeAspect="1"/>
          </p:cNvSpPr>
          <p:nvPr/>
        </p:nvSpPr>
        <p:spPr>
          <a:xfrm>
            <a:off x="4064480" y="4988872"/>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E88A2244-8773-C6B7-98F9-C98ED01C8CDA}"/>
              </a:ext>
            </a:extLst>
          </p:cNvPr>
          <p:cNvSpPr>
            <a:spLocks noChangeAspect="1"/>
          </p:cNvSpPr>
          <p:nvPr/>
        </p:nvSpPr>
        <p:spPr>
          <a:xfrm>
            <a:off x="4571036" y="450620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Oval 19">
            <a:extLst>
              <a:ext uri="{FF2B5EF4-FFF2-40B4-BE49-F238E27FC236}">
                <a16:creationId xmlns:a16="http://schemas.microsoft.com/office/drawing/2014/main" id="{E9B97D62-82D1-6EF6-BE50-537B5EBFE39E}"/>
              </a:ext>
            </a:extLst>
          </p:cNvPr>
          <p:cNvSpPr>
            <a:spLocks noChangeAspect="1"/>
          </p:cNvSpPr>
          <p:nvPr/>
        </p:nvSpPr>
        <p:spPr>
          <a:xfrm>
            <a:off x="4499896" y="5446225"/>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C705A3F7-DE92-A3EA-F2B2-8BECE762C44B}"/>
              </a:ext>
            </a:extLst>
          </p:cNvPr>
          <p:cNvSpPr>
            <a:spLocks noChangeAspect="1"/>
          </p:cNvSpPr>
          <p:nvPr/>
        </p:nvSpPr>
        <p:spPr>
          <a:xfrm>
            <a:off x="5090477" y="5433784"/>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70510BE0-580D-0E10-1890-53F8E021AB24}"/>
              </a:ext>
            </a:extLst>
          </p:cNvPr>
          <p:cNvSpPr>
            <a:spLocks noChangeAspect="1"/>
          </p:cNvSpPr>
          <p:nvPr/>
        </p:nvSpPr>
        <p:spPr>
          <a:xfrm>
            <a:off x="1539912"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D1238B6-9FED-2ABF-6480-965CB035BD3E}"/>
              </a:ext>
            </a:extLst>
          </p:cNvPr>
          <p:cNvSpPr>
            <a:spLocks noChangeAspect="1"/>
          </p:cNvSpPr>
          <p:nvPr/>
        </p:nvSpPr>
        <p:spPr>
          <a:xfrm>
            <a:off x="1384765" y="4572721"/>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8A666313-3A3F-8020-0128-9BFFCD8C08A7}"/>
              </a:ext>
            </a:extLst>
          </p:cNvPr>
          <p:cNvSpPr>
            <a:spLocks noChangeAspect="1"/>
          </p:cNvSpPr>
          <p:nvPr/>
        </p:nvSpPr>
        <p:spPr>
          <a:xfrm>
            <a:off x="973590" y="536570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Oval 29">
            <a:extLst>
              <a:ext uri="{FF2B5EF4-FFF2-40B4-BE49-F238E27FC236}">
                <a16:creationId xmlns:a16="http://schemas.microsoft.com/office/drawing/2014/main" id="{8AD63FF2-6BF6-AA97-BE98-6728BECD4466}"/>
              </a:ext>
            </a:extLst>
          </p:cNvPr>
          <p:cNvSpPr>
            <a:spLocks noChangeAspect="1"/>
          </p:cNvSpPr>
          <p:nvPr/>
        </p:nvSpPr>
        <p:spPr>
          <a:xfrm>
            <a:off x="3370170" y="5422137"/>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8D9B5A33-E1BD-B747-8B3B-7DD5F4709C52}"/>
              </a:ext>
            </a:extLst>
          </p:cNvPr>
          <p:cNvSpPr txBox="1"/>
          <p:nvPr/>
        </p:nvSpPr>
        <p:spPr>
          <a:xfrm>
            <a:off x="4075105" y="3845196"/>
            <a:ext cx="1331005" cy="461665"/>
          </a:xfrm>
          <a:prstGeom prst="rect">
            <a:avLst/>
          </a:prstGeom>
          <a:noFill/>
        </p:spPr>
        <p:txBody>
          <a:bodyPr wrap="none" rtlCol="0">
            <a:spAutoFit/>
          </a:bodyPr>
          <a:lstStyle/>
          <a:p>
            <a:r>
              <a:rPr lang="en-US" sz="2400" dirty="0"/>
              <a:t>Receiver</a:t>
            </a:r>
          </a:p>
        </p:txBody>
      </p:sp>
      <p:sp>
        <p:nvSpPr>
          <p:cNvPr id="33" name="Oval 32">
            <a:extLst>
              <a:ext uri="{FF2B5EF4-FFF2-40B4-BE49-F238E27FC236}">
                <a16:creationId xmlns:a16="http://schemas.microsoft.com/office/drawing/2014/main" id="{099E0BA6-31CA-8991-BA66-8CD81908EB12}"/>
              </a:ext>
            </a:extLst>
          </p:cNvPr>
          <p:cNvSpPr>
            <a:spLocks noChangeAspect="1"/>
          </p:cNvSpPr>
          <p:nvPr/>
        </p:nvSpPr>
        <p:spPr>
          <a:xfrm>
            <a:off x="432971" y="5091389"/>
            <a:ext cx="183721" cy="183721"/>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4033A7B6-DE3E-3C63-1A1C-7640980F993D}"/>
                  </a:ext>
                </a:extLst>
              </p:cNvPr>
              <p:cNvSpPr txBox="1"/>
              <p:nvPr/>
            </p:nvSpPr>
            <p:spPr>
              <a:xfrm>
                <a:off x="6806199" y="134877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4033A7B6-DE3E-3C63-1A1C-7640980F993D}"/>
                  </a:ext>
                </a:extLst>
              </p:cNvPr>
              <p:cNvSpPr txBox="1">
                <a:spLocks noRot="1" noChangeAspect="1" noMove="1" noResize="1" noEditPoints="1" noAdjustHandles="1" noChangeArrowheads="1" noChangeShapeType="1" noTextEdit="1"/>
              </p:cNvSpPr>
              <p:nvPr/>
            </p:nvSpPr>
            <p:spPr>
              <a:xfrm>
                <a:off x="6806199" y="1348776"/>
                <a:ext cx="723723" cy="523220"/>
              </a:xfrm>
              <a:prstGeom prst="rect">
                <a:avLst/>
              </a:prstGeom>
              <a:blipFill>
                <a:blip r:embed="rId9"/>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B2FA4784-6FE2-2136-C053-43175935EEEC}"/>
              </a:ext>
            </a:extLst>
          </p:cNvPr>
          <p:cNvSpPr/>
          <p:nvPr/>
        </p:nvSpPr>
        <p:spPr>
          <a:xfrm>
            <a:off x="7962721" y="180029"/>
            <a:ext cx="3636877" cy="2812850"/>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2A6F9375-5602-84DB-0B8B-1ECEFA0238C5}"/>
              </a:ext>
            </a:extLst>
          </p:cNvPr>
          <p:cNvSpPr txBox="1"/>
          <p:nvPr/>
        </p:nvSpPr>
        <p:spPr>
          <a:xfrm>
            <a:off x="7929400" y="18002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3B1BCF11-A0E3-AF04-3E7B-E138B9299207}"/>
              </a:ext>
            </a:extLst>
          </p:cNvPr>
          <p:cNvSpPr>
            <a:spLocks noChangeAspect="1"/>
          </p:cNvSpPr>
          <p:nvPr/>
        </p:nvSpPr>
        <p:spPr>
          <a:xfrm>
            <a:off x="8263904" y="8201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3DA1352-76BE-53DE-5487-54DEB440D4A8}"/>
                  </a:ext>
                </a:extLst>
              </p:cNvPr>
              <p:cNvSpPr txBox="1"/>
              <p:nvPr/>
            </p:nvSpPr>
            <p:spPr>
              <a:xfrm>
                <a:off x="8187687" y="78178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A3DA1352-76BE-53DE-5487-54DEB440D4A8}"/>
                  </a:ext>
                </a:extLst>
              </p:cNvPr>
              <p:cNvSpPr txBox="1">
                <a:spLocks noRot="1" noChangeAspect="1" noMove="1" noResize="1" noEditPoints="1" noAdjustHandles="1" noChangeArrowheads="1" noChangeShapeType="1" noTextEdit="1"/>
              </p:cNvSpPr>
              <p:nvPr/>
            </p:nvSpPr>
            <p:spPr>
              <a:xfrm>
                <a:off x="8187687" y="781784"/>
                <a:ext cx="656402" cy="461665"/>
              </a:xfrm>
              <a:prstGeom prst="rect">
                <a:avLst/>
              </a:prstGeom>
              <a:blipFill>
                <a:blip r:embed="rId10"/>
                <a:stretch>
                  <a:fillRect b="-1316"/>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27F7A9C4-4E93-6C1D-1290-D81ECF582793}"/>
              </a:ext>
            </a:extLst>
          </p:cNvPr>
          <p:cNvSpPr>
            <a:spLocks noChangeAspect="1"/>
          </p:cNvSpPr>
          <p:nvPr/>
        </p:nvSpPr>
        <p:spPr>
          <a:xfrm>
            <a:off x="8263904" y="200093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46B07673-B2AB-593F-27D0-24D8B3F66A07}"/>
                  </a:ext>
                </a:extLst>
              </p:cNvPr>
              <p:cNvSpPr txBox="1"/>
              <p:nvPr/>
            </p:nvSpPr>
            <p:spPr>
              <a:xfrm>
                <a:off x="8187687" y="19625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46B07673-B2AB-593F-27D0-24D8B3F66A07}"/>
                  </a:ext>
                </a:extLst>
              </p:cNvPr>
              <p:cNvSpPr txBox="1">
                <a:spLocks noRot="1" noChangeAspect="1" noMove="1" noResize="1" noEditPoints="1" noAdjustHandles="1" noChangeArrowheads="1" noChangeShapeType="1" noTextEdit="1"/>
              </p:cNvSpPr>
              <p:nvPr/>
            </p:nvSpPr>
            <p:spPr>
              <a:xfrm>
                <a:off x="8187687" y="1962534"/>
                <a:ext cx="656402" cy="461665"/>
              </a:xfrm>
              <a:prstGeom prst="rect">
                <a:avLst/>
              </a:prstGeom>
              <a:blipFill>
                <a:blip r:embed="rId11"/>
                <a:stretch>
                  <a:fillRect/>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4E3FA20D-3036-A089-C037-07E4FB5B99A9}"/>
              </a:ext>
            </a:extLst>
          </p:cNvPr>
          <p:cNvSpPr>
            <a:spLocks noChangeAspect="1"/>
          </p:cNvSpPr>
          <p:nvPr/>
        </p:nvSpPr>
        <p:spPr>
          <a:xfrm>
            <a:off x="9660899" y="134139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5FAB2B9-BC23-110B-06DC-A063245F51AB}"/>
                  </a:ext>
                </a:extLst>
              </p:cNvPr>
              <p:cNvSpPr txBox="1"/>
              <p:nvPr/>
            </p:nvSpPr>
            <p:spPr>
              <a:xfrm>
                <a:off x="9584682" y="130299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5FAB2B9-BC23-110B-06DC-A063245F51AB}"/>
                  </a:ext>
                </a:extLst>
              </p:cNvPr>
              <p:cNvSpPr txBox="1">
                <a:spLocks noRot="1" noChangeAspect="1" noMove="1" noResize="1" noEditPoints="1" noAdjustHandles="1" noChangeArrowheads="1" noChangeShapeType="1" noTextEdit="1"/>
              </p:cNvSpPr>
              <p:nvPr/>
            </p:nvSpPr>
            <p:spPr>
              <a:xfrm>
                <a:off x="9584682" y="1302992"/>
                <a:ext cx="656402" cy="461665"/>
              </a:xfrm>
              <a:prstGeom prst="rect">
                <a:avLst/>
              </a:prstGeom>
              <a:blipFill>
                <a:blip r:embed="rId12"/>
                <a:stretch>
                  <a:fillRect b="-1333"/>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081D44EF-8F21-5079-D6D1-31D164AE58D1}"/>
              </a:ext>
            </a:extLst>
          </p:cNvPr>
          <p:cNvCxnSpPr>
            <a:cxnSpLocks/>
            <a:stCxn id="34" idx="3"/>
            <a:endCxn id="65" idx="1"/>
          </p:cNvCxnSpPr>
          <p:nvPr/>
        </p:nvCxnSpPr>
        <p:spPr>
          <a:xfrm flipV="1">
            <a:off x="7529922" y="101261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BC652727-3127-8D38-7048-28EAF96A1303}"/>
              </a:ext>
            </a:extLst>
          </p:cNvPr>
          <p:cNvCxnSpPr>
            <a:cxnSpLocks/>
            <a:stCxn id="34" idx="3"/>
            <a:endCxn id="70" idx="1"/>
          </p:cNvCxnSpPr>
          <p:nvPr/>
        </p:nvCxnSpPr>
        <p:spPr>
          <a:xfrm>
            <a:off x="7529922" y="161038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72ED1EF5-8C8A-A56D-0CBA-BEFE85B660C7}"/>
              </a:ext>
            </a:extLst>
          </p:cNvPr>
          <p:cNvCxnSpPr>
            <a:cxnSpLocks/>
            <a:stCxn id="65" idx="3"/>
            <a:endCxn id="74" idx="1"/>
          </p:cNvCxnSpPr>
          <p:nvPr/>
        </p:nvCxnSpPr>
        <p:spPr>
          <a:xfrm>
            <a:off x="8844089" y="101261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1F11C2AB-C934-014D-0207-F02B911737EF}"/>
              </a:ext>
            </a:extLst>
          </p:cNvPr>
          <p:cNvCxnSpPr>
            <a:cxnSpLocks/>
            <a:stCxn id="70" idx="3"/>
            <a:endCxn id="74" idx="1"/>
          </p:cNvCxnSpPr>
          <p:nvPr/>
        </p:nvCxnSpPr>
        <p:spPr>
          <a:xfrm flipV="1">
            <a:off x="8844089" y="153382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0" name="TextBox 89">
                <a:extLst>
                  <a:ext uri="{FF2B5EF4-FFF2-40B4-BE49-F238E27FC236}">
                    <a16:creationId xmlns:a16="http://schemas.microsoft.com/office/drawing/2014/main" id="{48236D37-5E96-562C-54A9-654C7536AB2B}"/>
                  </a:ext>
                </a:extLst>
              </p:cNvPr>
              <p:cNvSpPr txBox="1"/>
              <p:nvPr/>
            </p:nvSpPr>
            <p:spPr>
              <a:xfrm>
                <a:off x="3467764" y="190788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0" name="TextBox 89">
                <a:extLst>
                  <a:ext uri="{FF2B5EF4-FFF2-40B4-BE49-F238E27FC236}">
                    <a16:creationId xmlns:a16="http://schemas.microsoft.com/office/drawing/2014/main" id="{48236D37-5E96-562C-54A9-654C7536AB2B}"/>
                  </a:ext>
                </a:extLst>
              </p:cNvPr>
              <p:cNvSpPr txBox="1">
                <a:spLocks noRot="1" noChangeAspect="1" noMove="1" noResize="1" noEditPoints="1" noAdjustHandles="1" noChangeArrowheads="1" noChangeShapeType="1" noTextEdit="1"/>
              </p:cNvSpPr>
              <p:nvPr/>
            </p:nvSpPr>
            <p:spPr>
              <a:xfrm>
                <a:off x="3467764" y="1907880"/>
                <a:ext cx="642780" cy="461665"/>
              </a:xfrm>
              <a:prstGeom prst="rect">
                <a:avLst/>
              </a:prstGeom>
              <a:blipFill>
                <a:blip r:embed="rId13"/>
                <a:stretch>
                  <a:fillRect b="-1316"/>
                </a:stretch>
              </a:blipFill>
            </p:spPr>
            <p:txBody>
              <a:bodyPr/>
              <a:lstStyle/>
              <a:p>
                <a:r>
                  <a:rPr lang="en-US">
                    <a:noFill/>
                  </a:rPr>
                  <a:t> </a:t>
                </a:r>
              </a:p>
            </p:txBody>
          </p:sp>
        </mc:Fallback>
      </mc:AlternateContent>
      <p:cxnSp>
        <p:nvCxnSpPr>
          <p:cNvPr id="91" name="Straight Arrow Connector 90">
            <a:extLst>
              <a:ext uri="{FF2B5EF4-FFF2-40B4-BE49-F238E27FC236}">
                <a16:creationId xmlns:a16="http://schemas.microsoft.com/office/drawing/2014/main" id="{E62C4780-7C19-2EAC-1E9C-6461760C10CB}"/>
              </a:ext>
            </a:extLst>
          </p:cNvPr>
          <p:cNvCxnSpPr>
            <a:cxnSpLocks/>
            <a:stCxn id="74" idx="3"/>
          </p:cNvCxnSpPr>
          <p:nvPr/>
        </p:nvCxnSpPr>
        <p:spPr>
          <a:xfrm flipV="1">
            <a:off x="10241084" y="153382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F5BBFDCF-35FC-CBB7-9E1C-E2922522A4C4}"/>
                  </a:ext>
                </a:extLst>
              </p:cNvPr>
              <p:cNvSpPr txBox="1"/>
              <p:nvPr/>
            </p:nvSpPr>
            <p:spPr>
              <a:xfrm>
                <a:off x="10804596" y="104238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F5BBFDCF-35FC-CBB7-9E1C-E2922522A4C4}"/>
                  </a:ext>
                </a:extLst>
              </p:cNvPr>
              <p:cNvSpPr txBox="1">
                <a:spLocks noRot="1" noChangeAspect="1" noMove="1" noResize="1" noEditPoints="1" noAdjustHandles="1" noChangeArrowheads="1" noChangeShapeType="1" noTextEdit="1"/>
              </p:cNvSpPr>
              <p:nvPr/>
            </p:nvSpPr>
            <p:spPr>
              <a:xfrm>
                <a:off x="10804596" y="1042388"/>
                <a:ext cx="642780" cy="461665"/>
              </a:xfrm>
              <a:prstGeom prst="rect">
                <a:avLst/>
              </a:prstGeom>
              <a:blipFill>
                <a:blip r:embed="rId1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945B1249-A0B9-76EF-D7C8-627EECA262B8}"/>
                  </a:ext>
                </a:extLst>
              </p:cNvPr>
              <p:cNvSpPr txBox="1"/>
              <p:nvPr/>
            </p:nvSpPr>
            <p:spPr>
              <a:xfrm>
                <a:off x="9107712" y="73149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945B1249-A0B9-76EF-D7C8-627EECA262B8}"/>
                  </a:ext>
                </a:extLst>
              </p:cNvPr>
              <p:cNvSpPr txBox="1">
                <a:spLocks noRot="1" noChangeAspect="1" noMove="1" noResize="1" noEditPoints="1" noAdjustHandles="1" noChangeArrowheads="1" noChangeShapeType="1" noTextEdit="1"/>
              </p:cNvSpPr>
              <p:nvPr/>
            </p:nvSpPr>
            <p:spPr>
              <a:xfrm>
                <a:off x="9107712" y="731495"/>
                <a:ext cx="642780" cy="461665"/>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AF4373F-7904-5058-D7A8-FBDC9B53D927}"/>
                  </a:ext>
                </a:extLst>
              </p:cNvPr>
              <p:cNvSpPr txBox="1"/>
              <p:nvPr/>
            </p:nvSpPr>
            <p:spPr>
              <a:xfrm>
                <a:off x="9162612" y="195611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AF4373F-7904-5058-D7A8-FBDC9B53D927}"/>
                  </a:ext>
                </a:extLst>
              </p:cNvPr>
              <p:cNvSpPr txBox="1">
                <a:spLocks noRot="1" noChangeAspect="1" noMove="1" noResize="1" noEditPoints="1" noAdjustHandles="1" noChangeArrowheads="1" noChangeShapeType="1" noTextEdit="1"/>
              </p:cNvSpPr>
              <p:nvPr/>
            </p:nvSpPr>
            <p:spPr>
              <a:xfrm>
                <a:off x="9162612" y="1956110"/>
                <a:ext cx="642780" cy="461665"/>
              </a:xfrm>
              <a:prstGeom prst="rect">
                <a:avLst/>
              </a:prstGeom>
              <a:blipFill>
                <a:blip r:embed="rId16"/>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17703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60C16-12FD-9DE6-C75A-A67FB512C950}"/>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DFF0C4BC-E4C9-3626-9357-1ACF9C433792}"/>
                  </a:ext>
                </a:extLst>
              </p:cNvPr>
              <p:cNvSpPr txBox="1"/>
              <p:nvPr/>
            </p:nvSpPr>
            <p:spPr>
              <a:xfrm>
                <a:off x="-29093" y="1364356"/>
                <a:ext cx="723723" cy="523220"/>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r>
                            <m:rPr>
                              <m:sty m:val="p"/>
                            </m:rPr>
                            <a:rPr lang="de-DE" sz="2800" b="0" i="1" smtClean="0">
                              <a:latin typeface="Cambria Math" panose="02040503050406030204" pitchFamily="18" charset="0"/>
                            </a:rPr>
                            <m:t>m</m:t>
                          </m:r>
                        </m:e>
                        <m:sub>
                          <m:r>
                            <a:rPr lang="de-DE" sz="2800" b="0" i="1" smtClean="0">
                              <a:latin typeface="Cambria Math" panose="02040503050406030204" pitchFamily="18" charset="0"/>
                            </a:rPr>
                            <m:t>0</m:t>
                          </m:r>
                        </m:sub>
                      </m:sSub>
                    </m:oMath>
                  </m:oMathPara>
                </a14:m>
                <a:endParaRPr lang="en-US" sz="2800" dirty="0"/>
              </a:p>
            </p:txBody>
          </p:sp>
        </mc:Choice>
        <mc:Fallback xmlns="">
          <p:sp>
            <p:nvSpPr>
              <p:cNvPr id="34" name="TextBox 33">
                <a:extLst>
                  <a:ext uri="{FF2B5EF4-FFF2-40B4-BE49-F238E27FC236}">
                    <a16:creationId xmlns:a16="http://schemas.microsoft.com/office/drawing/2014/main" id="{DFF0C4BC-E4C9-3626-9357-1ACF9C433792}"/>
                  </a:ext>
                </a:extLst>
              </p:cNvPr>
              <p:cNvSpPr txBox="1">
                <a:spLocks noRot="1" noChangeAspect="1" noMove="1" noResize="1" noEditPoints="1" noAdjustHandles="1" noChangeArrowheads="1" noChangeShapeType="1" noTextEdit="1"/>
              </p:cNvSpPr>
              <p:nvPr/>
            </p:nvSpPr>
            <p:spPr>
              <a:xfrm>
                <a:off x="-29093" y="1364356"/>
                <a:ext cx="723723" cy="523220"/>
              </a:xfrm>
              <a:prstGeom prst="rect">
                <a:avLst/>
              </a:prstGeom>
              <a:blipFill>
                <a:blip r:embed="rId3"/>
                <a:stretch>
                  <a:fillRect/>
                </a:stretch>
              </a:blipFill>
            </p:spPr>
            <p:txBody>
              <a:bodyPr/>
              <a:lstStyle/>
              <a:p>
                <a:r>
                  <a:rPr lang="en-US">
                    <a:noFill/>
                  </a:rPr>
                  <a:t> </a:t>
                </a:r>
              </a:p>
            </p:txBody>
          </p:sp>
        </mc:Fallback>
      </mc:AlternateContent>
      <p:sp>
        <p:nvSpPr>
          <p:cNvPr id="46" name="Rectangle 45">
            <a:extLst>
              <a:ext uri="{FF2B5EF4-FFF2-40B4-BE49-F238E27FC236}">
                <a16:creationId xmlns:a16="http://schemas.microsoft.com/office/drawing/2014/main" id="{6180AFA4-0F8F-E9D1-22D6-335D612F6758}"/>
              </a:ext>
            </a:extLst>
          </p:cNvPr>
          <p:cNvSpPr/>
          <p:nvPr/>
        </p:nvSpPr>
        <p:spPr>
          <a:xfrm>
            <a:off x="865921" y="195609"/>
            <a:ext cx="3898386" cy="2590486"/>
          </a:xfrm>
          <a:prstGeom prst="rect">
            <a:avLst/>
          </a:prstGeom>
          <a:noFill/>
          <a:ln>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C9D8C44F-3CE7-667E-F641-F460D8800171}"/>
              </a:ext>
            </a:extLst>
          </p:cNvPr>
          <p:cNvSpPr txBox="1"/>
          <p:nvPr/>
        </p:nvSpPr>
        <p:spPr>
          <a:xfrm>
            <a:off x="1094108" y="195608"/>
            <a:ext cx="2238177" cy="523220"/>
          </a:xfrm>
          <a:prstGeom prst="rect">
            <a:avLst/>
          </a:prstGeom>
          <a:noFill/>
        </p:spPr>
        <p:txBody>
          <a:bodyPr wrap="none" rtlCol="0">
            <a:spAutoFit/>
          </a:bodyPr>
          <a:lstStyle/>
          <a:p>
            <a:r>
              <a:rPr lang="en-US" sz="2800" dirty="0"/>
              <a:t>Differentiator</a:t>
            </a:r>
          </a:p>
        </p:txBody>
      </p:sp>
      <p:sp>
        <p:nvSpPr>
          <p:cNvPr id="64" name="Oval 63">
            <a:extLst>
              <a:ext uri="{FF2B5EF4-FFF2-40B4-BE49-F238E27FC236}">
                <a16:creationId xmlns:a16="http://schemas.microsoft.com/office/drawing/2014/main" id="{C95AF466-3B71-9311-5EAE-0C9CD486709B}"/>
              </a:ext>
            </a:extLst>
          </p:cNvPr>
          <p:cNvSpPr>
            <a:spLocks noChangeAspect="1"/>
          </p:cNvSpPr>
          <p:nvPr/>
        </p:nvSpPr>
        <p:spPr>
          <a:xfrm>
            <a:off x="1428612" y="83576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6048A3B1-744A-A980-9D06-4830C57CCC9D}"/>
                  </a:ext>
                </a:extLst>
              </p:cNvPr>
              <p:cNvSpPr txBox="1"/>
              <p:nvPr/>
            </p:nvSpPr>
            <p:spPr>
              <a:xfrm>
                <a:off x="1352395" y="79736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F</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6048A3B1-744A-A980-9D06-4830C57CCC9D}"/>
                  </a:ext>
                </a:extLst>
              </p:cNvPr>
              <p:cNvSpPr txBox="1">
                <a:spLocks noRot="1" noChangeAspect="1" noMove="1" noResize="1" noEditPoints="1" noAdjustHandles="1" noChangeArrowheads="1" noChangeShapeType="1" noTextEdit="1"/>
              </p:cNvSpPr>
              <p:nvPr/>
            </p:nvSpPr>
            <p:spPr>
              <a:xfrm>
                <a:off x="1352395" y="797364"/>
                <a:ext cx="656402" cy="461665"/>
              </a:xfrm>
              <a:prstGeom prst="rect">
                <a:avLst/>
              </a:prstGeom>
              <a:blipFill>
                <a:blip r:embed="rId4"/>
                <a:stretch>
                  <a:fillRect/>
                </a:stretch>
              </a:blipFill>
            </p:spPr>
            <p:txBody>
              <a:bodyPr/>
              <a:lstStyle/>
              <a:p>
                <a:r>
                  <a:rPr lang="en-US">
                    <a:noFill/>
                  </a:rPr>
                  <a:t> </a:t>
                </a:r>
              </a:p>
            </p:txBody>
          </p:sp>
        </mc:Fallback>
      </mc:AlternateContent>
      <p:sp>
        <p:nvSpPr>
          <p:cNvPr id="68" name="Oval 67">
            <a:extLst>
              <a:ext uri="{FF2B5EF4-FFF2-40B4-BE49-F238E27FC236}">
                <a16:creationId xmlns:a16="http://schemas.microsoft.com/office/drawing/2014/main" id="{DBCCB068-BD4A-8773-6F0D-51F22CEC2587}"/>
              </a:ext>
            </a:extLst>
          </p:cNvPr>
          <p:cNvSpPr>
            <a:spLocks noChangeAspect="1"/>
          </p:cNvSpPr>
          <p:nvPr/>
        </p:nvSpPr>
        <p:spPr>
          <a:xfrm>
            <a:off x="1428612" y="20165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BF2674D-69C2-9E88-8915-4A1873A521E6}"/>
                  </a:ext>
                </a:extLst>
              </p:cNvPr>
              <p:cNvSpPr txBox="1"/>
              <p:nvPr/>
            </p:nvSpPr>
            <p:spPr>
              <a:xfrm>
                <a:off x="1352395" y="197811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S</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BF2674D-69C2-9E88-8915-4A1873A521E6}"/>
                  </a:ext>
                </a:extLst>
              </p:cNvPr>
              <p:cNvSpPr txBox="1">
                <a:spLocks noRot="1" noChangeAspect="1" noMove="1" noResize="1" noEditPoints="1" noAdjustHandles="1" noChangeArrowheads="1" noChangeShapeType="1" noTextEdit="1"/>
              </p:cNvSpPr>
              <p:nvPr/>
            </p:nvSpPr>
            <p:spPr>
              <a:xfrm>
                <a:off x="1352395" y="1978114"/>
                <a:ext cx="656402" cy="461665"/>
              </a:xfrm>
              <a:prstGeom prst="rect">
                <a:avLst/>
              </a:prstGeom>
              <a:blipFill>
                <a:blip r:embed="rId5"/>
                <a:stretch>
                  <a:fillRect b="-1316"/>
                </a:stretch>
              </a:blipFill>
            </p:spPr>
            <p:txBody>
              <a:bodyPr/>
              <a:lstStyle/>
              <a:p>
                <a:r>
                  <a:rPr lang="en-US">
                    <a:noFill/>
                  </a:rPr>
                  <a:t> </a:t>
                </a:r>
              </a:p>
            </p:txBody>
          </p:sp>
        </mc:Fallback>
      </mc:AlternateContent>
      <p:sp>
        <p:nvSpPr>
          <p:cNvPr id="71" name="Oval 70">
            <a:extLst>
              <a:ext uri="{FF2B5EF4-FFF2-40B4-BE49-F238E27FC236}">
                <a16:creationId xmlns:a16="http://schemas.microsoft.com/office/drawing/2014/main" id="{F941AF51-E82E-0189-0912-30618536446D}"/>
              </a:ext>
            </a:extLst>
          </p:cNvPr>
          <p:cNvSpPr>
            <a:spLocks noChangeAspect="1"/>
          </p:cNvSpPr>
          <p:nvPr/>
        </p:nvSpPr>
        <p:spPr>
          <a:xfrm>
            <a:off x="2825607" y="135697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53677650-6802-B8D6-17FE-3AB23EB7AC29}"/>
                  </a:ext>
                </a:extLst>
              </p:cNvPr>
              <p:cNvSpPr txBox="1"/>
              <p:nvPr/>
            </p:nvSpPr>
            <p:spPr>
              <a:xfrm>
                <a:off x="2749390" y="131857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m:rPr>
                              <m:sty m:val="p"/>
                            </m:rPr>
                            <a:rPr lang="de-DE" sz="2400" b="0" i="1" smtClean="0">
                              <a:solidFill>
                                <a:schemeClr val="bg1"/>
                              </a:solidFill>
                              <a:latin typeface="Cambria Math" panose="02040503050406030204" pitchFamily="18" charset="0"/>
                            </a:rPr>
                            <m:t>I</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53677650-6802-B8D6-17FE-3AB23EB7AC29}"/>
                  </a:ext>
                </a:extLst>
              </p:cNvPr>
              <p:cNvSpPr txBox="1">
                <a:spLocks noRot="1" noChangeAspect="1" noMove="1" noResize="1" noEditPoints="1" noAdjustHandles="1" noChangeArrowheads="1" noChangeShapeType="1" noTextEdit="1"/>
              </p:cNvSpPr>
              <p:nvPr/>
            </p:nvSpPr>
            <p:spPr>
              <a:xfrm>
                <a:off x="2749390" y="1318572"/>
                <a:ext cx="656402" cy="461665"/>
              </a:xfrm>
              <a:prstGeom prst="rect">
                <a:avLst/>
              </a:prstGeom>
              <a:blipFill>
                <a:blip r:embed="rId6"/>
                <a:stretch>
                  <a:fillRect b="-1316"/>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A72F9F43-1499-3352-2F2C-BEE3B37DB779}"/>
              </a:ext>
            </a:extLst>
          </p:cNvPr>
          <p:cNvCxnSpPr>
            <a:cxnSpLocks/>
            <a:stCxn id="34" idx="3"/>
            <a:endCxn id="65" idx="1"/>
          </p:cNvCxnSpPr>
          <p:nvPr/>
        </p:nvCxnSpPr>
        <p:spPr>
          <a:xfrm flipV="1">
            <a:off x="694630" y="1028197"/>
            <a:ext cx="657765" cy="597769"/>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9" name="Straight Arrow Connector 78">
            <a:extLst>
              <a:ext uri="{FF2B5EF4-FFF2-40B4-BE49-F238E27FC236}">
                <a16:creationId xmlns:a16="http://schemas.microsoft.com/office/drawing/2014/main" id="{427CE0C5-4E68-93A5-7DD0-0752DF4FC3C2}"/>
              </a:ext>
            </a:extLst>
          </p:cNvPr>
          <p:cNvCxnSpPr>
            <a:cxnSpLocks/>
            <a:stCxn id="34" idx="3"/>
            <a:endCxn id="70" idx="1"/>
          </p:cNvCxnSpPr>
          <p:nvPr/>
        </p:nvCxnSpPr>
        <p:spPr>
          <a:xfrm>
            <a:off x="694630" y="1625966"/>
            <a:ext cx="657765" cy="58298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2" name="Straight Arrow Connector 81">
            <a:extLst>
              <a:ext uri="{FF2B5EF4-FFF2-40B4-BE49-F238E27FC236}">
                <a16:creationId xmlns:a16="http://schemas.microsoft.com/office/drawing/2014/main" id="{95163252-442B-1EA3-62D9-A85AD77DC0EB}"/>
              </a:ext>
            </a:extLst>
          </p:cNvPr>
          <p:cNvCxnSpPr>
            <a:cxnSpLocks/>
            <a:stCxn id="65" idx="3"/>
            <a:endCxn id="74" idx="1"/>
          </p:cNvCxnSpPr>
          <p:nvPr/>
        </p:nvCxnSpPr>
        <p:spPr>
          <a:xfrm>
            <a:off x="2008797" y="1028197"/>
            <a:ext cx="740593" cy="521208"/>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85" name="Straight Arrow Connector 84">
            <a:extLst>
              <a:ext uri="{FF2B5EF4-FFF2-40B4-BE49-F238E27FC236}">
                <a16:creationId xmlns:a16="http://schemas.microsoft.com/office/drawing/2014/main" id="{58774337-CF6A-A04D-8403-30F17A5F736D}"/>
              </a:ext>
            </a:extLst>
          </p:cNvPr>
          <p:cNvCxnSpPr>
            <a:cxnSpLocks/>
            <a:stCxn id="70" idx="3"/>
            <a:endCxn id="74" idx="1"/>
          </p:cNvCxnSpPr>
          <p:nvPr/>
        </p:nvCxnSpPr>
        <p:spPr>
          <a:xfrm flipV="1">
            <a:off x="2008797" y="1549405"/>
            <a:ext cx="740593" cy="659542"/>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91" name="Straight Arrow Connector 90">
            <a:extLst>
              <a:ext uri="{FF2B5EF4-FFF2-40B4-BE49-F238E27FC236}">
                <a16:creationId xmlns:a16="http://schemas.microsoft.com/office/drawing/2014/main" id="{E1E83CE0-333F-2408-3B25-0E4705B71B08}"/>
              </a:ext>
            </a:extLst>
          </p:cNvPr>
          <p:cNvCxnSpPr>
            <a:cxnSpLocks/>
            <a:stCxn id="74" idx="3"/>
          </p:cNvCxnSpPr>
          <p:nvPr/>
        </p:nvCxnSpPr>
        <p:spPr>
          <a:xfrm flipV="1">
            <a:off x="3405792" y="1549404"/>
            <a:ext cx="740593" cy="1"/>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04CFF0C0-2723-0714-43E8-8FEC177BEB52}"/>
                  </a:ext>
                </a:extLst>
              </p:cNvPr>
              <p:cNvSpPr txBox="1"/>
              <p:nvPr/>
            </p:nvSpPr>
            <p:spPr>
              <a:xfrm>
                <a:off x="3969304" y="1057968"/>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d</m:t>
                          </m:r>
                        </m:sub>
                      </m:sSub>
                    </m:oMath>
                  </m:oMathPara>
                </a14:m>
                <a:endParaRPr lang="en-US" sz="2400" dirty="0">
                  <a:solidFill>
                    <a:schemeClr val="tx1"/>
                  </a:solidFill>
                </a:endParaRPr>
              </a:p>
            </p:txBody>
          </p:sp>
        </mc:Choice>
        <mc:Fallback xmlns="">
          <p:sp>
            <p:nvSpPr>
              <p:cNvPr id="94" name="TextBox 93">
                <a:extLst>
                  <a:ext uri="{FF2B5EF4-FFF2-40B4-BE49-F238E27FC236}">
                    <a16:creationId xmlns:a16="http://schemas.microsoft.com/office/drawing/2014/main" id="{04CFF0C0-2723-0714-43E8-8FEC177BEB52}"/>
                  </a:ext>
                </a:extLst>
              </p:cNvPr>
              <p:cNvSpPr txBox="1">
                <a:spLocks noRot="1" noChangeAspect="1" noMove="1" noResize="1" noEditPoints="1" noAdjustHandles="1" noChangeArrowheads="1" noChangeShapeType="1" noTextEdit="1"/>
              </p:cNvSpPr>
              <p:nvPr/>
            </p:nvSpPr>
            <p:spPr>
              <a:xfrm>
                <a:off x="3969304" y="1057968"/>
                <a:ext cx="642780" cy="461665"/>
              </a:xfrm>
              <a:prstGeom prst="rect">
                <a:avLst/>
              </a:prstGeom>
              <a:blipFill>
                <a:blip r:embed="rId7"/>
                <a:stretch>
                  <a:fillRect b="-2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CD5B9D96-6A93-525F-A43D-E0A739FC8003}"/>
                  </a:ext>
                </a:extLst>
              </p:cNvPr>
              <p:cNvSpPr txBox="1"/>
              <p:nvPr/>
            </p:nvSpPr>
            <p:spPr>
              <a:xfrm>
                <a:off x="2272420" y="747075"/>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F</m:t>
                          </m:r>
                        </m:sub>
                      </m:sSub>
                    </m:oMath>
                  </m:oMathPara>
                </a14:m>
                <a:endParaRPr lang="en-US" sz="2400" dirty="0">
                  <a:solidFill>
                    <a:schemeClr val="tx1"/>
                  </a:solidFill>
                </a:endParaRPr>
              </a:p>
            </p:txBody>
          </p:sp>
        </mc:Choice>
        <mc:Fallback xmlns="">
          <p:sp>
            <p:nvSpPr>
              <p:cNvPr id="95" name="TextBox 94">
                <a:extLst>
                  <a:ext uri="{FF2B5EF4-FFF2-40B4-BE49-F238E27FC236}">
                    <a16:creationId xmlns:a16="http://schemas.microsoft.com/office/drawing/2014/main" id="{CD5B9D96-6A93-525F-A43D-E0A739FC8003}"/>
                  </a:ext>
                </a:extLst>
              </p:cNvPr>
              <p:cNvSpPr txBox="1">
                <a:spLocks noRot="1" noChangeAspect="1" noMove="1" noResize="1" noEditPoints="1" noAdjustHandles="1" noChangeArrowheads="1" noChangeShapeType="1" noTextEdit="1"/>
              </p:cNvSpPr>
              <p:nvPr/>
            </p:nvSpPr>
            <p:spPr>
              <a:xfrm>
                <a:off x="2272420" y="747075"/>
                <a:ext cx="642780" cy="461665"/>
              </a:xfrm>
              <a:prstGeom prst="rect">
                <a:avLst/>
              </a:prstGeom>
              <a:blipFill>
                <a:blip r:embed="rId8"/>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00AE40AB-8428-2DE1-9BF9-B69F2D080074}"/>
                  </a:ext>
                </a:extLst>
              </p:cNvPr>
              <p:cNvSpPr txBox="1"/>
              <p:nvPr/>
            </p:nvSpPr>
            <p:spPr>
              <a:xfrm>
                <a:off x="2327320" y="1971690"/>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m:rPr>
                              <m:sty m:val="p"/>
                            </m:rPr>
                            <a:rPr lang="de-DE" sz="2400" b="0" i="1" smtClean="0">
                              <a:solidFill>
                                <a:schemeClr val="tx1"/>
                              </a:solidFill>
                              <a:latin typeface="Cambria Math" panose="02040503050406030204" pitchFamily="18" charset="0"/>
                            </a:rPr>
                            <m:t>S</m:t>
                          </m:r>
                        </m:sub>
                      </m:sSub>
                    </m:oMath>
                  </m:oMathPara>
                </a14:m>
                <a:endParaRPr lang="en-US" sz="2400" dirty="0">
                  <a:solidFill>
                    <a:schemeClr val="tx1"/>
                  </a:solidFill>
                </a:endParaRPr>
              </a:p>
            </p:txBody>
          </p:sp>
        </mc:Choice>
        <mc:Fallback xmlns="">
          <p:sp>
            <p:nvSpPr>
              <p:cNvPr id="96" name="TextBox 95">
                <a:extLst>
                  <a:ext uri="{FF2B5EF4-FFF2-40B4-BE49-F238E27FC236}">
                    <a16:creationId xmlns:a16="http://schemas.microsoft.com/office/drawing/2014/main" id="{00AE40AB-8428-2DE1-9BF9-B69F2D080074}"/>
                  </a:ext>
                </a:extLst>
              </p:cNvPr>
              <p:cNvSpPr txBox="1">
                <a:spLocks noRot="1" noChangeAspect="1" noMove="1" noResize="1" noEditPoints="1" noAdjustHandles="1" noChangeArrowheads="1" noChangeShapeType="1" noTextEdit="1"/>
              </p:cNvSpPr>
              <p:nvPr/>
            </p:nvSpPr>
            <p:spPr>
              <a:xfrm>
                <a:off x="2327320" y="1971690"/>
                <a:ext cx="642780" cy="461665"/>
              </a:xfrm>
              <a:prstGeom prst="rect">
                <a:avLst/>
              </a:prstGeom>
              <a:blipFill>
                <a:blip r:embed="rId9"/>
                <a:stretch>
                  <a:fillRect b="-1316"/>
                </a:stretch>
              </a:blipFill>
            </p:spPr>
            <p:txBody>
              <a:bodyPr/>
              <a:lstStyle/>
              <a:p>
                <a:r>
                  <a:rPr lang="en-US">
                    <a:noFill/>
                  </a:rPr>
                  <a:t> </a:t>
                </a:r>
              </a:p>
            </p:txBody>
          </p:sp>
        </mc:Fallback>
      </mc:AlternateContent>
      <p:sp>
        <p:nvSpPr>
          <p:cNvPr id="2" name="TextBox 1">
            <a:extLst>
              <a:ext uri="{FF2B5EF4-FFF2-40B4-BE49-F238E27FC236}">
                <a16:creationId xmlns:a16="http://schemas.microsoft.com/office/drawing/2014/main" id="{5B04E862-8443-56C1-E1C8-3323B0273D19}"/>
              </a:ext>
            </a:extLst>
          </p:cNvPr>
          <p:cNvSpPr txBox="1"/>
          <p:nvPr/>
        </p:nvSpPr>
        <p:spPr>
          <a:xfrm>
            <a:off x="4899135" y="-7895"/>
            <a:ext cx="3155159" cy="461665"/>
          </a:xfrm>
          <a:prstGeom prst="rect">
            <a:avLst/>
          </a:prstGeom>
          <a:noFill/>
        </p:spPr>
        <p:txBody>
          <a:bodyPr wrap="none" rtlCol="0">
            <a:spAutoFit/>
          </a:bodyPr>
          <a:lstStyle/>
          <a:p>
            <a:r>
              <a:rPr lang="en-US" sz="2400" dirty="0" err="1"/>
              <a:t>Michaeles</a:t>
            </a:r>
            <a:r>
              <a:rPr lang="en-US" sz="2400" dirty="0"/>
              <a:t>-Menten Eq.</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630927FD-B115-0997-CE14-3308405AF16A}"/>
                  </a:ext>
                </a:extLst>
              </p:cNvPr>
              <p:cNvSpPr txBox="1"/>
              <p:nvPr/>
            </p:nvSpPr>
            <p:spPr>
              <a:xfrm>
                <a:off x="7883214" y="0"/>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b="0" i="0" smtClean="0">
                              <a:latin typeface="Cambria Math" panose="02040503050406030204" pitchFamily="18" charset="0"/>
                            </a:rPr>
                            <m:t>r</m:t>
                          </m:r>
                        </m:e>
                        <m:sub>
                          <m:r>
                            <m:rPr>
                              <m:sty m:val="p"/>
                            </m:rPr>
                            <a:rPr lang="de-DE" sz="2400" i="1">
                              <a:latin typeface="Cambria Math" panose="02040503050406030204" pitchFamily="18" charset="0"/>
                            </a:rPr>
                            <m:t>F</m:t>
                          </m:r>
                        </m:sub>
                      </m:sSub>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F</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6" name="TextBox 5">
                <a:extLst>
                  <a:ext uri="{FF2B5EF4-FFF2-40B4-BE49-F238E27FC236}">
                    <a16:creationId xmlns:a16="http://schemas.microsoft.com/office/drawing/2014/main" id="{630927FD-B115-0997-CE14-3308405AF16A}"/>
                  </a:ext>
                </a:extLst>
              </p:cNvPr>
              <p:cNvSpPr txBox="1">
                <a:spLocks noRot="1" noChangeAspect="1" noMove="1" noResize="1" noEditPoints="1" noAdjustHandles="1" noChangeArrowheads="1" noChangeShapeType="1" noTextEdit="1"/>
              </p:cNvSpPr>
              <p:nvPr/>
            </p:nvSpPr>
            <p:spPr>
              <a:xfrm>
                <a:off x="7883214" y="0"/>
                <a:ext cx="3293289" cy="872611"/>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D616FBF-ED6C-7A13-285E-53234E396D19}"/>
                  </a:ext>
                </a:extLst>
              </p:cNvPr>
              <p:cNvSpPr txBox="1"/>
              <p:nvPr/>
            </p:nvSpPr>
            <p:spPr>
              <a:xfrm>
                <a:off x="7871273" y="1276591"/>
                <a:ext cx="3293289" cy="8726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S</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V</m:t>
                          </m:r>
                        </m:e>
                        <m:sub>
                          <m:r>
                            <m:rPr>
                              <m:sty m:val="p"/>
                            </m:rPr>
                            <a:rPr lang="de-DE" sz="2400" b="0" i="1" smtClean="0">
                              <a:solidFill>
                                <a:schemeClr val="tx1"/>
                              </a:solidFill>
                              <a:latin typeface="Cambria Math" panose="02040503050406030204" pitchFamily="18" charset="0"/>
                            </a:rPr>
                            <m:t>S</m:t>
                          </m:r>
                        </m:sub>
                      </m:sSub>
                      <m:f>
                        <m:fPr>
                          <m:ctrlPr>
                            <a:rPr lang="de-DE" sz="2400" b="0" i="1" smtClean="0">
                              <a:solidFill>
                                <a:schemeClr val="tx1"/>
                              </a:solidFill>
                              <a:latin typeface="Cambria Math" panose="02040503050406030204" pitchFamily="18" charset="0"/>
                            </a:rPr>
                          </m:ctrlPr>
                        </m:fPr>
                        <m:num>
                          <m:d>
                            <m:dPr>
                              <m:begChr m:val="["/>
                              <m:endChr m:val="]"/>
                              <m:ctrlPr>
                                <a:rPr lang="de-DE" sz="2400" b="0" i="1" smtClean="0">
                                  <a:solidFill>
                                    <a:schemeClr val="tx1"/>
                                  </a:solidFill>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num>
                        <m:den>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K</m:t>
                              </m:r>
                            </m:e>
                            <m:sub>
                              <m:r>
                                <m:rPr>
                                  <m:sty m:val="p"/>
                                </m:rPr>
                                <a:rPr lang="de-DE" sz="2400" b="0" i="1" smtClean="0">
                                  <a:solidFill>
                                    <a:schemeClr val="tx1"/>
                                  </a:solidFill>
                                  <a:latin typeface="Cambria Math" panose="02040503050406030204" pitchFamily="18" charset="0"/>
                                </a:rPr>
                                <m:t>F</m:t>
                              </m:r>
                            </m:sub>
                          </m:sSub>
                          <m:r>
                            <a:rPr lang="de-DE" sz="2400" b="0" i="1" smtClean="0">
                              <a:solidFill>
                                <a:schemeClr val="tx1"/>
                              </a:solidFill>
                              <a:latin typeface="Cambria Math" panose="02040503050406030204" pitchFamily="18" charset="0"/>
                            </a:rPr>
                            <m:t>+</m:t>
                          </m:r>
                          <m:d>
                            <m:dPr>
                              <m:begChr m:val="["/>
                              <m:endChr m:val="]"/>
                              <m:ctrlPr>
                                <a:rPr lang="de-DE" sz="2400" i="1">
                                  <a:latin typeface="Cambria Math" panose="02040503050406030204" pitchFamily="18" charset="0"/>
                                </a:rPr>
                              </m:ctrlPr>
                            </m:dPr>
                            <m:e>
                              <m:sSub>
                                <m:sSubPr>
                                  <m:ctrlPr>
                                    <a:rPr lang="en-US" sz="2400" i="1">
                                      <a:latin typeface="Cambria Math" panose="02040503050406030204" pitchFamily="18" charset="0"/>
                                    </a:rPr>
                                  </m:ctrlPr>
                                </m:sSubPr>
                                <m:e>
                                  <m:r>
                                    <m:rPr>
                                      <m:sty m:val="p"/>
                                    </m:rPr>
                                    <a:rPr lang="de-DE" sz="2400" i="1">
                                      <a:latin typeface="Cambria Math" panose="02040503050406030204" pitchFamily="18" charset="0"/>
                                    </a:rPr>
                                    <m:t>m</m:t>
                                  </m:r>
                                </m:e>
                                <m:sub>
                                  <m:r>
                                    <a:rPr lang="de-DE" sz="2400" i="1">
                                      <a:latin typeface="Cambria Math" panose="02040503050406030204" pitchFamily="18" charset="0"/>
                                    </a:rPr>
                                    <m:t>0</m:t>
                                  </m:r>
                                </m:sub>
                              </m:sSub>
                            </m:e>
                          </m:d>
                        </m:den>
                      </m:f>
                    </m:oMath>
                  </m:oMathPara>
                </a14:m>
                <a:endParaRPr lang="en-US" sz="2400" dirty="0">
                  <a:solidFill>
                    <a:schemeClr val="tx1"/>
                  </a:solidFill>
                </a:endParaRPr>
              </a:p>
            </p:txBody>
          </p:sp>
        </mc:Choice>
        <mc:Fallback xmlns="">
          <p:sp>
            <p:nvSpPr>
              <p:cNvPr id="8" name="TextBox 7">
                <a:extLst>
                  <a:ext uri="{FF2B5EF4-FFF2-40B4-BE49-F238E27FC236}">
                    <a16:creationId xmlns:a16="http://schemas.microsoft.com/office/drawing/2014/main" id="{DD616FBF-ED6C-7A13-285E-53234E396D19}"/>
                  </a:ext>
                </a:extLst>
              </p:cNvPr>
              <p:cNvSpPr txBox="1">
                <a:spLocks noRot="1" noChangeAspect="1" noMove="1" noResize="1" noEditPoints="1" noAdjustHandles="1" noChangeArrowheads="1" noChangeShapeType="1" noTextEdit="1"/>
              </p:cNvSpPr>
              <p:nvPr/>
            </p:nvSpPr>
            <p:spPr>
              <a:xfrm>
                <a:off x="7871273" y="1276591"/>
                <a:ext cx="3293289" cy="872611"/>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C8A9B77-B4D0-3E40-B62A-725B8832475E}"/>
                  </a:ext>
                </a:extLst>
              </p:cNvPr>
              <p:cNvSpPr txBox="1"/>
              <p:nvPr/>
            </p:nvSpPr>
            <p:spPr>
              <a:xfrm>
                <a:off x="7776125" y="2512225"/>
                <a:ext cx="4191044" cy="7246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a:latin typeface="Cambria Math" panose="02040503050406030204" pitchFamily="18" charset="0"/>
                            </a:rPr>
                          </m:ctrlPr>
                        </m:sSubPr>
                        <m:e>
                          <m:r>
                            <m:rPr>
                              <m:sty m:val="p"/>
                            </m:rPr>
                            <a:rPr lang="de-DE" sz="2400">
                              <a:latin typeface="Cambria Math" panose="02040503050406030204" pitchFamily="18" charset="0"/>
                            </a:rPr>
                            <m:t>r</m:t>
                          </m:r>
                        </m:e>
                        <m:sub>
                          <m:r>
                            <m:rPr>
                              <m:sty m:val="p"/>
                            </m:rPr>
                            <a:rPr lang="de-DE" sz="2400" b="0" i="1" smtClean="0">
                              <a:latin typeface="Cambria Math" panose="02040503050406030204" pitchFamily="18" charset="0"/>
                            </a:rPr>
                            <m:t>I</m:t>
                          </m:r>
                        </m:sub>
                      </m:sSub>
                      <m:r>
                        <a:rPr lang="de-DE" sz="2400" i="1">
                          <a:latin typeface="Cambria Math" panose="02040503050406030204" pitchFamily="18" charset="0"/>
                        </a:rPr>
                        <m:t>:</m:t>
                      </m:r>
                      <m:r>
                        <a:rPr lang="de-DE" sz="2400" b="0" i="1" smtClean="0">
                          <a:latin typeface="Cambria Math" panose="02040503050406030204" pitchFamily="18" charset="0"/>
                        </a:rPr>
                        <m:t> </m:t>
                      </m:r>
                      <m:f>
                        <m:fPr>
                          <m:ctrlPr>
                            <a:rPr lang="de-DE" sz="2400" i="1" smtClean="0">
                              <a:solidFill>
                                <a:schemeClr val="tx1"/>
                              </a:solidFill>
                              <a:latin typeface="Cambria Math" panose="02040503050406030204" pitchFamily="18" charset="0"/>
                            </a:rPr>
                          </m:ctrlPr>
                        </m:fPr>
                        <m:num>
                          <m:sSub>
                            <m:sSubPr>
                              <m:ctrlPr>
                                <a:rPr lang="de-DE" sz="2400" i="1" smtClean="0">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d</m:t>
                              </m:r>
                            </m:sub>
                          </m:sSub>
                        </m:num>
                        <m:den>
                          <m:r>
                            <m:rPr>
                              <m:sty m:val="p"/>
                            </m:rPr>
                            <a:rPr lang="de-DE" sz="2400" b="0" i="1" smtClean="0">
                              <a:solidFill>
                                <a:schemeClr val="tx1"/>
                              </a:solidFill>
                              <a:latin typeface="Cambria Math" panose="02040503050406030204" pitchFamily="18" charset="0"/>
                            </a:rPr>
                            <m:t>dt</m:t>
                          </m:r>
                        </m:den>
                      </m:f>
                      <m:r>
                        <a:rPr lang="de-DE" sz="2400" b="0" i="1" smtClean="0">
                          <a:solidFill>
                            <a:schemeClr val="tx1"/>
                          </a:solidFill>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P</m:t>
                          </m:r>
                        </m:sub>
                      </m:sSub>
                      <m:f>
                        <m:fPr>
                          <m:ctrlPr>
                            <a:rPr lang="de-DE" sz="2400" i="1">
                              <a:latin typeface="Cambria Math" panose="02040503050406030204" pitchFamily="18" charset="0"/>
                            </a:rPr>
                          </m:ctrlPr>
                        </m:fPr>
                        <m:num>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F</m:t>
                              </m:r>
                            </m:sub>
                          </m:sSub>
                        </m:num>
                        <m:den>
                          <m:r>
                            <m:rPr>
                              <m:sty m:val="p"/>
                            </m:rPr>
                            <a:rPr lang="de-DE" sz="2400" i="1">
                              <a:latin typeface="Cambria Math" panose="02040503050406030204" pitchFamily="18" charset="0"/>
                            </a:rPr>
                            <m:t>dt</m:t>
                          </m:r>
                        </m:den>
                      </m:f>
                      <m:r>
                        <a:rPr lang="de-DE" sz="2400" i="1">
                          <a:latin typeface="Cambria Math" panose="02040503050406030204" pitchFamily="18" charset="0"/>
                          <a:ea typeface="Cambria Math" panose="02040503050406030204" pitchFamily="18" charset="0"/>
                        </a:rPr>
                        <m:t>−</m:t>
                      </m:r>
                      <m:sSub>
                        <m:sSubPr>
                          <m:ctrlPr>
                            <a:rPr lang="de-DE" sz="2400" i="1">
                              <a:latin typeface="Cambria Math" panose="02040503050406030204" pitchFamily="18" charset="0"/>
                            </a:rPr>
                          </m:ctrlPr>
                        </m:sSubPr>
                        <m:e>
                          <m:r>
                            <m:rPr>
                              <m:sty m:val="p"/>
                            </m:rPr>
                            <a:rPr lang="de-DE" sz="2400" i="1">
                              <a:latin typeface="Cambria Math" panose="02040503050406030204" pitchFamily="18" charset="0"/>
                            </a:rPr>
                            <m:t>V</m:t>
                          </m:r>
                        </m:e>
                        <m:sub>
                          <m:r>
                            <m:rPr>
                              <m:sty m:val="p"/>
                            </m:rPr>
                            <a:rPr lang="de-DE" sz="2400" b="0" i="1" smtClean="0">
                              <a:latin typeface="Cambria Math" panose="02040503050406030204" pitchFamily="18" charset="0"/>
                            </a:rPr>
                            <m:t>I</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i="1">
                              <a:latin typeface="Cambria Math" panose="02040503050406030204" pitchFamily="18" charset="0"/>
                            </a:rPr>
                            <m:t>d</m:t>
                          </m:r>
                        </m:sub>
                      </m:sSub>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m:rPr>
                              <m:sty m:val="p"/>
                            </m:rPr>
                            <a:rPr lang="de-DE" sz="2400">
                              <a:latin typeface="Cambria Math" panose="02040503050406030204" pitchFamily="18" charset="0"/>
                            </a:rPr>
                            <m:t>m</m:t>
                          </m:r>
                        </m:e>
                        <m:sub>
                          <m:r>
                            <m:rPr>
                              <m:sty m:val="p"/>
                            </m:rPr>
                            <a:rPr lang="de-DE" sz="2400" b="0" i="1" smtClean="0">
                              <a:latin typeface="Cambria Math" panose="02040503050406030204" pitchFamily="18" charset="0"/>
                            </a:rPr>
                            <m:t>S</m:t>
                          </m:r>
                        </m:sub>
                      </m:sSub>
                      <m:r>
                        <a:rPr lang="de-DE" sz="2400" b="0" i="1" smtClean="0">
                          <a:latin typeface="Cambria Math" panose="02040503050406030204" pitchFamily="18" charset="0"/>
                        </a:rPr>
                        <m:t>]</m:t>
                      </m:r>
                    </m:oMath>
                  </m:oMathPara>
                </a14:m>
                <a:endParaRPr lang="en-US" sz="2400" dirty="0">
                  <a:solidFill>
                    <a:schemeClr val="tx1"/>
                  </a:solidFill>
                </a:endParaRPr>
              </a:p>
            </p:txBody>
          </p:sp>
        </mc:Choice>
        <mc:Fallback xmlns="">
          <p:sp>
            <p:nvSpPr>
              <p:cNvPr id="38" name="TextBox 37">
                <a:extLst>
                  <a:ext uri="{FF2B5EF4-FFF2-40B4-BE49-F238E27FC236}">
                    <a16:creationId xmlns:a16="http://schemas.microsoft.com/office/drawing/2014/main" id="{0C8A9B77-B4D0-3E40-B62A-725B8832475E}"/>
                  </a:ext>
                </a:extLst>
              </p:cNvPr>
              <p:cNvSpPr txBox="1">
                <a:spLocks noRot="1" noChangeAspect="1" noMove="1" noResize="1" noEditPoints="1" noAdjustHandles="1" noChangeArrowheads="1" noChangeShapeType="1" noTextEdit="1"/>
              </p:cNvSpPr>
              <p:nvPr/>
            </p:nvSpPr>
            <p:spPr>
              <a:xfrm>
                <a:off x="7776125" y="2512225"/>
                <a:ext cx="4191044" cy="724686"/>
              </a:xfrm>
              <a:prstGeom prst="rect">
                <a:avLst/>
              </a:prstGeom>
              <a:blipFill>
                <a:blip r:embed="rId12"/>
                <a:stretch>
                  <a:fillRect/>
                </a:stretch>
              </a:blipFill>
            </p:spPr>
            <p:txBody>
              <a:bodyPr/>
              <a:lstStyle/>
              <a:p>
                <a:r>
                  <a:rPr lang="en-US">
                    <a:noFill/>
                  </a:rPr>
                  <a:t> </a:t>
                </a:r>
              </a:p>
            </p:txBody>
          </p:sp>
        </mc:Fallback>
      </mc:AlternateContent>
      <p:sp>
        <p:nvSpPr>
          <p:cNvPr id="40" name="TextBox 39">
            <a:extLst>
              <a:ext uri="{FF2B5EF4-FFF2-40B4-BE49-F238E27FC236}">
                <a16:creationId xmlns:a16="http://schemas.microsoft.com/office/drawing/2014/main" id="{5C69B3FE-B188-1CD0-3EFD-C04EA683AD79}"/>
              </a:ext>
            </a:extLst>
          </p:cNvPr>
          <p:cNvSpPr txBox="1"/>
          <p:nvPr/>
        </p:nvSpPr>
        <p:spPr>
          <a:xfrm>
            <a:off x="11173201" y="82392"/>
            <a:ext cx="529312" cy="461665"/>
          </a:xfrm>
          <a:prstGeom prst="rect">
            <a:avLst/>
          </a:prstGeom>
          <a:noFill/>
        </p:spPr>
        <p:txBody>
          <a:bodyPr wrap="none" rtlCol="0">
            <a:spAutoFit/>
          </a:bodyPr>
          <a:lstStyle/>
          <a:p>
            <a:r>
              <a:rPr lang="en-US" sz="2400" dirty="0"/>
              <a:t>(1)</a:t>
            </a:r>
          </a:p>
        </p:txBody>
      </p:sp>
      <p:sp>
        <p:nvSpPr>
          <p:cNvPr id="41" name="TextBox 40">
            <a:extLst>
              <a:ext uri="{FF2B5EF4-FFF2-40B4-BE49-F238E27FC236}">
                <a16:creationId xmlns:a16="http://schemas.microsoft.com/office/drawing/2014/main" id="{3BD59C07-8AA8-CE4A-260D-FFD1B21898C7}"/>
              </a:ext>
            </a:extLst>
          </p:cNvPr>
          <p:cNvSpPr txBox="1"/>
          <p:nvPr/>
        </p:nvSpPr>
        <p:spPr>
          <a:xfrm>
            <a:off x="11173201" y="1482063"/>
            <a:ext cx="529312" cy="461665"/>
          </a:xfrm>
          <a:prstGeom prst="rect">
            <a:avLst/>
          </a:prstGeom>
          <a:noFill/>
        </p:spPr>
        <p:txBody>
          <a:bodyPr wrap="none" rtlCol="0">
            <a:spAutoFit/>
          </a:bodyPr>
          <a:lstStyle/>
          <a:p>
            <a:r>
              <a:rPr lang="en-US" sz="2400" dirty="0"/>
              <a:t>(2)</a:t>
            </a:r>
          </a:p>
        </p:txBody>
      </p:sp>
      <p:sp>
        <p:nvSpPr>
          <p:cNvPr id="42" name="TextBox 41">
            <a:extLst>
              <a:ext uri="{FF2B5EF4-FFF2-40B4-BE49-F238E27FC236}">
                <a16:creationId xmlns:a16="http://schemas.microsoft.com/office/drawing/2014/main" id="{D2C225A6-7A36-97EC-1498-368C2691BC9E}"/>
              </a:ext>
            </a:extLst>
          </p:cNvPr>
          <p:cNvSpPr txBox="1"/>
          <p:nvPr/>
        </p:nvSpPr>
        <p:spPr>
          <a:xfrm>
            <a:off x="11702513" y="2643736"/>
            <a:ext cx="529312" cy="461665"/>
          </a:xfrm>
          <a:prstGeom prst="rect">
            <a:avLst/>
          </a:prstGeom>
          <a:noFill/>
        </p:spPr>
        <p:txBody>
          <a:bodyPr wrap="none" rtlCol="0">
            <a:spAutoFit/>
          </a:bodyPr>
          <a:lstStyle/>
          <a:p>
            <a:r>
              <a:rPr lang="en-US" sz="2400" dirty="0"/>
              <a:t>(3)</a:t>
            </a:r>
          </a:p>
        </p:txBody>
      </p:sp>
      <p:pic>
        <p:nvPicPr>
          <p:cNvPr id="57" name="Graphic 56">
            <a:extLst>
              <a:ext uri="{FF2B5EF4-FFF2-40B4-BE49-F238E27FC236}">
                <a16:creationId xmlns:a16="http://schemas.microsoft.com/office/drawing/2014/main" id="{245777AE-0CE2-A283-40EE-11948663AB2B}"/>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6180343" y="3236911"/>
            <a:ext cx="5950734" cy="3590387"/>
          </a:xfrm>
          <a:prstGeom prst="rect">
            <a:avLst/>
          </a:prstGeom>
        </p:spPr>
      </p:pic>
      <p:pic>
        <p:nvPicPr>
          <p:cNvPr id="61" name="Graphic 60">
            <a:extLst>
              <a:ext uri="{FF2B5EF4-FFF2-40B4-BE49-F238E27FC236}">
                <a16:creationId xmlns:a16="http://schemas.microsoft.com/office/drawing/2014/main" id="{748BCD41-887F-40D2-6AAC-A7E17BBA5A9A}"/>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1" y="3240345"/>
            <a:ext cx="6008914" cy="3625490"/>
          </a:xfrm>
          <a:prstGeom prst="rect">
            <a:avLst/>
          </a:prstGeom>
        </p:spPr>
      </p:pic>
    </p:spTree>
    <p:extLst>
      <p:ext uri="{BB962C8B-B14F-4D97-AF65-F5344CB8AC3E}">
        <p14:creationId xmlns:p14="http://schemas.microsoft.com/office/powerpoint/2010/main" val="101383263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035B73-55AC-8E01-1ED3-C73D7EE855F2}"/>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44E7301-193C-BD3D-28BD-4E2E36DFD83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5DE2198-E1D0-A4E4-C59D-D9EEA378ABE1}"/>
              </a:ext>
            </a:extLst>
          </p:cNvPr>
          <p:cNvSpPr>
            <a:spLocks noGrp="1"/>
          </p:cNvSpPr>
          <p:nvPr>
            <p:ph type="title"/>
          </p:nvPr>
        </p:nvSpPr>
        <p:spPr>
          <a:xfrm>
            <a:off x="129539" y="170815"/>
            <a:ext cx="7173785" cy="720725"/>
          </a:xfrm>
        </p:spPr>
        <p:txBody>
          <a:bodyPr>
            <a:normAutofit/>
          </a:bodyPr>
          <a:lstStyle/>
          <a:p>
            <a:r>
              <a:rPr lang="de-DE" sz="3600" dirty="0"/>
              <a:t>Mapping a 2-neuron NN</a:t>
            </a:r>
            <a:endParaRPr lang="en-US" sz="3600" dirty="0"/>
          </a:p>
        </p:txBody>
      </p:sp>
      <p:sp>
        <p:nvSpPr>
          <p:cNvPr id="17" name="Oval 16">
            <a:extLst>
              <a:ext uri="{FF2B5EF4-FFF2-40B4-BE49-F238E27FC236}">
                <a16:creationId xmlns:a16="http://schemas.microsoft.com/office/drawing/2014/main" id="{FAD572CE-A56D-7BEC-26DD-3712AB1ED0AB}"/>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BCE5EF8C-876B-C050-C454-5E8610EAE629}"/>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7043DCA-A170-7D8A-92D6-EB08209CAED3}"/>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79A11C32-2C3B-710A-82EE-5FFED132C917}"/>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604C190E-F055-2DA9-4424-49915440218D}"/>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604C190E-F055-2DA9-4424-49915440218D}"/>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13DA95ED-FD71-C551-CFB7-FA56838D6B80}"/>
                  </a:ext>
                </a:extLst>
              </p:cNvPr>
              <p:cNvSpPr txBox="1"/>
              <p:nvPr/>
            </p:nvSpPr>
            <p:spPr>
              <a:xfrm>
                <a:off x="5726911" y="5738296"/>
                <a:ext cx="6271260"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r>
                        <a:rPr lang="de-DE" sz="2400" b="0" i="1" smtClean="0">
                          <a:latin typeface="Cambria Math" panose="02040503050406030204" pitchFamily="18" charset="0"/>
                        </a:rPr>
                        <m:t>0</m:t>
                      </m:r>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r>
                        <a:rPr lang="de-DE" sz="2400" b="0" i="1" smtClean="0">
                          <a:latin typeface="Cambria Math" panose="02040503050406030204" pitchFamily="18" charset="0"/>
                          <a:ea typeface="Cambria Math" panose="02040503050406030204" pitchFamily="18" charset="0"/>
                        </a:rPr>
                        <m:t>0</m:t>
                      </m:r>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13DA95ED-FD71-C551-CFB7-FA56838D6B80}"/>
                  </a:ext>
                </a:extLst>
              </p:cNvPr>
              <p:cNvSpPr txBox="1">
                <a:spLocks noRot="1" noChangeAspect="1" noMove="1" noResize="1" noEditPoints="1" noAdjustHandles="1" noChangeArrowheads="1" noChangeShapeType="1" noTextEdit="1"/>
              </p:cNvSpPr>
              <p:nvPr/>
            </p:nvSpPr>
            <p:spPr>
              <a:xfrm>
                <a:off x="5726911" y="5738296"/>
                <a:ext cx="6271260" cy="491417"/>
              </a:xfrm>
              <a:prstGeom prst="rect">
                <a:avLst/>
              </a:prstGeom>
              <a:blipFill>
                <a:blip r:embed="rId4"/>
                <a:stretch>
                  <a:fillRect l="-777"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674176D-BA11-AB6E-4DF2-B60D8C509196}"/>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DD6A3EA8-AFC3-BDC6-C3CA-DDC9A69455A7}"/>
                  </a:ext>
                </a:extLst>
              </p:cNvPr>
              <p:cNvSpPr txBox="1"/>
              <p:nvPr/>
            </p:nvSpPr>
            <p:spPr>
              <a:xfrm>
                <a:off x="6739921" y="5265341"/>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DD6A3EA8-AFC3-BDC6-C3CA-DDC9A69455A7}"/>
                  </a:ext>
                </a:extLst>
              </p:cNvPr>
              <p:cNvSpPr txBox="1">
                <a:spLocks noRot="1" noChangeAspect="1" noMove="1" noResize="1" noEditPoints="1" noAdjustHandles="1" noChangeArrowheads="1" noChangeShapeType="1" noTextEdit="1"/>
              </p:cNvSpPr>
              <p:nvPr/>
            </p:nvSpPr>
            <p:spPr>
              <a:xfrm>
                <a:off x="6739921" y="5265341"/>
                <a:ext cx="656402" cy="461665"/>
              </a:xfrm>
              <a:prstGeom prst="rect">
                <a:avLst/>
              </a:prstGeom>
              <a:blipFill>
                <a:blip r:embed="rId5"/>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0C3A4C1-B43C-3A8F-DAD4-B81EC011E844}"/>
                  </a:ext>
                </a:extLst>
              </p:cNvPr>
              <p:cNvSpPr txBox="1"/>
              <p:nvPr/>
            </p:nvSpPr>
            <p:spPr>
              <a:xfrm>
                <a:off x="8173377" y="5246835"/>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30C3A4C1-B43C-3A8F-DAD4-B81EC011E844}"/>
                  </a:ext>
                </a:extLst>
              </p:cNvPr>
              <p:cNvSpPr txBox="1">
                <a:spLocks noRot="1" noChangeAspect="1" noMove="1" noResize="1" noEditPoints="1" noAdjustHandles="1" noChangeArrowheads="1" noChangeShapeType="1" noTextEdit="1"/>
              </p:cNvSpPr>
              <p:nvPr/>
            </p:nvSpPr>
            <p:spPr>
              <a:xfrm>
                <a:off x="8173377" y="5246835"/>
                <a:ext cx="656402" cy="495905"/>
              </a:xfrm>
              <a:prstGeom prst="rect">
                <a:avLst/>
              </a:prstGeom>
              <a:blipFill>
                <a:blip r:embed="rId6"/>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09A0B6DE-E530-A42C-8A38-DF8D7EA54001}"/>
                  </a:ext>
                </a:extLst>
              </p:cNvPr>
              <p:cNvSpPr txBox="1"/>
              <p:nvPr/>
            </p:nvSpPr>
            <p:spPr>
              <a:xfrm>
                <a:off x="9625088" y="52468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09A0B6DE-E530-A42C-8A38-DF8D7EA54001}"/>
                  </a:ext>
                </a:extLst>
              </p:cNvPr>
              <p:cNvSpPr txBox="1">
                <a:spLocks noRot="1" noChangeAspect="1" noMove="1" noResize="1" noEditPoints="1" noAdjustHandles="1" noChangeArrowheads="1" noChangeShapeType="1" noTextEdit="1"/>
              </p:cNvSpPr>
              <p:nvPr/>
            </p:nvSpPr>
            <p:spPr>
              <a:xfrm>
                <a:off x="9625088" y="5246834"/>
                <a:ext cx="656402" cy="461665"/>
              </a:xfrm>
              <a:prstGeom prst="rect">
                <a:avLst/>
              </a:prstGeom>
              <a:blipFill>
                <a:blip r:embed="rId7"/>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E453E609-3D57-9700-2569-398FB7DB8F24}"/>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E453E609-3D57-9700-2569-398FB7DB8F24}"/>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B21D1864-3B62-A1F1-50B2-9AEF22FC284C}"/>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B21D1864-3B62-A1F1-50B2-9AEF22FC284C}"/>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369926AD-15AB-B5A5-8910-1EDAD6C61D3A}"/>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369926AD-15AB-B5A5-8910-1EDAD6C61D3A}"/>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CEBB55A-002F-3AF6-FC90-78457E0BCAD5}"/>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E54DA878-87CA-2E37-254E-C165A227A3E4}"/>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6819AE3-1B6C-207B-7D29-109D314F2055}"/>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6819AE3-1B6C-207B-7D29-109D314F2055}"/>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EC852FFF-1C2E-D3CC-CE82-E19744FCE3FD}"/>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D159E6C1-F006-07CC-BEDF-1C45F3D3B18C}"/>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2E11E157-73F2-D296-9357-E32ABAC19064}"/>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09766C55-D9E8-7F85-845B-0D85F04C9BD7}"/>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46419B0-71FB-BBDF-C6AD-4F442982736E}"/>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46419B0-71FB-BBDF-C6AD-4F442982736E}"/>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B1B5085B-DF5A-ED51-D8C2-1A09E6662B51}"/>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B1B5085B-DF5A-ED51-D8C2-1A09E6662B51}"/>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0A903E1C-C403-CC13-3B91-EB6C50F8C55F}"/>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0A903E1C-C403-CC13-3B91-EB6C50F8C55F}"/>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4"/>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DA01F633-FA9D-13F2-3C39-5D40530DE92C}"/>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DA01F633-FA9D-13F2-3C39-5D40530DE92C}"/>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6351346E-8CC8-3D3F-88BF-B1CFD3E331A8}"/>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6351346E-8CC8-3D3F-88BF-B1CFD3E331A8}"/>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E4A9EADD-0BD0-234E-13AC-F199711611B9}"/>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E4A9EADD-0BD0-234E-13AC-F199711611B9}"/>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7"/>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043B2749-7FBD-AB33-D51B-98E9605D8B2B}"/>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043B2749-7FBD-AB33-D51B-98E9605D8B2B}"/>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8"/>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ACA421F4-37D8-7EB7-4C1D-296F468E0CD5}"/>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ACA421F4-37D8-7EB7-4C1D-296F468E0CD5}"/>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19"/>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2122DEFC-EC99-CBF4-77D9-9E35FB70CC85}"/>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2122DEFC-EC99-CBF4-77D9-9E35FB70CC85}"/>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EEEF93A9-BB51-6C0D-3333-19B73DDECF1D}"/>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EEEF93A9-BB51-6C0D-3333-19B73DDECF1D}"/>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01F8F8E-5A57-0616-C24D-4E2CB96B4EC6}"/>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01F8F8E-5A57-0616-C24D-4E2CB96B4EC6}"/>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30F7BBBC-AF92-9D91-8F93-9B4D246B009B}"/>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30F7BBBC-AF92-9D91-8F93-9B4D246B009B}"/>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DD0F793F-B90B-7DD8-EF27-A1D1D57E5F2E}"/>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DD0F793F-B90B-7DD8-EF27-A1D1D57E5F2E}"/>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4"/>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B53FBE4A-ABE9-0778-C597-692AE49F525F}"/>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B53FBE4A-ABE9-0778-C597-692AE49F525F}"/>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5"/>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15343846-2E23-FE9B-4006-373AB4978E01}"/>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15343846-2E23-FE9B-4006-373AB4978E01}"/>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6"/>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32790020-45C0-DFF7-B09D-2A8833225D13}"/>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32790020-45C0-DFF7-B09D-2A8833225D13}"/>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7"/>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C3C5D91A-12A1-E394-A5F1-6BE96861049A}"/>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ED572F9A-ADCB-FB4B-DB84-6466D145BD73}"/>
              </a:ext>
            </a:extLst>
          </p:cNvPr>
          <p:cNvSpPr/>
          <p:nvPr/>
        </p:nvSpPr>
        <p:spPr>
          <a:xfrm>
            <a:off x="6865071" y="267578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4D576257-AC55-649E-5B94-3BE4DF255D35}"/>
              </a:ext>
            </a:extLst>
          </p:cNvPr>
          <p:cNvSpPr/>
          <p:nvPr/>
        </p:nvSpPr>
        <p:spPr>
          <a:xfrm>
            <a:off x="6844466" y="313770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5B4D697D-EFD1-886B-3097-CEBCE81B48D0}"/>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32A87441-29FE-E805-8C5E-42EE05ED2B68}"/>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spTree>
    <p:extLst>
      <p:ext uri="{BB962C8B-B14F-4D97-AF65-F5344CB8AC3E}">
        <p14:creationId xmlns:p14="http://schemas.microsoft.com/office/powerpoint/2010/main" val="22345850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75011B-300E-9536-C2AB-0442B8971B76}"/>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E6614964-11D3-71CA-8C63-01799941A78A}"/>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F7808BAB-E390-4181-4D85-47C1204661CE}"/>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2" name="Title 1">
                <a:extLst>
                  <a:ext uri="{FF2B5EF4-FFF2-40B4-BE49-F238E27FC236}">
                    <a16:creationId xmlns:a16="http://schemas.microsoft.com/office/drawing/2014/main" id="{F7808BAB-E390-4181-4D85-47C1204661CE}"/>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3"/>
                <a:stretch>
                  <a:fillRect l="-1733" t="-12712" r="-650" b="-22881"/>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77C1AC9-FA4A-EF5A-C960-85C259C837BE}"/>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6B24B30-E9F6-83E6-E5FD-BD1D0F3F3CE0}"/>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B8D0AA79-B687-A333-E241-47908D60EBF9}"/>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8095DF5-FEE5-B5ED-C101-532B85CFA14F}"/>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E72E7D6-BBB6-52F9-70D9-DBD8E9F1C0CB}"/>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E72E7D6-BBB6-52F9-70D9-DBD8E9F1C0CB}"/>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85E52EB5-733F-DA1D-C3AE-1015474077FA}"/>
                  </a:ext>
                </a:extLst>
              </p:cNvPr>
              <p:cNvSpPr txBox="1"/>
              <p:nvPr/>
            </p:nvSpPr>
            <p:spPr>
              <a:xfrm>
                <a:off x="5083562" y="5299089"/>
                <a:ext cx="6734064"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𝑚𝑖</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42</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43</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en-GB" sz="2400" b="0" i="1" smtClean="0">
                              <a:latin typeface="Cambria Math" panose="02040503050406030204" pitchFamily="18" charset="0"/>
                            </a:rPr>
                            <m:t>44</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en-GB"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85E52EB5-733F-DA1D-C3AE-1015474077FA}"/>
                  </a:ext>
                </a:extLst>
              </p:cNvPr>
              <p:cNvSpPr txBox="1">
                <a:spLocks noRot="1" noChangeAspect="1" noMove="1" noResize="1" noEditPoints="1" noAdjustHandles="1" noChangeArrowheads="1" noChangeShapeType="1" noTextEdit="1"/>
              </p:cNvSpPr>
              <p:nvPr/>
            </p:nvSpPr>
            <p:spPr>
              <a:xfrm>
                <a:off x="5083562" y="5299089"/>
                <a:ext cx="6734064" cy="461665"/>
              </a:xfrm>
              <a:prstGeom prst="rect">
                <a:avLst/>
              </a:prstGeom>
              <a:blipFill>
                <a:blip r:embed="rId5"/>
                <a:stretch>
                  <a:fillRect l="-814" b="-15789"/>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0F90BE5-2DB4-3B9A-B389-7953E6F05538}"/>
              </a:ext>
            </a:extLst>
          </p:cNvPr>
          <p:cNvSpPr/>
          <p:nvPr/>
        </p:nvSpPr>
        <p:spPr>
          <a:xfrm>
            <a:off x="8898604" y="181717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47DE3E32-A910-5356-FC4A-8A6BD14B0F8D}"/>
                  </a:ext>
                </a:extLst>
              </p:cNvPr>
              <p:cNvSpPr txBox="1"/>
              <p:nvPr/>
            </p:nvSpPr>
            <p:spPr>
              <a:xfrm>
                <a:off x="6325169" y="4826134"/>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47DE3E32-A910-5356-FC4A-8A6BD14B0F8D}"/>
                  </a:ext>
                </a:extLst>
              </p:cNvPr>
              <p:cNvSpPr txBox="1">
                <a:spLocks noRot="1" noChangeAspect="1" noMove="1" noResize="1" noEditPoints="1" noAdjustHandles="1" noChangeArrowheads="1" noChangeShapeType="1" noTextEdit="1"/>
              </p:cNvSpPr>
              <p:nvPr/>
            </p:nvSpPr>
            <p:spPr>
              <a:xfrm>
                <a:off x="6325169" y="4826134"/>
                <a:ext cx="65640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E0D21A0-A17E-B4E2-32F7-E3BD8DE23880}"/>
                  </a:ext>
                </a:extLst>
              </p:cNvPr>
              <p:cNvSpPr txBox="1"/>
              <p:nvPr/>
            </p:nvSpPr>
            <p:spPr>
              <a:xfrm>
                <a:off x="8023809" y="4778723"/>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2E0D21A0-A17E-B4E2-32F7-E3BD8DE23880}"/>
                  </a:ext>
                </a:extLst>
              </p:cNvPr>
              <p:cNvSpPr txBox="1">
                <a:spLocks noRot="1" noChangeAspect="1" noMove="1" noResize="1" noEditPoints="1" noAdjustHandles="1" noChangeArrowheads="1" noChangeShapeType="1" noTextEdit="1"/>
              </p:cNvSpPr>
              <p:nvPr/>
            </p:nvSpPr>
            <p:spPr>
              <a:xfrm>
                <a:off x="8023809" y="4778723"/>
                <a:ext cx="65640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0954CA7-105D-D28C-85A1-F03C9277EF3A}"/>
                  </a:ext>
                </a:extLst>
              </p:cNvPr>
              <p:cNvSpPr txBox="1"/>
              <p:nvPr/>
            </p:nvSpPr>
            <p:spPr>
              <a:xfrm>
                <a:off x="9513262" y="467114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en-GB"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60954CA7-105D-D28C-85A1-F03C9277EF3A}"/>
                  </a:ext>
                </a:extLst>
              </p:cNvPr>
              <p:cNvSpPr txBox="1">
                <a:spLocks noRot="1" noChangeAspect="1" noMove="1" noResize="1" noEditPoints="1" noAdjustHandles="1" noChangeArrowheads="1" noChangeShapeType="1" noTextEdit="1"/>
              </p:cNvSpPr>
              <p:nvPr/>
            </p:nvSpPr>
            <p:spPr>
              <a:xfrm>
                <a:off x="9513262" y="4671147"/>
                <a:ext cx="65640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68DD360F-49AF-6D94-6DB4-8B50FB701A77}"/>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68DD360F-49AF-6D94-6DB4-8B50FB701A77}"/>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E3C407-D448-AFC0-FF3A-6D46B6E513CB}"/>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0BE3C407-D448-AFC0-FF3A-6D46B6E513CB}"/>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8F2F68AF-DAA5-43BE-FC09-0E8816F011D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8F2F68AF-DAA5-43BE-FC09-0E8816F011D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1"/>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8B891D55-8402-9DE6-025C-B9621033F70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666CBD52-B984-4849-0E12-247E0AFA2FA7}"/>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A11F0BB6-0C07-B00A-A817-34E7EF2EC510}"/>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A11F0BB6-0C07-B00A-A817-34E7EF2EC510}"/>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2"/>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D0C1E9FE-CABE-6E62-B931-678F223D98FA}"/>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CBB0586D-D6BB-AC57-5DF7-96D58F2FDDAF}"/>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A0C827D1-47E5-D065-19D5-03F36DFBF16A}"/>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7C6BAA56-97AA-6913-9F8A-EF4A3CA9F545}"/>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0478A04-8C99-4B41-3DC2-045E8E1208F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60478A04-8C99-4B41-3DC2-045E8E1208F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2DDD4330-C27E-BA8E-5C0B-D70930D95A33}"/>
                  </a:ext>
                </a:extLst>
              </p:cNvPr>
              <p:cNvSpPr txBox="1"/>
              <p:nvPr/>
            </p:nvSpPr>
            <p:spPr>
              <a:xfrm>
                <a:off x="7529739" y="230414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2DDD4330-C27E-BA8E-5C0B-D70930D95A33}"/>
                  </a:ext>
                </a:extLst>
              </p:cNvPr>
              <p:cNvSpPr txBox="1">
                <a:spLocks noRot="1" noChangeAspect="1" noMove="1" noResize="1" noEditPoints="1" noAdjustHandles="1" noChangeArrowheads="1" noChangeShapeType="1" noTextEdit="1"/>
              </p:cNvSpPr>
              <p:nvPr/>
            </p:nvSpPr>
            <p:spPr>
              <a:xfrm>
                <a:off x="7529739" y="2304148"/>
                <a:ext cx="3412601" cy="2035557"/>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983B7D8E-2F66-247E-7C86-0362195E0668}"/>
                  </a:ext>
                </a:extLst>
              </p:cNvPr>
              <p:cNvSpPr txBox="1"/>
              <p:nvPr/>
            </p:nvSpPr>
            <p:spPr>
              <a:xfrm>
                <a:off x="7637736" y="189198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983B7D8E-2F66-247E-7C86-0362195E0668}"/>
                  </a:ext>
                </a:extLst>
              </p:cNvPr>
              <p:cNvSpPr txBox="1">
                <a:spLocks noRot="1" noChangeAspect="1" noMove="1" noResize="1" noEditPoints="1" noAdjustHandles="1" noChangeArrowheads="1" noChangeShapeType="1" noTextEdit="1"/>
              </p:cNvSpPr>
              <p:nvPr/>
            </p:nvSpPr>
            <p:spPr>
              <a:xfrm>
                <a:off x="7637736" y="1891989"/>
                <a:ext cx="310085" cy="369332"/>
              </a:xfrm>
              <a:prstGeom prst="rect">
                <a:avLst/>
              </a:prstGeom>
              <a:blipFill>
                <a:blip r:embed="rId15"/>
                <a:stretch>
                  <a:fillRect l="-15686"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7C8DF565-A87D-A37C-3FFD-6B64A7E1B2C5}"/>
                  </a:ext>
                </a:extLst>
              </p:cNvPr>
              <p:cNvSpPr txBox="1"/>
              <p:nvPr/>
            </p:nvSpPr>
            <p:spPr>
              <a:xfrm>
                <a:off x="8346216"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7C8DF565-A87D-A37C-3FFD-6B64A7E1B2C5}"/>
                  </a:ext>
                </a:extLst>
              </p:cNvPr>
              <p:cNvSpPr txBox="1">
                <a:spLocks noRot="1" noChangeAspect="1" noMove="1" noResize="1" noEditPoints="1" noAdjustHandles="1" noChangeArrowheads="1" noChangeShapeType="1" noTextEdit="1"/>
              </p:cNvSpPr>
              <p:nvPr/>
            </p:nvSpPr>
            <p:spPr>
              <a:xfrm>
                <a:off x="8346216" y="1847890"/>
                <a:ext cx="317202" cy="369332"/>
              </a:xfrm>
              <a:prstGeom prst="rect">
                <a:avLst/>
              </a:prstGeom>
              <a:blipFill>
                <a:blip r:embed="rId16"/>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FAD0B2DB-A8C6-E331-3571-BD6E5FAEF08B}"/>
                  </a:ext>
                </a:extLst>
              </p:cNvPr>
              <p:cNvSpPr txBox="1"/>
              <p:nvPr/>
            </p:nvSpPr>
            <p:spPr>
              <a:xfrm>
                <a:off x="9061814" y="184789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FAD0B2DB-A8C6-E331-3571-BD6E5FAEF08B}"/>
                  </a:ext>
                </a:extLst>
              </p:cNvPr>
              <p:cNvSpPr txBox="1">
                <a:spLocks noRot="1" noChangeAspect="1" noMove="1" noResize="1" noEditPoints="1" noAdjustHandles="1" noChangeArrowheads="1" noChangeShapeType="1" noTextEdit="1"/>
              </p:cNvSpPr>
              <p:nvPr/>
            </p:nvSpPr>
            <p:spPr>
              <a:xfrm>
                <a:off x="9061814" y="1847890"/>
                <a:ext cx="317202" cy="369332"/>
              </a:xfrm>
              <a:prstGeom prst="rect">
                <a:avLst/>
              </a:prstGeom>
              <a:blipFill>
                <a:blip r:embed="rId17"/>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B25EEE08-7C55-5BC0-B1C9-E579F41D7C13}"/>
                  </a:ext>
                </a:extLst>
              </p:cNvPr>
              <p:cNvSpPr txBox="1"/>
              <p:nvPr/>
            </p:nvSpPr>
            <p:spPr>
              <a:xfrm>
                <a:off x="9793538" y="184789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B25EEE08-7C55-5BC0-B1C9-E579F41D7C13}"/>
                  </a:ext>
                </a:extLst>
              </p:cNvPr>
              <p:cNvSpPr txBox="1">
                <a:spLocks noRot="1" noChangeAspect="1" noMove="1" noResize="1" noEditPoints="1" noAdjustHandles="1" noChangeArrowheads="1" noChangeShapeType="1" noTextEdit="1"/>
              </p:cNvSpPr>
              <p:nvPr/>
            </p:nvSpPr>
            <p:spPr>
              <a:xfrm>
                <a:off x="9793538" y="1847890"/>
                <a:ext cx="304058" cy="369332"/>
              </a:xfrm>
              <a:prstGeom prst="rect">
                <a:avLst/>
              </a:prstGeom>
              <a:blipFill>
                <a:blip r:embed="rId18"/>
                <a:stretch>
                  <a:fillRect l="-16327" r="-1224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AB29F5BE-54D2-BA83-4516-37F25E148E39}"/>
                  </a:ext>
                </a:extLst>
              </p:cNvPr>
              <p:cNvSpPr txBox="1"/>
              <p:nvPr/>
            </p:nvSpPr>
            <p:spPr>
              <a:xfrm>
                <a:off x="10425905" y="186319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AB29F5BE-54D2-BA83-4516-37F25E148E39}"/>
                  </a:ext>
                </a:extLst>
              </p:cNvPr>
              <p:cNvSpPr txBox="1">
                <a:spLocks noRot="1" noChangeAspect="1" noMove="1" noResize="1" noEditPoints="1" noAdjustHandles="1" noChangeArrowheads="1" noChangeShapeType="1" noTextEdit="1"/>
              </p:cNvSpPr>
              <p:nvPr/>
            </p:nvSpPr>
            <p:spPr>
              <a:xfrm>
                <a:off x="10425905" y="1863199"/>
                <a:ext cx="317202" cy="369332"/>
              </a:xfrm>
              <a:prstGeom prst="rect">
                <a:avLst/>
              </a:prstGeom>
              <a:blipFill>
                <a:blip r:embed="rId19"/>
                <a:stretch>
                  <a:fillRect l="-13462" r="-11538"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0433AE38-4C90-18F8-032B-799D72582F4A}"/>
                  </a:ext>
                </a:extLst>
              </p:cNvPr>
              <p:cNvSpPr txBox="1"/>
              <p:nvPr/>
            </p:nvSpPr>
            <p:spPr>
              <a:xfrm>
                <a:off x="7013000" y="215988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0433AE38-4C90-18F8-032B-799D72582F4A}"/>
                  </a:ext>
                </a:extLst>
              </p:cNvPr>
              <p:cNvSpPr txBox="1">
                <a:spLocks noRot="1" noChangeAspect="1" noMove="1" noResize="1" noEditPoints="1" noAdjustHandles="1" noChangeArrowheads="1" noChangeShapeType="1" noTextEdit="1"/>
              </p:cNvSpPr>
              <p:nvPr/>
            </p:nvSpPr>
            <p:spPr>
              <a:xfrm>
                <a:off x="7013000" y="2159888"/>
                <a:ext cx="454483" cy="369332"/>
              </a:xfrm>
              <a:prstGeom prst="rect">
                <a:avLst/>
              </a:prstGeom>
              <a:blipFill>
                <a:blip r:embed="rId20"/>
                <a:stretch>
                  <a:fillRect l="-9333" r="-533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739E46BE-F33A-EEA1-CB7A-AFDDAA254E0D}"/>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739E46BE-F33A-EEA1-CB7A-AFDDAA254E0D}"/>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FAE38295-40BD-BA4A-3530-AB31BFD7A087}"/>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FAE38295-40BD-BA4A-3530-AB31BFD7A087}"/>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BF8F4E5A-FB0B-75A8-3AE9-184BC9913FA8}"/>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BF8F4E5A-FB0B-75A8-3AE9-184BC9913FA8}"/>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6A2B5EC-7B31-8992-91C8-3763014032A5}"/>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6A2B5EC-7B31-8992-91C8-3763014032A5}"/>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815E93B5-D657-4CD6-63EE-5BB7B72937CF}"/>
                  </a:ext>
                </a:extLst>
              </p:cNvPr>
              <p:cNvSpPr txBox="1"/>
              <p:nvPr/>
            </p:nvSpPr>
            <p:spPr>
              <a:xfrm>
                <a:off x="7013000" y="269030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815E93B5-D657-4CD6-63EE-5BB7B72937CF}"/>
                  </a:ext>
                </a:extLst>
              </p:cNvPr>
              <p:cNvSpPr txBox="1">
                <a:spLocks noRot="1" noChangeAspect="1" noMove="1" noResize="1" noEditPoints="1" noAdjustHandles="1" noChangeArrowheads="1" noChangeShapeType="1" noTextEdit="1"/>
              </p:cNvSpPr>
              <p:nvPr/>
            </p:nvSpPr>
            <p:spPr>
              <a:xfrm>
                <a:off x="7013000" y="2690304"/>
                <a:ext cx="461601" cy="369332"/>
              </a:xfrm>
              <a:prstGeom prst="rect">
                <a:avLst/>
              </a:prstGeom>
              <a:blipFill>
                <a:blip r:embed="rId25"/>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A033F64-ACB6-4047-81B4-25BDADBB1918}"/>
                  </a:ext>
                </a:extLst>
              </p:cNvPr>
              <p:cNvSpPr txBox="1"/>
              <p:nvPr/>
            </p:nvSpPr>
            <p:spPr>
              <a:xfrm>
                <a:off x="7013001" y="314413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A033F64-ACB6-4047-81B4-25BDADBB1918}"/>
                  </a:ext>
                </a:extLst>
              </p:cNvPr>
              <p:cNvSpPr txBox="1">
                <a:spLocks noRot="1" noChangeAspect="1" noMove="1" noResize="1" noEditPoints="1" noAdjustHandles="1" noChangeArrowheads="1" noChangeShapeType="1" noTextEdit="1"/>
              </p:cNvSpPr>
              <p:nvPr/>
            </p:nvSpPr>
            <p:spPr>
              <a:xfrm>
                <a:off x="7013001" y="3144130"/>
                <a:ext cx="461601" cy="369332"/>
              </a:xfrm>
              <a:prstGeom prst="rect">
                <a:avLst/>
              </a:prstGeom>
              <a:blipFill>
                <a:blip r:embed="rId26"/>
                <a:stretch>
                  <a:fillRect l="-9211" r="-5263"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EB081466-2F80-3DE5-1AF7-322386F2C97F}"/>
                  </a:ext>
                </a:extLst>
              </p:cNvPr>
              <p:cNvSpPr txBox="1"/>
              <p:nvPr/>
            </p:nvSpPr>
            <p:spPr>
              <a:xfrm>
                <a:off x="7018695" y="3547931"/>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EB081466-2F80-3DE5-1AF7-322386F2C97F}"/>
                  </a:ext>
                </a:extLst>
              </p:cNvPr>
              <p:cNvSpPr txBox="1">
                <a:spLocks noRot="1" noChangeAspect="1" noMove="1" noResize="1" noEditPoints="1" noAdjustHandles="1" noChangeArrowheads="1" noChangeShapeType="1" noTextEdit="1"/>
              </p:cNvSpPr>
              <p:nvPr/>
            </p:nvSpPr>
            <p:spPr>
              <a:xfrm>
                <a:off x="7018695" y="3547931"/>
                <a:ext cx="461601" cy="369332"/>
              </a:xfrm>
              <a:prstGeom prst="rect">
                <a:avLst/>
              </a:prstGeom>
              <a:blipFill>
                <a:blip r:embed="rId27"/>
                <a:stretch>
                  <a:fillRect l="-9211" r="-5263"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2311BA2-503C-65AF-5841-A5FB73156ABC}"/>
                  </a:ext>
                </a:extLst>
              </p:cNvPr>
              <p:cNvSpPr txBox="1"/>
              <p:nvPr/>
            </p:nvSpPr>
            <p:spPr>
              <a:xfrm>
                <a:off x="7037383" y="39321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D2311BA2-503C-65AF-5841-A5FB73156ABC}"/>
                  </a:ext>
                </a:extLst>
              </p:cNvPr>
              <p:cNvSpPr txBox="1">
                <a:spLocks noRot="1" noChangeAspect="1" noMove="1" noResize="1" noEditPoints="1" noAdjustHandles="1" noChangeArrowheads="1" noChangeShapeType="1" noTextEdit="1"/>
              </p:cNvSpPr>
              <p:nvPr/>
            </p:nvSpPr>
            <p:spPr>
              <a:xfrm>
                <a:off x="7037383" y="3932184"/>
                <a:ext cx="461601" cy="369332"/>
              </a:xfrm>
              <a:prstGeom prst="rect">
                <a:avLst/>
              </a:prstGeom>
              <a:blipFill>
                <a:blip r:embed="rId28"/>
                <a:stretch>
                  <a:fillRect l="-9211" r="-6579"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4498ADAC-7BD1-DE7C-0DC8-7DC58FA7A7B2}"/>
              </a:ext>
            </a:extLst>
          </p:cNvPr>
          <p:cNvSpPr/>
          <p:nvPr/>
        </p:nvSpPr>
        <p:spPr>
          <a:xfrm>
            <a:off x="8173377" y="182694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Rounded Corners 8">
            <a:extLst>
              <a:ext uri="{FF2B5EF4-FFF2-40B4-BE49-F238E27FC236}">
                <a16:creationId xmlns:a16="http://schemas.microsoft.com/office/drawing/2014/main" id="{2FBAFB37-F212-1D8E-5A06-F1D2E65E1158}"/>
              </a:ext>
            </a:extLst>
          </p:cNvPr>
          <p:cNvSpPr/>
          <p:nvPr/>
        </p:nvSpPr>
        <p:spPr>
          <a:xfrm>
            <a:off x="6815502" y="3559545"/>
            <a:ext cx="2697760" cy="413523"/>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81F007B-6DF9-73B1-815A-10D79BEE27E0}"/>
              </a:ext>
            </a:extLst>
          </p:cNvPr>
          <p:cNvSpPr txBox="1"/>
          <p:nvPr/>
        </p:nvSpPr>
        <p:spPr>
          <a:xfrm>
            <a:off x="6484645" y="941669"/>
            <a:ext cx="4457695" cy="400110"/>
          </a:xfrm>
          <a:prstGeom prst="rect">
            <a:avLst/>
          </a:prstGeom>
          <a:noFill/>
        </p:spPr>
        <p:txBody>
          <a:bodyPr wrap="none" rtlCol="0">
            <a:spAutoFit/>
          </a:bodyPr>
          <a:lstStyle/>
          <a:p>
            <a:r>
              <a:rPr lang="en-GB" sz="2000" dirty="0"/>
              <a:t>Pattern within the Stoichiometry Matrix</a:t>
            </a:r>
            <a:endParaRPr lang="en-US" sz="2000" dirty="0"/>
          </a:p>
        </p:txBody>
      </p:sp>
      <p:cxnSp>
        <p:nvCxnSpPr>
          <p:cNvPr id="25" name="Connector: Elbow 24">
            <a:extLst>
              <a:ext uri="{FF2B5EF4-FFF2-40B4-BE49-F238E27FC236}">
                <a16:creationId xmlns:a16="http://schemas.microsoft.com/office/drawing/2014/main" id="{F3A4A8F5-8B96-F249-BFFE-80F9723BF399}"/>
              </a:ext>
            </a:extLst>
          </p:cNvPr>
          <p:cNvCxnSpPr>
            <a:cxnSpLocks/>
            <a:stCxn id="9" idx="1"/>
            <a:endCxn id="6" idx="1"/>
          </p:cNvCxnSpPr>
          <p:nvPr/>
        </p:nvCxnSpPr>
        <p:spPr>
          <a:xfrm rot="10800000" flipV="1">
            <a:off x="5083562" y="3766306"/>
            <a:ext cx="1731940" cy="1763615"/>
          </a:xfrm>
          <a:prstGeom prst="bentConnector3">
            <a:avLst>
              <a:gd name="adj1" fmla="val 113199"/>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27" name="Rectangle: Rounded Corners 26">
            <a:extLst>
              <a:ext uri="{FF2B5EF4-FFF2-40B4-BE49-F238E27FC236}">
                <a16:creationId xmlns:a16="http://schemas.microsoft.com/office/drawing/2014/main" id="{E7106BDD-F7D9-0133-0CBA-0294BEB76218}"/>
              </a:ext>
            </a:extLst>
          </p:cNvPr>
          <p:cNvSpPr/>
          <p:nvPr/>
        </p:nvSpPr>
        <p:spPr>
          <a:xfrm>
            <a:off x="6096000" y="4892741"/>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3453F189-CEAD-EB25-26C9-2AE52C5CEFBB}"/>
              </a:ext>
            </a:extLst>
          </p:cNvPr>
          <p:cNvSpPr/>
          <p:nvPr/>
        </p:nvSpPr>
        <p:spPr>
          <a:xfrm>
            <a:off x="7688853" y="4851726"/>
            <a:ext cx="1267960" cy="1023589"/>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19263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C54B6-0B01-A4E7-4694-8BD4DA44BF15}"/>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029AAA68-E906-18ED-83E1-4240C08B6D08}"/>
              </a:ext>
            </a:extLst>
          </p:cNvPr>
          <p:cNvSpPr/>
          <p:nvPr/>
        </p:nvSpPr>
        <p:spPr>
          <a:xfrm>
            <a:off x="265564" y="1012872"/>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2FC9CB0B-FC0F-A50F-A6C6-B4466180A14A}"/>
              </a:ext>
            </a:extLst>
          </p:cNvPr>
          <p:cNvSpPr>
            <a:spLocks noChangeAspect="1"/>
          </p:cNvSpPr>
          <p:nvPr/>
        </p:nvSpPr>
        <p:spPr>
          <a:xfrm>
            <a:off x="2951410" y="1062332"/>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4093A078-82D3-5165-5F2A-D34385CB8875}"/>
              </a:ext>
            </a:extLst>
          </p:cNvPr>
          <p:cNvSpPr>
            <a:spLocks noChangeAspect="1"/>
          </p:cNvSpPr>
          <p:nvPr/>
        </p:nvSpPr>
        <p:spPr>
          <a:xfrm>
            <a:off x="2962840" y="326492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AAFDC15-258F-8C51-94E4-2D899648D7E4}"/>
              </a:ext>
            </a:extLst>
          </p:cNvPr>
          <p:cNvCxnSpPr>
            <a:cxnSpLocks/>
            <a:stCxn id="18" idx="6"/>
            <a:endCxn id="50" idx="3"/>
          </p:cNvCxnSpPr>
          <p:nvPr/>
        </p:nvCxnSpPr>
        <p:spPr>
          <a:xfrm flipV="1">
            <a:off x="3445643" y="2566692"/>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BB4C423C-1EDE-31FE-EB43-94CB337FB6F3}"/>
              </a:ext>
            </a:extLst>
          </p:cNvPr>
          <p:cNvCxnSpPr>
            <a:cxnSpLocks/>
            <a:stCxn id="17" idx="6"/>
            <a:endCxn id="50" idx="1"/>
          </p:cNvCxnSpPr>
          <p:nvPr/>
        </p:nvCxnSpPr>
        <p:spPr>
          <a:xfrm>
            <a:off x="3434213" y="1303734"/>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D2009217-EF08-6D2F-FE29-897076EE9FE5}"/>
                  </a:ext>
                </a:extLst>
              </p:cNvPr>
              <p:cNvSpPr txBox="1"/>
              <p:nvPr/>
            </p:nvSpPr>
            <p:spPr>
              <a:xfrm>
                <a:off x="3801664" y="117754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D2009217-EF08-6D2F-FE29-897076EE9FE5}"/>
                  </a:ext>
                </a:extLst>
              </p:cNvPr>
              <p:cNvSpPr txBox="1">
                <a:spLocks noRot="1" noChangeAspect="1" noMove="1" noResize="1" noEditPoints="1" noAdjustHandles="1" noChangeArrowheads="1" noChangeShapeType="1" noTextEdit="1"/>
              </p:cNvSpPr>
              <p:nvPr/>
            </p:nvSpPr>
            <p:spPr>
              <a:xfrm>
                <a:off x="3801664" y="1177545"/>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CC0BDC80-018A-88FC-FABE-683995D4CE63}"/>
                  </a:ext>
                </a:extLst>
              </p:cNvPr>
              <p:cNvSpPr txBox="1"/>
              <p:nvPr/>
            </p:nvSpPr>
            <p:spPr>
              <a:xfrm>
                <a:off x="3870250" y="297632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CC0BDC80-018A-88FC-FABE-683995D4CE63}"/>
                  </a:ext>
                </a:extLst>
              </p:cNvPr>
              <p:cNvSpPr txBox="1">
                <a:spLocks noRot="1" noChangeAspect="1" noMove="1" noResize="1" noEditPoints="1" noAdjustHandles="1" noChangeArrowheads="1" noChangeShapeType="1" noTextEdit="1"/>
              </p:cNvSpPr>
              <p:nvPr/>
            </p:nvSpPr>
            <p:spPr>
              <a:xfrm>
                <a:off x="3870250" y="2976320"/>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13FDB0B-35DA-39B5-0515-4BC1D17E7DB7}"/>
                  </a:ext>
                </a:extLst>
              </p:cNvPr>
              <p:cNvSpPr txBox="1"/>
              <p:nvPr/>
            </p:nvSpPr>
            <p:spPr>
              <a:xfrm>
                <a:off x="1489055" y="113620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813FDB0B-35DA-39B5-0515-4BC1D17E7DB7}"/>
                  </a:ext>
                </a:extLst>
              </p:cNvPr>
              <p:cNvSpPr txBox="1">
                <a:spLocks noRot="1" noChangeAspect="1" noMove="1" noResize="1" noEditPoints="1" noAdjustHandles="1" noChangeArrowheads="1" noChangeShapeType="1" noTextEdit="1"/>
              </p:cNvSpPr>
              <p:nvPr/>
            </p:nvSpPr>
            <p:spPr>
              <a:xfrm>
                <a:off x="1489055" y="1136200"/>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FA9EB86F-199D-E9F5-70DC-E089C778E434}"/>
                  </a:ext>
                </a:extLst>
              </p:cNvPr>
              <p:cNvSpPr txBox="1"/>
              <p:nvPr/>
            </p:nvSpPr>
            <p:spPr>
              <a:xfrm>
                <a:off x="1529837" y="298008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FA9EB86F-199D-E9F5-70DC-E089C778E434}"/>
                  </a:ext>
                </a:extLst>
              </p:cNvPr>
              <p:cNvSpPr txBox="1">
                <a:spLocks noRot="1" noChangeAspect="1" noMove="1" noResize="1" noEditPoints="1" noAdjustHandles="1" noChangeArrowheads="1" noChangeShapeType="1" noTextEdit="1"/>
              </p:cNvSpPr>
              <p:nvPr/>
            </p:nvSpPr>
            <p:spPr>
              <a:xfrm>
                <a:off x="1529837" y="2980084"/>
                <a:ext cx="1006792" cy="461665"/>
              </a:xfrm>
              <a:prstGeom prst="rect">
                <a:avLst/>
              </a:prstGeom>
              <a:blipFill>
                <a:blip r:embed="rId7"/>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F1006F1C-FB1D-A4F1-BC72-E4EA667B64AF}"/>
              </a:ext>
            </a:extLst>
          </p:cNvPr>
          <p:cNvSpPr>
            <a:spLocks noChangeAspect="1"/>
          </p:cNvSpPr>
          <p:nvPr/>
        </p:nvSpPr>
        <p:spPr>
          <a:xfrm>
            <a:off x="1129916"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16F2692B-6FF3-967D-ED93-AE4B5FF8863D}"/>
              </a:ext>
            </a:extLst>
          </p:cNvPr>
          <p:cNvCxnSpPr>
            <a:cxnSpLocks/>
            <a:stCxn id="16" idx="7"/>
            <a:endCxn id="17" idx="2"/>
          </p:cNvCxnSpPr>
          <p:nvPr/>
        </p:nvCxnSpPr>
        <p:spPr>
          <a:xfrm flipV="1">
            <a:off x="1542014" y="1303734"/>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AD64C57-B43D-2A3E-850F-2D1E3E8825AE}"/>
                  </a:ext>
                </a:extLst>
              </p:cNvPr>
              <p:cNvSpPr txBox="1"/>
              <p:nvPr/>
            </p:nvSpPr>
            <p:spPr>
              <a:xfrm>
                <a:off x="389683" y="1923761"/>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7AD64C57-B43D-2A3E-850F-2D1E3E8825AE}"/>
                  </a:ext>
                </a:extLst>
              </p:cNvPr>
              <p:cNvSpPr txBox="1">
                <a:spLocks noRot="1" noChangeAspect="1" noMove="1" noResize="1" noEditPoints="1" noAdjustHandles="1" noChangeArrowheads="1" noChangeShapeType="1" noTextEdit="1"/>
              </p:cNvSpPr>
              <p:nvPr/>
            </p:nvSpPr>
            <p:spPr>
              <a:xfrm>
                <a:off x="389683" y="1923761"/>
                <a:ext cx="642780" cy="461665"/>
              </a:xfrm>
              <a:prstGeom prst="rect">
                <a:avLst/>
              </a:prstGeom>
              <a:blipFill>
                <a:blip r:embed="rId8"/>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4A6B6450-822F-88D9-FB36-B0CB86018DEA}"/>
              </a:ext>
            </a:extLst>
          </p:cNvPr>
          <p:cNvCxnSpPr>
            <a:cxnSpLocks/>
          </p:cNvCxnSpPr>
          <p:nvPr/>
        </p:nvCxnSpPr>
        <p:spPr>
          <a:xfrm>
            <a:off x="454933" y="238542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9F7F17CD-2C61-9331-22E5-6058BFD438C8}"/>
              </a:ext>
            </a:extLst>
          </p:cNvPr>
          <p:cNvCxnSpPr>
            <a:cxnSpLocks/>
            <a:stCxn id="16" idx="5"/>
            <a:endCxn id="18" idx="2"/>
          </p:cNvCxnSpPr>
          <p:nvPr/>
        </p:nvCxnSpPr>
        <p:spPr>
          <a:xfrm>
            <a:off x="1542014" y="2566692"/>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B03CDD10-BACF-E8C5-C940-9A92B3F7AB9A}"/>
              </a:ext>
            </a:extLst>
          </p:cNvPr>
          <p:cNvSpPr>
            <a:spLocks noChangeAspect="1"/>
          </p:cNvSpPr>
          <p:nvPr/>
        </p:nvSpPr>
        <p:spPr>
          <a:xfrm>
            <a:off x="4583692" y="2154594"/>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B80D20D8-B760-950B-5692-40739F076A72}"/>
              </a:ext>
            </a:extLst>
          </p:cNvPr>
          <p:cNvCxnSpPr>
            <a:cxnSpLocks/>
          </p:cNvCxnSpPr>
          <p:nvPr/>
        </p:nvCxnSpPr>
        <p:spPr>
          <a:xfrm>
            <a:off x="5066495" y="2395995"/>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C1E7E8E3-6E46-44BC-E4E7-A321251D7CA6}"/>
                  </a:ext>
                </a:extLst>
              </p:cNvPr>
              <p:cNvSpPr txBox="1"/>
              <p:nvPr/>
            </p:nvSpPr>
            <p:spPr>
              <a:xfrm>
                <a:off x="4893405" y="1763634"/>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C1E7E8E3-6E46-44BC-E4E7-A321251D7CA6}"/>
                  </a:ext>
                </a:extLst>
              </p:cNvPr>
              <p:cNvSpPr txBox="1">
                <a:spLocks noRot="1" noChangeAspect="1" noMove="1" noResize="1" noEditPoints="1" noAdjustHandles="1" noChangeArrowheads="1" noChangeShapeType="1" noTextEdit="1"/>
              </p:cNvSpPr>
              <p:nvPr/>
            </p:nvSpPr>
            <p:spPr>
              <a:xfrm>
                <a:off x="4893405" y="1763634"/>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3ADA4AAC-888E-4219-07C1-3F968822ABFA}"/>
                  </a:ext>
                </a:extLst>
              </p:cNvPr>
              <p:cNvSpPr txBox="1"/>
              <p:nvPr/>
            </p:nvSpPr>
            <p:spPr>
              <a:xfrm>
                <a:off x="4573744" y="213039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3ADA4AAC-888E-4219-07C1-3F968822ABFA}"/>
                  </a:ext>
                </a:extLst>
              </p:cNvPr>
              <p:cNvSpPr txBox="1">
                <a:spLocks noRot="1" noChangeAspect="1" noMove="1" noResize="1" noEditPoints="1" noAdjustHandles="1" noChangeArrowheads="1" noChangeShapeType="1" noTextEdit="1"/>
              </p:cNvSpPr>
              <p:nvPr/>
            </p:nvSpPr>
            <p:spPr>
              <a:xfrm>
                <a:off x="4573744" y="2130394"/>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A6671DEB-2884-0BC7-BC6F-F0794C1DD9ED}"/>
                  </a:ext>
                </a:extLst>
              </p:cNvPr>
              <p:cNvSpPr txBox="1"/>
              <p:nvPr/>
            </p:nvSpPr>
            <p:spPr>
              <a:xfrm>
                <a:off x="2875193" y="102392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A6671DEB-2884-0BC7-BC6F-F0794C1DD9ED}"/>
                  </a:ext>
                </a:extLst>
              </p:cNvPr>
              <p:cNvSpPr txBox="1">
                <a:spLocks noRot="1" noChangeAspect="1" noMove="1" noResize="1" noEditPoints="1" noAdjustHandles="1" noChangeArrowheads="1" noChangeShapeType="1" noTextEdit="1"/>
              </p:cNvSpPr>
              <p:nvPr/>
            </p:nvSpPr>
            <p:spPr>
              <a:xfrm>
                <a:off x="2875193" y="1023927"/>
                <a:ext cx="656402"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0CA0DC-1D41-AD46-8AAD-53296F335789}"/>
                  </a:ext>
                </a:extLst>
              </p:cNvPr>
              <p:cNvSpPr txBox="1"/>
              <p:nvPr/>
            </p:nvSpPr>
            <p:spPr>
              <a:xfrm>
                <a:off x="2961744" y="3239613"/>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450CA0DC-1D41-AD46-8AAD-53296F335789}"/>
                  </a:ext>
                </a:extLst>
              </p:cNvPr>
              <p:cNvSpPr txBox="1">
                <a:spLocks noRot="1" noChangeAspect="1" noMove="1" noResize="1" noEditPoints="1" noAdjustHandles="1" noChangeArrowheads="1" noChangeShapeType="1" noTextEdit="1"/>
              </p:cNvSpPr>
              <p:nvPr/>
            </p:nvSpPr>
            <p:spPr>
              <a:xfrm>
                <a:off x="2961744" y="3239613"/>
                <a:ext cx="495606"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FECECDA6-9B48-3D74-AC57-EBB2FC14294B}"/>
                  </a:ext>
                </a:extLst>
              </p:cNvPr>
              <p:cNvSpPr txBox="1"/>
              <p:nvPr/>
            </p:nvSpPr>
            <p:spPr>
              <a:xfrm>
                <a:off x="1130184" y="2128684"/>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FECECDA6-9B48-3D74-AC57-EBB2FC14294B}"/>
                  </a:ext>
                </a:extLst>
              </p:cNvPr>
              <p:cNvSpPr txBox="1">
                <a:spLocks noRot="1" noChangeAspect="1" noMove="1" noResize="1" noEditPoints="1" noAdjustHandles="1" noChangeArrowheads="1" noChangeShapeType="1" noTextEdit="1"/>
              </p:cNvSpPr>
              <p:nvPr/>
            </p:nvSpPr>
            <p:spPr>
              <a:xfrm>
                <a:off x="1130184" y="2128684"/>
                <a:ext cx="527465" cy="461665"/>
              </a:xfrm>
              <a:prstGeom prst="rect">
                <a:avLst/>
              </a:prstGeom>
              <a:blipFill>
                <a:blip r:embed="rId13"/>
                <a:stretch>
                  <a:fillRect/>
                </a:stretch>
              </a:blipFill>
            </p:spPr>
            <p:txBody>
              <a:bodyPr/>
              <a:lstStyle/>
              <a:p>
                <a:r>
                  <a:rPr lang="en-US">
                    <a:noFill/>
                  </a:rPr>
                  <a:t> </a:t>
                </a:r>
              </a:p>
            </p:txBody>
          </p:sp>
        </mc:Fallback>
      </mc:AlternateContent>
      <p:pic>
        <p:nvPicPr>
          <p:cNvPr id="26" name="Picture 25">
            <a:extLst>
              <a:ext uri="{FF2B5EF4-FFF2-40B4-BE49-F238E27FC236}">
                <a16:creationId xmlns:a16="http://schemas.microsoft.com/office/drawing/2014/main" id="{E9094ED9-2B84-E5CE-B871-C8F39ACBA1AF}"/>
              </a:ext>
            </a:extLst>
          </p:cNvPr>
          <p:cNvPicPr>
            <a:picLocks noChangeAspect="1"/>
          </p:cNvPicPr>
          <p:nvPr/>
        </p:nvPicPr>
        <p:blipFill>
          <a:blip r:embed="rId14"/>
          <a:stretch>
            <a:fillRect/>
          </a:stretch>
        </p:blipFill>
        <p:spPr>
          <a:xfrm>
            <a:off x="2277306" y="4275050"/>
            <a:ext cx="9726813" cy="2423479"/>
          </a:xfrm>
          <a:prstGeom prst="rect">
            <a:avLst/>
          </a:prstGeom>
        </p:spPr>
      </p:pic>
      <mc:AlternateContent xmlns:mc="http://schemas.openxmlformats.org/markup-compatibility/2006" xmlns:a14="http://schemas.microsoft.com/office/drawing/2010/main">
        <mc:Choice Requires="a14">
          <p:sp>
            <p:nvSpPr>
              <p:cNvPr id="6" name="Title 1">
                <a:extLst>
                  <a:ext uri="{FF2B5EF4-FFF2-40B4-BE49-F238E27FC236}">
                    <a16:creationId xmlns:a16="http://schemas.microsoft.com/office/drawing/2014/main" id="{FA6D6D4E-B218-F205-2A1F-A7E77D9351D4}"/>
                  </a:ext>
                </a:extLst>
              </p:cNvPr>
              <p:cNvSpPr>
                <a:spLocks noGrp="1"/>
              </p:cNvSpPr>
              <p:nvPr>
                <p:ph type="title"/>
              </p:nvPr>
            </p:nvSpPr>
            <p:spPr>
              <a:xfrm>
                <a:off x="265564" y="159471"/>
                <a:ext cx="5628339" cy="720725"/>
              </a:xfrm>
            </p:spPr>
            <p:txBody>
              <a:bodyPr>
                <a:noAutofit/>
              </a:bodyPr>
              <a:lstStyle/>
              <a:p>
                <a:r>
                  <a:rPr lang="de-DE" sz="2400" dirty="0"/>
                  <a:t>Step 1: Find </a:t>
                </a:r>
                <a:r>
                  <a:rPr lang="de-DE" sz="2400" dirty="0" err="1"/>
                  <a:t>the</a:t>
                </a:r>
                <a:r>
                  <a:rPr lang="de-DE" sz="2400" dirty="0"/>
                  <a:t> m4-like </a:t>
                </a:r>
                <a:r>
                  <a:rPr lang="de-DE" sz="2400" dirty="0" err="1"/>
                  <a:t>metabolites</a:t>
                </a:r>
                <a:r>
                  <a:rPr lang="de-DE" sz="2400" dirty="0"/>
                  <a:t> and </a:t>
                </a:r>
                <a:r>
                  <a:rPr lang="de-DE" sz="2400" dirty="0" err="1"/>
                  <a:t>the</a:t>
                </a:r>
                <a:r>
                  <a:rPr lang="de-DE" sz="2400" dirty="0"/>
                  <a:t> </a:t>
                </a:r>
                <a:r>
                  <a:rPr lang="de-DE" sz="2400" dirty="0" err="1"/>
                  <a:t>reactions</a:t>
                </a:r>
                <a:r>
                  <a:rPr lang="de-DE" sz="2400" dirty="0"/>
                  <a:t>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2</m:t>
                        </m:r>
                      </m:sub>
                    </m:sSub>
                  </m:oMath>
                </a14:m>
                <a:r>
                  <a:rPr lang="en-US" sz="2400" dirty="0"/>
                  <a:t>’s and </a:t>
                </a:r>
                <a14:m>
                  <m:oMath xmlns:m="http://schemas.openxmlformats.org/officeDocument/2006/math">
                    <m:sSub>
                      <m:sSubPr>
                        <m:ctrlPr>
                          <a:rPr lang="de-DE" sz="2400" i="1" dirty="0">
                            <a:latin typeface="Cambria Math" panose="02040503050406030204" pitchFamily="18" charset="0"/>
                          </a:rPr>
                        </m:ctrlPr>
                      </m:sSubPr>
                      <m:e>
                        <m:r>
                          <m:rPr>
                            <m:sty m:val="p"/>
                          </m:rPr>
                          <a:rPr lang="en-GB" sz="2400" i="1" dirty="0">
                            <a:latin typeface="Cambria Math" panose="02040503050406030204" pitchFamily="18" charset="0"/>
                          </a:rPr>
                          <m:t>r</m:t>
                        </m:r>
                      </m:e>
                      <m:sub>
                        <m:r>
                          <a:rPr lang="en-GB" sz="2400" i="1" dirty="0">
                            <a:latin typeface="Cambria Math" panose="02040503050406030204" pitchFamily="18" charset="0"/>
                          </a:rPr>
                          <m:t>3</m:t>
                        </m:r>
                      </m:sub>
                    </m:sSub>
                  </m:oMath>
                </a14:m>
                <a:r>
                  <a:rPr lang="en-US" sz="2400" dirty="0"/>
                  <a:t>’s</a:t>
                </a:r>
              </a:p>
            </p:txBody>
          </p:sp>
        </mc:Choice>
        <mc:Fallback xmlns="">
          <p:sp>
            <p:nvSpPr>
              <p:cNvPr id="6" name="Title 1">
                <a:extLst>
                  <a:ext uri="{FF2B5EF4-FFF2-40B4-BE49-F238E27FC236}">
                    <a16:creationId xmlns:a16="http://schemas.microsoft.com/office/drawing/2014/main" id="{FA6D6D4E-B218-F205-2A1F-A7E77D9351D4}"/>
                  </a:ext>
                </a:extLst>
              </p:cNvPr>
              <p:cNvSpPr>
                <a:spLocks noGrp="1" noRot="1" noChangeAspect="1" noMove="1" noResize="1" noEditPoints="1" noAdjustHandles="1" noChangeArrowheads="1" noChangeShapeType="1" noTextEdit="1"/>
              </p:cNvSpPr>
              <p:nvPr>
                <p:ph type="title"/>
              </p:nvPr>
            </p:nvSpPr>
            <p:spPr>
              <a:xfrm>
                <a:off x="265564" y="159471"/>
                <a:ext cx="5628339" cy="720725"/>
              </a:xfrm>
              <a:blipFill>
                <a:blip r:embed="rId15"/>
                <a:stretch>
                  <a:fillRect l="-1733" t="-12712" r="-650" b="-22881"/>
                </a:stretch>
              </a:blipFill>
            </p:spPr>
            <p:txBody>
              <a:bodyPr/>
              <a:lstStyle/>
              <a:p>
                <a:r>
                  <a:rPr lang="en-US">
                    <a:noFill/>
                  </a:rPr>
                  <a:t> </a:t>
                </a:r>
              </a:p>
            </p:txBody>
          </p:sp>
        </mc:Fallback>
      </mc:AlternateContent>
    </p:spTree>
    <p:extLst>
      <p:ext uri="{BB962C8B-B14F-4D97-AF65-F5344CB8AC3E}">
        <p14:creationId xmlns:p14="http://schemas.microsoft.com/office/powerpoint/2010/main" val="15610467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53EE72-4105-60B1-7443-F156038BFFAE}"/>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5109B5F4-4428-2C3A-D06D-EA7C5C23A7DE}"/>
              </a:ext>
            </a:extLst>
          </p:cNvPr>
          <p:cNvSpPr/>
          <p:nvPr/>
        </p:nvSpPr>
        <p:spPr>
          <a:xfrm>
            <a:off x="288234" y="1291167"/>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1F305E4-67BD-3370-ECEF-1FFB44FD6F9F}"/>
                  </a:ext>
                </a:extLst>
              </p:cNvPr>
              <p:cNvSpPr>
                <a:spLocks noGrp="1"/>
              </p:cNvSpPr>
              <p:nvPr>
                <p:ph type="title"/>
              </p:nvPr>
            </p:nvSpPr>
            <p:spPr>
              <a:xfrm>
                <a:off x="129539" y="170815"/>
                <a:ext cx="7173785" cy="720725"/>
              </a:xfrm>
            </p:spPr>
            <p:txBody>
              <a:bodyPr>
                <a:normAutofit/>
              </a:bodyPr>
              <a:lstStyle/>
              <a:p>
                <a:r>
                  <a:rPr lang="de-DE" sz="3200" dirty="0" err="1"/>
                  <a:t>Step</a:t>
                </a:r>
                <a:r>
                  <a:rPr lang="de-DE" sz="3200" dirty="0"/>
                  <a:t> 2: Find </a:t>
                </a:r>
                <a:r>
                  <a:rPr lang="de-DE" sz="3200" dirty="0" err="1"/>
                  <a:t>reaction</a:t>
                </a:r>
                <a:r>
                  <a:rPr lang="de-DE" sz="3200" dirty="0"/>
                  <a:t> </a:t>
                </a:r>
                <a14:m>
                  <m:oMath xmlns:m="http://schemas.openxmlformats.org/officeDocument/2006/math">
                    <m:sSub>
                      <m:sSubPr>
                        <m:ctrlPr>
                          <a:rPr lang="de-DE" sz="3200" i="1" dirty="0" smtClean="0">
                            <a:latin typeface="Cambria Math" panose="02040503050406030204" pitchFamily="18" charset="0"/>
                          </a:rPr>
                        </m:ctrlPr>
                      </m:sSubPr>
                      <m:e>
                        <m:r>
                          <m:rPr>
                            <m:sty m:val="p"/>
                          </m:rPr>
                          <a:rPr lang="en-GB" sz="3200" b="0" i="1" dirty="0" smtClean="0">
                            <a:latin typeface="Cambria Math" panose="02040503050406030204" pitchFamily="18" charset="0"/>
                          </a:rPr>
                          <m:t>r</m:t>
                        </m:r>
                      </m:e>
                      <m:sub>
                        <m:r>
                          <a:rPr lang="en-GB" sz="3200" b="0" i="1" dirty="0" smtClean="0">
                            <a:latin typeface="Cambria Math" panose="02040503050406030204" pitchFamily="18" charset="0"/>
                          </a:rPr>
                          <m:t>1</m:t>
                        </m:r>
                      </m:sub>
                    </m:sSub>
                  </m:oMath>
                </a14:m>
                <a:r>
                  <a:rPr lang="en-US" sz="3200" dirty="0"/>
                  <a:t>- like</a:t>
                </a:r>
              </a:p>
            </p:txBody>
          </p:sp>
        </mc:Choice>
        <mc:Fallback xmlns="">
          <p:sp>
            <p:nvSpPr>
              <p:cNvPr id="2" name="Title 1">
                <a:extLst>
                  <a:ext uri="{FF2B5EF4-FFF2-40B4-BE49-F238E27FC236}">
                    <a16:creationId xmlns:a16="http://schemas.microsoft.com/office/drawing/2014/main" id="{21F305E4-67BD-3370-ECEF-1FFB44FD6F9F}"/>
                  </a:ext>
                </a:extLst>
              </p:cNvPr>
              <p:cNvSpPr>
                <a:spLocks noGrp="1" noRot="1" noChangeAspect="1" noMove="1" noResize="1" noEditPoints="1" noAdjustHandles="1" noChangeArrowheads="1" noChangeShapeType="1" noTextEdit="1"/>
              </p:cNvSpPr>
              <p:nvPr>
                <p:ph type="title"/>
              </p:nvPr>
            </p:nvSpPr>
            <p:spPr>
              <a:xfrm>
                <a:off x="129539" y="170815"/>
                <a:ext cx="7173785" cy="720725"/>
              </a:xfrm>
              <a:blipFill>
                <a:blip r:embed="rId3"/>
                <a:stretch>
                  <a:fillRect l="-2124" t="-3390" b="-16102"/>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71821E34-F37C-A3D8-B304-88FD1FEF17E4}"/>
              </a:ext>
            </a:extLst>
          </p:cNvPr>
          <p:cNvSpPr>
            <a:spLocks noChangeAspect="1"/>
          </p:cNvSpPr>
          <p:nvPr/>
        </p:nvSpPr>
        <p:spPr>
          <a:xfrm>
            <a:off x="2974080" y="134062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F007E5A2-74A5-E778-FA40-76276B7E8BDD}"/>
              </a:ext>
            </a:extLst>
          </p:cNvPr>
          <p:cNvSpPr>
            <a:spLocks noChangeAspect="1"/>
          </p:cNvSpPr>
          <p:nvPr/>
        </p:nvSpPr>
        <p:spPr>
          <a:xfrm>
            <a:off x="2985510" y="354321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00879C9F-A70D-B1FA-6F74-56D8AA6F4916}"/>
              </a:ext>
            </a:extLst>
          </p:cNvPr>
          <p:cNvCxnSpPr>
            <a:cxnSpLocks/>
            <a:stCxn id="18" idx="6"/>
            <a:endCxn id="50" idx="3"/>
          </p:cNvCxnSpPr>
          <p:nvPr/>
        </p:nvCxnSpPr>
        <p:spPr>
          <a:xfrm flipV="1">
            <a:off x="3468313" y="2844987"/>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A3CC7932-56CD-4209-56AE-EF5CA6643DB3}"/>
              </a:ext>
            </a:extLst>
          </p:cNvPr>
          <p:cNvCxnSpPr>
            <a:cxnSpLocks/>
            <a:stCxn id="17" idx="6"/>
            <a:endCxn id="50" idx="1"/>
          </p:cNvCxnSpPr>
          <p:nvPr/>
        </p:nvCxnSpPr>
        <p:spPr>
          <a:xfrm>
            <a:off x="3456883" y="1582029"/>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E1A7DFED-6A87-48B9-3F69-3346B8F7BB64}"/>
                  </a:ext>
                </a:extLst>
              </p:cNvPr>
              <p:cNvSpPr txBox="1"/>
              <p:nvPr/>
            </p:nvSpPr>
            <p:spPr>
              <a:xfrm>
                <a:off x="3824334" y="1455840"/>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E1A7DFED-6A87-48B9-3F69-3346B8F7BB64}"/>
                  </a:ext>
                </a:extLst>
              </p:cNvPr>
              <p:cNvSpPr txBox="1">
                <a:spLocks noRot="1" noChangeAspect="1" noMove="1" noResize="1" noEditPoints="1" noAdjustHandles="1" noChangeArrowheads="1" noChangeShapeType="1" noTextEdit="1"/>
              </p:cNvSpPr>
              <p:nvPr/>
            </p:nvSpPr>
            <p:spPr>
              <a:xfrm>
                <a:off x="3824334" y="1455840"/>
                <a:ext cx="1006792" cy="461665"/>
              </a:xfrm>
              <a:prstGeom prst="rect">
                <a:avLst/>
              </a:prstGeom>
              <a:blipFill>
                <a:blip r:embed="rId4"/>
                <a:stretch>
                  <a:fillRect/>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42FEBEF3-88C7-FCB6-0802-BE372B7FCFC1}"/>
              </a:ext>
            </a:extLst>
          </p:cNvPr>
          <p:cNvSpPr/>
          <p:nvPr/>
        </p:nvSpPr>
        <p:spPr>
          <a:xfrm>
            <a:off x="8436987" y="939355"/>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9BE18D9C-AA9B-CEDE-2BC4-0CD0534E768F}"/>
                  </a:ext>
                </a:extLst>
              </p:cNvPr>
              <p:cNvSpPr txBox="1"/>
              <p:nvPr/>
            </p:nvSpPr>
            <p:spPr>
              <a:xfrm>
                <a:off x="3892920" y="32546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9BE18D9C-AA9B-CEDE-2BC4-0CD0534E768F}"/>
                  </a:ext>
                </a:extLst>
              </p:cNvPr>
              <p:cNvSpPr txBox="1">
                <a:spLocks noRot="1" noChangeAspect="1" noMove="1" noResize="1" noEditPoints="1" noAdjustHandles="1" noChangeArrowheads="1" noChangeShapeType="1" noTextEdit="1"/>
              </p:cNvSpPr>
              <p:nvPr/>
            </p:nvSpPr>
            <p:spPr>
              <a:xfrm>
                <a:off x="3892920" y="325461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CF2485B-6C0A-1142-68A4-9B2F6393FE24}"/>
                  </a:ext>
                </a:extLst>
              </p:cNvPr>
              <p:cNvSpPr txBox="1"/>
              <p:nvPr/>
            </p:nvSpPr>
            <p:spPr>
              <a:xfrm>
                <a:off x="1511725" y="141449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DCF2485B-6C0A-1142-68A4-9B2F6393FE24}"/>
                  </a:ext>
                </a:extLst>
              </p:cNvPr>
              <p:cNvSpPr txBox="1">
                <a:spLocks noRot="1" noChangeAspect="1" noMove="1" noResize="1" noEditPoints="1" noAdjustHandles="1" noChangeArrowheads="1" noChangeShapeType="1" noTextEdit="1"/>
              </p:cNvSpPr>
              <p:nvPr/>
            </p:nvSpPr>
            <p:spPr>
              <a:xfrm>
                <a:off x="1511725" y="1414495"/>
                <a:ext cx="1006792"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54033653-9F0E-B550-5486-C7D35DAAB1F0}"/>
                  </a:ext>
                </a:extLst>
              </p:cNvPr>
              <p:cNvSpPr txBox="1"/>
              <p:nvPr/>
            </p:nvSpPr>
            <p:spPr>
              <a:xfrm>
                <a:off x="1552507" y="325837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54033653-9F0E-B550-5486-C7D35DAAB1F0}"/>
                  </a:ext>
                </a:extLst>
              </p:cNvPr>
              <p:cNvSpPr txBox="1">
                <a:spLocks noRot="1" noChangeAspect="1" noMove="1" noResize="1" noEditPoints="1" noAdjustHandles="1" noChangeArrowheads="1" noChangeShapeType="1" noTextEdit="1"/>
              </p:cNvSpPr>
              <p:nvPr/>
            </p:nvSpPr>
            <p:spPr>
              <a:xfrm>
                <a:off x="1552507" y="3258379"/>
                <a:ext cx="1006792" cy="461665"/>
              </a:xfrm>
              <a:prstGeom prst="rect">
                <a:avLst/>
              </a:prstGeom>
              <a:blipFill>
                <a:blip r:embed="rId10"/>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9A66AF7E-5F0D-AB65-F558-A123AC1F2F83}"/>
              </a:ext>
            </a:extLst>
          </p:cNvPr>
          <p:cNvSpPr>
            <a:spLocks noChangeAspect="1"/>
          </p:cNvSpPr>
          <p:nvPr/>
        </p:nvSpPr>
        <p:spPr>
          <a:xfrm>
            <a:off x="1152586"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899404CE-C422-A87A-BA06-501402DD47A0}"/>
              </a:ext>
            </a:extLst>
          </p:cNvPr>
          <p:cNvCxnSpPr>
            <a:cxnSpLocks/>
            <a:stCxn id="16" idx="7"/>
            <a:endCxn id="17" idx="2"/>
          </p:cNvCxnSpPr>
          <p:nvPr/>
        </p:nvCxnSpPr>
        <p:spPr>
          <a:xfrm flipV="1">
            <a:off x="1564684" y="1582029"/>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B7CABFBD-C203-6793-8EF8-797463D56876}"/>
                  </a:ext>
                </a:extLst>
              </p:cNvPr>
              <p:cNvSpPr txBox="1"/>
              <p:nvPr/>
            </p:nvSpPr>
            <p:spPr>
              <a:xfrm>
                <a:off x="412353" y="2202056"/>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B7CABFBD-C203-6793-8EF8-797463D56876}"/>
                  </a:ext>
                </a:extLst>
              </p:cNvPr>
              <p:cNvSpPr txBox="1">
                <a:spLocks noRot="1" noChangeAspect="1" noMove="1" noResize="1" noEditPoints="1" noAdjustHandles="1" noChangeArrowheads="1" noChangeShapeType="1" noTextEdit="1"/>
              </p:cNvSpPr>
              <p:nvPr/>
            </p:nvSpPr>
            <p:spPr>
              <a:xfrm>
                <a:off x="412353" y="2202056"/>
                <a:ext cx="642780" cy="461665"/>
              </a:xfrm>
              <a:prstGeom prst="rect">
                <a:avLst/>
              </a:prstGeom>
              <a:blipFill>
                <a:blip r:embed="rId11"/>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C5436295-16EF-F055-8179-D866F2C9ED4B}"/>
              </a:ext>
            </a:extLst>
          </p:cNvPr>
          <p:cNvCxnSpPr>
            <a:cxnSpLocks/>
          </p:cNvCxnSpPr>
          <p:nvPr/>
        </p:nvCxnSpPr>
        <p:spPr>
          <a:xfrm>
            <a:off x="477603" y="2663721"/>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1B1F3044-1E2B-C884-6C25-7BE43CE02418}"/>
              </a:ext>
            </a:extLst>
          </p:cNvPr>
          <p:cNvCxnSpPr>
            <a:cxnSpLocks/>
            <a:stCxn id="16" idx="5"/>
            <a:endCxn id="18" idx="2"/>
          </p:cNvCxnSpPr>
          <p:nvPr/>
        </p:nvCxnSpPr>
        <p:spPr>
          <a:xfrm>
            <a:off x="1564684" y="2844987"/>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C4AD9299-BD07-7B9E-263C-252EC0D53099}"/>
              </a:ext>
            </a:extLst>
          </p:cNvPr>
          <p:cNvSpPr>
            <a:spLocks noChangeAspect="1"/>
          </p:cNvSpPr>
          <p:nvPr/>
        </p:nvSpPr>
        <p:spPr>
          <a:xfrm>
            <a:off x="4606362" y="2432889"/>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DEF2F226-957F-8CC1-1393-B23D8E771D6B}"/>
              </a:ext>
            </a:extLst>
          </p:cNvPr>
          <p:cNvCxnSpPr>
            <a:cxnSpLocks/>
          </p:cNvCxnSpPr>
          <p:nvPr/>
        </p:nvCxnSpPr>
        <p:spPr>
          <a:xfrm>
            <a:off x="5089165" y="2674290"/>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9192D539-2B4F-64F0-8A8C-2D498C5E1B94}"/>
                  </a:ext>
                </a:extLst>
              </p:cNvPr>
              <p:cNvSpPr txBox="1"/>
              <p:nvPr/>
            </p:nvSpPr>
            <p:spPr>
              <a:xfrm>
                <a:off x="4916075" y="2041929"/>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9192D539-2B4F-64F0-8A8C-2D498C5E1B94}"/>
                  </a:ext>
                </a:extLst>
              </p:cNvPr>
              <p:cNvSpPr txBox="1">
                <a:spLocks noRot="1" noChangeAspect="1" noMove="1" noResize="1" noEditPoints="1" noAdjustHandles="1" noChangeArrowheads="1" noChangeShapeType="1" noTextEdit="1"/>
              </p:cNvSpPr>
              <p:nvPr/>
            </p:nvSpPr>
            <p:spPr>
              <a:xfrm>
                <a:off x="4916075" y="2041929"/>
                <a:ext cx="100679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8B325D87-7582-D90B-39EB-E8A2C9CDB803}"/>
                  </a:ext>
                </a:extLst>
              </p:cNvPr>
              <p:cNvSpPr txBox="1"/>
              <p:nvPr/>
            </p:nvSpPr>
            <p:spPr>
              <a:xfrm>
                <a:off x="7068122" y="1426328"/>
                <a:ext cx="3412601" cy="2035557"/>
              </a:xfrm>
              <a:prstGeom prst="rect">
                <a:avLst/>
              </a:prstGeom>
              <a:noFill/>
            </p:spPr>
            <p:txBody>
              <a:bodyPr wrap="none" lIns="0" tIns="0" rIns="0" bIns="0" rtlCol="0">
                <a:spAutoFit/>
              </a:bodyPr>
              <a:lstStyle/>
              <a:p>
                <a:pPr>
                  <a:spcBef>
                    <a:spcPts val="2400"/>
                  </a:spcBef>
                </a:pPr>
                <a14:m>
                  <m:oMathPara xmlns:m="http://schemas.openxmlformats.org/officeDocument/2006/math">
                    <m:oMathParaPr>
                      <m:jc m:val="centerGroup"/>
                    </m:oMathParaPr>
                    <m:oMath xmlns:m="http://schemas.openxmlformats.org/officeDocument/2006/math">
                      <m:d>
                        <m:dPr>
                          <m:begChr m:val="["/>
                          <m:endChr m:val="]"/>
                          <m:ctrlPr>
                            <a:rPr lang="en-US" sz="2800" i="1" smtClean="0">
                              <a:latin typeface="Cambria Math" panose="02040503050406030204" pitchFamily="18" charset="0"/>
                            </a:rPr>
                          </m:ctrlPr>
                        </m:dPr>
                        <m:e>
                          <m:m>
                            <m:mPr>
                              <m:mcs>
                                <m:mc>
                                  <m:mcPr>
                                    <m:count m:val="3"/>
                                    <m:mcJc m:val="center"/>
                                  </m:mcPr>
                                </m:mc>
                              </m:mcs>
                              <m:ctrlPr>
                                <a:rPr lang="en-US" sz="2800" i="1">
                                  <a:latin typeface="Cambria Math" panose="02040503050406030204" pitchFamily="18" charset="0"/>
                                </a:rPr>
                              </m:ctrlPr>
                            </m:mPr>
                            <m:mr>
                              <m:e>
                                <m:r>
                                  <a:rPr lang="de-DE" sz="2800" b="0" i="1" smtClean="0">
                                    <a:latin typeface="Cambria Math" panose="02040503050406030204" pitchFamily="18" charset="0"/>
                                    <a:ea typeface="Cambria Math" panose="02040503050406030204" pitchFamily="18" charset="0"/>
                                  </a:rPr>
                                  <m:t>−</m:t>
                                </m:r>
                              </m:e>
                              <m:e/>
                              <m:e>
                                <m:m>
                                  <m:mPr>
                                    <m:mcs>
                                      <m:mc>
                                        <m:mcPr>
                                          <m:count m:val="3"/>
                                          <m:mcJc m:val="center"/>
                                        </m:mcPr>
                                      </m:mc>
                                    </m:mcs>
                                    <m:ctrlPr>
                                      <a:rPr lang="en-US" sz="2800" i="1" smtClean="0">
                                        <a:latin typeface="Cambria Math" panose="02040503050406030204" pitchFamily="18" charset="0"/>
                                      </a:rPr>
                                    </m:ctrlPr>
                                  </m:mPr>
                                  <m:mr>
                                    <m:e/>
                                    <m:e/>
                                    <m:e/>
                                  </m:mr>
                                </m:m>
                              </m:e>
                            </m:mr>
                            <m:mr>
                              <m:e>
                                <m:r>
                                  <a:rPr lang="de-DE" sz="2800" b="0" i="1" smtClean="0">
                                    <a:latin typeface="Cambria Math" panose="02040503050406030204" pitchFamily="18" charset="0"/>
                                  </a:rPr>
                                  <m:t>+</m:t>
                                </m:r>
                              </m:e>
                              <m:e>
                                <m:r>
                                  <a:rPr lang="de-DE" sz="2800" i="1">
                                    <a:latin typeface="Cambria Math" panose="02040503050406030204" pitchFamily="18" charset="0"/>
                                    <a:ea typeface="Cambria Math" panose="02040503050406030204" pitchFamily="18" charset="0"/>
                                  </a:rPr>
                                  <m:t>−</m:t>
                                </m:r>
                              </m:e>
                              <m:e>
                                <m:m>
                                  <m:mPr>
                                    <m:mcs>
                                      <m:mc>
                                        <m:mcPr>
                                          <m:count m:val="3"/>
                                          <m:mcJc m:val="center"/>
                                        </m:mcPr>
                                      </m:mc>
                                    </m:mcs>
                                    <m:ctrlPr>
                                      <a:rPr lang="en-US" sz="2800" i="1" smtClean="0">
                                        <a:latin typeface="Cambria Math" panose="02040503050406030204" pitchFamily="18" charset="0"/>
                                      </a:rPr>
                                    </m:ctrlPr>
                                  </m:mPr>
                                  <m:mr>
                                    <m:e/>
                                    <m:e/>
                                    <m:e/>
                                  </m:mr>
                                </m:m>
                              </m:e>
                            </m:mr>
                            <m:mr>
                              <m:e>
                                <m:m>
                                  <m:mPr>
                                    <m:mcs>
                                      <m:mc>
                                        <m:mcPr>
                                          <m:count m:val="1"/>
                                          <m:mcJc m:val="center"/>
                                        </m:mcPr>
                                      </m:mc>
                                    </m:mcs>
                                    <m:ctrlPr>
                                      <a:rPr lang="en-US" sz="2800" i="1" smtClean="0">
                                        <a:latin typeface="Cambria Math" panose="02040503050406030204" pitchFamily="18" charset="0"/>
                                      </a:rPr>
                                    </m:ctrlPr>
                                  </m:mPr>
                                  <m:mr>
                                    <m:e>
                                      <m:r>
                                        <m:rPr>
                                          <m:brk m:alnAt="7"/>
                                        </m:rPr>
                                        <a:rPr lang="de-DE" sz="2800" b="0" i="1" smtClean="0">
                                          <a:latin typeface="Cambria Math" panose="02040503050406030204" pitchFamily="18" charset="0"/>
                                        </a:rPr>
                                        <m:t>+</m:t>
                                      </m:r>
                                    </m:e>
                                  </m:mr>
                                  <m:mr>
                                    <m:e/>
                                  </m:mr>
                                  <m:mr>
                                    <m:e/>
                                  </m:mr>
                                </m:m>
                              </m:e>
                              <m:e>
                                <m:m>
                                  <m:mPr>
                                    <m:mcs>
                                      <m:mc>
                                        <m:mcPr>
                                          <m:count m:val="1"/>
                                          <m:mcJc m:val="center"/>
                                        </m:mcPr>
                                      </m:mc>
                                    </m:mcs>
                                    <m:ctrlPr>
                                      <a:rPr lang="en-US" sz="2800" i="1" smtClean="0">
                                        <a:latin typeface="Cambria Math" panose="02040503050406030204" pitchFamily="18" charset="0"/>
                                      </a:rPr>
                                    </m:ctrlPr>
                                  </m:mPr>
                                  <m:mr>
                                    <m:e/>
                                  </m:mr>
                                  <m:mr>
                                    <m:e>
                                      <m:r>
                                        <a:rPr lang="de-DE" sz="2800" b="0" i="1" smtClean="0">
                                          <a:latin typeface="Cambria Math" panose="02040503050406030204" pitchFamily="18" charset="0"/>
                                        </a:rPr>
                                        <m:t>+</m:t>
                                      </m:r>
                                    </m:e>
                                  </m:mr>
                                  <m:mr>
                                    <m:e/>
                                  </m:mr>
                                </m:m>
                              </m:e>
                              <m:e>
                                <m:m>
                                  <m:mPr>
                                    <m:mcs>
                                      <m:mc>
                                        <m:mcPr>
                                          <m:count m:val="3"/>
                                          <m:mcJc m:val="center"/>
                                        </m:mcPr>
                                      </m:mc>
                                    </m:mcs>
                                    <m:ctrlPr>
                                      <a:rPr lang="en-US" sz="2800" i="1" smtClean="0">
                                        <a:latin typeface="Cambria Math" panose="02040503050406030204" pitchFamily="18" charset="0"/>
                                      </a:rPr>
                                    </m:ctrlPr>
                                  </m:mPr>
                                  <m:mr>
                                    <m:e>
                                      <m:m>
                                        <m:mPr>
                                          <m:mcs>
                                            <m:mc>
                                              <m:mcPr>
                                                <m:count m:val="1"/>
                                                <m:mcJc m:val="center"/>
                                              </m:mcPr>
                                            </m:mc>
                                          </m:mcs>
                                          <m:ctrlPr>
                                            <a:rPr lang="en-US" sz="2800" i="1" smtClean="0">
                                              <a:latin typeface="Cambria Math" panose="02040503050406030204" pitchFamily="18" charset="0"/>
                                            </a:rPr>
                                          </m:ctrlPr>
                                        </m:mP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r>
                                          <m:e/>
                                        </m:mr>
                                      </m:m>
                                    </m:e>
                                    <m:e>
                                      <m:m>
                                        <m:mPr>
                                          <m:mcs>
                                            <m:mc>
                                              <m:mcPr>
                                                <m:count m:val="1"/>
                                                <m:mcJc m:val="center"/>
                                              </m:mcPr>
                                            </m:mc>
                                          </m:mcs>
                                          <m:ctrlPr>
                                            <a:rPr lang="en-US" sz="2800" i="1" smtClean="0">
                                              <a:latin typeface="Cambria Math" panose="02040503050406030204" pitchFamily="18" charset="0"/>
                                            </a:rPr>
                                          </m:ctrlPr>
                                        </m:mPr>
                                        <m:mr>
                                          <m:e/>
                                        </m:mr>
                                        <m:mr>
                                          <m:e>
                                            <m:r>
                                              <a:rPr lang="de-DE" sz="2800" i="1">
                                                <a:latin typeface="Cambria Math" panose="02040503050406030204" pitchFamily="18" charset="0"/>
                                                <a:ea typeface="Cambria Math" panose="02040503050406030204" pitchFamily="18" charset="0"/>
                                              </a:rPr>
                                              <m:t>−</m:t>
                                            </m:r>
                                          </m:e>
                                        </m:mr>
                                        <m:mr>
                                          <m:e>
                                            <m:r>
                                              <a:rPr lang="de-DE" sz="2800" b="0" i="1" smtClean="0">
                                                <a:latin typeface="Cambria Math" panose="02040503050406030204" pitchFamily="18" charset="0"/>
                                              </a:rPr>
                                              <m:t>+</m:t>
                                            </m:r>
                                          </m:e>
                                        </m:mr>
                                      </m:m>
                                    </m:e>
                                    <m:e>
                                      <m:m>
                                        <m:mPr>
                                          <m:mcs>
                                            <m:mc>
                                              <m:mcPr>
                                                <m:count m:val="1"/>
                                                <m:mcJc m:val="center"/>
                                              </m:mcPr>
                                            </m:mc>
                                          </m:mcs>
                                          <m:ctrlPr>
                                            <a:rPr lang="en-US" sz="2800" i="1" smtClean="0">
                                              <a:latin typeface="Cambria Math" panose="02040503050406030204" pitchFamily="18" charset="0"/>
                                            </a:rPr>
                                          </m:ctrlPr>
                                        </m:mPr>
                                        <m:mr>
                                          <m:e/>
                                        </m:mr>
                                        <m:mr>
                                          <m:e/>
                                        </m:mr>
                                        <m:mr>
                                          <m:e/>
                                        </m:mr>
                                      </m:m>
                                    </m:e>
                                  </m:mr>
                                </m:m>
                              </m:e>
                            </m:mr>
                          </m:m>
                        </m:e>
                      </m:d>
                    </m:oMath>
                  </m:oMathPara>
                </a14:m>
                <a:endParaRPr lang="en-US" sz="2800" dirty="0"/>
              </a:p>
            </p:txBody>
          </p:sp>
        </mc:Choice>
        <mc:Fallback xmlns="">
          <p:sp>
            <p:nvSpPr>
              <p:cNvPr id="60" name="TextBox 59">
                <a:extLst>
                  <a:ext uri="{FF2B5EF4-FFF2-40B4-BE49-F238E27FC236}">
                    <a16:creationId xmlns:a16="http://schemas.microsoft.com/office/drawing/2014/main" id="{8B325D87-7582-D90B-39EB-E8A2C9CDB803}"/>
                  </a:ext>
                </a:extLst>
              </p:cNvPr>
              <p:cNvSpPr txBox="1">
                <a:spLocks noRot="1" noChangeAspect="1" noMove="1" noResize="1" noEditPoints="1" noAdjustHandles="1" noChangeArrowheads="1" noChangeShapeType="1" noTextEdit="1"/>
              </p:cNvSpPr>
              <p:nvPr/>
            </p:nvSpPr>
            <p:spPr>
              <a:xfrm>
                <a:off x="7068122" y="1426328"/>
                <a:ext cx="3412601" cy="2035557"/>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B2A1D673-9F45-CAC6-7837-26A0F9A2DCFD}"/>
                  </a:ext>
                </a:extLst>
              </p:cNvPr>
              <p:cNvSpPr txBox="1"/>
              <p:nvPr/>
            </p:nvSpPr>
            <p:spPr>
              <a:xfrm>
                <a:off x="7176119" y="1014169"/>
                <a:ext cx="310085"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1</m:t>
                          </m:r>
                        </m:sub>
                      </m:sSub>
                    </m:oMath>
                  </m:oMathPara>
                </a14:m>
                <a:endParaRPr lang="en-US" sz="2400" dirty="0"/>
              </a:p>
            </p:txBody>
          </p:sp>
        </mc:Choice>
        <mc:Fallback xmlns="">
          <p:sp>
            <p:nvSpPr>
              <p:cNvPr id="61" name="TextBox 60">
                <a:extLst>
                  <a:ext uri="{FF2B5EF4-FFF2-40B4-BE49-F238E27FC236}">
                    <a16:creationId xmlns:a16="http://schemas.microsoft.com/office/drawing/2014/main" id="{B2A1D673-9F45-CAC6-7837-26A0F9A2DCFD}"/>
                  </a:ext>
                </a:extLst>
              </p:cNvPr>
              <p:cNvSpPr txBox="1">
                <a:spLocks noRot="1" noChangeAspect="1" noMove="1" noResize="1" noEditPoints="1" noAdjustHandles="1" noChangeArrowheads="1" noChangeShapeType="1" noTextEdit="1"/>
              </p:cNvSpPr>
              <p:nvPr/>
            </p:nvSpPr>
            <p:spPr>
              <a:xfrm>
                <a:off x="7176119" y="1014169"/>
                <a:ext cx="310085" cy="369332"/>
              </a:xfrm>
              <a:prstGeom prst="rect">
                <a:avLst/>
              </a:prstGeom>
              <a:blipFill>
                <a:blip r:embed="rId14"/>
                <a:stretch>
                  <a:fillRect l="-13725" r="-9804"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B8CD813-1B63-2A10-49F8-8C3DF38DC83E}"/>
                  </a:ext>
                </a:extLst>
              </p:cNvPr>
              <p:cNvSpPr txBox="1"/>
              <p:nvPr/>
            </p:nvSpPr>
            <p:spPr>
              <a:xfrm>
                <a:off x="7884599"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2</m:t>
                          </m:r>
                        </m:sub>
                      </m:sSub>
                    </m:oMath>
                  </m:oMathPara>
                </a14:m>
                <a:endParaRPr lang="en-US" sz="2400" dirty="0"/>
              </a:p>
            </p:txBody>
          </p:sp>
        </mc:Choice>
        <mc:Fallback xmlns="">
          <p:sp>
            <p:nvSpPr>
              <p:cNvPr id="62" name="TextBox 61">
                <a:extLst>
                  <a:ext uri="{FF2B5EF4-FFF2-40B4-BE49-F238E27FC236}">
                    <a16:creationId xmlns:a16="http://schemas.microsoft.com/office/drawing/2014/main" id="{4B8CD813-1B63-2A10-49F8-8C3DF38DC83E}"/>
                  </a:ext>
                </a:extLst>
              </p:cNvPr>
              <p:cNvSpPr txBox="1">
                <a:spLocks noRot="1" noChangeAspect="1" noMove="1" noResize="1" noEditPoints="1" noAdjustHandles="1" noChangeArrowheads="1" noChangeShapeType="1" noTextEdit="1"/>
              </p:cNvSpPr>
              <p:nvPr/>
            </p:nvSpPr>
            <p:spPr>
              <a:xfrm>
                <a:off x="7884599" y="970070"/>
                <a:ext cx="317202" cy="369332"/>
              </a:xfrm>
              <a:prstGeom prst="rect">
                <a:avLst/>
              </a:prstGeom>
              <a:blipFill>
                <a:blip r:embed="rId15"/>
                <a:stretch>
                  <a:fillRect l="-13462"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060B889B-C448-2D7F-1F19-98D46BF790AE}"/>
                  </a:ext>
                </a:extLst>
              </p:cNvPr>
              <p:cNvSpPr txBox="1"/>
              <p:nvPr/>
            </p:nvSpPr>
            <p:spPr>
              <a:xfrm>
                <a:off x="8600197" y="970070"/>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3</m:t>
                          </m:r>
                        </m:sub>
                      </m:sSub>
                    </m:oMath>
                  </m:oMathPara>
                </a14:m>
                <a:endParaRPr lang="en-US" sz="2400" dirty="0"/>
              </a:p>
            </p:txBody>
          </p:sp>
        </mc:Choice>
        <mc:Fallback xmlns="">
          <p:sp>
            <p:nvSpPr>
              <p:cNvPr id="63" name="TextBox 62">
                <a:extLst>
                  <a:ext uri="{FF2B5EF4-FFF2-40B4-BE49-F238E27FC236}">
                    <a16:creationId xmlns:a16="http://schemas.microsoft.com/office/drawing/2014/main" id="{060B889B-C448-2D7F-1F19-98D46BF790AE}"/>
                  </a:ext>
                </a:extLst>
              </p:cNvPr>
              <p:cNvSpPr txBox="1">
                <a:spLocks noRot="1" noChangeAspect="1" noMove="1" noResize="1" noEditPoints="1" noAdjustHandles="1" noChangeArrowheads="1" noChangeShapeType="1" noTextEdit="1"/>
              </p:cNvSpPr>
              <p:nvPr/>
            </p:nvSpPr>
            <p:spPr>
              <a:xfrm>
                <a:off x="8600197" y="970070"/>
                <a:ext cx="317202" cy="369332"/>
              </a:xfrm>
              <a:prstGeom prst="rect">
                <a:avLst/>
              </a:prstGeom>
              <a:blipFill>
                <a:blip r:embed="rId16"/>
                <a:stretch>
                  <a:fillRect l="-15385" r="-9615"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A04F64FD-F9FD-4F2F-3267-BDCC4FD98ACE}"/>
                  </a:ext>
                </a:extLst>
              </p:cNvPr>
              <p:cNvSpPr txBox="1"/>
              <p:nvPr/>
            </p:nvSpPr>
            <p:spPr>
              <a:xfrm>
                <a:off x="9331921" y="970070"/>
                <a:ext cx="3040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4</m:t>
                          </m:r>
                        </m:sub>
                      </m:sSub>
                    </m:oMath>
                  </m:oMathPara>
                </a14:m>
                <a:endParaRPr lang="en-US" sz="2400" dirty="0"/>
              </a:p>
            </p:txBody>
          </p:sp>
        </mc:Choice>
        <mc:Fallback xmlns="">
          <p:sp>
            <p:nvSpPr>
              <p:cNvPr id="64" name="TextBox 63">
                <a:extLst>
                  <a:ext uri="{FF2B5EF4-FFF2-40B4-BE49-F238E27FC236}">
                    <a16:creationId xmlns:a16="http://schemas.microsoft.com/office/drawing/2014/main" id="{A04F64FD-F9FD-4F2F-3267-BDCC4FD98ACE}"/>
                  </a:ext>
                </a:extLst>
              </p:cNvPr>
              <p:cNvSpPr txBox="1">
                <a:spLocks noRot="1" noChangeAspect="1" noMove="1" noResize="1" noEditPoints="1" noAdjustHandles="1" noChangeArrowheads="1" noChangeShapeType="1" noTextEdit="1"/>
              </p:cNvSpPr>
              <p:nvPr/>
            </p:nvSpPr>
            <p:spPr>
              <a:xfrm>
                <a:off x="9331921" y="970070"/>
                <a:ext cx="304058" cy="369332"/>
              </a:xfrm>
              <a:prstGeom prst="rect">
                <a:avLst/>
              </a:prstGeom>
              <a:blipFill>
                <a:blip r:embed="rId17"/>
                <a:stretch>
                  <a:fillRect l="-16000" r="-10000"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C502589E-6252-3888-775F-9E40FACCAF58}"/>
                  </a:ext>
                </a:extLst>
              </p:cNvPr>
              <p:cNvSpPr txBox="1"/>
              <p:nvPr/>
            </p:nvSpPr>
            <p:spPr>
              <a:xfrm>
                <a:off x="9964288" y="985379"/>
                <a:ext cx="317202"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a:rPr lang="de-DE" sz="2400" b="0" i="1" smtClean="0">
                              <a:latin typeface="Cambria Math" panose="02040503050406030204" pitchFamily="18" charset="0"/>
                            </a:rPr>
                            <m:t>𝑟</m:t>
                          </m:r>
                        </m:e>
                        <m:sub>
                          <m:r>
                            <a:rPr lang="de-DE" sz="2400" b="0" i="1" smtClean="0">
                              <a:latin typeface="Cambria Math" panose="02040503050406030204" pitchFamily="18" charset="0"/>
                            </a:rPr>
                            <m:t>5</m:t>
                          </m:r>
                        </m:sub>
                      </m:sSub>
                    </m:oMath>
                  </m:oMathPara>
                </a14:m>
                <a:endParaRPr lang="en-US" sz="2400" dirty="0"/>
              </a:p>
            </p:txBody>
          </p:sp>
        </mc:Choice>
        <mc:Fallback xmlns="">
          <p:sp>
            <p:nvSpPr>
              <p:cNvPr id="65" name="TextBox 64">
                <a:extLst>
                  <a:ext uri="{FF2B5EF4-FFF2-40B4-BE49-F238E27FC236}">
                    <a16:creationId xmlns:a16="http://schemas.microsoft.com/office/drawing/2014/main" id="{C502589E-6252-3888-775F-9E40FACCAF58}"/>
                  </a:ext>
                </a:extLst>
              </p:cNvPr>
              <p:cNvSpPr txBox="1">
                <a:spLocks noRot="1" noChangeAspect="1" noMove="1" noResize="1" noEditPoints="1" noAdjustHandles="1" noChangeArrowheads="1" noChangeShapeType="1" noTextEdit="1"/>
              </p:cNvSpPr>
              <p:nvPr/>
            </p:nvSpPr>
            <p:spPr>
              <a:xfrm>
                <a:off x="9964288" y="985379"/>
                <a:ext cx="317202" cy="369332"/>
              </a:xfrm>
              <a:prstGeom prst="rect">
                <a:avLst/>
              </a:prstGeom>
              <a:blipFill>
                <a:blip r:embed="rId18"/>
                <a:stretch>
                  <a:fillRect l="-15385" r="-9615"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B1071E2-A5E5-EA18-97BF-2B7A3886834B}"/>
                  </a:ext>
                </a:extLst>
              </p:cNvPr>
              <p:cNvSpPr txBox="1"/>
              <p:nvPr/>
            </p:nvSpPr>
            <p:spPr>
              <a:xfrm>
                <a:off x="6551383" y="1282068"/>
                <a:ext cx="45448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1</m:t>
                          </m:r>
                        </m:sub>
                      </m:sSub>
                    </m:oMath>
                  </m:oMathPara>
                </a14:m>
                <a:endParaRPr lang="en-US" sz="2400" dirty="0"/>
              </a:p>
            </p:txBody>
          </p:sp>
        </mc:Choice>
        <mc:Fallback xmlns="">
          <p:sp>
            <p:nvSpPr>
              <p:cNvPr id="66" name="TextBox 65">
                <a:extLst>
                  <a:ext uri="{FF2B5EF4-FFF2-40B4-BE49-F238E27FC236}">
                    <a16:creationId xmlns:a16="http://schemas.microsoft.com/office/drawing/2014/main" id="{EB1071E2-A5E5-EA18-97BF-2B7A3886834B}"/>
                  </a:ext>
                </a:extLst>
              </p:cNvPr>
              <p:cNvSpPr txBox="1">
                <a:spLocks noRot="1" noChangeAspect="1" noMove="1" noResize="1" noEditPoints="1" noAdjustHandles="1" noChangeArrowheads="1" noChangeShapeType="1" noTextEdit="1"/>
              </p:cNvSpPr>
              <p:nvPr/>
            </p:nvSpPr>
            <p:spPr>
              <a:xfrm>
                <a:off x="6551383" y="1282068"/>
                <a:ext cx="454483" cy="369332"/>
              </a:xfrm>
              <a:prstGeom prst="rect">
                <a:avLst/>
              </a:prstGeom>
              <a:blipFill>
                <a:blip r:embed="rId19"/>
                <a:stretch>
                  <a:fillRect l="-10811" r="-675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9695C865-6537-357F-E740-4FCBB764175A}"/>
                  </a:ext>
                </a:extLst>
              </p:cNvPr>
              <p:cNvSpPr txBox="1"/>
              <p:nvPr/>
            </p:nvSpPr>
            <p:spPr>
              <a:xfrm>
                <a:off x="4596414" y="240868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9695C865-6537-357F-E740-4FCBB764175A}"/>
                  </a:ext>
                </a:extLst>
              </p:cNvPr>
              <p:cNvSpPr txBox="1">
                <a:spLocks noRot="1" noChangeAspect="1" noMove="1" noResize="1" noEditPoints="1" noAdjustHandles="1" noChangeArrowheads="1" noChangeShapeType="1" noTextEdit="1"/>
              </p:cNvSpPr>
              <p:nvPr/>
            </p:nvSpPr>
            <p:spPr>
              <a:xfrm>
                <a:off x="4596414" y="2408689"/>
                <a:ext cx="527465"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6D7F4E63-CF2C-A91D-E9A3-58DAA35CCE9A}"/>
                  </a:ext>
                </a:extLst>
              </p:cNvPr>
              <p:cNvSpPr txBox="1"/>
              <p:nvPr/>
            </p:nvSpPr>
            <p:spPr>
              <a:xfrm>
                <a:off x="2897863" y="1302222"/>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6D7F4E63-CF2C-A91D-E9A3-58DAA35CCE9A}"/>
                  </a:ext>
                </a:extLst>
              </p:cNvPr>
              <p:cNvSpPr txBox="1">
                <a:spLocks noRot="1" noChangeAspect="1" noMove="1" noResize="1" noEditPoints="1" noAdjustHandles="1" noChangeArrowheads="1" noChangeShapeType="1" noTextEdit="1"/>
              </p:cNvSpPr>
              <p:nvPr/>
            </p:nvSpPr>
            <p:spPr>
              <a:xfrm>
                <a:off x="2897863" y="1302222"/>
                <a:ext cx="656402" cy="461665"/>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961520EA-D790-DD29-D272-01CFBE32B4C1}"/>
                  </a:ext>
                </a:extLst>
              </p:cNvPr>
              <p:cNvSpPr txBox="1"/>
              <p:nvPr/>
            </p:nvSpPr>
            <p:spPr>
              <a:xfrm>
                <a:off x="2984414" y="3517908"/>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961520EA-D790-DD29-D272-01CFBE32B4C1}"/>
                  </a:ext>
                </a:extLst>
              </p:cNvPr>
              <p:cNvSpPr txBox="1">
                <a:spLocks noRot="1" noChangeAspect="1" noMove="1" noResize="1" noEditPoints="1" noAdjustHandles="1" noChangeArrowheads="1" noChangeShapeType="1" noTextEdit="1"/>
              </p:cNvSpPr>
              <p:nvPr/>
            </p:nvSpPr>
            <p:spPr>
              <a:xfrm>
                <a:off x="2984414" y="3517908"/>
                <a:ext cx="495606" cy="461665"/>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875D9339-B241-B2AB-DFAC-04F6396D7927}"/>
                  </a:ext>
                </a:extLst>
              </p:cNvPr>
              <p:cNvSpPr txBox="1"/>
              <p:nvPr/>
            </p:nvSpPr>
            <p:spPr>
              <a:xfrm>
                <a:off x="1152854" y="2406979"/>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875D9339-B241-B2AB-DFAC-04F6396D7927}"/>
                  </a:ext>
                </a:extLst>
              </p:cNvPr>
              <p:cNvSpPr txBox="1">
                <a:spLocks noRot="1" noChangeAspect="1" noMove="1" noResize="1" noEditPoints="1" noAdjustHandles="1" noChangeArrowheads="1" noChangeShapeType="1" noTextEdit="1"/>
              </p:cNvSpPr>
              <p:nvPr/>
            </p:nvSpPr>
            <p:spPr>
              <a:xfrm>
                <a:off x="1152854" y="2406979"/>
                <a:ext cx="527465" cy="461665"/>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1692253F-752D-DC06-E8E0-FE6070AA3522}"/>
                  </a:ext>
                </a:extLst>
              </p:cNvPr>
              <p:cNvSpPr txBox="1"/>
              <p:nvPr/>
            </p:nvSpPr>
            <p:spPr>
              <a:xfrm>
                <a:off x="6551383" y="181248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2</m:t>
                          </m:r>
                        </m:sub>
                      </m:sSub>
                    </m:oMath>
                  </m:oMathPara>
                </a14:m>
                <a:endParaRPr lang="en-US" sz="2400" dirty="0"/>
              </a:p>
            </p:txBody>
          </p:sp>
        </mc:Choice>
        <mc:Fallback xmlns="">
          <p:sp>
            <p:nvSpPr>
              <p:cNvPr id="78" name="TextBox 77">
                <a:extLst>
                  <a:ext uri="{FF2B5EF4-FFF2-40B4-BE49-F238E27FC236}">
                    <a16:creationId xmlns:a16="http://schemas.microsoft.com/office/drawing/2014/main" id="{1692253F-752D-DC06-E8E0-FE6070AA3522}"/>
                  </a:ext>
                </a:extLst>
              </p:cNvPr>
              <p:cNvSpPr txBox="1">
                <a:spLocks noRot="1" noChangeAspect="1" noMove="1" noResize="1" noEditPoints="1" noAdjustHandles="1" noChangeArrowheads="1" noChangeShapeType="1" noTextEdit="1"/>
              </p:cNvSpPr>
              <p:nvPr/>
            </p:nvSpPr>
            <p:spPr>
              <a:xfrm>
                <a:off x="6551383" y="1812484"/>
                <a:ext cx="461601" cy="369332"/>
              </a:xfrm>
              <a:prstGeom prst="rect">
                <a:avLst/>
              </a:prstGeom>
              <a:blipFill>
                <a:blip r:embed="rId24"/>
                <a:stretch>
                  <a:fillRect l="-10667" r="-6667"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9078123-9871-FF1B-1792-534ACE024C15}"/>
                  </a:ext>
                </a:extLst>
              </p:cNvPr>
              <p:cNvSpPr txBox="1"/>
              <p:nvPr/>
            </p:nvSpPr>
            <p:spPr>
              <a:xfrm>
                <a:off x="6551384" y="2266310"/>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3</m:t>
                          </m:r>
                        </m:sub>
                      </m:sSub>
                    </m:oMath>
                  </m:oMathPara>
                </a14:m>
                <a:endParaRPr lang="en-US" sz="2400" dirty="0"/>
              </a:p>
            </p:txBody>
          </p:sp>
        </mc:Choice>
        <mc:Fallback xmlns="">
          <p:sp>
            <p:nvSpPr>
              <p:cNvPr id="79" name="TextBox 78">
                <a:extLst>
                  <a:ext uri="{FF2B5EF4-FFF2-40B4-BE49-F238E27FC236}">
                    <a16:creationId xmlns:a16="http://schemas.microsoft.com/office/drawing/2014/main" id="{F9078123-9871-FF1B-1792-534ACE024C15}"/>
                  </a:ext>
                </a:extLst>
              </p:cNvPr>
              <p:cNvSpPr txBox="1">
                <a:spLocks noRot="1" noChangeAspect="1" noMove="1" noResize="1" noEditPoints="1" noAdjustHandles="1" noChangeArrowheads="1" noChangeShapeType="1" noTextEdit="1"/>
              </p:cNvSpPr>
              <p:nvPr/>
            </p:nvSpPr>
            <p:spPr>
              <a:xfrm>
                <a:off x="6551384" y="2266310"/>
                <a:ext cx="461601" cy="369332"/>
              </a:xfrm>
              <a:prstGeom prst="rect">
                <a:avLst/>
              </a:prstGeom>
              <a:blipFill>
                <a:blip r:embed="rId25"/>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269AC06E-385A-0311-7E1D-C06D20F31926}"/>
                  </a:ext>
                </a:extLst>
              </p:cNvPr>
              <p:cNvSpPr txBox="1"/>
              <p:nvPr/>
            </p:nvSpPr>
            <p:spPr>
              <a:xfrm>
                <a:off x="6557078" y="2600538"/>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4</m:t>
                          </m:r>
                        </m:sub>
                      </m:sSub>
                    </m:oMath>
                  </m:oMathPara>
                </a14:m>
                <a:endParaRPr lang="en-US" sz="2400" dirty="0"/>
              </a:p>
            </p:txBody>
          </p:sp>
        </mc:Choice>
        <mc:Fallback xmlns="">
          <p:sp>
            <p:nvSpPr>
              <p:cNvPr id="80" name="TextBox 79">
                <a:extLst>
                  <a:ext uri="{FF2B5EF4-FFF2-40B4-BE49-F238E27FC236}">
                    <a16:creationId xmlns:a16="http://schemas.microsoft.com/office/drawing/2014/main" id="{269AC06E-385A-0311-7E1D-C06D20F31926}"/>
                  </a:ext>
                </a:extLst>
              </p:cNvPr>
              <p:cNvSpPr txBox="1">
                <a:spLocks noRot="1" noChangeAspect="1" noMove="1" noResize="1" noEditPoints="1" noAdjustHandles="1" noChangeArrowheads="1" noChangeShapeType="1" noTextEdit="1"/>
              </p:cNvSpPr>
              <p:nvPr/>
            </p:nvSpPr>
            <p:spPr>
              <a:xfrm>
                <a:off x="6557078" y="2600538"/>
                <a:ext cx="461601" cy="369332"/>
              </a:xfrm>
              <a:prstGeom prst="rect">
                <a:avLst/>
              </a:prstGeom>
              <a:blipFill>
                <a:blip r:embed="rId26"/>
                <a:stretch>
                  <a:fillRect l="-10667" r="-6667" b="-1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C658C1E7-BE13-CD2E-7DD9-050E072F3084}"/>
                  </a:ext>
                </a:extLst>
              </p:cNvPr>
              <p:cNvSpPr txBox="1"/>
              <p:nvPr/>
            </p:nvSpPr>
            <p:spPr>
              <a:xfrm>
                <a:off x="6575766" y="3054364"/>
                <a:ext cx="461601"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81" name="TextBox 80">
                <a:extLst>
                  <a:ext uri="{FF2B5EF4-FFF2-40B4-BE49-F238E27FC236}">
                    <a16:creationId xmlns:a16="http://schemas.microsoft.com/office/drawing/2014/main" id="{C658C1E7-BE13-CD2E-7DD9-050E072F3084}"/>
                  </a:ext>
                </a:extLst>
              </p:cNvPr>
              <p:cNvSpPr txBox="1">
                <a:spLocks noRot="1" noChangeAspect="1" noMove="1" noResize="1" noEditPoints="1" noAdjustHandles="1" noChangeArrowheads="1" noChangeShapeType="1" noTextEdit="1"/>
              </p:cNvSpPr>
              <p:nvPr/>
            </p:nvSpPr>
            <p:spPr>
              <a:xfrm>
                <a:off x="6575766" y="3054364"/>
                <a:ext cx="461601" cy="369332"/>
              </a:xfrm>
              <a:prstGeom prst="rect">
                <a:avLst/>
              </a:prstGeom>
              <a:blipFill>
                <a:blip r:embed="rId27"/>
                <a:stretch>
                  <a:fillRect l="-10667" r="-6667" b="-13115"/>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588872D8-2F0A-D8C7-CF4B-783D4CCDA233}"/>
              </a:ext>
            </a:extLst>
          </p:cNvPr>
          <p:cNvSpPr/>
          <p:nvPr/>
        </p:nvSpPr>
        <p:spPr>
          <a:xfrm>
            <a:off x="7711760" y="949121"/>
            <a:ext cx="643622" cy="2474575"/>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Rounded Corners 4">
            <a:extLst>
              <a:ext uri="{FF2B5EF4-FFF2-40B4-BE49-F238E27FC236}">
                <a16:creationId xmlns:a16="http://schemas.microsoft.com/office/drawing/2014/main" id="{920C41D9-76DE-19B9-EACD-3649255FEBC1}"/>
              </a:ext>
            </a:extLst>
          </p:cNvPr>
          <p:cNvSpPr/>
          <p:nvPr/>
        </p:nvSpPr>
        <p:spPr>
          <a:xfrm>
            <a:off x="6403454" y="1797961"/>
            <a:ext cx="1951928" cy="463730"/>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Rounded Corners 7">
            <a:extLst>
              <a:ext uri="{FF2B5EF4-FFF2-40B4-BE49-F238E27FC236}">
                <a16:creationId xmlns:a16="http://schemas.microsoft.com/office/drawing/2014/main" id="{9CE29CCC-4FAA-1C79-C59F-F9C91FA5E8EB}"/>
              </a:ext>
            </a:extLst>
          </p:cNvPr>
          <p:cNvSpPr/>
          <p:nvPr/>
        </p:nvSpPr>
        <p:spPr>
          <a:xfrm>
            <a:off x="6382849" y="2259885"/>
            <a:ext cx="2697760" cy="43511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31764385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4F0D50-9C91-7531-B02D-559A44C561D4}"/>
            </a:ext>
          </a:extLst>
        </p:cNvPr>
        <p:cNvGrpSpPr/>
        <p:nvPr/>
      </p:nvGrpSpPr>
      <p:grpSpPr>
        <a:xfrm>
          <a:off x="0" y="0"/>
          <a:ext cx="0" cy="0"/>
          <a:chOff x="0" y="0"/>
          <a:chExt cx="0" cy="0"/>
        </a:xfrm>
      </p:grpSpPr>
      <p:sp>
        <p:nvSpPr>
          <p:cNvPr id="82" name="Rectangle 81">
            <a:extLst>
              <a:ext uri="{FF2B5EF4-FFF2-40B4-BE49-F238E27FC236}">
                <a16:creationId xmlns:a16="http://schemas.microsoft.com/office/drawing/2014/main" id="{3EA00E2C-C5AD-DA99-E334-6592C6284CD8}"/>
              </a:ext>
            </a:extLst>
          </p:cNvPr>
          <p:cNvSpPr/>
          <p:nvPr/>
        </p:nvSpPr>
        <p:spPr>
          <a:xfrm>
            <a:off x="129539" y="992993"/>
            <a:ext cx="5605669" cy="286055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EA81812-46B8-93BC-219E-652349E15AB8}"/>
              </a:ext>
            </a:extLst>
          </p:cNvPr>
          <p:cNvSpPr>
            <a:spLocks noGrp="1"/>
          </p:cNvSpPr>
          <p:nvPr>
            <p:ph type="title"/>
          </p:nvPr>
        </p:nvSpPr>
        <p:spPr>
          <a:xfrm>
            <a:off x="129540" y="170815"/>
            <a:ext cx="1917922" cy="720725"/>
          </a:xfrm>
        </p:spPr>
        <p:txBody>
          <a:bodyPr>
            <a:normAutofit/>
          </a:bodyPr>
          <a:lstStyle/>
          <a:p>
            <a:r>
              <a:rPr lang="de-DE" sz="3200" dirty="0"/>
              <a:t>Solutions</a:t>
            </a:r>
            <a:endParaRPr lang="en-US" sz="3200" dirty="0"/>
          </a:p>
        </p:txBody>
      </p:sp>
      <p:sp>
        <p:nvSpPr>
          <p:cNvPr id="17" name="Oval 16">
            <a:extLst>
              <a:ext uri="{FF2B5EF4-FFF2-40B4-BE49-F238E27FC236}">
                <a16:creationId xmlns:a16="http://schemas.microsoft.com/office/drawing/2014/main" id="{FA81D2A0-78B9-D489-9F77-C53BACADC0DB}"/>
              </a:ext>
            </a:extLst>
          </p:cNvPr>
          <p:cNvSpPr>
            <a:spLocks noChangeAspect="1"/>
          </p:cNvSpPr>
          <p:nvPr/>
        </p:nvSpPr>
        <p:spPr>
          <a:xfrm>
            <a:off x="2815385" y="1042453"/>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01680303-7B30-57F4-EC36-CA3302793D5D}"/>
              </a:ext>
            </a:extLst>
          </p:cNvPr>
          <p:cNvSpPr>
            <a:spLocks noChangeAspect="1"/>
          </p:cNvSpPr>
          <p:nvPr/>
        </p:nvSpPr>
        <p:spPr>
          <a:xfrm>
            <a:off x="2826815" y="324504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38531265-F331-06A1-A87B-28CD7CFA3972}"/>
              </a:ext>
            </a:extLst>
          </p:cNvPr>
          <p:cNvCxnSpPr>
            <a:cxnSpLocks/>
            <a:stCxn id="18" idx="6"/>
            <a:endCxn id="50" idx="3"/>
          </p:cNvCxnSpPr>
          <p:nvPr/>
        </p:nvCxnSpPr>
        <p:spPr>
          <a:xfrm flipV="1">
            <a:off x="3309618" y="2546813"/>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30AB3249-1A2B-9FBB-F28C-D841A2433CE4}"/>
              </a:ext>
            </a:extLst>
          </p:cNvPr>
          <p:cNvCxnSpPr>
            <a:cxnSpLocks/>
            <a:stCxn id="17" idx="6"/>
            <a:endCxn id="50" idx="1"/>
          </p:cNvCxnSpPr>
          <p:nvPr/>
        </p:nvCxnSpPr>
        <p:spPr>
          <a:xfrm>
            <a:off x="3298188" y="1283855"/>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9AFBB9D-7139-122C-7D69-EEDE1F6AC581}"/>
                  </a:ext>
                </a:extLst>
              </p:cNvPr>
              <p:cNvSpPr txBox="1"/>
              <p:nvPr/>
            </p:nvSpPr>
            <p:spPr>
              <a:xfrm>
                <a:off x="3665639" y="11576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40" name="TextBox 39">
                <a:extLst>
                  <a:ext uri="{FF2B5EF4-FFF2-40B4-BE49-F238E27FC236}">
                    <a16:creationId xmlns:a16="http://schemas.microsoft.com/office/drawing/2014/main" id="{C9AFBB9D-7139-122C-7D69-EEDE1F6AC581}"/>
                  </a:ext>
                </a:extLst>
              </p:cNvPr>
              <p:cNvSpPr txBox="1">
                <a:spLocks noRot="1" noChangeAspect="1" noMove="1" noResize="1" noEditPoints="1" noAdjustHandles="1" noChangeArrowheads="1" noChangeShapeType="1" noTextEdit="1"/>
              </p:cNvSpPr>
              <p:nvPr/>
            </p:nvSpPr>
            <p:spPr>
              <a:xfrm>
                <a:off x="3665639" y="1157666"/>
                <a:ext cx="1006792"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959F68-D6A4-BD82-6764-10CC63BFF6FC}"/>
                  </a:ext>
                </a:extLst>
              </p:cNvPr>
              <p:cNvSpPr txBox="1"/>
              <p:nvPr/>
            </p:nvSpPr>
            <p:spPr>
              <a:xfrm>
                <a:off x="3734225" y="295644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3" name="TextBox 2">
                <a:extLst>
                  <a:ext uri="{FF2B5EF4-FFF2-40B4-BE49-F238E27FC236}">
                    <a16:creationId xmlns:a16="http://schemas.microsoft.com/office/drawing/2014/main" id="{F3959F68-D6A4-BD82-6764-10CC63BFF6FC}"/>
                  </a:ext>
                </a:extLst>
              </p:cNvPr>
              <p:cNvSpPr txBox="1">
                <a:spLocks noRot="1" noChangeAspect="1" noMove="1" noResize="1" noEditPoints="1" noAdjustHandles="1" noChangeArrowheads="1" noChangeShapeType="1" noTextEdit="1"/>
              </p:cNvSpPr>
              <p:nvPr/>
            </p:nvSpPr>
            <p:spPr>
              <a:xfrm>
                <a:off x="3734225" y="2956441"/>
                <a:ext cx="1006792" cy="46166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074C2C-D337-E0CA-4EFF-2150F14A183A}"/>
                  </a:ext>
                </a:extLst>
              </p:cNvPr>
              <p:cNvSpPr txBox="1"/>
              <p:nvPr/>
            </p:nvSpPr>
            <p:spPr>
              <a:xfrm>
                <a:off x="1353030" y="1116321"/>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94074C2C-D337-E0CA-4EFF-2150F14A183A}"/>
                  </a:ext>
                </a:extLst>
              </p:cNvPr>
              <p:cNvSpPr txBox="1">
                <a:spLocks noRot="1" noChangeAspect="1" noMove="1" noResize="1" noEditPoints="1" noAdjustHandles="1" noChangeArrowheads="1" noChangeShapeType="1" noTextEdit="1"/>
              </p:cNvSpPr>
              <p:nvPr/>
            </p:nvSpPr>
            <p:spPr>
              <a:xfrm>
                <a:off x="1353030" y="1116321"/>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E3E09733-124D-3F49-EFAD-93E3CF87C1F1}"/>
                  </a:ext>
                </a:extLst>
              </p:cNvPr>
              <p:cNvSpPr txBox="1"/>
              <p:nvPr/>
            </p:nvSpPr>
            <p:spPr>
              <a:xfrm>
                <a:off x="1393812" y="296020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E3E09733-124D-3F49-EFAD-93E3CF87C1F1}"/>
                  </a:ext>
                </a:extLst>
              </p:cNvPr>
              <p:cNvSpPr txBox="1">
                <a:spLocks noRot="1" noChangeAspect="1" noMove="1" noResize="1" noEditPoints="1" noAdjustHandles="1" noChangeArrowheads="1" noChangeShapeType="1" noTextEdit="1"/>
              </p:cNvSpPr>
              <p:nvPr/>
            </p:nvSpPr>
            <p:spPr>
              <a:xfrm>
                <a:off x="1393812" y="2960205"/>
                <a:ext cx="1006792" cy="461665"/>
              </a:xfrm>
              <a:prstGeom prst="rect">
                <a:avLst/>
              </a:prstGeom>
              <a:blipFill>
                <a:blip r:embed="rId6"/>
                <a:stretch>
                  <a:fillRect/>
                </a:stretch>
              </a:blipFill>
            </p:spPr>
            <p:txBody>
              <a:bodyPr/>
              <a:lstStyle/>
              <a:p>
                <a:r>
                  <a:rPr lang="en-US">
                    <a:noFill/>
                  </a:rPr>
                  <a:t> </a:t>
                </a:r>
              </a:p>
            </p:txBody>
          </p:sp>
        </mc:Fallback>
      </mc:AlternateContent>
      <p:sp>
        <p:nvSpPr>
          <p:cNvPr id="16" name="Oval 15">
            <a:extLst>
              <a:ext uri="{FF2B5EF4-FFF2-40B4-BE49-F238E27FC236}">
                <a16:creationId xmlns:a16="http://schemas.microsoft.com/office/drawing/2014/main" id="{E2FA917D-6C29-28D4-BDBB-7F188C7CF5D9}"/>
              </a:ext>
            </a:extLst>
          </p:cNvPr>
          <p:cNvSpPr>
            <a:spLocks noChangeAspect="1"/>
          </p:cNvSpPr>
          <p:nvPr/>
        </p:nvSpPr>
        <p:spPr>
          <a:xfrm>
            <a:off x="993891"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F4F10531-369F-1CB1-AB8A-40EFC5940199}"/>
              </a:ext>
            </a:extLst>
          </p:cNvPr>
          <p:cNvCxnSpPr>
            <a:cxnSpLocks/>
            <a:stCxn id="16" idx="7"/>
            <a:endCxn id="17" idx="2"/>
          </p:cNvCxnSpPr>
          <p:nvPr/>
        </p:nvCxnSpPr>
        <p:spPr>
          <a:xfrm flipV="1">
            <a:off x="1405989" y="1283855"/>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1DEA319D-5B61-4717-D608-393D93524ABF}"/>
                  </a:ext>
                </a:extLst>
              </p:cNvPr>
              <p:cNvSpPr txBox="1"/>
              <p:nvPr/>
            </p:nvSpPr>
            <p:spPr>
              <a:xfrm>
                <a:off x="253658" y="1903882"/>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30" name="TextBox 29">
                <a:extLst>
                  <a:ext uri="{FF2B5EF4-FFF2-40B4-BE49-F238E27FC236}">
                    <a16:creationId xmlns:a16="http://schemas.microsoft.com/office/drawing/2014/main" id="{1DEA319D-5B61-4717-D608-393D93524ABF}"/>
                  </a:ext>
                </a:extLst>
              </p:cNvPr>
              <p:cNvSpPr txBox="1">
                <a:spLocks noRot="1" noChangeAspect="1" noMove="1" noResize="1" noEditPoints="1" noAdjustHandles="1" noChangeArrowheads="1" noChangeShapeType="1" noTextEdit="1"/>
              </p:cNvSpPr>
              <p:nvPr/>
            </p:nvSpPr>
            <p:spPr>
              <a:xfrm>
                <a:off x="253658" y="1903882"/>
                <a:ext cx="642780" cy="461665"/>
              </a:xfrm>
              <a:prstGeom prst="rect">
                <a:avLst/>
              </a:prstGeom>
              <a:blipFill>
                <a:blip r:embed="rId7"/>
                <a:stretch>
                  <a:fillRect/>
                </a:stretch>
              </a:blipFill>
            </p:spPr>
            <p:txBody>
              <a:bodyPr/>
              <a:lstStyle/>
              <a:p>
                <a:r>
                  <a:rPr lang="en-US">
                    <a:noFill/>
                  </a:rPr>
                  <a:t> </a:t>
                </a:r>
              </a:p>
            </p:txBody>
          </p:sp>
        </mc:Fallback>
      </mc:AlternateContent>
      <p:cxnSp>
        <p:nvCxnSpPr>
          <p:cNvPr id="34" name="Straight Arrow Connector 33">
            <a:extLst>
              <a:ext uri="{FF2B5EF4-FFF2-40B4-BE49-F238E27FC236}">
                <a16:creationId xmlns:a16="http://schemas.microsoft.com/office/drawing/2014/main" id="{680A376A-2BAE-ECF6-E192-9026242F70F5}"/>
              </a:ext>
            </a:extLst>
          </p:cNvPr>
          <p:cNvCxnSpPr>
            <a:cxnSpLocks/>
          </p:cNvCxnSpPr>
          <p:nvPr/>
        </p:nvCxnSpPr>
        <p:spPr>
          <a:xfrm>
            <a:off x="318908" y="2365547"/>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38" name="Straight Arrow Connector 37">
            <a:extLst>
              <a:ext uri="{FF2B5EF4-FFF2-40B4-BE49-F238E27FC236}">
                <a16:creationId xmlns:a16="http://schemas.microsoft.com/office/drawing/2014/main" id="{85D0AB80-2C80-6882-8E48-9B82BF7E8239}"/>
              </a:ext>
            </a:extLst>
          </p:cNvPr>
          <p:cNvCxnSpPr>
            <a:cxnSpLocks/>
            <a:stCxn id="16" idx="5"/>
            <a:endCxn id="18" idx="2"/>
          </p:cNvCxnSpPr>
          <p:nvPr/>
        </p:nvCxnSpPr>
        <p:spPr>
          <a:xfrm>
            <a:off x="1405989" y="2546813"/>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50" name="Oval 49">
            <a:extLst>
              <a:ext uri="{FF2B5EF4-FFF2-40B4-BE49-F238E27FC236}">
                <a16:creationId xmlns:a16="http://schemas.microsoft.com/office/drawing/2014/main" id="{F82D3813-453A-CE0C-F0E7-FA399D878A67}"/>
              </a:ext>
            </a:extLst>
          </p:cNvPr>
          <p:cNvSpPr>
            <a:spLocks noChangeAspect="1"/>
          </p:cNvSpPr>
          <p:nvPr/>
        </p:nvSpPr>
        <p:spPr>
          <a:xfrm>
            <a:off x="4447667" y="213471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1" name="Straight Arrow Connector 50">
            <a:extLst>
              <a:ext uri="{FF2B5EF4-FFF2-40B4-BE49-F238E27FC236}">
                <a16:creationId xmlns:a16="http://schemas.microsoft.com/office/drawing/2014/main" id="{2010D37B-0A0D-D1B1-8D87-8E391EDD1C2C}"/>
              </a:ext>
            </a:extLst>
          </p:cNvPr>
          <p:cNvCxnSpPr>
            <a:cxnSpLocks/>
          </p:cNvCxnSpPr>
          <p:nvPr/>
        </p:nvCxnSpPr>
        <p:spPr>
          <a:xfrm>
            <a:off x="4942345" y="2447366"/>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3B6DD358-ABC5-E124-FD7A-9EEB1BA1EF65}"/>
                  </a:ext>
                </a:extLst>
              </p:cNvPr>
              <p:cNvSpPr txBox="1"/>
              <p:nvPr/>
            </p:nvSpPr>
            <p:spPr>
              <a:xfrm>
                <a:off x="4757380" y="174375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53" name="TextBox 52">
                <a:extLst>
                  <a:ext uri="{FF2B5EF4-FFF2-40B4-BE49-F238E27FC236}">
                    <a16:creationId xmlns:a16="http://schemas.microsoft.com/office/drawing/2014/main" id="{3B6DD358-ABC5-E124-FD7A-9EEB1BA1EF65}"/>
                  </a:ext>
                </a:extLst>
              </p:cNvPr>
              <p:cNvSpPr txBox="1">
                <a:spLocks noRot="1" noChangeAspect="1" noMove="1" noResize="1" noEditPoints="1" noAdjustHandles="1" noChangeArrowheads="1" noChangeShapeType="1" noTextEdit="1"/>
              </p:cNvSpPr>
              <p:nvPr/>
            </p:nvSpPr>
            <p:spPr>
              <a:xfrm>
                <a:off x="4757380" y="1743755"/>
                <a:ext cx="1006792"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B9A33F79-9EF5-9B98-FE8F-65F713E45A52}"/>
                  </a:ext>
                </a:extLst>
              </p:cNvPr>
              <p:cNvSpPr txBox="1"/>
              <p:nvPr/>
            </p:nvSpPr>
            <p:spPr>
              <a:xfrm>
                <a:off x="4437719" y="211051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70" name="TextBox 69">
                <a:extLst>
                  <a:ext uri="{FF2B5EF4-FFF2-40B4-BE49-F238E27FC236}">
                    <a16:creationId xmlns:a16="http://schemas.microsoft.com/office/drawing/2014/main" id="{B9A33F79-9EF5-9B98-FE8F-65F713E45A52}"/>
                  </a:ext>
                </a:extLst>
              </p:cNvPr>
              <p:cNvSpPr txBox="1">
                <a:spLocks noRot="1" noChangeAspect="1" noMove="1" noResize="1" noEditPoints="1" noAdjustHandles="1" noChangeArrowheads="1" noChangeShapeType="1" noTextEdit="1"/>
              </p:cNvSpPr>
              <p:nvPr/>
            </p:nvSpPr>
            <p:spPr>
              <a:xfrm>
                <a:off x="4437719" y="2110515"/>
                <a:ext cx="527465" cy="461665"/>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2" name="TextBox 71">
                <a:extLst>
                  <a:ext uri="{FF2B5EF4-FFF2-40B4-BE49-F238E27FC236}">
                    <a16:creationId xmlns:a16="http://schemas.microsoft.com/office/drawing/2014/main" id="{21338760-763F-AF87-AA2C-E7AAF1E86D9B}"/>
                  </a:ext>
                </a:extLst>
              </p:cNvPr>
              <p:cNvSpPr txBox="1"/>
              <p:nvPr/>
            </p:nvSpPr>
            <p:spPr>
              <a:xfrm>
                <a:off x="2739168" y="1004048"/>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72" name="TextBox 71">
                <a:extLst>
                  <a:ext uri="{FF2B5EF4-FFF2-40B4-BE49-F238E27FC236}">
                    <a16:creationId xmlns:a16="http://schemas.microsoft.com/office/drawing/2014/main" id="{21338760-763F-AF87-AA2C-E7AAF1E86D9B}"/>
                  </a:ext>
                </a:extLst>
              </p:cNvPr>
              <p:cNvSpPr txBox="1">
                <a:spLocks noRot="1" noChangeAspect="1" noMove="1" noResize="1" noEditPoints="1" noAdjustHandles="1" noChangeArrowheads="1" noChangeShapeType="1" noTextEdit="1"/>
              </p:cNvSpPr>
              <p:nvPr/>
            </p:nvSpPr>
            <p:spPr>
              <a:xfrm>
                <a:off x="2739168" y="1004048"/>
                <a:ext cx="65640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19F357C6-6F66-78A4-78BC-D2A251CC9F40}"/>
                  </a:ext>
                </a:extLst>
              </p:cNvPr>
              <p:cNvSpPr txBox="1"/>
              <p:nvPr/>
            </p:nvSpPr>
            <p:spPr>
              <a:xfrm>
                <a:off x="2825719" y="3219734"/>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74" name="TextBox 73">
                <a:extLst>
                  <a:ext uri="{FF2B5EF4-FFF2-40B4-BE49-F238E27FC236}">
                    <a16:creationId xmlns:a16="http://schemas.microsoft.com/office/drawing/2014/main" id="{19F357C6-6F66-78A4-78BC-D2A251CC9F40}"/>
                  </a:ext>
                </a:extLst>
              </p:cNvPr>
              <p:cNvSpPr txBox="1">
                <a:spLocks noRot="1" noChangeAspect="1" noMove="1" noResize="1" noEditPoints="1" noAdjustHandles="1" noChangeArrowheads="1" noChangeShapeType="1" noTextEdit="1"/>
              </p:cNvSpPr>
              <p:nvPr/>
            </p:nvSpPr>
            <p:spPr>
              <a:xfrm>
                <a:off x="2825719" y="3219734"/>
                <a:ext cx="495606"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4C4E61A6-A24B-7322-43FF-F7D1F0A246D8}"/>
                  </a:ext>
                </a:extLst>
              </p:cNvPr>
              <p:cNvSpPr txBox="1"/>
              <p:nvPr/>
            </p:nvSpPr>
            <p:spPr>
              <a:xfrm>
                <a:off x="994159" y="2108805"/>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77" name="TextBox 76">
                <a:extLst>
                  <a:ext uri="{FF2B5EF4-FFF2-40B4-BE49-F238E27FC236}">
                    <a16:creationId xmlns:a16="http://schemas.microsoft.com/office/drawing/2014/main" id="{4C4E61A6-A24B-7322-43FF-F7D1F0A246D8}"/>
                  </a:ext>
                </a:extLst>
              </p:cNvPr>
              <p:cNvSpPr txBox="1">
                <a:spLocks noRot="1" noChangeAspect="1" noMove="1" noResize="1" noEditPoints="1" noAdjustHandles="1" noChangeArrowheads="1" noChangeShapeType="1" noTextEdit="1"/>
              </p:cNvSpPr>
              <p:nvPr/>
            </p:nvSpPr>
            <p:spPr>
              <a:xfrm>
                <a:off x="994159" y="2108805"/>
                <a:ext cx="527465" cy="461665"/>
              </a:xfrm>
              <a:prstGeom prst="rect">
                <a:avLst/>
              </a:prstGeom>
              <a:blipFill>
                <a:blip r:embed="rId12"/>
                <a:stretch>
                  <a:fillRect/>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0ED0FD4-A073-8BEA-50AB-521B8F76A738}"/>
              </a:ext>
            </a:extLst>
          </p:cNvPr>
          <p:cNvSpPr txBox="1"/>
          <p:nvPr/>
        </p:nvSpPr>
        <p:spPr>
          <a:xfrm>
            <a:off x="6599560" y="224900"/>
            <a:ext cx="5404918" cy="1769715"/>
          </a:xfrm>
          <a:prstGeom prst="rect">
            <a:avLst/>
          </a:prstGeom>
          <a:noFill/>
          <a:ln>
            <a:solidFill>
              <a:schemeClr val="accent1"/>
            </a:solidFill>
          </a:ln>
        </p:spPr>
        <p:txBody>
          <a:bodyPr wrap="square">
            <a:spAutoFit/>
          </a:bodyPr>
          <a:lstStyle/>
          <a:p>
            <a:pPr>
              <a:spcAft>
                <a:spcPts val="600"/>
              </a:spcAft>
            </a:pPr>
            <a:r>
              <a:rPr lang="de-DE" sz="1400" dirty="0" err="1"/>
              <a:t>Reaction</a:t>
            </a:r>
            <a:r>
              <a:rPr lang="de-DE" sz="1400" dirty="0"/>
              <a:t> 1:  </a:t>
            </a:r>
            <a:r>
              <a:rPr lang="es-ES" sz="1400" dirty="0" err="1"/>
              <a:t>peroxisomal</a:t>
            </a:r>
            <a:r>
              <a:rPr lang="es-ES" sz="1400" dirty="0"/>
              <a:t> </a:t>
            </a:r>
            <a:r>
              <a:rPr lang="es-ES" sz="1400" dirty="0" err="1"/>
              <a:t>acyl-CoA</a:t>
            </a:r>
            <a:r>
              <a:rPr lang="es-ES" sz="1400" dirty="0"/>
              <a:t> </a:t>
            </a:r>
            <a:r>
              <a:rPr lang="es-ES" sz="1400" dirty="0" err="1"/>
              <a:t>thioesterase</a:t>
            </a:r>
            <a:endParaRPr lang="en-US" sz="1400" dirty="0"/>
          </a:p>
          <a:p>
            <a:pPr>
              <a:spcAft>
                <a:spcPts val="600"/>
              </a:spcAft>
            </a:pPr>
            <a:r>
              <a:rPr lang="es-ES" sz="1400" b="1" dirty="0">
                <a:hlinkClick r:id="rId13"/>
              </a:rPr>
              <a:t>EC </a:t>
            </a:r>
            <a:r>
              <a:rPr lang="es-ES" sz="1400" b="1" dirty="0" err="1">
                <a:hlinkClick r:id="rId13"/>
              </a:rPr>
              <a:t>code</a:t>
            </a:r>
            <a:r>
              <a:rPr lang="es-ES" sz="1400" b="1" dirty="0">
                <a:hlinkClick r:id="rId13"/>
              </a:rPr>
              <a:t>: 3.1.2.2</a:t>
            </a:r>
            <a:endParaRPr lang="en-US" sz="1400" b="1" dirty="0"/>
          </a:p>
          <a:p>
            <a:pPr>
              <a:spcAft>
                <a:spcPts val="600"/>
              </a:spcAft>
            </a:pPr>
            <a:r>
              <a:rPr lang="en-US" sz="1400" dirty="0"/>
              <a:t>Gene:  </a:t>
            </a:r>
            <a:r>
              <a:rPr lang="en-US" sz="1400" b="1" dirty="0"/>
              <a:t>YJR019C</a:t>
            </a:r>
          </a:p>
          <a:p>
            <a:pPr>
              <a:spcAft>
                <a:spcPts val="600"/>
              </a:spcAft>
            </a:pPr>
            <a:r>
              <a:rPr lang="pt-BR" sz="1400" dirty="0"/>
              <a:t>Formula:</a:t>
            </a:r>
          </a:p>
          <a:p>
            <a:pPr>
              <a:spcAft>
                <a:spcPts val="600"/>
              </a:spcAft>
            </a:pPr>
            <a:r>
              <a:rPr lang="pt-BR" sz="1400" dirty="0"/>
              <a:t>C31H50N7O17P3S + H2O  -&gt;  </a:t>
            </a:r>
            <a:r>
              <a:rPr lang="pt-BR" sz="1400" b="1" dirty="0">
                <a:solidFill>
                  <a:srgbClr val="0070C0"/>
                </a:solidFill>
              </a:rPr>
              <a:t>C21H32N7O16P3S</a:t>
            </a:r>
            <a:r>
              <a:rPr lang="pt-BR" sz="1400" dirty="0"/>
              <a:t> + </a:t>
            </a:r>
            <a:r>
              <a:rPr lang="pt-BR" sz="1400" b="1" dirty="0">
                <a:solidFill>
                  <a:schemeClr val="accent6">
                    <a:lumMod val="75000"/>
                  </a:schemeClr>
                </a:solidFill>
              </a:rPr>
              <a:t>C10H19O2</a:t>
            </a:r>
            <a:r>
              <a:rPr lang="pt-BR" sz="1400" dirty="0"/>
              <a:t> + H</a:t>
            </a:r>
          </a:p>
          <a:p>
            <a:pPr>
              <a:spcAft>
                <a:spcPts val="600"/>
              </a:spcAft>
            </a:pPr>
            <a:r>
              <a:rPr lang="pt-BR" sz="1400" dirty="0"/>
              <a:t>Location: Peroxisome</a:t>
            </a:r>
            <a:endParaRPr lang="en-US" sz="1400" dirty="0"/>
          </a:p>
        </p:txBody>
      </p:sp>
      <p:sp>
        <p:nvSpPr>
          <p:cNvPr id="28" name="TextBox 27">
            <a:extLst>
              <a:ext uri="{FF2B5EF4-FFF2-40B4-BE49-F238E27FC236}">
                <a16:creationId xmlns:a16="http://schemas.microsoft.com/office/drawing/2014/main" id="{C607D6AC-AE7C-7151-E9BE-71952226D8A2}"/>
              </a:ext>
            </a:extLst>
          </p:cNvPr>
          <p:cNvSpPr txBox="1"/>
          <p:nvPr/>
        </p:nvSpPr>
        <p:spPr>
          <a:xfrm>
            <a:off x="6599560" y="2488722"/>
            <a:ext cx="5404918" cy="1692771"/>
          </a:xfrm>
          <a:prstGeom prst="rect">
            <a:avLst/>
          </a:prstGeom>
          <a:noFill/>
          <a:ln>
            <a:solidFill>
              <a:schemeClr val="accent1"/>
            </a:solidFill>
          </a:ln>
        </p:spPr>
        <p:txBody>
          <a:bodyPr wrap="square">
            <a:spAutoFit/>
          </a:bodyPr>
          <a:lstStyle/>
          <a:p>
            <a:pPr>
              <a:spcAft>
                <a:spcPts val="600"/>
              </a:spcAft>
            </a:pPr>
            <a:r>
              <a:rPr lang="en-US" sz="1400" dirty="0"/>
              <a:t>Reaction 2: acetyl-CoA C-acyltransferase (decanoyl-CoA)</a:t>
            </a:r>
          </a:p>
          <a:p>
            <a:pPr>
              <a:spcAft>
                <a:spcPts val="600"/>
              </a:spcAft>
            </a:pPr>
            <a:r>
              <a:rPr lang="en-US" sz="1400" b="1" dirty="0">
                <a:hlinkClick r:id="rId14"/>
              </a:rPr>
              <a:t>EC code: 2.3.1.16</a:t>
            </a:r>
            <a:endParaRPr lang="en-US" sz="1400" b="1" dirty="0"/>
          </a:p>
          <a:p>
            <a:pPr>
              <a:spcAft>
                <a:spcPts val="600"/>
              </a:spcAft>
            </a:pPr>
            <a:r>
              <a:rPr lang="es-ES" sz="1400" dirty="0"/>
              <a:t>Gene:  </a:t>
            </a:r>
            <a:r>
              <a:rPr lang="es-ES" sz="1400" b="1" dirty="0"/>
              <a:t>YIL160C</a:t>
            </a:r>
          </a:p>
          <a:p>
            <a:pPr>
              <a:spcAft>
                <a:spcPts val="600"/>
              </a:spcAft>
            </a:pPr>
            <a:r>
              <a:rPr lang="es-ES" sz="1400" dirty="0"/>
              <a:t>C33H52N7O18P3S + </a:t>
            </a:r>
            <a:r>
              <a:rPr lang="es-ES" sz="1400" b="1" dirty="0">
                <a:solidFill>
                  <a:srgbClr val="0070C0"/>
                </a:solidFill>
              </a:rPr>
              <a:t>C21H32N7O16P3S</a:t>
            </a:r>
            <a:r>
              <a:rPr lang="es-ES" sz="1400" dirty="0"/>
              <a:t>  -&gt;  </a:t>
            </a:r>
            <a:r>
              <a:rPr lang="es-ES" sz="1400" dirty="0">
                <a:solidFill>
                  <a:srgbClr val="C00000"/>
                </a:solidFill>
              </a:rPr>
              <a:t>C23H34N7O17P3S</a:t>
            </a:r>
            <a:r>
              <a:rPr lang="es-ES" sz="1400" dirty="0"/>
              <a:t> + C31H50N7O17P3S</a:t>
            </a:r>
          </a:p>
          <a:p>
            <a:pPr>
              <a:spcAft>
                <a:spcPts val="600"/>
              </a:spcAft>
            </a:pPr>
            <a:r>
              <a:rPr lang="pt-BR" sz="1400" dirty="0"/>
              <a:t>Location: Peroxisome</a:t>
            </a:r>
            <a:endParaRPr lang="en-US" sz="1400" dirty="0"/>
          </a:p>
        </p:txBody>
      </p:sp>
      <p:sp>
        <p:nvSpPr>
          <p:cNvPr id="29" name="TextBox 28">
            <a:extLst>
              <a:ext uri="{FF2B5EF4-FFF2-40B4-BE49-F238E27FC236}">
                <a16:creationId xmlns:a16="http://schemas.microsoft.com/office/drawing/2014/main" id="{D7FD323D-6EB9-8CC2-5776-C5FFA2E0EF51}"/>
              </a:ext>
            </a:extLst>
          </p:cNvPr>
          <p:cNvSpPr txBox="1"/>
          <p:nvPr/>
        </p:nvSpPr>
        <p:spPr>
          <a:xfrm>
            <a:off x="6599560" y="4724397"/>
            <a:ext cx="5404918" cy="1692771"/>
          </a:xfrm>
          <a:prstGeom prst="rect">
            <a:avLst/>
          </a:prstGeom>
          <a:noFill/>
          <a:ln>
            <a:solidFill>
              <a:schemeClr val="accent1"/>
            </a:solidFill>
          </a:ln>
        </p:spPr>
        <p:txBody>
          <a:bodyPr wrap="square">
            <a:spAutoFit/>
          </a:bodyPr>
          <a:lstStyle/>
          <a:p>
            <a:pPr>
              <a:spcAft>
                <a:spcPts val="600"/>
              </a:spcAft>
            </a:pPr>
            <a:r>
              <a:rPr lang="en-US" sz="1400" dirty="0"/>
              <a:t>Reaction 3: fatty-acid--CoA ligase (decanoate)</a:t>
            </a:r>
          </a:p>
          <a:p>
            <a:pPr>
              <a:spcAft>
                <a:spcPts val="600"/>
              </a:spcAft>
            </a:pPr>
            <a:r>
              <a:rPr lang="es-ES" sz="1400" b="1" dirty="0">
                <a:hlinkClick r:id="rId15"/>
              </a:rPr>
              <a:t>EC </a:t>
            </a:r>
            <a:r>
              <a:rPr lang="es-ES" sz="1400" b="1" dirty="0" err="1">
                <a:hlinkClick r:id="rId15"/>
              </a:rPr>
              <a:t>code</a:t>
            </a:r>
            <a:r>
              <a:rPr lang="es-ES" sz="1400" b="1" dirty="0">
                <a:hlinkClick r:id="rId15"/>
              </a:rPr>
              <a:t>: 6.2.1.3</a:t>
            </a:r>
            <a:endParaRPr lang="es-ES" sz="1400" dirty="0"/>
          </a:p>
          <a:p>
            <a:pPr>
              <a:spcAft>
                <a:spcPts val="600"/>
              </a:spcAft>
            </a:pPr>
            <a:r>
              <a:rPr lang="es-ES" sz="1400" dirty="0"/>
              <a:t>Gene:  </a:t>
            </a:r>
            <a:r>
              <a:rPr lang="es-ES" sz="1400" b="1" dirty="0"/>
              <a:t>YER015W</a:t>
            </a:r>
          </a:p>
          <a:p>
            <a:pPr>
              <a:spcAft>
                <a:spcPts val="600"/>
              </a:spcAft>
            </a:pPr>
            <a:r>
              <a:rPr lang="pt-BR" sz="1400" dirty="0"/>
              <a:t>C10H12N5O13P3 + C21H32N7O16P3S + </a:t>
            </a:r>
            <a:r>
              <a:rPr lang="pt-BR" sz="1400" b="1" dirty="0">
                <a:solidFill>
                  <a:schemeClr val="accent3"/>
                </a:solidFill>
              </a:rPr>
              <a:t>C10H19O2</a:t>
            </a:r>
            <a:r>
              <a:rPr lang="pt-BR" sz="1400" dirty="0"/>
              <a:t>  -&gt;  C10H12N5O7P + </a:t>
            </a:r>
            <a:r>
              <a:rPr lang="pt-BR" sz="1400" dirty="0">
                <a:solidFill>
                  <a:srgbClr val="C00000"/>
                </a:solidFill>
              </a:rPr>
              <a:t>C31H50N7O17P3S</a:t>
            </a:r>
            <a:r>
              <a:rPr lang="pt-BR" sz="1400" dirty="0"/>
              <a:t> + HO7P2</a:t>
            </a:r>
          </a:p>
          <a:p>
            <a:pPr>
              <a:spcAft>
                <a:spcPts val="600"/>
              </a:spcAft>
            </a:pPr>
            <a:r>
              <a:rPr lang="pt-BR" sz="1400" dirty="0"/>
              <a:t>Location: Peroxisome</a:t>
            </a:r>
            <a:endParaRPr lang="en-US" sz="1400" dirty="0"/>
          </a:p>
        </p:txBody>
      </p:sp>
      <p:sp>
        <p:nvSpPr>
          <p:cNvPr id="32" name="TextBox 31">
            <a:extLst>
              <a:ext uri="{FF2B5EF4-FFF2-40B4-BE49-F238E27FC236}">
                <a16:creationId xmlns:a16="http://schemas.microsoft.com/office/drawing/2014/main" id="{B90AA647-B081-D2A6-9132-C3BFAD789FB3}"/>
              </a:ext>
            </a:extLst>
          </p:cNvPr>
          <p:cNvSpPr txBox="1"/>
          <p:nvPr/>
        </p:nvSpPr>
        <p:spPr>
          <a:xfrm>
            <a:off x="129539" y="4534594"/>
            <a:ext cx="6112564" cy="307777"/>
          </a:xfrm>
          <a:prstGeom prst="rect">
            <a:avLst/>
          </a:prstGeom>
          <a:noFill/>
        </p:spPr>
        <p:txBody>
          <a:bodyPr wrap="square">
            <a:spAutoFit/>
          </a:bodyPr>
          <a:lstStyle/>
          <a:p>
            <a:pPr>
              <a:spcAft>
                <a:spcPts val="600"/>
              </a:spcAft>
            </a:pPr>
            <a:r>
              <a:rPr lang="pt-BR" sz="1400" dirty="0"/>
              <a:t>Metabolite m2: </a:t>
            </a:r>
            <a:r>
              <a:rPr lang="pt-BR" sz="1400" b="1" dirty="0">
                <a:solidFill>
                  <a:srgbClr val="0070C0"/>
                </a:solidFill>
              </a:rPr>
              <a:t>C21H32N7O16P3S</a:t>
            </a:r>
            <a:r>
              <a:rPr lang="pt-BR" sz="1400" dirty="0"/>
              <a:t> | Name: coenzyme A| 405   | ID: s_0534 </a:t>
            </a:r>
          </a:p>
        </p:txBody>
      </p:sp>
      <p:sp>
        <p:nvSpPr>
          <p:cNvPr id="35" name="TextBox 34">
            <a:extLst>
              <a:ext uri="{FF2B5EF4-FFF2-40B4-BE49-F238E27FC236}">
                <a16:creationId xmlns:a16="http://schemas.microsoft.com/office/drawing/2014/main" id="{0B2B6895-11D6-61A3-64CA-461D31AD02DF}"/>
              </a:ext>
            </a:extLst>
          </p:cNvPr>
          <p:cNvSpPr txBox="1"/>
          <p:nvPr/>
        </p:nvSpPr>
        <p:spPr>
          <a:xfrm>
            <a:off x="129015" y="4930770"/>
            <a:ext cx="6112564" cy="307777"/>
          </a:xfrm>
          <a:prstGeom prst="rect">
            <a:avLst/>
          </a:prstGeom>
          <a:noFill/>
        </p:spPr>
        <p:txBody>
          <a:bodyPr wrap="square">
            <a:spAutoFit/>
          </a:bodyPr>
          <a:lstStyle/>
          <a:p>
            <a:pPr>
              <a:spcAft>
                <a:spcPts val="600"/>
              </a:spcAft>
            </a:pPr>
            <a:r>
              <a:rPr lang="pt-BR" sz="1400" dirty="0"/>
              <a:t>Metabolite m3: </a:t>
            </a:r>
            <a:r>
              <a:rPr lang="pt-BR" sz="1400" b="1" dirty="0">
                <a:solidFill>
                  <a:schemeClr val="accent6">
                    <a:lumMod val="75000"/>
                  </a:schemeClr>
                </a:solidFill>
              </a:rPr>
              <a:t>C10H19O2</a:t>
            </a:r>
            <a:r>
              <a:rPr lang="pt-BR" sz="1400" dirty="0"/>
              <a:t> | Name: decanoate| 460   | ID: s_0600 </a:t>
            </a:r>
          </a:p>
        </p:txBody>
      </p:sp>
      <p:sp>
        <p:nvSpPr>
          <p:cNvPr id="37" name="TextBox 36">
            <a:extLst>
              <a:ext uri="{FF2B5EF4-FFF2-40B4-BE49-F238E27FC236}">
                <a16:creationId xmlns:a16="http://schemas.microsoft.com/office/drawing/2014/main" id="{5771CDCD-CDF0-B672-C4AD-1A85FAEB1BD0}"/>
              </a:ext>
            </a:extLst>
          </p:cNvPr>
          <p:cNvSpPr txBox="1"/>
          <p:nvPr/>
        </p:nvSpPr>
        <p:spPr>
          <a:xfrm>
            <a:off x="129015" y="5371803"/>
            <a:ext cx="6112564" cy="307777"/>
          </a:xfrm>
          <a:prstGeom prst="rect">
            <a:avLst/>
          </a:prstGeom>
          <a:noFill/>
        </p:spPr>
        <p:txBody>
          <a:bodyPr wrap="square">
            <a:spAutoFit/>
          </a:bodyPr>
          <a:lstStyle/>
          <a:p>
            <a:pPr>
              <a:spcAft>
                <a:spcPts val="600"/>
              </a:spcAft>
            </a:pPr>
            <a:r>
              <a:rPr lang="es-ES" sz="1400" dirty="0" err="1"/>
              <a:t>Metabolite</a:t>
            </a:r>
            <a:r>
              <a:rPr lang="es-ES" sz="1400" dirty="0"/>
              <a:t> m4: </a:t>
            </a:r>
            <a:r>
              <a:rPr lang="es-ES" sz="1400" dirty="0">
                <a:solidFill>
                  <a:srgbClr val="C00000"/>
                </a:solidFill>
              </a:rPr>
              <a:t>C31H50N7O17P3S</a:t>
            </a:r>
            <a:endParaRPr lang="es-ES" sz="1400" b="1" dirty="0">
              <a:solidFill>
                <a:srgbClr val="C00000"/>
              </a:solidFill>
            </a:endParaRPr>
          </a:p>
        </p:txBody>
      </p:sp>
    </p:spTree>
    <p:extLst>
      <p:ext uri="{BB962C8B-B14F-4D97-AF65-F5344CB8AC3E}">
        <p14:creationId xmlns:p14="http://schemas.microsoft.com/office/powerpoint/2010/main" val="31845805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6" name="Graphic 45">
            <a:extLst>
              <a:ext uri="{FF2B5EF4-FFF2-40B4-BE49-F238E27FC236}">
                <a16:creationId xmlns:a16="http://schemas.microsoft.com/office/drawing/2014/main" id="{626ADE63-46A6-CCA2-2409-373D63232ED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324" y="857690"/>
            <a:ext cx="6667500" cy="6029325"/>
          </a:xfrm>
          <a:prstGeom prst="rect">
            <a:avLst/>
          </a:prstGeom>
        </p:spPr>
      </p:pic>
      <p:sp>
        <p:nvSpPr>
          <p:cNvPr id="2" name="Title 1">
            <a:extLst>
              <a:ext uri="{FF2B5EF4-FFF2-40B4-BE49-F238E27FC236}">
                <a16:creationId xmlns:a16="http://schemas.microsoft.com/office/drawing/2014/main" id="{3823179B-9D2D-F996-9FD9-84BA3DCD3633}"/>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FFBB67B-5A73-1EF5-2CB8-3A325AF07879}"/>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FFBB67B-5A73-1EF5-2CB8-3A325AF07879}"/>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4"/>
                <a:stretch>
                  <a:fillRect l="-998" t="-1961" b="-5490"/>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1B9D0122-EE2A-6B06-4EC9-46AA73E34AF9}"/>
              </a:ext>
            </a:extLst>
          </p:cNvPr>
          <p:cNvGrpSpPr/>
          <p:nvPr/>
        </p:nvGrpSpPr>
        <p:grpSpPr>
          <a:xfrm>
            <a:off x="6660176" y="1649888"/>
            <a:ext cx="5510514" cy="2723800"/>
            <a:chOff x="6681486" y="2600620"/>
            <a:chExt cx="5510514" cy="2723800"/>
          </a:xfrm>
        </p:grpSpPr>
        <p:sp>
          <p:nvSpPr>
            <p:cNvPr id="48" name="Oval 47">
              <a:extLst>
                <a:ext uri="{FF2B5EF4-FFF2-40B4-BE49-F238E27FC236}">
                  <a16:creationId xmlns:a16="http://schemas.microsoft.com/office/drawing/2014/main" id="{381E688D-F7B1-B9C2-68AE-0A741E28239E}"/>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C8BA605-8A53-A383-773F-09F414DD9D61}"/>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0" name="Straight Arrow Connector 49">
              <a:extLst>
                <a:ext uri="{FF2B5EF4-FFF2-40B4-BE49-F238E27FC236}">
                  <a16:creationId xmlns:a16="http://schemas.microsoft.com/office/drawing/2014/main" id="{1C570875-FA04-5983-08A4-9CD3F7198087}"/>
                </a:ext>
              </a:extLst>
            </p:cNvPr>
            <p:cNvCxnSpPr>
              <a:cxnSpLocks/>
              <a:stCxn id="49" idx="6"/>
              <a:endCxn id="61"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51" name="Straight Arrow Connector 50">
              <a:extLst>
                <a:ext uri="{FF2B5EF4-FFF2-40B4-BE49-F238E27FC236}">
                  <a16:creationId xmlns:a16="http://schemas.microsoft.com/office/drawing/2014/main" id="{6B4E7AA1-3299-D0A5-38F4-0607CDAE63AA}"/>
                </a:ext>
              </a:extLst>
            </p:cNvPr>
            <p:cNvCxnSpPr>
              <a:cxnSpLocks/>
              <a:stCxn id="48" idx="6"/>
              <a:endCxn id="61"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2D5619C-07E5-3A24-75A8-7F054F67BDFA}"/>
                    </a:ext>
                  </a:extLst>
                </p:cNvPr>
                <p:cNvSpPr txBox="1"/>
                <p:nvPr/>
              </p:nvSpPr>
              <p:spPr>
                <a:xfrm>
                  <a:off x="10093467" y="275423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2" name="TextBox 51">
                  <a:extLst>
                    <a:ext uri="{FF2B5EF4-FFF2-40B4-BE49-F238E27FC236}">
                      <a16:creationId xmlns:a16="http://schemas.microsoft.com/office/drawing/2014/main" id="{12D5619C-07E5-3A24-75A8-7F054F67BDFA}"/>
                    </a:ext>
                  </a:extLst>
                </p:cNvPr>
                <p:cNvSpPr txBox="1">
                  <a:spLocks noRot="1" noChangeAspect="1" noMove="1" noResize="1" noEditPoints="1" noAdjustHandles="1" noChangeArrowheads="1" noChangeShapeType="1" noTextEdit="1"/>
                </p:cNvSpPr>
                <p:nvPr/>
              </p:nvSpPr>
              <p:spPr>
                <a:xfrm>
                  <a:off x="10093467" y="2754238"/>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EE527C76-CE34-2DE5-13B7-8858B3AF5588}"/>
                    </a:ext>
                  </a:extLst>
                </p:cNvPr>
                <p:cNvSpPr txBox="1"/>
                <p:nvPr/>
              </p:nvSpPr>
              <p:spPr>
                <a:xfrm>
                  <a:off x="10162053" y="455301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m:t>
                            </m:r>
                          </m:e>
                          <m:sub>
                            <m:r>
                              <a:rPr lang="de-DE" sz="2400" b="0" i="1" smtClean="0">
                                <a:solidFill>
                                  <a:srgbClr val="C00000"/>
                                </a:solidFill>
                                <a:latin typeface="Cambria Math" panose="02040503050406030204" pitchFamily="18" charset="0"/>
                              </a:rPr>
                              <m:t>4</m:t>
                            </m:r>
                          </m:sub>
                        </m:sSub>
                      </m:oMath>
                    </m:oMathPara>
                  </a14:m>
                  <a:endParaRPr lang="en-US" sz="2400" dirty="0">
                    <a:solidFill>
                      <a:schemeClr val="tx1"/>
                    </a:solidFill>
                  </a:endParaRPr>
                </a:p>
              </p:txBody>
            </p:sp>
          </mc:Choice>
          <mc:Fallback xmlns="">
            <p:sp>
              <p:nvSpPr>
                <p:cNvPr id="53" name="TextBox 52">
                  <a:extLst>
                    <a:ext uri="{FF2B5EF4-FFF2-40B4-BE49-F238E27FC236}">
                      <a16:creationId xmlns:a16="http://schemas.microsoft.com/office/drawing/2014/main" id="{EE527C76-CE34-2DE5-13B7-8858B3AF5588}"/>
                    </a:ext>
                  </a:extLst>
                </p:cNvPr>
                <p:cNvSpPr txBox="1">
                  <a:spLocks noRot="1" noChangeAspect="1" noMove="1" noResize="1" noEditPoints="1" noAdjustHandles="1" noChangeArrowheads="1" noChangeShapeType="1" noTextEdit="1"/>
                </p:cNvSpPr>
                <p:nvPr/>
              </p:nvSpPr>
              <p:spPr>
                <a:xfrm>
                  <a:off x="10162053" y="4553013"/>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A160E4DF-CAE3-24B0-F913-7684C9DD8037}"/>
                    </a:ext>
                  </a:extLst>
                </p:cNvPr>
                <p:cNvSpPr txBox="1"/>
                <p:nvPr/>
              </p:nvSpPr>
              <p:spPr>
                <a:xfrm>
                  <a:off x="7780858" y="2712893"/>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0070C0"/>
                                </a:solidFill>
                                <a:latin typeface="Cambria Math" panose="02040503050406030204" pitchFamily="18" charset="0"/>
                              </a:rPr>
                            </m:ctrlPr>
                          </m:sSubPr>
                          <m:e>
                            <m:r>
                              <m:rPr>
                                <m:sty m:val="p"/>
                              </m:rPr>
                              <a:rPr lang="de-DE" sz="2400" b="0" i="0" smtClean="0">
                                <a:solidFill>
                                  <a:srgbClr val="0070C0"/>
                                </a:solidFill>
                                <a:latin typeface="Cambria Math" panose="02040503050406030204" pitchFamily="18" charset="0"/>
                              </a:rPr>
                              <m:t>m</m:t>
                            </m:r>
                          </m:e>
                          <m:sub>
                            <m:r>
                              <a:rPr lang="de-DE" sz="2400" b="0" i="1" smtClean="0">
                                <a:solidFill>
                                  <a:srgbClr val="0070C0"/>
                                </a:solidFill>
                                <a:latin typeface="Cambria Math" panose="02040503050406030204" pitchFamily="18" charset="0"/>
                              </a:rPr>
                              <m:t>2</m:t>
                            </m:r>
                          </m:sub>
                        </m:sSub>
                      </m:oMath>
                    </m:oMathPara>
                  </a14:m>
                  <a:endParaRPr lang="en-US" sz="2400" dirty="0">
                    <a:solidFill>
                      <a:schemeClr val="tx1"/>
                    </a:solidFill>
                  </a:endParaRPr>
                </a:p>
              </p:txBody>
            </p:sp>
          </mc:Choice>
          <mc:Fallback xmlns="">
            <p:sp>
              <p:nvSpPr>
                <p:cNvPr id="54" name="TextBox 53">
                  <a:extLst>
                    <a:ext uri="{FF2B5EF4-FFF2-40B4-BE49-F238E27FC236}">
                      <a16:creationId xmlns:a16="http://schemas.microsoft.com/office/drawing/2014/main" id="{A160E4DF-CAE3-24B0-F913-7684C9DD8037}"/>
                    </a:ext>
                  </a:extLst>
                </p:cNvPr>
                <p:cNvSpPr txBox="1">
                  <a:spLocks noRot="1" noChangeAspect="1" noMove="1" noResize="1" noEditPoints="1" noAdjustHandles="1" noChangeArrowheads="1" noChangeShapeType="1" noTextEdit="1"/>
                </p:cNvSpPr>
                <p:nvPr/>
              </p:nvSpPr>
              <p:spPr>
                <a:xfrm>
                  <a:off x="7780858" y="2712893"/>
                  <a:ext cx="1006792" cy="461665"/>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A64B5B1A-1541-DCA8-34F8-DC0758820845}"/>
                    </a:ext>
                  </a:extLst>
                </p:cNvPr>
                <p:cNvSpPr txBox="1"/>
                <p:nvPr/>
              </p:nvSpPr>
              <p:spPr>
                <a:xfrm>
                  <a:off x="7821640" y="455677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accent6">
                                    <a:lumMod val="75000"/>
                                  </a:schemeClr>
                                </a:solidFill>
                                <a:latin typeface="Cambria Math" panose="02040503050406030204" pitchFamily="18" charset="0"/>
                              </a:rPr>
                            </m:ctrlPr>
                          </m:sSubPr>
                          <m:e>
                            <m:r>
                              <m:rPr>
                                <m:sty m:val="p"/>
                              </m:rPr>
                              <a:rPr lang="de-DE" sz="2400" b="0" i="0" smtClean="0">
                                <a:solidFill>
                                  <a:schemeClr val="accent6">
                                    <a:lumMod val="75000"/>
                                  </a:schemeClr>
                                </a:solidFill>
                                <a:latin typeface="Cambria Math" panose="02040503050406030204" pitchFamily="18" charset="0"/>
                              </a:rPr>
                              <m:t>m</m:t>
                            </m:r>
                          </m:e>
                          <m:sub>
                            <m:r>
                              <a:rPr lang="de-DE" sz="2400" b="0" i="1" smtClean="0">
                                <a:solidFill>
                                  <a:schemeClr val="accent6">
                                    <a:lumMod val="75000"/>
                                  </a:schemeClr>
                                </a:solidFill>
                                <a:latin typeface="Cambria Math" panose="02040503050406030204" pitchFamily="18" charset="0"/>
                              </a:rPr>
                              <m:t>3</m:t>
                            </m:r>
                          </m:sub>
                        </m:sSub>
                      </m:oMath>
                    </m:oMathPara>
                  </a14:m>
                  <a:endParaRPr lang="en-US" sz="2400" dirty="0">
                    <a:solidFill>
                      <a:schemeClr val="tx1"/>
                    </a:solidFill>
                  </a:endParaRPr>
                </a:p>
              </p:txBody>
            </p:sp>
          </mc:Choice>
          <mc:Fallback xmlns="">
            <p:sp>
              <p:nvSpPr>
                <p:cNvPr id="55" name="TextBox 54">
                  <a:extLst>
                    <a:ext uri="{FF2B5EF4-FFF2-40B4-BE49-F238E27FC236}">
                      <a16:creationId xmlns:a16="http://schemas.microsoft.com/office/drawing/2014/main" id="{A64B5B1A-1541-DCA8-34F8-DC0758820845}"/>
                    </a:ext>
                  </a:extLst>
                </p:cNvPr>
                <p:cNvSpPr txBox="1">
                  <a:spLocks noRot="1" noChangeAspect="1" noMove="1" noResize="1" noEditPoints="1" noAdjustHandles="1" noChangeArrowheads="1" noChangeShapeType="1" noTextEdit="1"/>
                </p:cNvSpPr>
                <p:nvPr/>
              </p:nvSpPr>
              <p:spPr>
                <a:xfrm>
                  <a:off x="7821640" y="4556777"/>
                  <a:ext cx="1006792" cy="461665"/>
                </a:xfrm>
                <a:prstGeom prst="rect">
                  <a:avLst/>
                </a:prstGeom>
                <a:blipFill>
                  <a:blip r:embed="rId8"/>
                  <a:stretch>
                    <a:fillRect/>
                  </a:stretch>
                </a:blipFill>
              </p:spPr>
              <p:txBody>
                <a:bodyPr/>
                <a:lstStyle/>
                <a:p>
                  <a:r>
                    <a:rPr lang="en-US">
                      <a:noFill/>
                    </a:rPr>
                    <a:t> </a:t>
                  </a:r>
                </a:p>
              </p:txBody>
            </p:sp>
          </mc:Fallback>
        </mc:AlternateContent>
        <p:sp>
          <p:nvSpPr>
            <p:cNvPr id="56" name="Oval 55">
              <a:extLst>
                <a:ext uri="{FF2B5EF4-FFF2-40B4-BE49-F238E27FC236}">
                  <a16:creationId xmlns:a16="http://schemas.microsoft.com/office/drawing/2014/main" id="{A0117D18-8DB2-37E0-D8C7-975965FBBAB4}"/>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7" name="Straight Arrow Connector 56">
              <a:extLst>
                <a:ext uri="{FF2B5EF4-FFF2-40B4-BE49-F238E27FC236}">
                  <a16:creationId xmlns:a16="http://schemas.microsoft.com/office/drawing/2014/main" id="{5CF489CC-2598-77BA-3929-F6D82A31D9F8}"/>
                </a:ext>
              </a:extLst>
            </p:cNvPr>
            <p:cNvCxnSpPr>
              <a:cxnSpLocks/>
              <a:stCxn id="56" idx="7"/>
              <a:endCxn id="48"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BDDC60-A96B-BAAE-A671-068F13349521}"/>
                    </a:ext>
                  </a:extLst>
                </p:cNvPr>
                <p:cNvSpPr txBox="1"/>
                <p:nvPr/>
              </p:nvSpPr>
              <p:spPr>
                <a:xfrm>
                  <a:off x="6681486" y="3500454"/>
                  <a:ext cx="6427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m:t>
                            </m:r>
                          </m:e>
                          <m:sub>
                            <m:r>
                              <a:rPr lang="de-DE" sz="2400" b="0" i="1" smtClean="0">
                                <a:solidFill>
                                  <a:schemeClr val="tx1"/>
                                </a:solidFill>
                                <a:latin typeface="Cambria Math" panose="02040503050406030204" pitchFamily="18" charset="0"/>
                              </a:rPr>
                              <m:t>1</m:t>
                            </m:r>
                          </m:sub>
                        </m:sSub>
                      </m:oMath>
                    </m:oMathPara>
                  </a14:m>
                  <a:endParaRPr lang="en-US" sz="2400" dirty="0">
                    <a:solidFill>
                      <a:schemeClr val="tx1"/>
                    </a:solidFill>
                  </a:endParaRPr>
                </a:p>
              </p:txBody>
            </p:sp>
          </mc:Choice>
          <mc:Fallback xmlns="">
            <p:sp>
              <p:nvSpPr>
                <p:cNvPr id="58" name="TextBox 57">
                  <a:extLst>
                    <a:ext uri="{FF2B5EF4-FFF2-40B4-BE49-F238E27FC236}">
                      <a16:creationId xmlns:a16="http://schemas.microsoft.com/office/drawing/2014/main" id="{D8BDDC60-A96B-BAAE-A671-068F13349521}"/>
                    </a:ext>
                  </a:extLst>
                </p:cNvPr>
                <p:cNvSpPr txBox="1">
                  <a:spLocks noRot="1" noChangeAspect="1" noMove="1" noResize="1" noEditPoints="1" noAdjustHandles="1" noChangeArrowheads="1" noChangeShapeType="1" noTextEdit="1"/>
                </p:cNvSpPr>
                <p:nvPr/>
              </p:nvSpPr>
              <p:spPr>
                <a:xfrm>
                  <a:off x="6681486" y="3500454"/>
                  <a:ext cx="642780" cy="461665"/>
                </a:xfrm>
                <a:prstGeom prst="rect">
                  <a:avLst/>
                </a:prstGeom>
                <a:blipFill>
                  <a:blip r:embed="rId9"/>
                  <a:stretch>
                    <a:fillRect/>
                  </a:stretch>
                </a:blipFill>
              </p:spPr>
              <p:txBody>
                <a:bodyPr/>
                <a:lstStyle/>
                <a:p>
                  <a:r>
                    <a:rPr lang="en-US">
                      <a:noFill/>
                    </a:rPr>
                    <a:t> </a:t>
                  </a:r>
                </a:p>
              </p:txBody>
            </p:sp>
          </mc:Fallback>
        </mc:AlternateContent>
        <p:cxnSp>
          <p:nvCxnSpPr>
            <p:cNvPr id="59" name="Straight Arrow Connector 58">
              <a:extLst>
                <a:ext uri="{FF2B5EF4-FFF2-40B4-BE49-F238E27FC236}">
                  <a16:creationId xmlns:a16="http://schemas.microsoft.com/office/drawing/2014/main" id="{31EBB81A-06DA-29CA-4D4F-3035101FC845}"/>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60" name="Straight Arrow Connector 59">
              <a:extLst>
                <a:ext uri="{FF2B5EF4-FFF2-40B4-BE49-F238E27FC236}">
                  <a16:creationId xmlns:a16="http://schemas.microsoft.com/office/drawing/2014/main" id="{80059042-5FBA-9A9C-171E-9CC239A92D15}"/>
                </a:ext>
              </a:extLst>
            </p:cNvPr>
            <p:cNvCxnSpPr>
              <a:cxnSpLocks/>
              <a:stCxn id="56" idx="5"/>
              <a:endCxn id="49"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AF0D208A-3297-6E61-B6C6-E76ABA542FF0}"/>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2" name="Straight Arrow Connector 61">
              <a:extLst>
                <a:ext uri="{FF2B5EF4-FFF2-40B4-BE49-F238E27FC236}">
                  <a16:creationId xmlns:a16="http://schemas.microsoft.com/office/drawing/2014/main" id="{06450E29-4B18-783F-8012-BD44F728A77C}"/>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3" name="TextBox 62">
                  <a:extLst>
                    <a:ext uri="{FF2B5EF4-FFF2-40B4-BE49-F238E27FC236}">
                      <a16:creationId xmlns:a16="http://schemas.microsoft.com/office/drawing/2014/main" id="{1B99AFF1-891C-14CE-91BA-8474EF1F0C36}"/>
                    </a:ext>
                  </a:extLst>
                </p:cNvPr>
                <p:cNvSpPr txBox="1"/>
                <p:nvPr/>
              </p:nvSpPr>
              <p:spPr>
                <a:xfrm>
                  <a:off x="11185208" y="334032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m:t>
                            </m:r>
                          </m:e>
                          <m:sub>
                            <m:r>
                              <a:rPr lang="de-DE" sz="2400" b="0" i="1" smtClean="0">
                                <a:latin typeface="Cambria Math" panose="02040503050406030204" pitchFamily="18" charset="0"/>
                              </a:rPr>
                              <m:t>5</m:t>
                            </m:r>
                          </m:sub>
                        </m:sSub>
                      </m:oMath>
                    </m:oMathPara>
                  </a14:m>
                  <a:endParaRPr lang="en-US" sz="2400" dirty="0"/>
                </a:p>
              </p:txBody>
            </p:sp>
          </mc:Choice>
          <mc:Fallback xmlns="">
            <p:sp>
              <p:nvSpPr>
                <p:cNvPr id="63" name="TextBox 62">
                  <a:extLst>
                    <a:ext uri="{FF2B5EF4-FFF2-40B4-BE49-F238E27FC236}">
                      <a16:creationId xmlns:a16="http://schemas.microsoft.com/office/drawing/2014/main" id="{1B99AFF1-891C-14CE-91BA-8474EF1F0C36}"/>
                    </a:ext>
                  </a:extLst>
                </p:cNvPr>
                <p:cNvSpPr txBox="1">
                  <a:spLocks noRot="1" noChangeAspect="1" noMove="1" noResize="1" noEditPoints="1" noAdjustHandles="1" noChangeArrowheads="1" noChangeShapeType="1" noTextEdit="1"/>
                </p:cNvSpPr>
                <p:nvPr/>
              </p:nvSpPr>
              <p:spPr>
                <a:xfrm>
                  <a:off x="11185208" y="3340327"/>
                  <a:ext cx="1006792"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4" name="TextBox 63">
                  <a:extLst>
                    <a:ext uri="{FF2B5EF4-FFF2-40B4-BE49-F238E27FC236}">
                      <a16:creationId xmlns:a16="http://schemas.microsoft.com/office/drawing/2014/main" id="{89269D2D-FF3E-67DF-2686-65BCB1C7F834}"/>
                    </a:ext>
                  </a:extLst>
                </p:cNvPr>
                <p:cNvSpPr txBox="1"/>
                <p:nvPr/>
              </p:nvSpPr>
              <p:spPr>
                <a:xfrm>
                  <a:off x="10865547" y="370708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64" name="TextBox 63">
                  <a:extLst>
                    <a:ext uri="{FF2B5EF4-FFF2-40B4-BE49-F238E27FC236}">
                      <a16:creationId xmlns:a16="http://schemas.microsoft.com/office/drawing/2014/main" id="{89269D2D-FF3E-67DF-2686-65BCB1C7F834}"/>
                    </a:ext>
                  </a:extLst>
                </p:cNvPr>
                <p:cNvSpPr txBox="1">
                  <a:spLocks noRot="1" noChangeAspect="1" noMove="1" noResize="1" noEditPoints="1" noAdjustHandles="1" noChangeArrowheads="1" noChangeShapeType="1" noTextEdit="1"/>
                </p:cNvSpPr>
                <p:nvPr/>
              </p:nvSpPr>
              <p:spPr>
                <a:xfrm>
                  <a:off x="10865547" y="3707087"/>
                  <a:ext cx="527465"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5" name="TextBox 64">
                  <a:extLst>
                    <a:ext uri="{FF2B5EF4-FFF2-40B4-BE49-F238E27FC236}">
                      <a16:creationId xmlns:a16="http://schemas.microsoft.com/office/drawing/2014/main" id="{5D3C1859-8246-98F9-DCE1-853234CF86D2}"/>
                    </a:ext>
                  </a:extLst>
                </p:cNvPr>
                <p:cNvSpPr txBox="1"/>
                <p:nvPr/>
              </p:nvSpPr>
              <p:spPr>
                <a:xfrm>
                  <a:off x="9166996" y="260062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65" name="TextBox 64">
                  <a:extLst>
                    <a:ext uri="{FF2B5EF4-FFF2-40B4-BE49-F238E27FC236}">
                      <a16:creationId xmlns:a16="http://schemas.microsoft.com/office/drawing/2014/main" id="{5D3C1859-8246-98F9-DCE1-853234CF86D2}"/>
                    </a:ext>
                  </a:extLst>
                </p:cNvPr>
                <p:cNvSpPr txBox="1">
                  <a:spLocks noRot="1" noChangeAspect="1" noMove="1" noResize="1" noEditPoints="1" noAdjustHandles="1" noChangeArrowheads="1" noChangeShapeType="1" noTextEdit="1"/>
                </p:cNvSpPr>
                <p:nvPr/>
              </p:nvSpPr>
              <p:spPr>
                <a:xfrm>
                  <a:off x="9166996" y="2600620"/>
                  <a:ext cx="656402" cy="461665"/>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E4AD945A-9B68-249B-6B9D-07D01CA66632}"/>
                    </a:ext>
                  </a:extLst>
                </p:cNvPr>
                <p:cNvSpPr txBox="1"/>
                <p:nvPr/>
              </p:nvSpPr>
              <p:spPr>
                <a:xfrm>
                  <a:off x="9253547" y="4816306"/>
                  <a:ext cx="495606"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66" name="TextBox 65">
                  <a:extLst>
                    <a:ext uri="{FF2B5EF4-FFF2-40B4-BE49-F238E27FC236}">
                      <a16:creationId xmlns:a16="http://schemas.microsoft.com/office/drawing/2014/main" id="{E4AD945A-9B68-249B-6B9D-07D01CA66632}"/>
                    </a:ext>
                  </a:extLst>
                </p:cNvPr>
                <p:cNvSpPr txBox="1">
                  <a:spLocks noRot="1" noChangeAspect="1" noMove="1" noResize="1" noEditPoints="1" noAdjustHandles="1" noChangeArrowheads="1" noChangeShapeType="1" noTextEdit="1"/>
                </p:cNvSpPr>
                <p:nvPr/>
              </p:nvSpPr>
              <p:spPr>
                <a:xfrm>
                  <a:off x="9253547" y="4816306"/>
                  <a:ext cx="495606" cy="461665"/>
                </a:xfrm>
                <a:prstGeom prst="rect">
                  <a:avLst/>
                </a:prstGeom>
                <a:blipFill>
                  <a:blip r:embed="rId1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BA195E55-FCB0-F83C-3F4E-83E2D76AF7A5}"/>
                    </a:ext>
                  </a:extLst>
                </p:cNvPr>
                <p:cNvSpPr txBox="1"/>
                <p:nvPr/>
              </p:nvSpPr>
              <p:spPr>
                <a:xfrm>
                  <a:off x="7421987" y="3705377"/>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67" name="TextBox 66">
                  <a:extLst>
                    <a:ext uri="{FF2B5EF4-FFF2-40B4-BE49-F238E27FC236}">
                      <a16:creationId xmlns:a16="http://schemas.microsoft.com/office/drawing/2014/main" id="{BA195E55-FCB0-F83C-3F4E-83E2D76AF7A5}"/>
                    </a:ext>
                  </a:extLst>
                </p:cNvPr>
                <p:cNvSpPr txBox="1">
                  <a:spLocks noRot="1" noChangeAspect="1" noMove="1" noResize="1" noEditPoints="1" noAdjustHandles="1" noChangeArrowheads="1" noChangeShapeType="1" noTextEdit="1"/>
                </p:cNvSpPr>
                <p:nvPr/>
              </p:nvSpPr>
              <p:spPr>
                <a:xfrm>
                  <a:off x="7421987" y="3705377"/>
                  <a:ext cx="527465" cy="461665"/>
                </a:xfrm>
                <a:prstGeom prst="rect">
                  <a:avLst/>
                </a:prstGeom>
                <a:blipFill>
                  <a:blip r:embed="rId14"/>
                  <a:stretch>
                    <a:fillRect/>
                  </a:stretch>
                </a:blipFill>
              </p:spPr>
              <p:txBody>
                <a:bodyPr/>
                <a:lstStyle/>
                <a:p>
                  <a:r>
                    <a:rPr lang="en-US">
                      <a:noFill/>
                    </a:rPr>
                    <a:t> </a:t>
                  </a:r>
                </a:p>
              </p:txBody>
            </p:sp>
          </mc:Fallback>
        </mc:AlternateContent>
      </p:grpSp>
      <p:pic>
        <p:nvPicPr>
          <p:cNvPr id="5" name="Picture 4">
            <a:extLst>
              <a:ext uri="{FF2B5EF4-FFF2-40B4-BE49-F238E27FC236}">
                <a16:creationId xmlns:a16="http://schemas.microsoft.com/office/drawing/2014/main" id="{2BEB7D24-477A-B101-2E80-AD1B87394308}"/>
              </a:ext>
            </a:extLst>
          </p:cNvPr>
          <p:cNvPicPr>
            <a:picLocks noChangeAspect="1"/>
          </p:cNvPicPr>
          <p:nvPr/>
        </p:nvPicPr>
        <p:blipFill>
          <a:blip r:embed="rId15"/>
          <a:stretch>
            <a:fillRect/>
          </a:stretch>
        </p:blipFill>
        <p:spPr>
          <a:xfrm>
            <a:off x="6294342" y="3253333"/>
            <a:ext cx="5855121" cy="3599089"/>
          </a:xfrm>
          <a:prstGeom prst="rect">
            <a:avLst/>
          </a:prstGeom>
        </p:spPr>
      </p:pic>
    </p:spTree>
    <p:extLst>
      <p:ext uri="{BB962C8B-B14F-4D97-AF65-F5344CB8AC3E}">
        <p14:creationId xmlns:p14="http://schemas.microsoft.com/office/powerpoint/2010/main" val="120592884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99F7EB-C2E3-64FF-BE30-83C78DB06225}"/>
            </a:ext>
          </a:extLst>
        </p:cNvPr>
        <p:cNvGrpSpPr/>
        <p:nvPr/>
      </p:nvGrpSpPr>
      <p:grpSpPr>
        <a:xfrm>
          <a:off x="0" y="0"/>
          <a:ext cx="0" cy="0"/>
          <a:chOff x="0" y="0"/>
          <a:chExt cx="0" cy="0"/>
        </a:xfrm>
      </p:grpSpPr>
      <p:pic>
        <p:nvPicPr>
          <p:cNvPr id="46" name="Graphic 45">
            <a:extLst>
              <a:ext uri="{FF2B5EF4-FFF2-40B4-BE49-F238E27FC236}">
                <a16:creationId xmlns:a16="http://schemas.microsoft.com/office/drawing/2014/main" id="{87AE8ACF-B425-F873-BB0D-14E0CECCCE4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7324" y="857690"/>
            <a:ext cx="6667500" cy="6029325"/>
          </a:xfrm>
          <a:prstGeom prst="rect">
            <a:avLst/>
          </a:prstGeom>
        </p:spPr>
      </p:pic>
      <p:grpSp>
        <p:nvGrpSpPr>
          <p:cNvPr id="42" name="Group 41">
            <a:extLst>
              <a:ext uri="{FF2B5EF4-FFF2-40B4-BE49-F238E27FC236}">
                <a16:creationId xmlns:a16="http://schemas.microsoft.com/office/drawing/2014/main" id="{EC24C5DB-E692-77ED-8392-A28160FABA27}"/>
              </a:ext>
            </a:extLst>
          </p:cNvPr>
          <p:cNvGrpSpPr>
            <a:grpSpLocks noChangeAspect="1"/>
          </p:cNvGrpSpPr>
          <p:nvPr/>
        </p:nvGrpSpPr>
        <p:grpSpPr>
          <a:xfrm>
            <a:off x="350303" y="1429570"/>
            <a:ext cx="3298747" cy="1660633"/>
            <a:chOff x="6663597" y="2550649"/>
            <a:chExt cx="5528403" cy="2783072"/>
          </a:xfrm>
        </p:grpSpPr>
        <p:sp>
          <p:nvSpPr>
            <p:cNvPr id="43" name="Oval 42">
              <a:extLst>
                <a:ext uri="{FF2B5EF4-FFF2-40B4-BE49-F238E27FC236}">
                  <a16:creationId xmlns:a16="http://schemas.microsoft.com/office/drawing/2014/main" id="{F4B32DDF-B96B-F56C-630C-4AED3D9D131F}"/>
                </a:ext>
              </a:extLst>
            </p:cNvPr>
            <p:cNvSpPr>
              <a:spLocks noChangeAspect="1"/>
            </p:cNvSpPr>
            <p:nvPr/>
          </p:nvSpPr>
          <p:spPr>
            <a:xfrm>
              <a:off x="9243213" y="2639025"/>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A0D9DE3E-BF55-3627-4E55-B2D5E2B7A892}"/>
                </a:ext>
              </a:extLst>
            </p:cNvPr>
            <p:cNvSpPr>
              <a:spLocks noChangeAspect="1"/>
            </p:cNvSpPr>
            <p:nvPr/>
          </p:nvSpPr>
          <p:spPr>
            <a:xfrm>
              <a:off x="9254643" y="484161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45" name="Straight Arrow Connector 44">
              <a:extLst>
                <a:ext uri="{FF2B5EF4-FFF2-40B4-BE49-F238E27FC236}">
                  <a16:creationId xmlns:a16="http://schemas.microsoft.com/office/drawing/2014/main" id="{365F6C62-5982-4211-9219-D574FFFBBC14}"/>
                </a:ext>
              </a:extLst>
            </p:cNvPr>
            <p:cNvCxnSpPr>
              <a:cxnSpLocks/>
              <a:stCxn id="44" idx="6"/>
              <a:endCxn id="77" idx="3"/>
            </p:cNvCxnSpPr>
            <p:nvPr/>
          </p:nvCxnSpPr>
          <p:spPr>
            <a:xfrm flipV="1">
              <a:off x="9737446" y="4143385"/>
              <a:ext cx="1208754"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47" name="Straight Arrow Connector 46">
              <a:extLst>
                <a:ext uri="{FF2B5EF4-FFF2-40B4-BE49-F238E27FC236}">
                  <a16:creationId xmlns:a16="http://schemas.microsoft.com/office/drawing/2014/main" id="{73C7332D-5AEA-C801-20B2-2EE4C308BA45}"/>
                </a:ext>
              </a:extLst>
            </p:cNvPr>
            <p:cNvCxnSpPr>
              <a:cxnSpLocks/>
              <a:stCxn id="43" idx="6"/>
              <a:endCxn id="77" idx="1"/>
            </p:cNvCxnSpPr>
            <p:nvPr/>
          </p:nvCxnSpPr>
          <p:spPr>
            <a:xfrm>
              <a:off x="9726016" y="2880427"/>
              <a:ext cx="1220184"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81D9DCE1-64B6-0A8E-991C-3E3214CEDE0C}"/>
                    </a:ext>
                  </a:extLst>
                </p:cNvPr>
                <p:cNvSpPr txBox="1"/>
                <p:nvPr/>
              </p:nvSpPr>
              <p:spPr>
                <a:xfrm>
                  <a:off x="10093468" y="275423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2" name="TextBox 51">
                  <a:extLst>
                    <a:ext uri="{FF2B5EF4-FFF2-40B4-BE49-F238E27FC236}">
                      <a16:creationId xmlns:a16="http://schemas.microsoft.com/office/drawing/2014/main" id="{0333EEF6-07C7-7D32-BB6F-258A035586A2}"/>
                    </a:ext>
                  </a:extLst>
                </p:cNvPr>
                <p:cNvSpPr txBox="1">
                  <a:spLocks noRot="1" noChangeAspect="1" noMove="1" noResize="1" noEditPoints="1" noAdjustHandles="1" noChangeArrowheads="1" noChangeShapeType="1" noTextEdit="1"/>
                </p:cNvSpPr>
                <p:nvPr/>
              </p:nvSpPr>
              <p:spPr>
                <a:xfrm>
                  <a:off x="10093468" y="2754237"/>
                  <a:ext cx="1006793" cy="567386"/>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03550825-D64F-78E3-A218-85989BC22112}"/>
                    </a:ext>
                  </a:extLst>
                </p:cNvPr>
                <p:cNvSpPr txBox="1"/>
                <p:nvPr/>
              </p:nvSpPr>
              <p:spPr>
                <a:xfrm>
                  <a:off x="10162054" y="455301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C00000"/>
                                </a:solidFill>
                                <a:latin typeface="Cambria Math" panose="02040503050406030204" pitchFamily="18" charset="0"/>
                              </a:rPr>
                            </m:ctrlPr>
                          </m:sSubPr>
                          <m:e>
                            <m:r>
                              <m:rPr>
                                <m:sty m:val="p"/>
                              </m:rPr>
                              <a:rPr lang="de-DE" sz="1600" b="0" i="0" smtClean="0">
                                <a:solidFill>
                                  <a:srgbClr val="C00000"/>
                                </a:solidFill>
                                <a:latin typeface="Cambria Math" panose="02040503050406030204" pitchFamily="18" charset="0"/>
                              </a:rPr>
                              <m:t>m</m:t>
                            </m:r>
                          </m:e>
                          <m:sub>
                            <m:r>
                              <a:rPr lang="de-DE" sz="1600" b="0" i="1" smtClean="0">
                                <a:solidFill>
                                  <a:srgbClr val="C00000"/>
                                </a:solidFill>
                                <a:latin typeface="Cambria Math" panose="02040503050406030204" pitchFamily="18" charset="0"/>
                              </a:rPr>
                              <m:t>4</m:t>
                            </m:r>
                          </m:sub>
                        </m:sSub>
                      </m:oMath>
                    </m:oMathPara>
                  </a14:m>
                  <a:endParaRPr lang="en-US" sz="1600" dirty="0">
                    <a:solidFill>
                      <a:schemeClr val="tx1"/>
                    </a:solidFill>
                  </a:endParaRPr>
                </a:p>
              </p:txBody>
            </p:sp>
          </mc:Choice>
          <mc:Fallback xmlns="">
            <p:sp>
              <p:nvSpPr>
                <p:cNvPr id="53" name="TextBox 52">
                  <a:extLst>
                    <a:ext uri="{FF2B5EF4-FFF2-40B4-BE49-F238E27FC236}">
                      <a16:creationId xmlns:a16="http://schemas.microsoft.com/office/drawing/2014/main" id="{5ED931BD-4FFE-2C0F-300F-2AE9B84C8EBD}"/>
                    </a:ext>
                  </a:extLst>
                </p:cNvPr>
                <p:cNvSpPr txBox="1">
                  <a:spLocks noRot="1" noChangeAspect="1" noMove="1" noResize="1" noEditPoints="1" noAdjustHandles="1" noChangeArrowheads="1" noChangeShapeType="1" noTextEdit="1"/>
                </p:cNvSpPr>
                <p:nvPr/>
              </p:nvSpPr>
              <p:spPr>
                <a:xfrm>
                  <a:off x="10162054" y="4553016"/>
                  <a:ext cx="1006793" cy="567386"/>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0" name="TextBox 69">
                  <a:extLst>
                    <a:ext uri="{FF2B5EF4-FFF2-40B4-BE49-F238E27FC236}">
                      <a16:creationId xmlns:a16="http://schemas.microsoft.com/office/drawing/2014/main" id="{832DCA54-0B60-2C66-E66E-80E6C04716F3}"/>
                    </a:ext>
                  </a:extLst>
                </p:cNvPr>
                <p:cNvSpPr txBox="1"/>
                <p:nvPr/>
              </p:nvSpPr>
              <p:spPr>
                <a:xfrm>
                  <a:off x="7780858" y="2712894"/>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rgbClr val="0070C0"/>
                                </a:solidFill>
                                <a:latin typeface="Cambria Math" panose="02040503050406030204" pitchFamily="18" charset="0"/>
                              </a:rPr>
                            </m:ctrlPr>
                          </m:sSubPr>
                          <m:e>
                            <m:r>
                              <m:rPr>
                                <m:sty m:val="p"/>
                              </m:rPr>
                              <a:rPr lang="de-DE" sz="1600" b="0" i="0" smtClean="0">
                                <a:solidFill>
                                  <a:srgbClr val="0070C0"/>
                                </a:solidFill>
                                <a:latin typeface="Cambria Math" panose="02040503050406030204" pitchFamily="18" charset="0"/>
                              </a:rPr>
                              <m:t>m</m:t>
                            </m:r>
                          </m:e>
                          <m:sub>
                            <m:r>
                              <a:rPr lang="de-DE" sz="1600" b="0" i="1" smtClean="0">
                                <a:solidFill>
                                  <a:srgbClr val="0070C0"/>
                                </a:solidFill>
                                <a:latin typeface="Cambria Math" panose="02040503050406030204" pitchFamily="18" charset="0"/>
                              </a:rPr>
                              <m:t>2</m:t>
                            </m:r>
                          </m:sub>
                        </m:sSub>
                      </m:oMath>
                    </m:oMathPara>
                  </a14:m>
                  <a:endParaRPr lang="en-US" sz="1600" dirty="0">
                    <a:solidFill>
                      <a:schemeClr val="tx1"/>
                    </a:solidFill>
                  </a:endParaRPr>
                </a:p>
              </p:txBody>
            </p:sp>
          </mc:Choice>
          <mc:Fallback xmlns="">
            <p:sp>
              <p:nvSpPr>
                <p:cNvPr id="54" name="TextBox 53">
                  <a:extLst>
                    <a:ext uri="{FF2B5EF4-FFF2-40B4-BE49-F238E27FC236}">
                      <a16:creationId xmlns:a16="http://schemas.microsoft.com/office/drawing/2014/main" id="{848E4F99-B0FC-ED1C-7747-B9F5AAF65723}"/>
                    </a:ext>
                  </a:extLst>
                </p:cNvPr>
                <p:cNvSpPr txBox="1">
                  <a:spLocks noRot="1" noChangeAspect="1" noMove="1" noResize="1" noEditPoints="1" noAdjustHandles="1" noChangeArrowheads="1" noChangeShapeType="1" noTextEdit="1"/>
                </p:cNvSpPr>
                <p:nvPr/>
              </p:nvSpPr>
              <p:spPr>
                <a:xfrm>
                  <a:off x="7780858" y="2712894"/>
                  <a:ext cx="1006793" cy="567386"/>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883665C1-E4DF-AA6F-2820-80973310D3B7}"/>
                    </a:ext>
                  </a:extLst>
                </p:cNvPr>
                <p:cNvSpPr txBox="1"/>
                <p:nvPr/>
              </p:nvSpPr>
              <p:spPr>
                <a:xfrm>
                  <a:off x="7821643" y="4556776"/>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accent6">
                                    <a:lumMod val="75000"/>
                                  </a:schemeClr>
                                </a:solidFill>
                                <a:latin typeface="Cambria Math" panose="02040503050406030204" pitchFamily="18" charset="0"/>
                              </a:rPr>
                            </m:ctrlPr>
                          </m:sSubPr>
                          <m:e>
                            <m:r>
                              <m:rPr>
                                <m:sty m:val="p"/>
                              </m:rPr>
                              <a:rPr lang="de-DE" sz="1600" b="0" i="0" smtClean="0">
                                <a:solidFill>
                                  <a:schemeClr val="accent6">
                                    <a:lumMod val="75000"/>
                                  </a:schemeClr>
                                </a:solidFill>
                                <a:latin typeface="Cambria Math" panose="02040503050406030204" pitchFamily="18" charset="0"/>
                              </a:rPr>
                              <m:t>m</m:t>
                            </m:r>
                          </m:e>
                          <m:sub>
                            <m:r>
                              <a:rPr lang="de-DE" sz="1600" b="0" i="1" smtClean="0">
                                <a:solidFill>
                                  <a:schemeClr val="accent6">
                                    <a:lumMod val="75000"/>
                                  </a:schemeClr>
                                </a:solidFill>
                                <a:latin typeface="Cambria Math" panose="02040503050406030204" pitchFamily="18" charset="0"/>
                              </a:rPr>
                              <m:t>3</m:t>
                            </m:r>
                          </m:sub>
                        </m:sSub>
                      </m:oMath>
                    </m:oMathPara>
                  </a14:m>
                  <a:endParaRPr lang="en-US" sz="1600" dirty="0">
                    <a:solidFill>
                      <a:schemeClr val="tx1"/>
                    </a:solidFill>
                  </a:endParaRPr>
                </a:p>
              </p:txBody>
            </p:sp>
          </mc:Choice>
          <mc:Fallback xmlns="">
            <p:sp>
              <p:nvSpPr>
                <p:cNvPr id="55" name="TextBox 54">
                  <a:extLst>
                    <a:ext uri="{FF2B5EF4-FFF2-40B4-BE49-F238E27FC236}">
                      <a16:creationId xmlns:a16="http://schemas.microsoft.com/office/drawing/2014/main" id="{1BD350BD-F601-4B76-BBBB-774514A50A35}"/>
                    </a:ext>
                  </a:extLst>
                </p:cNvPr>
                <p:cNvSpPr txBox="1">
                  <a:spLocks noRot="1" noChangeAspect="1" noMove="1" noResize="1" noEditPoints="1" noAdjustHandles="1" noChangeArrowheads="1" noChangeShapeType="1" noTextEdit="1"/>
                </p:cNvSpPr>
                <p:nvPr/>
              </p:nvSpPr>
              <p:spPr>
                <a:xfrm>
                  <a:off x="7821643" y="4556776"/>
                  <a:ext cx="1006793" cy="567386"/>
                </a:xfrm>
                <a:prstGeom prst="rect">
                  <a:avLst/>
                </a:prstGeom>
                <a:blipFill>
                  <a:blip r:embed="rId8"/>
                  <a:stretch>
                    <a:fillRect/>
                  </a:stretch>
                </a:blipFill>
              </p:spPr>
              <p:txBody>
                <a:bodyPr/>
                <a:lstStyle/>
                <a:p>
                  <a:r>
                    <a:rPr lang="en-US">
                      <a:noFill/>
                    </a:rPr>
                    <a:t> </a:t>
                  </a:r>
                </a:p>
              </p:txBody>
            </p:sp>
          </mc:Fallback>
        </mc:AlternateContent>
        <p:sp>
          <p:nvSpPr>
            <p:cNvPr id="72" name="Oval 71">
              <a:extLst>
                <a:ext uri="{FF2B5EF4-FFF2-40B4-BE49-F238E27FC236}">
                  <a16:creationId xmlns:a16="http://schemas.microsoft.com/office/drawing/2014/main" id="{BE1C8307-7C0A-1C78-79EF-EEBEA861E1CD}"/>
                </a:ext>
              </a:extLst>
            </p:cNvPr>
            <p:cNvSpPr>
              <a:spLocks noChangeAspect="1"/>
            </p:cNvSpPr>
            <p:nvPr/>
          </p:nvSpPr>
          <p:spPr>
            <a:xfrm>
              <a:off x="7421719"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3" name="Straight Arrow Connector 72">
              <a:extLst>
                <a:ext uri="{FF2B5EF4-FFF2-40B4-BE49-F238E27FC236}">
                  <a16:creationId xmlns:a16="http://schemas.microsoft.com/office/drawing/2014/main" id="{0BCFCE8D-0019-8D68-3B5D-B108264D9EF2}"/>
                </a:ext>
              </a:extLst>
            </p:cNvPr>
            <p:cNvCxnSpPr>
              <a:cxnSpLocks/>
              <a:stCxn id="72" idx="7"/>
              <a:endCxn id="43" idx="2"/>
            </p:cNvCxnSpPr>
            <p:nvPr/>
          </p:nvCxnSpPr>
          <p:spPr>
            <a:xfrm flipV="1">
              <a:off x="7833817" y="2880427"/>
              <a:ext cx="1409396" cy="92156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E768B6E7-B6D7-765F-5BF7-D80C5A53CA82}"/>
                    </a:ext>
                  </a:extLst>
                </p:cNvPr>
                <p:cNvSpPr txBox="1"/>
                <p:nvPr/>
              </p:nvSpPr>
              <p:spPr>
                <a:xfrm>
                  <a:off x="6663597" y="3340326"/>
                  <a:ext cx="642780"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i="1" smtClean="0">
                                <a:solidFill>
                                  <a:schemeClr val="tx1"/>
                                </a:solidFill>
                                <a:latin typeface="Cambria Math" panose="02040503050406030204" pitchFamily="18" charset="0"/>
                              </a:rPr>
                            </m:ctrlPr>
                          </m:sSubPr>
                          <m:e>
                            <m:r>
                              <m:rPr>
                                <m:sty m:val="p"/>
                              </m:rPr>
                              <a:rPr lang="de-DE" sz="1600" b="0" i="0" smtClean="0">
                                <a:solidFill>
                                  <a:schemeClr val="tx1"/>
                                </a:solidFill>
                                <a:latin typeface="Cambria Math" panose="02040503050406030204" pitchFamily="18" charset="0"/>
                              </a:rPr>
                              <m:t>m</m:t>
                            </m:r>
                          </m:e>
                          <m:sub>
                            <m:r>
                              <a:rPr lang="de-DE" sz="1600" b="0" i="1" smtClean="0">
                                <a:solidFill>
                                  <a:schemeClr val="tx1"/>
                                </a:solidFill>
                                <a:latin typeface="Cambria Math" panose="02040503050406030204" pitchFamily="18" charset="0"/>
                              </a:rPr>
                              <m:t>1</m:t>
                            </m:r>
                          </m:sub>
                        </m:sSub>
                      </m:oMath>
                    </m:oMathPara>
                  </a14:m>
                  <a:endParaRPr lang="en-US" sz="1600" dirty="0">
                    <a:solidFill>
                      <a:schemeClr val="tx1"/>
                    </a:solidFill>
                  </a:endParaRPr>
                </a:p>
              </p:txBody>
            </p:sp>
          </mc:Choice>
          <mc:Fallback xmlns="">
            <p:sp>
              <p:nvSpPr>
                <p:cNvPr id="58" name="TextBox 57">
                  <a:extLst>
                    <a:ext uri="{FF2B5EF4-FFF2-40B4-BE49-F238E27FC236}">
                      <a16:creationId xmlns:a16="http://schemas.microsoft.com/office/drawing/2014/main" id="{EB00AF23-1FEA-7F14-83F7-D92B6BAF9A93}"/>
                    </a:ext>
                  </a:extLst>
                </p:cNvPr>
                <p:cNvSpPr txBox="1">
                  <a:spLocks noRot="1" noChangeAspect="1" noMove="1" noResize="1" noEditPoints="1" noAdjustHandles="1" noChangeArrowheads="1" noChangeShapeType="1" noTextEdit="1"/>
                </p:cNvSpPr>
                <p:nvPr/>
              </p:nvSpPr>
              <p:spPr>
                <a:xfrm>
                  <a:off x="6663597" y="3340326"/>
                  <a:ext cx="642780" cy="567386"/>
                </a:xfrm>
                <a:prstGeom prst="rect">
                  <a:avLst/>
                </a:prstGeom>
                <a:blipFill>
                  <a:blip r:embed="rId9"/>
                  <a:stretch>
                    <a:fillRect/>
                  </a:stretch>
                </a:blipFill>
              </p:spPr>
              <p:txBody>
                <a:bodyPr/>
                <a:lstStyle/>
                <a:p>
                  <a:r>
                    <a:rPr lang="en-US">
                      <a:noFill/>
                    </a:rPr>
                    <a:t> </a:t>
                  </a:r>
                </a:p>
              </p:txBody>
            </p:sp>
          </mc:Fallback>
        </mc:AlternateContent>
        <p:cxnSp>
          <p:nvCxnSpPr>
            <p:cNvPr id="75" name="Straight Arrow Connector 74">
              <a:extLst>
                <a:ext uri="{FF2B5EF4-FFF2-40B4-BE49-F238E27FC236}">
                  <a16:creationId xmlns:a16="http://schemas.microsoft.com/office/drawing/2014/main" id="{7DF12778-4FC8-8750-00A9-7629990580CC}"/>
                </a:ext>
              </a:extLst>
            </p:cNvPr>
            <p:cNvCxnSpPr>
              <a:cxnSpLocks/>
            </p:cNvCxnSpPr>
            <p:nvPr/>
          </p:nvCxnSpPr>
          <p:spPr>
            <a:xfrm>
              <a:off x="6746736" y="396211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76" name="Straight Arrow Connector 75">
              <a:extLst>
                <a:ext uri="{FF2B5EF4-FFF2-40B4-BE49-F238E27FC236}">
                  <a16:creationId xmlns:a16="http://schemas.microsoft.com/office/drawing/2014/main" id="{2BE46ADE-5096-71BC-D478-453340A8823E}"/>
                </a:ext>
              </a:extLst>
            </p:cNvPr>
            <p:cNvCxnSpPr>
              <a:cxnSpLocks/>
              <a:stCxn id="72" idx="5"/>
              <a:endCxn id="44" idx="2"/>
            </p:cNvCxnSpPr>
            <p:nvPr/>
          </p:nvCxnSpPr>
          <p:spPr>
            <a:xfrm>
              <a:off x="7833817" y="4143385"/>
              <a:ext cx="1420826" cy="93963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sp>
          <p:nvSpPr>
            <p:cNvPr id="77" name="Oval 76">
              <a:extLst>
                <a:ext uri="{FF2B5EF4-FFF2-40B4-BE49-F238E27FC236}">
                  <a16:creationId xmlns:a16="http://schemas.microsoft.com/office/drawing/2014/main" id="{BD5D0231-E0A5-2199-C26E-CC8BAC5933DE}"/>
                </a:ext>
              </a:extLst>
            </p:cNvPr>
            <p:cNvSpPr>
              <a:spLocks noChangeAspect="1"/>
            </p:cNvSpPr>
            <p:nvPr/>
          </p:nvSpPr>
          <p:spPr>
            <a:xfrm>
              <a:off x="10875495" y="3731287"/>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78" name="Straight Arrow Connector 77">
              <a:extLst>
                <a:ext uri="{FF2B5EF4-FFF2-40B4-BE49-F238E27FC236}">
                  <a16:creationId xmlns:a16="http://schemas.microsoft.com/office/drawing/2014/main" id="{EDA047A6-6E74-5338-9FC0-2FA1B7C90B47}"/>
                </a:ext>
              </a:extLst>
            </p:cNvPr>
            <p:cNvCxnSpPr>
              <a:cxnSpLocks/>
            </p:cNvCxnSpPr>
            <p:nvPr/>
          </p:nvCxnSpPr>
          <p:spPr>
            <a:xfrm>
              <a:off x="11370173" y="4043938"/>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FE44FBFA-E3F3-48AD-03FC-1D24BAEFA73B}"/>
                    </a:ext>
                  </a:extLst>
                </p:cNvPr>
                <p:cNvSpPr txBox="1"/>
                <p:nvPr/>
              </p:nvSpPr>
              <p:spPr>
                <a:xfrm>
                  <a:off x="11185207" y="3340327"/>
                  <a:ext cx="1006793"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latin typeface="Cambria Math" panose="02040503050406030204" pitchFamily="18" charset="0"/>
                              </a:rPr>
                            </m:ctrlPr>
                          </m:sSubPr>
                          <m:e>
                            <m:r>
                              <m:rPr>
                                <m:sty m:val="p"/>
                              </m:rPr>
                              <a:rPr lang="de-DE" sz="1600" b="0" i="1" smtClean="0">
                                <a:latin typeface="Cambria Math" panose="02040503050406030204" pitchFamily="18" charset="0"/>
                              </a:rPr>
                              <m:t>m</m:t>
                            </m:r>
                          </m:e>
                          <m:sub>
                            <m:r>
                              <a:rPr lang="de-DE" sz="1600" b="0" i="1" smtClean="0">
                                <a:latin typeface="Cambria Math" panose="02040503050406030204" pitchFamily="18" charset="0"/>
                              </a:rPr>
                              <m:t>5</m:t>
                            </m:r>
                          </m:sub>
                        </m:sSub>
                      </m:oMath>
                    </m:oMathPara>
                  </a14:m>
                  <a:endParaRPr lang="en-US" sz="1600" dirty="0"/>
                </a:p>
              </p:txBody>
            </p:sp>
          </mc:Choice>
          <mc:Fallback xmlns="">
            <p:sp>
              <p:nvSpPr>
                <p:cNvPr id="63" name="TextBox 62">
                  <a:extLst>
                    <a:ext uri="{FF2B5EF4-FFF2-40B4-BE49-F238E27FC236}">
                      <a16:creationId xmlns:a16="http://schemas.microsoft.com/office/drawing/2014/main" id="{8C26347D-0F3C-E15A-2941-DB03108EE687}"/>
                    </a:ext>
                  </a:extLst>
                </p:cNvPr>
                <p:cNvSpPr txBox="1">
                  <a:spLocks noRot="1" noChangeAspect="1" noMove="1" noResize="1" noEditPoints="1" noAdjustHandles="1" noChangeArrowheads="1" noChangeShapeType="1" noTextEdit="1"/>
                </p:cNvSpPr>
                <p:nvPr/>
              </p:nvSpPr>
              <p:spPr>
                <a:xfrm>
                  <a:off x="11185207" y="3340327"/>
                  <a:ext cx="1006793" cy="567386"/>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0" name="TextBox 79">
                  <a:extLst>
                    <a:ext uri="{FF2B5EF4-FFF2-40B4-BE49-F238E27FC236}">
                      <a16:creationId xmlns:a16="http://schemas.microsoft.com/office/drawing/2014/main" id="{86983FCD-6B50-E0A5-97EF-933F32EBEDF2}"/>
                    </a:ext>
                  </a:extLst>
                </p:cNvPr>
                <p:cNvSpPr txBox="1"/>
                <p:nvPr/>
              </p:nvSpPr>
              <p:spPr>
                <a:xfrm>
                  <a:off x="10832234" y="3623803"/>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64" name="TextBox 63">
                  <a:extLst>
                    <a:ext uri="{FF2B5EF4-FFF2-40B4-BE49-F238E27FC236}">
                      <a16:creationId xmlns:a16="http://schemas.microsoft.com/office/drawing/2014/main" id="{A087BBFA-A980-AE76-47AD-91D5B0A21143}"/>
                    </a:ext>
                  </a:extLst>
                </p:cNvPr>
                <p:cNvSpPr txBox="1">
                  <a:spLocks noRot="1" noChangeAspect="1" noMove="1" noResize="1" noEditPoints="1" noAdjustHandles="1" noChangeArrowheads="1" noChangeShapeType="1" noTextEdit="1"/>
                </p:cNvSpPr>
                <p:nvPr/>
              </p:nvSpPr>
              <p:spPr>
                <a:xfrm>
                  <a:off x="10832234" y="3623803"/>
                  <a:ext cx="527466" cy="567386"/>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07C1434D-AC53-7963-061D-0168FB477BD1}"/>
                    </a:ext>
                  </a:extLst>
                </p:cNvPr>
                <p:cNvSpPr txBox="1"/>
                <p:nvPr/>
              </p:nvSpPr>
              <p:spPr>
                <a:xfrm>
                  <a:off x="9166996" y="2550649"/>
                  <a:ext cx="656402"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65" name="TextBox 64">
                  <a:extLst>
                    <a:ext uri="{FF2B5EF4-FFF2-40B4-BE49-F238E27FC236}">
                      <a16:creationId xmlns:a16="http://schemas.microsoft.com/office/drawing/2014/main" id="{432E4DFD-D665-5E87-AC51-38B152A64AF3}"/>
                    </a:ext>
                  </a:extLst>
                </p:cNvPr>
                <p:cNvSpPr txBox="1">
                  <a:spLocks noRot="1" noChangeAspect="1" noMove="1" noResize="1" noEditPoints="1" noAdjustHandles="1" noChangeArrowheads="1" noChangeShapeType="1" noTextEdit="1"/>
                </p:cNvSpPr>
                <p:nvPr/>
              </p:nvSpPr>
              <p:spPr>
                <a:xfrm>
                  <a:off x="9166996" y="2550649"/>
                  <a:ext cx="656402" cy="567386"/>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2" name="TextBox 81">
                  <a:extLst>
                    <a:ext uri="{FF2B5EF4-FFF2-40B4-BE49-F238E27FC236}">
                      <a16:creationId xmlns:a16="http://schemas.microsoft.com/office/drawing/2014/main" id="{DEE6AC7D-3CB4-79E9-039F-A26E23B9AFA9}"/>
                    </a:ext>
                  </a:extLst>
                </p:cNvPr>
                <p:cNvSpPr txBox="1"/>
                <p:nvPr/>
              </p:nvSpPr>
              <p:spPr>
                <a:xfrm>
                  <a:off x="9220233" y="4766335"/>
                  <a:ext cx="495607"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66" name="TextBox 65">
                  <a:extLst>
                    <a:ext uri="{FF2B5EF4-FFF2-40B4-BE49-F238E27FC236}">
                      <a16:creationId xmlns:a16="http://schemas.microsoft.com/office/drawing/2014/main" id="{72FD6E0D-9AB2-E2CA-D331-1283AAB5710E}"/>
                    </a:ext>
                  </a:extLst>
                </p:cNvPr>
                <p:cNvSpPr txBox="1">
                  <a:spLocks noRot="1" noChangeAspect="1" noMove="1" noResize="1" noEditPoints="1" noAdjustHandles="1" noChangeArrowheads="1" noChangeShapeType="1" noTextEdit="1"/>
                </p:cNvSpPr>
                <p:nvPr/>
              </p:nvSpPr>
              <p:spPr>
                <a:xfrm>
                  <a:off x="9220233" y="4766335"/>
                  <a:ext cx="495607" cy="567386"/>
                </a:xfrm>
                <a:prstGeom prst="rect">
                  <a:avLst/>
                </a:prstGeom>
                <a:blipFill>
                  <a:blip r:embed="rId13"/>
                  <a:stretch>
                    <a:fillRect r="-62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3" name="TextBox 82">
                  <a:extLst>
                    <a:ext uri="{FF2B5EF4-FFF2-40B4-BE49-F238E27FC236}">
                      <a16:creationId xmlns:a16="http://schemas.microsoft.com/office/drawing/2014/main" id="{D72A9B37-FA54-5B8C-932E-5A2C35797158}"/>
                    </a:ext>
                  </a:extLst>
                </p:cNvPr>
                <p:cNvSpPr txBox="1"/>
                <p:nvPr/>
              </p:nvSpPr>
              <p:spPr>
                <a:xfrm>
                  <a:off x="7388675" y="3638751"/>
                  <a:ext cx="527466" cy="56738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67" name="TextBox 66">
                  <a:extLst>
                    <a:ext uri="{FF2B5EF4-FFF2-40B4-BE49-F238E27FC236}">
                      <a16:creationId xmlns:a16="http://schemas.microsoft.com/office/drawing/2014/main" id="{407778A7-570B-4628-5EA7-2564D3AFAF39}"/>
                    </a:ext>
                  </a:extLst>
                </p:cNvPr>
                <p:cNvSpPr txBox="1">
                  <a:spLocks noRot="1" noChangeAspect="1" noMove="1" noResize="1" noEditPoints="1" noAdjustHandles="1" noChangeArrowheads="1" noChangeShapeType="1" noTextEdit="1"/>
                </p:cNvSpPr>
                <p:nvPr/>
              </p:nvSpPr>
              <p:spPr>
                <a:xfrm>
                  <a:off x="7388675" y="3638751"/>
                  <a:ext cx="527466" cy="567386"/>
                </a:xfrm>
                <a:prstGeom prst="rect">
                  <a:avLst/>
                </a:prstGeom>
                <a:blipFill>
                  <a:blip r:embed="rId14"/>
                  <a:stretch>
                    <a:fillRect/>
                  </a:stretch>
                </a:blipFill>
              </p:spPr>
              <p:txBody>
                <a:bodyPr/>
                <a:lstStyle/>
                <a:p>
                  <a:r>
                    <a:rPr lang="en-US">
                      <a:noFill/>
                    </a:rPr>
                    <a:t> </a:t>
                  </a:r>
                </a:p>
              </p:txBody>
            </p:sp>
          </mc:Fallback>
        </mc:AlternateContent>
      </p:grpSp>
      <p:sp>
        <p:nvSpPr>
          <p:cNvPr id="84" name="TextBox 83">
            <a:extLst>
              <a:ext uri="{FF2B5EF4-FFF2-40B4-BE49-F238E27FC236}">
                <a16:creationId xmlns:a16="http://schemas.microsoft.com/office/drawing/2014/main" id="{87392683-9F53-3904-6EA0-327E89C6A6B5}"/>
              </a:ext>
            </a:extLst>
          </p:cNvPr>
          <p:cNvSpPr txBox="1"/>
          <p:nvPr/>
        </p:nvSpPr>
        <p:spPr>
          <a:xfrm>
            <a:off x="2476607" y="1264418"/>
            <a:ext cx="436338" cy="369332"/>
          </a:xfrm>
          <a:prstGeom prst="rect">
            <a:avLst/>
          </a:prstGeom>
          <a:noFill/>
        </p:spPr>
        <p:txBody>
          <a:bodyPr wrap="none" rtlCol="0">
            <a:spAutoFit/>
          </a:bodyPr>
          <a:lstStyle/>
          <a:p>
            <a:r>
              <a:rPr lang="en-US" dirty="0">
                <a:solidFill>
                  <a:srgbClr val="C00000"/>
                </a:solidFill>
              </a:rPr>
              <a:t>E3</a:t>
            </a:r>
          </a:p>
        </p:txBody>
      </p:sp>
      <p:sp>
        <p:nvSpPr>
          <p:cNvPr id="85" name="TextBox 84">
            <a:extLst>
              <a:ext uri="{FF2B5EF4-FFF2-40B4-BE49-F238E27FC236}">
                <a16:creationId xmlns:a16="http://schemas.microsoft.com/office/drawing/2014/main" id="{A7E10538-656B-2A09-8F11-4F76F3308AEB}"/>
              </a:ext>
            </a:extLst>
          </p:cNvPr>
          <p:cNvSpPr txBox="1"/>
          <p:nvPr/>
        </p:nvSpPr>
        <p:spPr>
          <a:xfrm>
            <a:off x="2520003" y="2944454"/>
            <a:ext cx="436338" cy="369332"/>
          </a:xfrm>
          <a:prstGeom prst="rect">
            <a:avLst/>
          </a:prstGeom>
          <a:noFill/>
        </p:spPr>
        <p:txBody>
          <a:bodyPr wrap="none" rtlCol="0">
            <a:spAutoFit/>
          </a:bodyPr>
          <a:lstStyle/>
          <a:p>
            <a:r>
              <a:rPr lang="en-US" dirty="0">
                <a:solidFill>
                  <a:srgbClr val="C00000"/>
                </a:solidFill>
              </a:rPr>
              <a:t>E3</a:t>
            </a:r>
          </a:p>
        </p:txBody>
      </p:sp>
      <p:sp>
        <p:nvSpPr>
          <p:cNvPr id="86" name="TextBox 85">
            <a:extLst>
              <a:ext uri="{FF2B5EF4-FFF2-40B4-BE49-F238E27FC236}">
                <a16:creationId xmlns:a16="http://schemas.microsoft.com/office/drawing/2014/main" id="{6974D92E-9A0F-29E4-0FA9-2D6DA80C9333}"/>
              </a:ext>
            </a:extLst>
          </p:cNvPr>
          <p:cNvSpPr txBox="1"/>
          <p:nvPr/>
        </p:nvSpPr>
        <p:spPr>
          <a:xfrm>
            <a:off x="1077487" y="1215080"/>
            <a:ext cx="476412" cy="369332"/>
          </a:xfrm>
          <a:prstGeom prst="rect">
            <a:avLst/>
          </a:prstGeom>
          <a:noFill/>
        </p:spPr>
        <p:txBody>
          <a:bodyPr wrap="none" rtlCol="0">
            <a:spAutoFit/>
          </a:bodyPr>
          <a:lstStyle/>
          <a:p>
            <a:r>
              <a:rPr lang="en-US" dirty="0">
                <a:solidFill>
                  <a:srgbClr val="0070C0"/>
                </a:solidFill>
              </a:rPr>
              <a:t>Q5</a:t>
            </a:r>
          </a:p>
        </p:txBody>
      </p:sp>
      <p:sp>
        <p:nvSpPr>
          <p:cNvPr id="87" name="TextBox 86">
            <a:extLst>
              <a:ext uri="{FF2B5EF4-FFF2-40B4-BE49-F238E27FC236}">
                <a16:creationId xmlns:a16="http://schemas.microsoft.com/office/drawing/2014/main" id="{1BBE3DC0-F6F2-556B-11B2-1F78D2E64B9B}"/>
              </a:ext>
            </a:extLst>
          </p:cNvPr>
          <p:cNvSpPr txBox="1"/>
          <p:nvPr/>
        </p:nvSpPr>
        <p:spPr>
          <a:xfrm>
            <a:off x="1098318" y="2961701"/>
            <a:ext cx="442750" cy="369332"/>
          </a:xfrm>
          <a:prstGeom prst="rect">
            <a:avLst/>
          </a:prstGeom>
          <a:noFill/>
        </p:spPr>
        <p:txBody>
          <a:bodyPr wrap="none" rtlCol="0">
            <a:spAutoFit/>
          </a:bodyPr>
          <a:lstStyle/>
          <a:p>
            <a:r>
              <a:rPr lang="en-US" dirty="0">
                <a:solidFill>
                  <a:srgbClr val="508B3A"/>
                </a:solidFill>
              </a:rPr>
              <a:t>V3</a:t>
            </a:r>
          </a:p>
        </p:txBody>
      </p:sp>
      <p:sp>
        <p:nvSpPr>
          <p:cNvPr id="88" name="TextBox 87">
            <a:extLst>
              <a:ext uri="{FF2B5EF4-FFF2-40B4-BE49-F238E27FC236}">
                <a16:creationId xmlns:a16="http://schemas.microsoft.com/office/drawing/2014/main" id="{49077F06-647C-64CD-A62B-3EA4FFF3E34D}"/>
              </a:ext>
            </a:extLst>
          </p:cNvPr>
          <p:cNvSpPr txBox="1"/>
          <p:nvPr/>
        </p:nvSpPr>
        <p:spPr>
          <a:xfrm>
            <a:off x="1658870" y="3197785"/>
            <a:ext cx="861133" cy="369332"/>
          </a:xfrm>
          <a:prstGeom prst="rect">
            <a:avLst/>
          </a:prstGeom>
          <a:noFill/>
        </p:spPr>
        <p:txBody>
          <a:bodyPr wrap="none" rtlCol="0">
            <a:spAutoFit/>
          </a:bodyPr>
          <a:lstStyle/>
          <a:p>
            <a:r>
              <a:rPr lang="en-US" dirty="0"/>
              <a:t>r_1088</a:t>
            </a:r>
          </a:p>
        </p:txBody>
      </p:sp>
      <p:sp>
        <p:nvSpPr>
          <p:cNvPr id="89" name="TextBox 88">
            <a:extLst>
              <a:ext uri="{FF2B5EF4-FFF2-40B4-BE49-F238E27FC236}">
                <a16:creationId xmlns:a16="http://schemas.microsoft.com/office/drawing/2014/main" id="{57758B01-CF39-DC0E-94DA-E6C29FE6D680}"/>
              </a:ext>
            </a:extLst>
          </p:cNvPr>
          <p:cNvSpPr txBox="1"/>
          <p:nvPr/>
        </p:nvSpPr>
        <p:spPr>
          <a:xfrm>
            <a:off x="1623803" y="1062952"/>
            <a:ext cx="861133" cy="369332"/>
          </a:xfrm>
          <a:prstGeom prst="rect">
            <a:avLst/>
          </a:prstGeom>
          <a:noFill/>
        </p:spPr>
        <p:txBody>
          <a:bodyPr wrap="none" rtlCol="0">
            <a:spAutoFit/>
          </a:bodyPr>
          <a:lstStyle/>
          <a:p>
            <a:r>
              <a:rPr lang="en-US" dirty="0"/>
              <a:t>r_4155</a:t>
            </a:r>
          </a:p>
        </p:txBody>
      </p:sp>
      <p:sp>
        <p:nvSpPr>
          <p:cNvPr id="2" name="Title 1">
            <a:extLst>
              <a:ext uri="{FF2B5EF4-FFF2-40B4-BE49-F238E27FC236}">
                <a16:creationId xmlns:a16="http://schemas.microsoft.com/office/drawing/2014/main" id="{DB4918B7-DA8D-C093-73FA-B34724C48DCF}"/>
              </a:ext>
            </a:extLst>
          </p:cNvPr>
          <p:cNvSpPr>
            <a:spLocks noGrp="1"/>
          </p:cNvSpPr>
          <p:nvPr>
            <p:ph type="title"/>
          </p:nvPr>
        </p:nvSpPr>
        <p:spPr>
          <a:xfrm>
            <a:off x="124119" y="113154"/>
            <a:ext cx="4639918" cy="723446"/>
          </a:xfrm>
        </p:spPr>
        <p:txBody>
          <a:bodyPr>
            <a:normAutofit/>
          </a:bodyPr>
          <a:lstStyle/>
          <a:p>
            <a:r>
              <a:rPr lang="en-US" sz="3200" dirty="0"/>
              <a:t>Mapping with restrictions</a:t>
            </a:r>
          </a:p>
        </p:txBody>
      </p: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A8B4B3DA-317C-7E68-D95B-C5F73D73D3E3}"/>
                  </a:ext>
                </a:extLst>
              </p:cNvPr>
              <p:cNvSpPr txBox="1"/>
              <p:nvPr/>
            </p:nvSpPr>
            <p:spPr>
              <a:xfrm>
                <a:off x="6690692" y="95616"/>
                <a:ext cx="5501308" cy="1554272"/>
              </a:xfrm>
              <a:prstGeom prst="rect">
                <a:avLst/>
              </a:prstGeom>
              <a:noFill/>
            </p:spPr>
            <p:txBody>
              <a:bodyPr wrap="square">
                <a:spAutoFit/>
              </a:bodyPr>
              <a:lstStyle/>
              <a:p>
                <a:pPr>
                  <a:spcAft>
                    <a:spcPts val="600"/>
                  </a:spcAft>
                </a:pPr>
                <a:r>
                  <a:rPr lang="de-DE" dirty="0" err="1"/>
                  <a:t>Restrictions</a:t>
                </a:r>
                <a:r>
                  <a:rPr lang="de-DE" dirty="0"/>
                  <a:t>: </a:t>
                </a:r>
              </a:p>
              <a:p>
                <a:pPr marL="342900" indent="-342900">
                  <a:buFont typeface="+mj-lt"/>
                  <a:buAutoNum type="arabicPeriod"/>
                </a:pPr>
                <a:r>
                  <a:rPr lang="de-DE" dirty="0"/>
                  <a:t>The metabolite </a:t>
                </a:r>
                <a14:m>
                  <m:oMath xmlns:m="http://schemas.openxmlformats.org/officeDocument/2006/math">
                    <m:sSub>
                      <m:sSubPr>
                        <m:ctrlPr>
                          <a:rPr lang="de-DE" i="1" smtClean="0">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a rich extracellular metabolite.</a:t>
                </a:r>
              </a:p>
              <a:p>
                <a:pPr marL="342900" indent="-342900">
                  <a:buFont typeface="+mj-lt"/>
                  <a:buAutoNum type="arabicPeriod"/>
                </a:pPr>
                <a:r>
                  <a:rPr lang="en-US" dirty="0"/>
                  <a:t>The metabolic network associated with </a:t>
                </a:r>
                <a14:m>
                  <m:oMath xmlns:m="http://schemas.openxmlformats.org/officeDocument/2006/math">
                    <m:sSub>
                      <m:sSubPr>
                        <m:ctrlPr>
                          <a:rPr lang="de-DE" i="1">
                            <a:solidFill>
                              <a:srgbClr val="C00000"/>
                            </a:solidFill>
                            <a:latin typeface="Cambria Math" panose="02040503050406030204" pitchFamily="18" charset="0"/>
                          </a:rPr>
                        </m:ctrlPr>
                      </m:sSubPr>
                      <m:e>
                        <m:r>
                          <m:rPr>
                            <m:sty m:val="p"/>
                          </m:rPr>
                          <a:rPr lang="de-DE">
                            <a:solidFill>
                              <a:srgbClr val="C00000"/>
                            </a:solidFill>
                            <a:latin typeface="Cambria Math" panose="02040503050406030204" pitchFamily="18" charset="0"/>
                          </a:rPr>
                          <m:t>m</m:t>
                        </m:r>
                      </m:e>
                      <m:sub>
                        <m:r>
                          <a:rPr lang="de-DE" i="1">
                            <a:solidFill>
                              <a:srgbClr val="C00000"/>
                            </a:solidFill>
                            <a:latin typeface="Cambria Math" panose="02040503050406030204" pitchFamily="18" charset="0"/>
                          </a:rPr>
                          <m:t>4</m:t>
                        </m:r>
                      </m:sub>
                    </m:sSub>
                  </m:oMath>
                </a14:m>
                <a:r>
                  <a:rPr lang="en-US" dirty="0"/>
                  <a:t> is the least impactful. </a:t>
                </a:r>
              </a:p>
            </p:txBody>
          </p:sp>
        </mc:Choice>
        <mc:Fallback xmlns="">
          <p:sp>
            <p:nvSpPr>
              <p:cNvPr id="26" name="TextBox 25">
                <a:extLst>
                  <a:ext uri="{FF2B5EF4-FFF2-40B4-BE49-F238E27FC236}">
                    <a16:creationId xmlns:a16="http://schemas.microsoft.com/office/drawing/2014/main" id="{A8B4B3DA-317C-7E68-D95B-C5F73D73D3E3}"/>
                  </a:ext>
                </a:extLst>
              </p:cNvPr>
              <p:cNvSpPr txBox="1">
                <a:spLocks noRot="1" noChangeAspect="1" noMove="1" noResize="1" noEditPoints="1" noAdjustHandles="1" noChangeArrowheads="1" noChangeShapeType="1" noTextEdit="1"/>
              </p:cNvSpPr>
              <p:nvPr/>
            </p:nvSpPr>
            <p:spPr>
              <a:xfrm>
                <a:off x="6690692" y="95616"/>
                <a:ext cx="5501308" cy="1554272"/>
              </a:xfrm>
              <a:prstGeom prst="rect">
                <a:avLst/>
              </a:prstGeom>
              <a:blipFill>
                <a:blip r:embed="rId15"/>
                <a:stretch>
                  <a:fillRect l="-998" t="-1961" b="-5490"/>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FFD73307-82C8-E991-8316-3E233ADDD6E2}"/>
              </a:ext>
            </a:extLst>
          </p:cNvPr>
          <p:cNvPicPr>
            <a:picLocks noChangeAspect="1"/>
          </p:cNvPicPr>
          <p:nvPr/>
        </p:nvPicPr>
        <p:blipFill>
          <a:blip r:embed="rId16"/>
          <a:stretch>
            <a:fillRect/>
          </a:stretch>
        </p:blipFill>
        <p:spPr>
          <a:xfrm>
            <a:off x="6807698" y="2058903"/>
            <a:ext cx="5230645" cy="3046497"/>
          </a:xfrm>
          <a:prstGeom prst="rect">
            <a:avLst/>
          </a:prstGeom>
        </p:spPr>
      </p:pic>
      <p:sp>
        <p:nvSpPr>
          <p:cNvPr id="8" name="TextBox 7">
            <a:extLst>
              <a:ext uri="{FF2B5EF4-FFF2-40B4-BE49-F238E27FC236}">
                <a16:creationId xmlns:a16="http://schemas.microsoft.com/office/drawing/2014/main" id="{67371901-A531-EA8B-DCE0-52575FB0050E}"/>
              </a:ext>
            </a:extLst>
          </p:cNvPr>
          <p:cNvSpPr txBox="1"/>
          <p:nvPr/>
        </p:nvSpPr>
        <p:spPr>
          <a:xfrm>
            <a:off x="8166416" y="5825186"/>
            <a:ext cx="3788273" cy="1061829"/>
          </a:xfrm>
          <a:prstGeom prst="rect">
            <a:avLst/>
          </a:prstGeom>
          <a:noFill/>
        </p:spPr>
        <p:txBody>
          <a:bodyPr wrap="square">
            <a:spAutoFit/>
          </a:bodyPr>
          <a:lstStyle/>
          <a:p>
            <a:r>
              <a:rPr lang="en-US" sz="1050" dirty="0"/>
              <a:t>Kate Campbell, Jakob </a:t>
            </a:r>
            <a:r>
              <a:rPr lang="en-US" sz="1050" dirty="0" err="1"/>
              <a:t>Vowinckel</a:t>
            </a:r>
            <a:r>
              <a:rPr lang="en-US" sz="1050" dirty="0"/>
              <a:t>, Michael </a:t>
            </a:r>
            <a:r>
              <a:rPr lang="en-US" sz="1050" dirty="0" err="1"/>
              <a:t>Mülleder</a:t>
            </a:r>
            <a:r>
              <a:rPr lang="en-US" sz="1050" dirty="0"/>
              <a:t>, Silke </a:t>
            </a:r>
            <a:r>
              <a:rPr lang="en-US" sz="1050" dirty="0" err="1"/>
              <a:t>Malmsheimer</a:t>
            </a:r>
            <a:r>
              <a:rPr lang="en-US" sz="1050" dirty="0"/>
              <a:t>, Nicola Lawrence, Enrica Calvani, Leonor Miller-Fleming, Mohammad T Alam, Stefan Christen, Markus A Keller, Markus Ralser (2015) Self-establishing communities enable cooperative metabolite exchange in a eukaryote </a:t>
            </a:r>
            <a:r>
              <a:rPr lang="en-US" sz="1050" dirty="0" err="1"/>
              <a:t>eLife</a:t>
            </a:r>
            <a:r>
              <a:rPr lang="en-US" sz="1050" dirty="0"/>
              <a:t> 4:e09943</a:t>
            </a:r>
          </a:p>
        </p:txBody>
      </p:sp>
      <mc:AlternateContent xmlns:mc="http://schemas.openxmlformats.org/markup-compatibility/2006" xmlns:p14="http://schemas.microsoft.com/office/powerpoint/2010/main">
        <mc:Choice Requires="p14">
          <p:contentPart p14:bwMode="auto" r:id="rId17">
            <p14:nvContentPartPr>
              <p14:cNvPr id="10" name="Ink 9">
                <a:extLst>
                  <a:ext uri="{FF2B5EF4-FFF2-40B4-BE49-F238E27FC236}">
                    <a16:creationId xmlns:a16="http://schemas.microsoft.com/office/drawing/2014/main" id="{456146EF-DF09-262E-FD0E-5E374941204E}"/>
                  </a:ext>
                </a:extLst>
              </p14:cNvPr>
              <p14:cNvContentPartPr/>
              <p14:nvPr/>
            </p14:nvContentPartPr>
            <p14:xfrm>
              <a:off x="2301000" y="4632900"/>
              <a:ext cx="358560" cy="53640"/>
            </p14:xfrm>
          </p:contentPart>
        </mc:Choice>
        <mc:Fallback xmlns="">
          <p:pic>
            <p:nvPicPr>
              <p:cNvPr id="10" name="Ink 9">
                <a:extLst>
                  <a:ext uri="{FF2B5EF4-FFF2-40B4-BE49-F238E27FC236}">
                    <a16:creationId xmlns:a16="http://schemas.microsoft.com/office/drawing/2014/main" id="{456146EF-DF09-262E-FD0E-5E374941204E}"/>
                  </a:ext>
                </a:extLst>
              </p:cNvPr>
              <p:cNvPicPr/>
              <p:nvPr/>
            </p:nvPicPr>
            <p:blipFill>
              <a:blip r:embed="rId18"/>
              <a:stretch>
                <a:fillRect/>
              </a:stretch>
            </p:blipFill>
            <p:spPr>
              <a:xfrm>
                <a:off x="2283000" y="4614900"/>
                <a:ext cx="394200" cy="892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2" name="Ink 11">
                <a:extLst>
                  <a:ext uri="{FF2B5EF4-FFF2-40B4-BE49-F238E27FC236}">
                    <a16:creationId xmlns:a16="http://schemas.microsoft.com/office/drawing/2014/main" id="{0343DDB1-9408-BCEB-6C5F-F63193D0ECC6}"/>
                  </a:ext>
                </a:extLst>
              </p14:cNvPr>
              <p14:cNvContentPartPr/>
              <p14:nvPr/>
            </p14:nvContentPartPr>
            <p14:xfrm>
              <a:off x="2819040" y="4914780"/>
              <a:ext cx="360" cy="167040"/>
            </p14:xfrm>
          </p:contentPart>
        </mc:Choice>
        <mc:Fallback xmlns="">
          <p:pic>
            <p:nvPicPr>
              <p:cNvPr id="12" name="Ink 11">
                <a:extLst>
                  <a:ext uri="{FF2B5EF4-FFF2-40B4-BE49-F238E27FC236}">
                    <a16:creationId xmlns:a16="http://schemas.microsoft.com/office/drawing/2014/main" id="{0343DDB1-9408-BCEB-6C5F-F63193D0ECC6}"/>
                  </a:ext>
                </a:extLst>
              </p:cNvPr>
              <p:cNvPicPr/>
              <p:nvPr/>
            </p:nvPicPr>
            <p:blipFill>
              <a:blip r:embed="rId20"/>
              <a:stretch>
                <a:fillRect/>
              </a:stretch>
            </p:blipFill>
            <p:spPr>
              <a:xfrm>
                <a:off x="2801040" y="4896819"/>
                <a:ext cx="36000" cy="202603"/>
              </a:xfrm>
              <a:prstGeom prst="rect">
                <a:avLst/>
              </a:prstGeom>
            </p:spPr>
          </p:pic>
        </mc:Fallback>
      </mc:AlternateContent>
      <p:cxnSp>
        <p:nvCxnSpPr>
          <p:cNvPr id="14" name="Straight Arrow Connector 13">
            <a:extLst>
              <a:ext uri="{FF2B5EF4-FFF2-40B4-BE49-F238E27FC236}">
                <a16:creationId xmlns:a16="http://schemas.microsoft.com/office/drawing/2014/main" id="{DD799DA1-C89E-FA33-4823-B2D4F4D9D9A8}"/>
              </a:ext>
            </a:extLst>
          </p:cNvPr>
          <p:cNvCxnSpPr>
            <a:cxnSpLocks/>
          </p:cNvCxnSpPr>
          <p:nvPr/>
        </p:nvCxnSpPr>
        <p:spPr>
          <a:xfrm>
            <a:off x="806196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5" name="Straight Arrow Connector 14">
            <a:extLst>
              <a:ext uri="{FF2B5EF4-FFF2-40B4-BE49-F238E27FC236}">
                <a16:creationId xmlns:a16="http://schemas.microsoft.com/office/drawing/2014/main" id="{6BCD84BD-FFE4-93A2-DE36-9DA3A4412EA8}"/>
              </a:ext>
            </a:extLst>
          </p:cNvPr>
          <p:cNvCxnSpPr>
            <a:cxnSpLocks/>
          </p:cNvCxnSpPr>
          <p:nvPr/>
        </p:nvCxnSpPr>
        <p:spPr>
          <a:xfrm>
            <a:off x="7886700" y="2285329"/>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1B898FBC-E67E-BD97-95B9-12A4AFFABC72}"/>
              </a:ext>
            </a:extLst>
          </p:cNvPr>
          <p:cNvCxnSpPr>
            <a:cxnSpLocks/>
          </p:cNvCxnSpPr>
          <p:nvPr/>
        </p:nvCxnSpPr>
        <p:spPr>
          <a:xfrm>
            <a:off x="9768840" y="3794760"/>
            <a:ext cx="0" cy="273600"/>
          </a:xfrm>
          <a:prstGeom prst="straightConnector1">
            <a:avLst/>
          </a:prstGeom>
          <a:ln>
            <a:solidFill>
              <a:srgbClr val="C00000"/>
            </a:solidFill>
            <a:tailEnd type="triangle" w="lg" len="lg"/>
          </a:ln>
        </p:spPr>
        <p:style>
          <a:lnRef idx="2">
            <a:schemeClr val="accent1"/>
          </a:lnRef>
          <a:fillRef idx="0">
            <a:schemeClr val="accent1"/>
          </a:fillRef>
          <a:effectRef idx="1">
            <a:schemeClr val="accent1"/>
          </a:effectRef>
          <a:fontRef idx="minor">
            <a:schemeClr val="tx1"/>
          </a:fontRef>
        </p:style>
      </p:cxnSp>
      <p:grpSp>
        <p:nvGrpSpPr>
          <p:cNvPr id="9" name="Group 8">
            <a:extLst>
              <a:ext uri="{FF2B5EF4-FFF2-40B4-BE49-F238E27FC236}">
                <a16:creationId xmlns:a16="http://schemas.microsoft.com/office/drawing/2014/main" id="{ACF0C891-52FB-0456-9D7A-89CB400BF424}"/>
              </a:ext>
            </a:extLst>
          </p:cNvPr>
          <p:cNvGrpSpPr/>
          <p:nvPr/>
        </p:nvGrpSpPr>
        <p:grpSpPr>
          <a:xfrm>
            <a:off x="782950" y="2124085"/>
            <a:ext cx="300787" cy="358481"/>
            <a:chOff x="421319" y="2991179"/>
            <a:chExt cx="300787" cy="358481"/>
          </a:xfrm>
        </p:grpSpPr>
        <p:cxnSp>
          <p:nvCxnSpPr>
            <p:cNvPr id="5" name="Straight Connector 4">
              <a:extLst>
                <a:ext uri="{FF2B5EF4-FFF2-40B4-BE49-F238E27FC236}">
                  <a16:creationId xmlns:a16="http://schemas.microsoft.com/office/drawing/2014/main" id="{18D5CF21-6CC1-32A5-342F-0C5ABDA0E9D8}"/>
                </a:ext>
              </a:extLst>
            </p:cNvPr>
            <p:cNvCxnSpPr/>
            <p:nvPr/>
          </p:nvCxnSpPr>
          <p:spPr>
            <a:xfrm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BD91A6F2-CB43-D4AB-6D37-377C6A68C1D5}"/>
                </a:ext>
              </a:extLst>
            </p:cNvPr>
            <p:cNvCxnSpPr>
              <a:cxnSpLocks/>
            </p:cNvCxnSpPr>
            <p:nvPr/>
          </p:nvCxnSpPr>
          <p:spPr>
            <a:xfrm flipH="1" flipV="1">
              <a:off x="421319" y="2991179"/>
              <a:ext cx="300787" cy="358481"/>
            </a:xfrm>
            <a:prstGeom prst="line">
              <a:avLst/>
            </a:prstGeom>
            <a:ln w="34925">
              <a:solidFill>
                <a:srgbClr val="C00000"/>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26526899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C6ED07-B438-DA2A-9475-7CD2E760405C}"/>
              </a:ext>
            </a:extLst>
          </p:cNvPr>
          <p:cNvSpPr>
            <a:spLocks noGrp="1"/>
          </p:cNvSpPr>
          <p:nvPr>
            <p:ph type="title"/>
          </p:nvPr>
        </p:nvSpPr>
        <p:spPr>
          <a:xfrm>
            <a:off x="83598" y="149682"/>
            <a:ext cx="4124417" cy="602541"/>
          </a:xfrm>
        </p:spPr>
        <p:txBody>
          <a:bodyPr>
            <a:normAutofit/>
          </a:bodyPr>
          <a:lstStyle/>
          <a:p>
            <a:r>
              <a:rPr lang="es-ES" sz="2000" dirty="0"/>
              <a:t>THz-</a:t>
            </a:r>
            <a:r>
              <a:rPr lang="es-ES" sz="2000" dirty="0" err="1"/>
              <a:t>Induced</a:t>
            </a:r>
            <a:r>
              <a:rPr lang="es-ES" sz="2000" dirty="0"/>
              <a:t> </a:t>
            </a:r>
            <a:r>
              <a:rPr lang="es-ES" sz="2000" dirty="0" err="1"/>
              <a:t>Enzyme</a:t>
            </a:r>
            <a:r>
              <a:rPr lang="es-ES" sz="2000" dirty="0"/>
              <a:t> </a:t>
            </a:r>
            <a:r>
              <a:rPr lang="es-ES" sz="2000" dirty="0" err="1"/>
              <a:t>Unfolding</a:t>
            </a:r>
            <a:r>
              <a:rPr lang="es-ES" sz="2000" dirty="0"/>
              <a:t> </a:t>
            </a:r>
            <a:r>
              <a:rPr lang="es-ES" sz="2000" dirty="0" err="1"/>
              <a:t>Model</a:t>
            </a:r>
            <a:endParaRPr lang="en-US" sz="2000" dirty="0"/>
          </a:p>
        </p:txBody>
      </p:sp>
      <p:sp>
        <p:nvSpPr>
          <p:cNvPr id="5" name="TextBox 4">
            <a:extLst>
              <a:ext uri="{FF2B5EF4-FFF2-40B4-BE49-F238E27FC236}">
                <a16:creationId xmlns:a16="http://schemas.microsoft.com/office/drawing/2014/main" id="{AEB9D6A3-59F7-3469-F596-F9D7D21583FA}"/>
              </a:ext>
            </a:extLst>
          </p:cNvPr>
          <p:cNvSpPr txBox="1"/>
          <p:nvPr/>
        </p:nvSpPr>
        <p:spPr>
          <a:xfrm>
            <a:off x="111483" y="6376036"/>
            <a:ext cx="11743512" cy="507831"/>
          </a:xfrm>
          <a:prstGeom prst="rect">
            <a:avLst/>
          </a:prstGeom>
          <a:noFill/>
        </p:spPr>
        <p:txBody>
          <a:bodyPr wrap="square">
            <a:spAutoFit/>
          </a:bodyPr>
          <a:lstStyle/>
          <a:p>
            <a:r>
              <a:rPr lang="en-US" sz="900" dirty="0"/>
              <a:t>[1] Hadeel Elayan, Andrew W. Eckford, and Raviraj S. Adve. 2023. Terahertz Induced Protein Interactions in a Random Medium. IEEE Transactions on Molecular, Biological and Multi-Scale Communications 9, 4 (Dec. 2023), 435–446. https: //doi.org/10.1109/tmbmc.2023.3327302</a:t>
            </a:r>
          </a:p>
          <a:p>
            <a:endParaRPr lang="en-US" sz="900" dirty="0"/>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1A5A38E-152E-2D88-FF83-2BD41CDDC078}"/>
                  </a:ext>
                </a:extLst>
              </p:cNvPr>
              <p:cNvSpPr txBox="1"/>
              <p:nvPr/>
            </p:nvSpPr>
            <p:spPr>
              <a:xfrm>
                <a:off x="366192" y="734535"/>
                <a:ext cx="2716567" cy="80682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i="1">
                              <a:latin typeface="Cambria Math" panose="02040503050406030204" pitchFamily="18" charset="0"/>
                            </a:rPr>
                          </m:ctrlPr>
                        </m:sSubPr>
                        <m:e>
                          <m:r>
                            <a:rPr lang="de-DE" i="1">
                              <a:latin typeface="Cambria Math" panose="02040503050406030204" pitchFamily="18" charset="0"/>
                            </a:rPr>
                            <m:t>𝑝</m:t>
                          </m:r>
                        </m:e>
                        <m:sub>
                          <m:r>
                            <a:rPr lang="de-DE" i="1">
                              <a:latin typeface="Cambria Math" panose="02040503050406030204" pitchFamily="18" charset="0"/>
                            </a:rPr>
                            <m:t>𝐹</m:t>
                          </m:r>
                        </m:sub>
                      </m:sSub>
                      <m:r>
                        <a:rPr lang="de-DE" i="1">
                          <a:latin typeface="Cambria Math" panose="02040503050406030204" pitchFamily="18" charset="0"/>
                        </a:rPr>
                        <m:t>=</m:t>
                      </m:r>
                      <m:f>
                        <m:fPr>
                          <m:ctrlPr>
                            <a:rPr lang="en-US" i="1" dirty="0" smtClean="0">
                              <a:latin typeface="Cambria Math" panose="02040503050406030204" pitchFamily="18" charset="0"/>
                            </a:rPr>
                          </m:ctrlPr>
                        </m:fPr>
                        <m:num>
                          <m:r>
                            <a:rPr lang="en-US" i="1" dirty="0" smtClean="0">
                              <a:latin typeface="Cambria Math" panose="02040503050406030204" pitchFamily="18" charset="0"/>
                            </a:rPr>
                            <m:t>1</m:t>
                          </m:r>
                        </m:num>
                        <m:den>
                          <m:r>
                            <a:rPr lang="en-US" i="1" dirty="0" smtClean="0">
                              <a:latin typeface="Cambria Math" panose="02040503050406030204" pitchFamily="18" charset="0"/>
                            </a:rPr>
                            <m:t>1</m:t>
                          </m:r>
                          <m:r>
                            <a:rPr lang="en-US" i="1" dirty="0" smtClean="0">
                              <a:latin typeface="Cambria Math" panose="02040503050406030204" pitchFamily="18" charset="0"/>
                            </a:rPr>
                            <m:t>+</m:t>
                          </m:r>
                          <m:sSup>
                            <m:sSupPr>
                              <m:ctrlPr>
                                <a:rPr lang="de-DE" b="0" i="1" dirty="0" smtClean="0">
                                  <a:latin typeface="Cambria Math" panose="02040503050406030204" pitchFamily="18" charset="0"/>
                                </a:rPr>
                              </m:ctrlPr>
                            </m:sSupPr>
                            <m:e>
                              <m:r>
                                <a:rPr lang="de-DE" b="0" i="1" dirty="0" smtClean="0">
                                  <a:latin typeface="Cambria Math" panose="02040503050406030204" pitchFamily="18" charset="0"/>
                                </a:rPr>
                                <m:t>𝑒</m:t>
                              </m:r>
                            </m:e>
                            <m:sup>
                              <m:d>
                                <m:dPr>
                                  <m:ctrlPr>
                                    <a:rPr lang="en-US" b="0" i="1" dirty="0" smtClean="0">
                                      <a:latin typeface="Cambria Math" panose="02040503050406030204" pitchFamily="18" charset="0"/>
                                    </a:rPr>
                                  </m:ctrlPr>
                                </m:dPr>
                                <m:e>
                                  <m:f>
                                    <m:fPr>
                                      <m:ctrlPr>
                                        <a:rPr lang="en-US" b="0" i="1" dirty="0" smtClean="0">
                                          <a:latin typeface="Cambria Math" panose="02040503050406030204" pitchFamily="18" charset="0"/>
                                        </a:rPr>
                                      </m:ctrlPr>
                                    </m:fPr>
                                    <m:num>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en-US" i="1" dirty="0" smtClean="0">
                                          <a:latin typeface="Cambria Math" panose="02040503050406030204" pitchFamily="18" charset="0"/>
                                        </a:rPr>
                                        <m:t>−</m:t>
                                      </m:r>
                                      <m:sSub>
                                        <m:sSubPr>
                                          <m:ctrlPr>
                                            <a:rPr lang="en-US" i="1" dirty="0" smtClean="0">
                                              <a:latin typeface="Cambria Math" panose="02040503050406030204" pitchFamily="18" charset="0"/>
                                            </a:rPr>
                                          </m:ctrlPr>
                                        </m:sSubPr>
                                        <m:e>
                                          <m:d>
                                            <m:dPr>
                                              <m:begChr m:val="⟨"/>
                                              <m:endChr m:val="⟩"/>
                                              <m:ctrlPr>
                                                <a:rPr lang="en-US" i="1" dirty="0" smtClean="0">
                                                  <a:latin typeface="Cambria Math" panose="02040503050406030204" pitchFamily="18" charset="0"/>
                                                </a:rPr>
                                              </m:ctrlPr>
                                            </m:dPr>
                                            <m:e>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𝐸</m:t>
                                                  </m:r>
                                                </m:e>
                                                <m:sub>
                                                  <m:r>
                                                    <a:rPr lang="en-US" i="1" dirty="0" smtClean="0">
                                                      <a:latin typeface="Cambria Math" panose="02040503050406030204" pitchFamily="18" charset="0"/>
                                                    </a:rPr>
                                                    <m:t>𝑡𝑜𝑡</m:t>
                                                  </m:r>
                                                </m:sub>
                                              </m:sSub>
                                            </m:e>
                                          </m:d>
                                        </m:e>
                                        <m:sub>
                                          <m:r>
                                            <a:rPr lang="en-US" i="1" dirty="0" smtClean="0">
                                              <a:latin typeface="Cambria Math" panose="02040503050406030204" pitchFamily="18" charset="0"/>
                                            </a:rPr>
                                            <m:t>𝑠𝑠</m:t>
                                          </m:r>
                                        </m:sub>
                                      </m:sSub>
                                    </m:num>
                                    <m:den>
                                      <m:sSub>
                                        <m:sSubPr>
                                          <m:ctrlPr>
                                            <a:rPr lang="en-US" i="1" dirty="0" smtClean="0">
                                              <a:latin typeface="Cambria Math" panose="02040503050406030204" pitchFamily="18" charset="0"/>
                                            </a:rPr>
                                          </m:ctrlPr>
                                        </m:sSubPr>
                                        <m:e>
                                          <m:r>
                                            <a:rPr lang="en-US" i="1" dirty="0" smtClean="0">
                                              <a:latin typeface="Cambria Math" panose="02040503050406030204" pitchFamily="18" charset="0"/>
                                            </a:rPr>
                                            <m:t>𝑘</m:t>
                                          </m:r>
                                        </m:e>
                                        <m:sub>
                                          <m:r>
                                            <a:rPr lang="en-US" i="1" dirty="0" smtClean="0">
                                              <a:latin typeface="Cambria Math" panose="02040503050406030204" pitchFamily="18" charset="0"/>
                                            </a:rPr>
                                            <m:t>𝑏</m:t>
                                          </m:r>
                                        </m:sub>
                                      </m:sSub>
                                      <m:r>
                                        <a:rPr lang="en-US" i="1" dirty="0" smtClean="0">
                                          <a:latin typeface="Cambria Math" panose="02040503050406030204" pitchFamily="18" charset="0"/>
                                        </a:rPr>
                                        <m:t>𝑇</m:t>
                                      </m:r>
                                    </m:den>
                                  </m:f>
                                </m:e>
                              </m:d>
                            </m:sup>
                          </m:sSup>
                        </m:den>
                      </m:f>
                    </m:oMath>
                  </m:oMathPara>
                </a14:m>
                <a:endParaRPr/>
              </a:p>
            </p:txBody>
          </p:sp>
        </mc:Choice>
        <mc:Fallback xmlns="">
          <p:sp>
            <p:nvSpPr>
              <p:cNvPr id="8" name="TextBox 7">
                <a:extLst>
                  <a:ext uri="{FF2B5EF4-FFF2-40B4-BE49-F238E27FC236}">
                    <a16:creationId xmlns:a16="http://schemas.microsoft.com/office/drawing/2014/main" id="{F1A5A38E-152E-2D88-FF83-2BD41CDDC078}"/>
                  </a:ext>
                </a:extLst>
              </p:cNvPr>
              <p:cNvSpPr txBox="1">
                <a:spLocks noRot="1" noChangeAspect="1" noMove="1" noResize="1" noEditPoints="1" noAdjustHandles="1" noChangeArrowheads="1" noChangeShapeType="1" noTextEdit="1"/>
              </p:cNvSpPr>
              <p:nvPr/>
            </p:nvSpPr>
            <p:spPr>
              <a:xfrm>
                <a:off x="366192" y="734535"/>
                <a:ext cx="2716567" cy="806824"/>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D8FCC9F-6F72-EA63-42AE-107091808056}"/>
                  </a:ext>
                </a:extLst>
              </p:cNvPr>
              <p:cNvSpPr txBox="1"/>
              <p:nvPr/>
            </p:nvSpPr>
            <p:spPr>
              <a:xfrm>
                <a:off x="518522" y="1751460"/>
                <a:ext cx="3264763" cy="391582"/>
              </a:xfrm>
              <a:prstGeom prst="rect">
                <a:avLst/>
              </a:prstGeom>
              <a:noFill/>
            </p:spPr>
            <p:txBody>
              <a:bodyPr wrap="square">
                <a:spAutoFit/>
              </a:bodyPr>
              <a:lstStyle/>
              <a:p>
                <a14:m>
                  <m:oMath xmlns:m="http://schemas.openxmlformats.org/officeDocument/2006/math">
                    <m:r>
                      <m:rPr>
                        <m:sty m:val="p"/>
                      </m:rPr>
                      <a:rPr lang="en-US" i="0" dirty="0" smtClean="0">
                        <a:latin typeface="Cambria Math" panose="02040503050406030204" pitchFamily="18" charset="0"/>
                      </a:rPr>
                      <m:t>Δ</m:t>
                    </m:r>
                    <m:r>
                      <a:rPr lang="en-US" i="1" dirty="0" smtClean="0">
                        <a:latin typeface="Cambria Math" panose="02040503050406030204" pitchFamily="18" charset="0"/>
                      </a:rPr>
                      <m:t>𝐸</m:t>
                    </m:r>
                    <m:r>
                      <a:rPr lang="de-DE" b="0" i="1" dirty="0" smtClean="0">
                        <a:latin typeface="Cambria Math" panose="02040503050406030204" pitchFamily="18" charset="0"/>
                      </a:rPr>
                      <m:t>=</m:t>
                    </m:r>
                    <m:sSub>
                      <m:sSubPr>
                        <m:ctrlPr>
                          <a:rPr lang="de-DE" b="0" i="1" dirty="0" smtClean="0">
                            <a:latin typeface="Cambria Math" panose="02040503050406030204" pitchFamily="18" charset="0"/>
                          </a:rPr>
                        </m:ctrlPr>
                      </m:sSubPr>
                      <m:e>
                        <m:r>
                          <a:rPr lang="de-DE" b="0" i="1" dirty="0" smtClean="0">
                            <a:latin typeface="Cambria Math" panose="02040503050406030204" pitchFamily="18" charset="0"/>
                          </a:rPr>
                          <m:t>𝐸</m:t>
                        </m:r>
                      </m:e>
                      <m:sub>
                        <m:r>
                          <a:rPr lang="de-DE" b="0" i="1" dirty="0" smtClean="0">
                            <a:latin typeface="Cambria Math" panose="02040503050406030204" pitchFamily="18" charset="0"/>
                          </a:rPr>
                          <m:t>𝑓</m:t>
                        </m:r>
                      </m:sub>
                    </m:sSub>
                    <m:r>
                      <a:rPr lang="de-DE" b="0" i="1" dirty="0" smtClean="0">
                        <a:latin typeface="Cambria Math" panose="02040503050406030204" pitchFamily="18" charset="0"/>
                        <a:ea typeface="Cambria Math" panose="02040503050406030204" pitchFamily="18" charset="0"/>
                      </a:rPr>
                      <m:t>−</m:t>
                    </m:r>
                    <m:sSub>
                      <m:sSubPr>
                        <m:ctrlPr>
                          <a:rPr lang="de-DE" i="1" dirty="0">
                            <a:latin typeface="Cambria Math" panose="02040503050406030204" pitchFamily="18" charset="0"/>
                          </a:rPr>
                        </m:ctrlPr>
                      </m:sSubPr>
                      <m:e>
                        <m:r>
                          <a:rPr lang="de-DE" i="1" dirty="0">
                            <a:latin typeface="Cambria Math" panose="02040503050406030204" pitchFamily="18" charset="0"/>
                          </a:rPr>
                          <m:t>𝐸</m:t>
                        </m:r>
                      </m:e>
                      <m:sub>
                        <m:r>
                          <a:rPr lang="de-DE" b="0" i="1" dirty="0" smtClean="0">
                            <a:latin typeface="Cambria Math" panose="02040503050406030204" pitchFamily="18" charset="0"/>
                          </a:rPr>
                          <m:t>𝑢</m:t>
                        </m:r>
                      </m:sub>
                    </m:sSub>
                  </m:oMath>
                </a14:m>
                <a:r>
                  <a:rPr lang="en-US" dirty="0"/>
                  <a:t> : free energy</a:t>
                </a:r>
                <a:r>
                  <a:rPr lang="en-US" i="1" dirty="0"/>
                  <a:t> </a:t>
                </a:r>
              </a:p>
            </p:txBody>
          </p:sp>
        </mc:Choice>
        <mc:Fallback xmlns="">
          <p:sp>
            <p:nvSpPr>
              <p:cNvPr id="10" name="TextBox 9">
                <a:extLst>
                  <a:ext uri="{FF2B5EF4-FFF2-40B4-BE49-F238E27FC236}">
                    <a16:creationId xmlns:a16="http://schemas.microsoft.com/office/drawing/2014/main" id="{2D8FCC9F-6F72-EA63-42AE-107091808056}"/>
                  </a:ext>
                </a:extLst>
              </p:cNvPr>
              <p:cNvSpPr txBox="1">
                <a:spLocks noRot="1" noChangeAspect="1" noMove="1" noResize="1" noEditPoints="1" noAdjustHandles="1" noChangeArrowheads="1" noChangeShapeType="1" noTextEdit="1"/>
              </p:cNvSpPr>
              <p:nvPr/>
            </p:nvSpPr>
            <p:spPr>
              <a:xfrm>
                <a:off x="518522" y="1751460"/>
                <a:ext cx="3264763" cy="391582"/>
              </a:xfrm>
              <a:prstGeom prst="rect">
                <a:avLst/>
              </a:prstGeom>
              <a:blipFill>
                <a:blip r:embed="rId3"/>
                <a:stretch>
                  <a:fillRect t="-4615"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DCF8BB0-8B3B-ACD6-63F4-2F98484E9D53}"/>
                  </a:ext>
                </a:extLst>
              </p:cNvPr>
              <p:cNvSpPr txBox="1"/>
              <p:nvPr/>
            </p:nvSpPr>
            <p:spPr>
              <a:xfrm>
                <a:off x="83598" y="2330532"/>
                <a:ext cx="5552161" cy="5311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i="1" dirty="0" smtClean="0">
                              <a:latin typeface="Cambria Math" panose="02040503050406030204" pitchFamily="18" charset="0"/>
                            </a:rPr>
                          </m:ctrlPr>
                        </m:sSubPr>
                        <m:e>
                          <m:d>
                            <m:dPr>
                              <m:begChr m:val="⟨"/>
                              <m:endChr m:val="⟩"/>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𝐸</m:t>
                                  </m:r>
                                </m:e>
                                <m:sub>
                                  <m:r>
                                    <a:rPr lang="en-US" i="1" dirty="0">
                                      <a:latin typeface="Cambria Math" panose="02040503050406030204" pitchFamily="18" charset="0"/>
                                    </a:rPr>
                                    <m:t>𝑡𝑜𝑡</m:t>
                                  </m:r>
                                </m:sub>
                              </m:sSub>
                            </m:e>
                          </m:d>
                        </m:e>
                        <m:sub>
                          <m:r>
                            <a:rPr lang="en-US" i="1" dirty="0">
                              <a:latin typeface="Cambria Math" panose="02040503050406030204" pitchFamily="18" charset="0"/>
                            </a:rPr>
                            <m:t>𝑠𝑠</m:t>
                          </m:r>
                        </m:sub>
                      </m:sSub>
                      <m:r>
                        <a:rPr lang="en-US" i="1" dirty="0">
                          <a:latin typeface="Cambria Math" panose="02040503050406030204" pitchFamily="18" charset="0"/>
                        </a:rPr>
                        <m:t>=</m:t>
                      </m:r>
                      <m:f>
                        <m:fPr>
                          <m:ctrlPr>
                            <a:rPr lang="en-US" i="1" dirty="0">
                              <a:latin typeface="Cambria Math" panose="02040503050406030204" pitchFamily="18" charset="0"/>
                            </a:rPr>
                          </m:ctrlPr>
                        </m:fPr>
                        <m:num>
                          <m:r>
                            <a:rPr lang="en-US" i="1" dirty="0">
                              <a:latin typeface="Cambria Math" panose="02040503050406030204" pitchFamily="18" charset="0"/>
                            </a:rPr>
                            <m:t>𝛼</m:t>
                          </m:r>
                        </m:num>
                        <m:den>
                          <m:r>
                            <a:rPr lang="en-US" i="1" dirty="0">
                              <a:latin typeface="Cambria Math" panose="02040503050406030204" pitchFamily="18" charset="0"/>
                            </a:rPr>
                            <m:t>4</m:t>
                          </m:r>
                          <m:r>
                            <a:rPr lang="en-US" i="1" dirty="0">
                              <a:latin typeface="Cambria Math" panose="02040503050406030204" pitchFamily="18" charset="0"/>
                            </a:rPr>
                            <m:t>𝛽</m:t>
                          </m:r>
                          <m:r>
                            <a:rPr lang="en-US" i="1" dirty="0">
                              <a:latin typeface="Cambria Math" panose="02040503050406030204" pitchFamily="18" charset="0"/>
                            </a:rPr>
                            <m:t>𝑚</m:t>
                          </m:r>
                          <m:d>
                            <m:dPr>
                              <m:begChr m:val="["/>
                              <m:endChr m:val="]"/>
                              <m:ctrlPr>
                                <a:rPr lang="en-US" i="1" dirty="0">
                                  <a:latin typeface="Cambria Math" panose="02040503050406030204" pitchFamily="18" charset="0"/>
                                </a:rPr>
                              </m:ctrlPr>
                            </m:dPr>
                            <m:e>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r>
                                        <a:rPr lang="en-US" i="1" dirty="0">
                                          <a:latin typeface="Cambria Math" panose="02040503050406030204" pitchFamily="18" charset="0"/>
                                        </a:rPr>
                                        <m:t>−</m:t>
                                      </m:r>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e>
                                  </m:d>
                                </m:e>
                                <m:sup>
                                  <m:r>
                                    <a:rPr lang="en-US" i="1" dirty="0">
                                      <a:latin typeface="Cambria Math" panose="02040503050406030204" pitchFamily="18" charset="0"/>
                                    </a:rPr>
                                    <m:t>2</m:t>
                                  </m:r>
                                </m:sup>
                              </m:sSup>
                              <m:r>
                                <a:rPr lang="en-US" i="1" dirty="0">
                                  <a:latin typeface="Cambria Math" panose="02040503050406030204" pitchFamily="18" charset="0"/>
                                </a:rPr>
                                <m:t>+</m:t>
                              </m:r>
                              <m:sSup>
                                <m:sSupPr>
                                  <m:ctrlPr>
                                    <a:rPr lang="en-US" i="1" dirty="0">
                                      <a:latin typeface="Cambria Math" panose="02040503050406030204" pitchFamily="18" charset="0"/>
                                    </a:rPr>
                                  </m:ctrlPr>
                                </m:sSupPr>
                                <m:e>
                                  <m:d>
                                    <m:dPr>
                                      <m:ctrlPr>
                                        <a:rPr lang="en-US" i="1" dirty="0">
                                          <a:latin typeface="Cambria Math" panose="02040503050406030204" pitchFamily="18" charset="0"/>
                                        </a:rPr>
                                      </m:ctrlPr>
                                    </m:dPr>
                                    <m:e>
                                      <m:sSub>
                                        <m:sSubPr>
                                          <m:ctrlPr>
                                            <a:rPr lang="en-US" i="1" dirty="0">
                                              <a:latin typeface="Cambria Math" panose="02040503050406030204" pitchFamily="18" charset="0"/>
                                            </a:rPr>
                                          </m:ctrlPr>
                                        </m:sSubPr>
                                        <m:e>
                                          <m:r>
                                            <a:rPr lang="en-US" i="1" dirty="0">
                                              <a:latin typeface="Cambria Math" panose="02040503050406030204" pitchFamily="18" charset="0"/>
                                            </a:rPr>
                                            <m:t>𝜔</m:t>
                                          </m:r>
                                        </m:e>
                                        <m:sub>
                                          <m:r>
                                            <a:rPr lang="en-US" i="1" dirty="0">
                                              <a:latin typeface="Cambria Math" panose="02040503050406030204" pitchFamily="18" charset="0"/>
                                            </a:rPr>
                                            <m:t>𝑎</m:t>
                                          </m:r>
                                        </m:sub>
                                      </m:sSub>
                                      <m:acc>
                                        <m:accPr>
                                          <m:chr m:val="̅"/>
                                          <m:ctrlPr>
                                            <a:rPr lang="en-US" i="1" dirty="0" smtClean="0">
                                              <a:solidFill>
                                                <a:srgbClr val="C00000"/>
                                              </a:solidFill>
                                              <a:latin typeface="Cambria Math" panose="02040503050406030204" pitchFamily="18" charset="0"/>
                                            </a:rPr>
                                          </m:ctrlPr>
                                        </m:accPr>
                                        <m:e>
                                          <m:r>
                                            <a:rPr lang="en-US" i="1" dirty="0">
                                              <a:solidFill>
                                                <a:srgbClr val="C00000"/>
                                              </a:solidFill>
                                              <a:latin typeface="Cambria Math" panose="02040503050406030204" pitchFamily="18" charset="0"/>
                                            </a:rPr>
                                            <m:t>𝛾</m:t>
                                          </m:r>
                                        </m:e>
                                      </m:acc>
                                    </m:e>
                                  </m:d>
                                </m:e>
                                <m:sup>
                                  <m:r>
                                    <a:rPr lang="en-US" i="1" dirty="0">
                                      <a:latin typeface="Cambria Math" panose="02040503050406030204" pitchFamily="18" charset="0"/>
                                    </a:rPr>
                                    <m:t>2</m:t>
                                  </m:r>
                                </m:sup>
                              </m:sSup>
                            </m:e>
                          </m:d>
                        </m:den>
                      </m:f>
                      <m:d>
                        <m:dPr>
                          <m:ctrlPr>
                            <a:rPr lang="en-US" i="1" dirty="0">
                              <a:latin typeface="Cambria Math" panose="02040503050406030204" pitchFamily="18" charset="0"/>
                            </a:rPr>
                          </m:ctrlPr>
                        </m:dPr>
                        <m:e>
                          <m:sSubSup>
                            <m:sSubSupPr>
                              <m:ctrlPr>
                                <a:rPr lang="en-US" i="1" dirty="0">
                                  <a:latin typeface="Cambria Math" panose="02040503050406030204" pitchFamily="18" charset="0"/>
                                </a:rPr>
                              </m:ctrlPr>
                            </m:sSubSupPr>
                            <m:e>
                              <m:r>
                                <a:rPr lang="en-US" i="1" dirty="0">
                                  <a:latin typeface="Cambria Math" panose="02040503050406030204" pitchFamily="18" charset="0"/>
                                </a:rPr>
                                <m:t>𝜔</m:t>
                              </m:r>
                            </m:e>
                            <m:sub>
                              <m:r>
                                <a:rPr lang="en-US" i="1" dirty="0">
                                  <a:latin typeface="Cambria Math" panose="02040503050406030204" pitchFamily="18" charset="0"/>
                                </a:rPr>
                                <m:t>𝑎</m:t>
                              </m:r>
                            </m:sub>
                            <m:sup>
                              <m:r>
                                <a:rPr lang="en-US" i="1" dirty="0">
                                  <a:latin typeface="Cambria Math" panose="02040503050406030204" pitchFamily="18" charset="0"/>
                                </a:rPr>
                                <m:t>2</m:t>
                              </m:r>
                            </m:sup>
                          </m:sSubSup>
                          <m:r>
                            <a:rPr lang="en-US" i="1" dirty="0">
                              <a:latin typeface="Cambria Math" panose="02040503050406030204" pitchFamily="18" charset="0"/>
                            </a:rPr>
                            <m:t>+</m:t>
                          </m:r>
                          <m:sSubSup>
                            <m:sSubSupPr>
                              <m:ctrlPr>
                                <a:rPr lang="en-US" i="1" dirty="0" smtClean="0">
                                  <a:solidFill>
                                    <a:srgbClr val="C00000"/>
                                  </a:solidFill>
                                  <a:latin typeface="Cambria Math" panose="02040503050406030204" pitchFamily="18" charset="0"/>
                                </a:rPr>
                              </m:ctrlPr>
                            </m:sSubSupPr>
                            <m:e>
                              <m:r>
                                <a:rPr lang="en-US" i="1" dirty="0">
                                  <a:solidFill>
                                    <a:srgbClr val="C00000"/>
                                  </a:solidFill>
                                  <a:latin typeface="Cambria Math" panose="02040503050406030204" pitchFamily="18" charset="0"/>
                                </a:rPr>
                                <m:t>𝜔</m:t>
                              </m:r>
                            </m:e>
                            <m:sub>
                              <m:r>
                                <a:rPr lang="en-US" i="1" dirty="0">
                                  <a:solidFill>
                                    <a:srgbClr val="C00000"/>
                                  </a:solidFill>
                                  <a:latin typeface="Cambria Math" panose="02040503050406030204" pitchFamily="18" charset="0"/>
                                </a:rPr>
                                <m:t>𝑜</m:t>
                              </m:r>
                            </m:sub>
                            <m:sup>
                              <m:r>
                                <a:rPr lang="en-US" i="1" dirty="0">
                                  <a:solidFill>
                                    <a:srgbClr val="C00000"/>
                                  </a:solidFill>
                                  <a:latin typeface="Cambria Math" panose="02040503050406030204" pitchFamily="18" charset="0"/>
                                </a:rPr>
                                <m:t>2</m:t>
                              </m:r>
                            </m:sup>
                          </m:sSubSup>
                        </m:e>
                      </m:d>
                      <m:r>
                        <a:rPr lang="en-US" i="1" dirty="0">
                          <a:latin typeface="Cambria Math" panose="02040503050406030204" pitchFamily="18" charset="0"/>
                        </a:rPr>
                        <m:t>+</m:t>
                      </m:r>
                      <m:sSub>
                        <m:sSubPr>
                          <m:ctrlPr>
                            <a:rPr lang="en-US" i="1" dirty="0">
                              <a:latin typeface="Cambria Math" panose="02040503050406030204" pitchFamily="18" charset="0"/>
                            </a:rPr>
                          </m:ctrlPr>
                        </m:sSubPr>
                        <m:e>
                          <m:r>
                            <a:rPr lang="en-US" i="1" dirty="0">
                              <a:latin typeface="Cambria Math" panose="02040503050406030204" pitchFamily="18" charset="0"/>
                            </a:rPr>
                            <m:t>𝑘</m:t>
                          </m:r>
                        </m:e>
                        <m:sub>
                          <m:r>
                            <a:rPr lang="en-US" i="1" dirty="0">
                              <a:latin typeface="Cambria Math" panose="02040503050406030204" pitchFamily="18" charset="0"/>
                            </a:rPr>
                            <m:t>𝑏</m:t>
                          </m:r>
                        </m:sub>
                      </m:sSub>
                      <m:r>
                        <a:rPr lang="en-US" i="1" dirty="0">
                          <a:latin typeface="Cambria Math" panose="02040503050406030204" pitchFamily="18" charset="0"/>
                        </a:rPr>
                        <m:t>𝑇</m:t>
                      </m:r>
                    </m:oMath>
                  </m:oMathPara>
                </a14:m>
                <a:endParaRPr/>
              </a:p>
            </p:txBody>
          </p:sp>
        </mc:Choice>
        <mc:Fallback xmlns="">
          <p:sp>
            <p:nvSpPr>
              <p:cNvPr id="12" name="TextBox 11">
                <a:extLst>
                  <a:ext uri="{FF2B5EF4-FFF2-40B4-BE49-F238E27FC236}">
                    <a16:creationId xmlns:a16="http://schemas.microsoft.com/office/drawing/2014/main" id="{7DCF8BB0-8B3B-ACD6-63F4-2F98484E9D53}"/>
                  </a:ext>
                </a:extLst>
              </p:cNvPr>
              <p:cNvSpPr txBox="1">
                <a:spLocks noRot="1" noChangeAspect="1" noMove="1" noResize="1" noEditPoints="1" noAdjustHandles="1" noChangeArrowheads="1" noChangeShapeType="1" noTextEdit="1"/>
              </p:cNvSpPr>
              <p:nvPr/>
            </p:nvSpPr>
            <p:spPr>
              <a:xfrm>
                <a:off x="83598" y="2330532"/>
                <a:ext cx="5552161" cy="531107"/>
              </a:xfrm>
              <a:prstGeom prst="rect">
                <a:avLst/>
              </a:prstGeom>
              <a:blipFill>
                <a:blip r:embed="rId4"/>
                <a:stretch>
                  <a:fillRect b="-1149"/>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1650A18F-AA7B-CC05-AC43-0821909B161A}"/>
                  </a:ext>
                </a:extLst>
              </p:cNvPr>
              <p:cNvSpPr txBox="1"/>
              <p:nvPr/>
            </p:nvSpPr>
            <p:spPr>
              <a:xfrm>
                <a:off x="454159" y="3172361"/>
                <a:ext cx="5098383" cy="491288"/>
              </a:xfrm>
              <a:prstGeom prst="rect">
                <a:avLst/>
              </a:prstGeom>
              <a:noFill/>
            </p:spPr>
            <p:txBody>
              <a:bodyPr wrap="none" rtlCol="0">
                <a:spAutoFit/>
              </a:bodyPr>
              <a:lstStyle/>
              <a:p>
                <a14:m>
                  <m:oMath xmlns:m="http://schemas.openxmlformats.org/officeDocument/2006/math">
                    <m:sSubSup>
                      <m:sSubSupPr>
                        <m:ctrlPr>
                          <a:rPr lang="en-US" i="1" dirty="0" smtClean="0">
                            <a:solidFill>
                              <a:schemeClr val="tx1"/>
                            </a:solidFill>
                            <a:latin typeface="Cambria Math" panose="02040503050406030204" pitchFamily="18" charset="0"/>
                          </a:rPr>
                        </m:ctrlPr>
                      </m:sSubSupPr>
                      <m:e>
                        <m:r>
                          <a:rPr lang="en-US" i="1" dirty="0">
                            <a:solidFill>
                              <a:schemeClr val="tx1"/>
                            </a:solidFill>
                            <a:latin typeface="Cambria Math" panose="02040503050406030204" pitchFamily="18" charset="0"/>
                          </a:rPr>
                          <m:t>𝜔</m:t>
                        </m:r>
                      </m:e>
                      <m:sub>
                        <m:r>
                          <a:rPr lang="en-US" i="1" dirty="0">
                            <a:solidFill>
                              <a:schemeClr val="tx1"/>
                            </a:solidFill>
                            <a:latin typeface="Cambria Math" panose="02040503050406030204" pitchFamily="18" charset="0"/>
                          </a:rPr>
                          <m:t>𝑜</m:t>
                        </m:r>
                      </m:sub>
                      <m:sup>
                        <m:r>
                          <a:rPr lang="en-US" i="1" dirty="0">
                            <a:solidFill>
                              <a:schemeClr val="tx1"/>
                            </a:solidFill>
                            <a:latin typeface="Cambria Math" panose="02040503050406030204" pitchFamily="18" charset="0"/>
                          </a:rPr>
                          <m:t>2</m:t>
                        </m:r>
                      </m:sup>
                    </m:sSubSup>
                    <m:r>
                      <a:rPr lang="de-DE" b="0" i="1" smtClean="0">
                        <a:latin typeface="Cambria Math" panose="02040503050406030204" pitchFamily="18" charset="0"/>
                      </a:rPr>
                      <m:t>=</m:t>
                    </m:r>
                    <m:f>
                      <m:fPr>
                        <m:ctrlPr>
                          <a:rPr lang="de-DE" b="0" i="1" smtClean="0">
                            <a:latin typeface="Cambria Math" panose="02040503050406030204" pitchFamily="18" charset="0"/>
                          </a:rPr>
                        </m:ctrlPr>
                      </m:fPr>
                      <m:num>
                        <m:r>
                          <a:rPr lang="de-DE" b="0" i="1" smtClean="0">
                            <a:latin typeface="Cambria Math" panose="02040503050406030204" pitchFamily="18" charset="0"/>
                          </a:rPr>
                          <m:t>𝑘</m:t>
                        </m:r>
                      </m:num>
                      <m:den>
                        <m:r>
                          <a:rPr lang="de-DE" b="0" i="1" smtClean="0">
                            <a:latin typeface="Cambria Math" panose="02040503050406030204" pitchFamily="18" charset="0"/>
                          </a:rPr>
                          <m:t>𝑚</m:t>
                        </m:r>
                      </m:den>
                    </m:f>
                  </m:oMath>
                </a14:m>
                <a:r>
                  <a:rPr lang="en-US" i="1" dirty="0"/>
                  <a:t> , </a:t>
                </a:r>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0</m:t>
                        </m:r>
                      </m:sub>
                    </m:sSub>
                  </m:oMath>
                </a14:m>
                <a:r>
                  <a:rPr lang="en-US" dirty="0"/>
                  <a:t> is the natural frequency of the protein</a:t>
                </a:r>
              </a:p>
            </p:txBody>
          </p:sp>
        </mc:Choice>
        <mc:Fallback xmlns="">
          <p:sp>
            <p:nvSpPr>
              <p:cNvPr id="13" name="TextBox 12">
                <a:extLst>
                  <a:ext uri="{FF2B5EF4-FFF2-40B4-BE49-F238E27FC236}">
                    <a16:creationId xmlns:a16="http://schemas.microsoft.com/office/drawing/2014/main" id="{1650A18F-AA7B-CC05-AC43-0821909B161A}"/>
                  </a:ext>
                </a:extLst>
              </p:cNvPr>
              <p:cNvSpPr txBox="1">
                <a:spLocks noRot="1" noChangeAspect="1" noMove="1" noResize="1" noEditPoints="1" noAdjustHandles="1" noChangeArrowheads="1" noChangeShapeType="1" noTextEdit="1"/>
              </p:cNvSpPr>
              <p:nvPr/>
            </p:nvSpPr>
            <p:spPr>
              <a:xfrm>
                <a:off x="454159" y="3172361"/>
                <a:ext cx="5098383" cy="491288"/>
              </a:xfrm>
              <a:prstGeom prst="rect">
                <a:avLst/>
              </a:prstGeom>
              <a:blipFill>
                <a:blip r:embed="rId5"/>
                <a:stretch>
                  <a:fillRect r="-239" b="-864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DB8140D9-A5BB-2CDD-16C8-EE8CE49E9893}"/>
                  </a:ext>
                </a:extLst>
              </p:cNvPr>
              <p:cNvSpPr txBox="1"/>
              <p:nvPr/>
            </p:nvSpPr>
            <p:spPr>
              <a:xfrm>
                <a:off x="454159" y="3673423"/>
                <a:ext cx="1112258" cy="68153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acc>
                        <m:accPr>
                          <m:chr m:val="̅"/>
                          <m:ctrlPr>
                            <a:rPr lang="en-US" i="1" dirty="0" smtClean="0">
                              <a:solidFill>
                                <a:schemeClr val="tx1"/>
                              </a:solidFill>
                              <a:latin typeface="Cambria Math" panose="02040503050406030204" pitchFamily="18" charset="0"/>
                            </a:rPr>
                          </m:ctrlPr>
                        </m:accPr>
                        <m:e>
                          <m:r>
                            <a:rPr lang="en-US" i="1" dirty="0">
                              <a:solidFill>
                                <a:schemeClr val="tx1"/>
                              </a:solidFill>
                              <a:latin typeface="Cambria Math" panose="02040503050406030204" pitchFamily="18" charset="0"/>
                            </a:rPr>
                            <m:t>𝛾</m:t>
                          </m:r>
                        </m:e>
                      </m:acc>
                      <m:r>
                        <a:rPr lang="de-DE" b="0" i="1" dirty="0" smtClean="0">
                          <a:latin typeface="Cambria Math" panose="02040503050406030204" pitchFamily="18" charset="0"/>
                        </a:rPr>
                        <m:t>=</m:t>
                      </m:r>
                      <m:f>
                        <m:fPr>
                          <m:ctrlPr>
                            <a:rPr lang="de-DE" b="0" i="1" dirty="0" smtClean="0">
                              <a:latin typeface="Cambria Math" panose="02040503050406030204" pitchFamily="18" charset="0"/>
                            </a:rPr>
                          </m:ctrlPr>
                        </m:fPr>
                        <m:num>
                          <m:acc>
                            <m:accPr>
                              <m:chr m:val="̈"/>
                              <m:ctrlPr>
                                <a:rPr lang="de-DE" b="0" i="1" dirty="0" smtClean="0">
                                  <a:solidFill>
                                    <a:schemeClr val="tx1"/>
                                  </a:solidFill>
                                  <a:latin typeface="Cambria Math" panose="02040503050406030204" pitchFamily="18" charset="0"/>
                                </a:rPr>
                              </m:ctrlPr>
                            </m:accPr>
                            <m:e>
                              <m:r>
                                <a:rPr lang="de-DE" b="0" i="1" dirty="0" smtClean="0">
                                  <a:solidFill>
                                    <a:schemeClr val="tx1"/>
                                  </a:solidFill>
                                  <a:latin typeface="Cambria Math" panose="02040503050406030204" pitchFamily="18" charset="0"/>
                                  <a:ea typeface="Cambria Math" panose="02040503050406030204" pitchFamily="18" charset="0"/>
                                </a:rPr>
                                <m:t>𝛽</m:t>
                              </m:r>
                            </m:e>
                          </m:acc>
                        </m:num>
                        <m:den>
                          <m:r>
                            <a:rPr lang="de-DE" b="0" i="1" dirty="0" smtClean="0">
                              <a:latin typeface="Cambria Math" panose="02040503050406030204" pitchFamily="18" charset="0"/>
                            </a:rPr>
                            <m:t>𝑚</m:t>
                          </m:r>
                        </m:den>
                      </m:f>
                    </m:oMath>
                  </m:oMathPara>
                </a14:m>
                <a:endParaRPr lang="en-US" dirty="0"/>
              </a:p>
            </p:txBody>
          </p:sp>
        </mc:Choice>
        <mc:Fallback xmlns="">
          <p:sp>
            <p:nvSpPr>
              <p:cNvPr id="15" name="TextBox 14">
                <a:extLst>
                  <a:ext uri="{FF2B5EF4-FFF2-40B4-BE49-F238E27FC236}">
                    <a16:creationId xmlns:a16="http://schemas.microsoft.com/office/drawing/2014/main" id="{DB8140D9-A5BB-2CDD-16C8-EE8CE49E9893}"/>
                  </a:ext>
                </a:extLst>
              </p:cNvPr>
              <p:cNvSpPr txBox="1">
                <a:spLocks noRot="1" noChangeAspect="1" noMove="1" noResize="1" noEditPoints="1" noAdjustHandles="1" noChangeArrowheads="1" noChangeShapeType="1" noTextEdit="1"/>
              </p:cNvSpPr>
              <p:nvPr/>
            </p:nvSpPr>
            <p:spPr>
              <a:xfrm>
                <a:off x="454159" y="3673423"/>
                <a:ext cx="1112258" cy="681533"/>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5F87FEDF-92AA-8B90-0A98-D4BECAEB1333}"/>
                  </a:ext>
                </a:extLst>
              </p:cNvPr>
              <p:cNvSpPr txBox="1"/>
              <p:nvPr/>
            </p:nvSpPr>
            <p:spPr>
              <a:xfrm>
                <a:off x="560370" y="4397154"/>
                <a:ext cx="3870985" cy="385427"/>
              </a:xfrm>
              <a:prstGeom prst="rect">
                <a:avLst/>
              </a:prstGeom>
              <a:noFill/>
            </p:spPr>
            <p:txBody>
              <a:bodyPr wrap="square">
                <a:spAutoFit/>
              </a:bodyPr>
              <a:lstStyle/>
              <a:p>
                <a14:m>
                  <m:oMath xmlns:m="http://schemas.openxmlformats.org/officeDocument/2006/math">
                    <m:acc>
                      <m:accPr>
                        <m:chr m:val="̈"/>
                        <m:ctrlPr>
                          <a:rPr lang="de-DE" b="0" i="1" dirty="0" smtClean="0">
                            <a:solidFill>
                              <a:srgbClr val="C00000"/>
                            </a:solidFill>
                            <a:latin typeface="Cambria Math" panose="02040503050406030204" pitchFamily="18" charset="0"/>
                          </a:rPr>
                        </m:ctrlPr>
                      </m:accPr>
                      <m:e>
                        <m:r>
                          <a:rPr lang="de-DE" b="0" i="1" dirty="0" smtClean="0">
                            <a:solidFill>
                              <a:srgbClr val="C00000"/>
                            </a:solidFill>
                            <a:latin typeface="Cambria Math" panose="02040503050406030204" pitchFamily="18" charset="0"/>
                            <a:ea typeface="Cambria Math" panose="02040503050406030204" pitchFamily="18" charset="0"/>
                          </a:rPr>
                          <m:t>𝛽</m:t>
                        </m:r>
                      </m:e>
                    </m:acc>
                  </m:oMath>
                </a14:m>
                <a:r>
                  <a:rPr lang="en-US" dirty="0"/>
                  <a:t>: Damping coefficient of the protein</a:t>
                </a:r>
              </a:p>
            </p:txBody>
          </p:sp>
        </mc:Choice>
        <mc:Fallback xmlns="">
          <p:sp>
            <p:nvSpPr>
              <p:cNvPr id="17" name="TextBox 16">
                <a:extLst>
                  <a:ext uri="{FF2B5EF4-FFF2-40B4-BE49-F238E27FC236}">
                    <a16:creationId xmlns:a16="http://schemas.microsoft.com/office/drawing/2014/main" id="{5F87FEDF-92AA-8B90-0A98-D4BECAEB1333}"/>
                  </a:ext>
                </a:extLst>
              </p:cNvPr>
              <p:cNvSpPr txBox="1">
                <a:spLocks noRot="1" noChangeAspect="1" noMove="1" noResize="1" noEditPoints="1" noAdjustHandles="1" noChangeArrowheads="1" noChangeShapeType="1" noTextEdit="1"/>
              </p:cNvSpPr>
              <p:nvPr/>
            </p:nvSpPr>
            <p:spPr>
              <a:xfrm>
                <a:off x="560370" y="4397154"/>
                <a:ext cx="3870985" cy="385427"/>
              </a:xfrm>
              <a:prstGeom prst="rect">
                <a:avLst/>
              </a:prstGeom>
              <a:blipFill>
                <a:blip r:embed="rId7"/>
                <a:stretch>
                  <a:fillRect l="-472" t="-1563" b="-25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9" name="TextBox 18">
                <a:extLst>
                  <a:ext uri="{FF2B5EF4-FFF2-40B4-BE49-F238E27FC236}">
                    <a16:creationId xmlns:a16="http://schemas.microsoft.com/office/drawing/2014/main" id="{F94F89C1-9FCA-84B5-953A-9404443B3B8F}"/>
                  </a:ext>
                </a:extLst>
              </p:cNvPr>
              <p:cNvSpPr txBox="1"/>
              <p:nvPr/>
            </p:nvSpPr>
            <p:spPr>
              <a:xfrm>
                <a:off x="558472" y="4947309"/>
                <a:ext cx="2647384"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𝑚</m:t>
                    </m:r>
                  </m:oMath>
                </a14:m>
                <a:r>
                  <a:rPr lang="en-US" dirty="0">
                    <a:solidFill>
                      <a:srgbClr val="C00000"/>
                    </a:solidFill>
                  </a:rPr>
                  <a:t>: </a:t>
                </a:r>
                <a:r>
                  <a:rPr lang="en-US" dirty="0"/>
                  <a:t>Protein mass</a:t>
                </a:r>
              </a:p>
            </p:txBody>
          </p:sp>
        </mc:Choice>
        <mc:Fallback xmlns="">
          <p:sp>
            <p:nvSpPr>
              <p:cNvPr id="19" name="TextBox 18">
                <a:extLst>
                  <a:ext uri="{FF2B5EF4-FFF2-40B4-BE49-F238E27FC236}">
                    <a16:creationId xmlns:a16="http://schemas.microsoft.com/office/drawing/2014/main" id="{F94F89C1-9FCA-84B5-953A-9404443B3B8F}"/>
                  </a:ext>
                </a:extLst>
              </p:cNvPr>
              <p:cNvSpPr txBox="1">
                <a:spLocks noRot="1" noChangeAspect="1" noMove="1" noResize="1" noEditPoints="1" noAdjustHandles="1" noChangeArrowheads="1" noChangeShapeType="1" noTextEdit="1"/>
              </p:cNvSpPr>
              <p:nvPr/>
            </p:nvSpPr>
            <p:spPr>
              <a:xfrm>
                <a:off x="558472" y="4947309"/>
                <a:ext cx="2647384" cy="369332"/>
              </a:xfrm>
              <a:prstGeom prst="rect">
                <a:avLst/>
              </a:prstGeom>
              <a:blipFill>
                <a:blip r:embed="rId8"/>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431E805A-C64D-599C-F4C7-E2F65E153468}"/>
                  </a:ext>
                </a:extLst>
              </p:cNvPr>
              <p:cNvSpPr txBox="1"/>
              <p:nvPr/>
            </p:nvSpPr>
            <p:spPr>
              <a:xfrm>
                <a:off x="567189" y="5442786"/>
                <a:ext cx="3216096" cy="369332"/>
              </a:xfrm>
              <a:prstGeom prst="rect">
                <a:avLst/>
              </a:prstGeom>
              <a:noFill/>
            </p:spPr>
            <p:txBody>
              <a:bodyPr wrap="square">
                <a:spAutoFit/>
              </a:bodyPr>
              <a:lstStyle/>
              <a:p>
                <a14:m>
                  <m:oMath xmlns:m="http://schemas.openxmlformats.org/officeDocument/2006/math">
                    <m:r>
                      <a:rPr lang="de-DE" b="0" i="1" smtClean="0">
                        <a:solidFill>
                          <a:srgbClr val="C00000"/>
                        </a:solidFill>
                        <a:latin typeface="Cambria Math" panose="02040503050406030204" pitchFamily="18" charset="0"/>
                      </a:rPr>
                      <m:t>𝑘</m:t>
                    </m:r>
                  </m:oMath>
                </a14:m>
                <a:r>
                  <a:rPr lang="en-US" dirty="0">
                    <a:solidFill>
                      <a:srgbClr val="C00000"/>
                    </a:solidFill>
                  </a:rPr>
                  <a:t>:</a:t>
                </a:r>
                <a:r>
                  <a:rPr lang="en-US" dirty="0"/>
                  <a:t> Protein spring constant</a:t>
                </a:r>
              </a:p>
            </p:txBody>
          </p:sp>
        </mc:Choice>
        <mc:Fallback xmlns="">
          <p:sp>
            <p:nvSpPr>
              <p:cNvPr id="20" name="TextBox 19">
                <a:extLst>
                  <a:ext uri="{FF2B5EF4-FFF2-40B4-BE49-F238E27FC236}">
                    <a16:creationId xmlns:a16="http://schemas.microsoft.com/office/drawing/2014/main" id="{431E805A-C64D-599C-F4C7-E2F65E153468}"/>
                  </a:ext>
                </a:extLst>
              </p:cNvPr>
              <p:cNvSpPr txBox="1">
                <a:spLocks noRot="1" noChangeAspect="1" noMove="1" noResize="1" noEditPoints="1" noAdjustHandles="1" noChangeArrowheads="1" noChangeShapeType="1" noTextEdit="1"/>
              </p:cNvSpPr>
              <p:nvPr/>
            </p:nvSpPr>
            <p:spPr>
              <a:xfrm>
                <a:off x="567189" y="5442786"/>
                <a:ext cx="3216096" cy="369332"/>
              </a:xfrm>
              <a:prstGeom prst="rect">
                <a:avLst/>
              </a:prstGeom>
              <a:blipFill>
                <a:blip r:embed="rId9"/>
                <a:stretch>
                  <a:fillRect t="-8333" b="-28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5B514ED2-1CD7-E15E-1BB0-9225DFE8855E}"/>
                  </a:ext>
                </a:extLst>
              </p:cNvPr>
              <p:cNvSpPr txBox="1"/>
              <p:nvPr/>
            </p:nvSpPr>
            <p:spPr>
              <a:xfrm>
                <a:off x="481533" y="5812118"/>
                <a:ext cx="4507958" cy="369332"/>
              </a:xfrm>
              <a:prstGeom prst="rect">
                <a:avLst/>
              </a:prstGeom>
              <a:noFill/>
            </p:spPr>
            <p:txBody>
              <a:bodyPr wrap="square">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𝜔</m:t>
                        </m:r>
                      </m:e>
                      <m:sub>
                        <m:r>
                          <a:rPr lang="de-DE" b="0" i="1" smtClean="0">
                            <a:latin typeface="Cambria Math" panose="02040503050406030204" pitchFamily="18" charset="0"/>
                          </a:rPr>
                          <m:t>𝑎</m:t>
                        </m:r>
                      </m:sub>
                    </m:sSub>
                  </m:oMath>
                </a14:m>
                <a:r>
                  <a:rPr lang="en-US" dirty="0"/>
                  <a:t>: Antenna radiation angular frequency </a:t>
                </a:r>
              </a:p>
            </p:txBody>
          </p:sp>
        </mc:Choice>
        <mc:Fallback xmlns="">
          <p:sp>
            <p:nvSpPr>
              <p:cNvPr id="22" name="TextBox 21">
                <a:extLst>
                  <a:ext uri="{FF2B5EF4-FFF2-40B4-BE49-F238E27FC236}">
                    <a16:creationId xmlns:a16="http://schemas.microsoft.com/office/drawing/2014/main" id="{5B514ED2-1CD7-E15E-1BB0-9225DFE8855E}"/>
                  </a:ext>
                </a:extLst>
              </p:cNvPr>
              <p:cNvSpPr txBox="1">
                <a:spLocks noRot="1" noChangeAspect="1" noMove="1" noResize="1" noEditPoints="1" noAdjustHandles="1" noChangeArrowheads="1" noChangeShapeType="1" noTextEdit="1"/>
              </p:cNvSpPr>
              <p:nvPr/>
            </p:nvSpPr>
            <p:spPr>
              <a:xfrm>
                <a:off x="481533" y="5812118"/>
                <a:ext cx="4507958" cy="369332"/>
              </a:xfrm>
              <a:prstGeom prst="rect">
                <a:avLst/>
              </a:prstGeom>
              <a:blipFill>
                <a:blip r:embed="rId10"/>
                <a:stretch>
                  <a:fillRect t="-6557" b="-26230"/>
                </a:stretch>
              </a:blipFill>
            </p:spPr>
            <p:txBody>
              <a:bodyPr/>
              <a:lstStyle/>
              <a:p>
                <a:r>
                  <a:rPr lang="en-US">
                    <a:noFill/>
                  </a:rPr>
                  <a:t> </a:t>
                </a:r>
              </a:p>
            </p:txBody>
          </p:sp>
        </mc:Fallback>
      </mc:AlternateContent>
      <p:sp>
        <p:nvSpPr>
          <p:cNvPr id="23" name="TextBox 22">
            <a:extLst>
              <a:ext uri="{FF2B5EF4-FFF2-40B4-BE49-F238E27FC236}">
                <a16:creationId xmlns:a16="http://schemas.microsoft.com/office/drawing/2014/main" id="{BF064904-313D-4876-FF49-2B7188FBDA4F}"/>
              </a:ext>
            </a:extLst>
          </p:cNvPr>
          <p:cNvSpPr txBox="1"/>
          <p:nvPr/>
        </p:nvSpPr>
        <p:spPr>
          <a:xfrm>
            <a:off x="3065421" y="850337"/>
            <a:ext cx="415498" cy="338554"/>
          </a:xfrm>
          <a:prstGeom prst="rect">
            <a:avLst/>
          </a:prstGeom>
          <a:noFill/>
        </p:spPr>
        <p:txBody>
          <a:bodyPr wrap="none" rtlCol="0">
            <a:spAutoFit/>
          </a:bodyPr>
          <a:lstStyle/>
          <a:p>
            <a:r>
              <a:rPr lang="en-US" sz="1600" dirty="0"/>
              <a:t>(1)</a:t>
            </a:r>
          </a:p>
        </p:txBody>
      </p:sp>
      <p:sp>
        <p:nvSpPr>
          <p:cNvPr id="24" name="TextBox 23">
            <a:extLst>
              <a:ext uri="{FF2B5EF4-FFF2-40B4-BE49-F238E27FC236}">
                <a16:creationId xmlns:a16="http://schemas.microsoft.com/office/drawing/2014/main" id="{CA76E999-D418-5C4C-0604-7C20145C94A1}"/>
              </a:ext>
            </a:extLst>
          </p:cNvPr>
          <p:cNvSpPr txBox="1"/>
          <p:nvPr/>
        </p:nvSpPr>
        <p:spPr>
          <a:xfrm>
            <a:off x="5775490" y="2442196"/>
            <a:ext cx="415498" cy="338554"/>
          </a:xfrm>
          <a:prstGeom prst="rect">
            <a:avLst/>
          </a:prstGeom>
          <a:noFill/>
        </p:spPr>
        <p:txBody>
          <a:bodyPr wrap="none" rtlCol="0">
            <a:spAutoFit/>
          </a:bodyPr>
          <a:lstStyle/>
          <a:p>
            <a:r>
              <a:rPr lang="en-US" sz="1600" dirty="0"/>
              <a:t>(3)</a:t>
            </a:r>
          </a:p>
        </p:txBody>
      </p:sp>
      <p:sp>
        <p:nvSpPr>
          <p:cNvPr id="25" name="TextBox 24">
            <a:extLst>
              <a:ext uri="{FF2B5EF4-FFF2-40B4-BE49-F238E27FC236}">
                <a16:creationId xmlns:a16="http://schemas.microsoft.com/office/drawing/2014/main" id="{9986BB83-1865-C31D-4307-87CA6E106E24}"/>
              </a:ext>
            </a:extLst>
          </p:cNvPr>
          <p:cNvSpPr txBox="1"/>
          <p:nvPr/>
        </p:nvSpPr>
        <p:spPr>
          <a:xfrm>
            <a:off x="5582168" y="3221647"/>
            <a:ext cx="415498" cy="338554"/>
          </a:xfrm>
          <a:prstGeom prst="rect">
            <a:avLst/>
          </a:prstGeom>
          <a:noFill/>
        </p:spPr>
        <p:txBody>
          <a:bodyPr wrap="none" rtlCol="0">
            <a:spAutoFit/>
          </a:bodyPr>
          <a:lstStyle/>
          <a:p>
            <a:r>
              <a:rPr lang="en-US" sz="1600" dirty="0"/>
              <a:t>(4)</a:t>
            </a:r>
          </a:p>
        </p:txBody>
      </p:sp>
      <p:sp>
        <p:nvSpPr>
          <p:cNvPr id="26" name="TextBox 25">
            <a:extLst>
              <a:ext uri="{FF2B5EF4-FFF2-40B4-BE49-F238E27FC236}">
                <a16:creationId xmlns:a16="http://schemas.microsoft.com/office/drawing/2014/main" id="{64763AD4-BAAE-9453-6AFB-A1A7F9DBD2EA}"/>
              </a:ext>
            </a:extLst>
          </p:cNvPr>
          <p:cNvSpPr txBox="1"/>
          <p:nvPr/>
        </p:nvSpPr>
        <p:spPr>
          <a:xfrm>
            <a:off x="3396641" y="1692652"/>
            <a:ext cx="415498" cy="338554"/>
          </a:xfrm>
          <a:prstGeom prst="rect">
            <a:avLst/>
          </a:prstGeom>
          <a:noFill/>
        </p:spPr>
        <p:txBody>
          <a:bodyPr wrap="none" rtlCol="0">
            <a:spAutoFit/>
          </a:bodyPr>
          <a:lstStyle/>
          <a:p>
            <a:r>
              <a:rPr lang="en-US" sz="1600" dirty="0"/>
              <a:t>(2)</a:t>
            </a:r>
          </a:p>
        </p:txBody>
      </p:sp>
      <p:sp>
        <p:nvSpPr>
          <p:cNvPr id="27" name="TextBox 26">
            <a:extLst>
              <a:ext uri="{FF2B5EF4-FFF2-40B4-BE49-F238E27FC236}">
                <a16:creationId xmlns:a16="http://schemas.microsoft.com/office/drawing/2014/main" id="{11B4445D-060C-5310-A139-74A343F8E18E}"/>
              </a:ext>
            </a:extLst>
          </p:cNvPr>
          <p:cNvSpPr txBox="1"/>
          <p:nvPr/>
        </p:nvSpPr>
        <p:spPr>
          <a:xfrm>
            <a:off x="1566417" y="3872308"/>
            <a:ext cx="415498" cy="338554"/>
          </a:xfrm>
          <a:prstGeom prst="rect">
            <a:avLst/>
          </a:prstGeom>
          <a:noFill/>
        </p:spPr>
        <p:txBody>
          <a:bodyPr wrap="none" rtlCol="0">
            <a:spAutoFit/>
          </a:bodyPr>
          <a:lstStyle/>
          <a:p>
            <a:r>
              <a:rPr lang="en-US" sz="1600" dirty="0"/>
              <a:t>(5)</a:t>
            </a:r>
          </a:p>
        </p:txBody>
      </p:sp>
      <p:sp>
        <p:nvSpPr>
          <p:cNvPr id="28" name="TextBox 27">
            <a:extLst>
              <a:ext uri="{FF2B5EF4-FFF2-40B4-BE49-F238E27FC236}">
                <a16:creationId xmlns:a16="http://schemas.microsoft.com/office/drawing/2014/main" id="{FC0A81EA-525C-CDAC-4316-AB6600D4982E}"/>
              </a:ext>
            </a:extLst>
          </p:cNvPr>
          <p:cNvSpPr txBox="1"/>
          <p:nvPr/>
        </p:nvSpPr>
        <p:spPr>
          <a:xfrm>
            <a:off x="2320014" y="4939504"/>
            <a:ext cx="415498" cy="338554"/>
          </a:xfrm>
          <a:prstGeom prst="rect">
            <a:avLst/>
          </a:prstGeom>
          <a:noFill/>
        </p:spPr>
        <p:txBody>
          <a:bodyPr wrap="none" rtlCol="0">
            <a:spAutoFit/>
          </a:bodyPr>
          <a:lstStyle/>
          <a:p>
            <a:r>
              <a:rPr lang="en-US" sz="1600" dirty="0"/>
              <a:t>(7)</a:t>
            </a:r>
          </a:p>
        </p:txBody>
      </p:sp>
      <p:sp>
        <p:nvSpPr>
          <p:cNvPr id="29" name="TextBox 28">
            <a:extLst>
              <a:ext uri="{FF2B5EF4-FFF2-40B4-BE49-F238E27FC236}">
                <a16:creationId xmlns:a16="http://schemas.microsoft.com/office/drawing/2014/main" id="{B3F51B2F-2D3C-0908-2732-66CC3C47C5CA}"/>
              </a:ext>
            </a:extLst>
          </p:cNvPr>
          <p:cNvSpPr txBox="1"/>
          <p:nvPr/>
        </p:nvSpPr>
        <p:spPr>
          <a:xfrm>
            <a:off x="3273170" y="5442786"/>
            <a:ext cx="415498" cy="338554"/>
          </a:xfrm>
          <a:prstGeom prst="rect">
            <a:avLst/>
          </a:prstGeom>
          <a:noFill/>
        </p:spPr>
        <p:txBody>
          <a:bodyPr wrap="none" rtlCol="0">
            <a:spAutoFit/>
          </a:bodyPr>
          <a:lstStyle/>
          <a:p>
            <a:r>
              <a:rPr lang="en-US" sz="1600" dirty="0"/>
              <a:t>(8)</a:t>
            </a:r>
          </a:p>
        </p:txBody>
      </p:sp>
      <p:sp>
        <p:nvSpPr>
          <p:cNvPr id="30" name="TextBox 29">
            <a:extLst>
              <a:ext uri="{FF2B5EF4-FFF2-40B4-BE49-F238E27FC236}">
                <a16:creationId xmlns:a16="http://schemas.microsoft.com/office/drawing/2014/main" id="{F27FA41C-D511-593F-6DFA-391B4101C9E5}"/>
              </a:ext>
            </a:extLst>
          </p:cNvPr>
          <p:cNvSpPr txBox="1"/>
          <p:nvPr/>
        </p:nvSpPr>
        <p:spPr>
          <a:xfrm>
            <a:off x="4431355" y="4420590"/>
            <a:ext cx="415498" cy="338554"/>
          </a:xfrm>
          <a:prstGeom prst="rect">
            <a:avLst/>
          </a:prstGeom>
          <a:noFill/>
        </p:spPr>
        <p:txBody>
          <a:bodyPr wrap="none" rtlCol="0">
            <a:spAutoFit/>
          </a:bodyPr>
          <a:lstStyle/>
          <a:p>
            <a:r>
              <a:rPr lang="en-US" sz="1600" dirty="0"/>
              <a:t>(6)</a:t>
            </a:r>
          </a:p>
        </p:txBody>
      </p:sp>
      <p:sp>
        <p:nvSpPr>
          <p:cNvPr id="31" name="TextBox 30">
            <a:extLst>
              <a:ext uri="{FF2B5EF4-FFF2-40B4-BE49-F238E27FC236}">
                <a16:creationId xmlns:a16="http://schemas.microsoft.com/office/drawing/2014/main" id="{9FEBE6D2-9003-73BC-31AF-F94FF69D9C7F}"/>
              </a:ext>
            </a:extLst>
          </p:cNvPr>
          <p:cNvSpPr txBox="1"/>
          <p:nvPr/>
        </p:nvSpPr>
        <p:spPr>
          <a:xfrm>
            <a:off x="4659649" y="5827507"/>
            <a:ext cx="415498" cy="338554"/>
          </a:xfrm>
          <a:prstGeom prst="rect">
            <a:avLst/>
          </a:prstGeom>
          <a:noFill/>
        </p:spPr>
        <p:txBody>
          <a:bodyPr wrap="none" rtlCol="0">
            <a:spAutoFit/>
          </a:bodyPr>
          <a:lstStyle/>
          <a:p>
            <a:r>
              <a:rPr lang="en-US" sz="1600" dirty="0"/>
              <a:t>(9)</a:t>
            </a:r>
          </a:p>
        </p:txBody>
      </p:sp>
      <p:pic>
        <p:nvPicPr>
          <p:cNvPr id="58" name="Picture 57">
            <a:extLst>
              <a:ext uri="{FF2B5EF4-FFF2-40B4-BE49-F238E27FC236}">
                <a16:creationId xmlns:a16="http://schemas.microsoft.com/office/drawing/2014/main" id="{9666714F-C084-6C34-A7FD-C1982C53D86A}"/>
              </a:ext>
            </a:extLst>
          </p:cNvPr>
          <p:cNvPicPr>
            <a:picLocks noChangeAspect="1"/>
          </p:cNvPicPr>
          <p:nvPr/>
        </p:nvPicPr>
        <p:blipFill>
          <a:blip r:embed="rId11"/>
          <a:stretch>
            <a:fillRect/>
          </a:stretch>
        </p:blipFill>
        <p:spPr>
          <a:xfrm>
            <a:off x="6969333" y="1990193"/>
            <a:ext cx="2990850" cy="1533525"/>
          </a:xfrm>
          <a:prstGeom prst="rect">
            <a:avLst/>
          </a:prstGeom>
          <a:ln>
            <a:solidFill>
              <a:schemeClr val="accent1"/>
            </a:solidFill>
          </a:ln>
        </p:spPr>
      </p:pic>
      <p:sp>
        <p:nvSpPr>
          <p:cNvPr id="59" name="TextBox 58">
            <a:extLst>
              <a:ext uri="{FF2B5EF4-FFF2-40B4-BE49-F238E27FC236}">
                <a16:creationId xmlns:a16="http://schemas.microsoft.com/office/drawing/2014/main" id="{176F00EA-2BF8-AC26-052B-E1712B05FCB0}"/>
              </a:ext>
            </a:extLst>
          </p:cNvPr>
          <p:cNvSpPr txBox="1"/>
          <p:nvPr/>
        </p:nvSpPr>
        <p:spPr>
          <a:xfrm>
            <a:off x="7633300" y="1995780"/>
            <a:ext cx="848412" cy="369332"/>
          </a:xfrm>
          <a:prstGeom prst="rect">
            <a:avLst/>
          </a:prstGeom>
          <a:noFill/>
        </p:spPr>
        <p:txBody>
          <a:bodyPr wrap="square">
            <a:spAutoFit/>
          </a:bodyPr>
          <a:lstStyle/>
          <a:p>
            <a:r>
              <a:rPr lang="en-US" dirty="0">
                <a:hlinkClick r:id="rId12"/>
              </a:rPr>
              <a:t>THI2</a:t>
            </a:r>
            <a:endParaRPr lang="en-US" dirty="0"/>
          </a:p>
        </p:txBody>
      </p:sp>
      <p:pic>
        <p:nvPicPr>
          <p:cNvPr id="61" name="Picture 60">
            <a:extLst>
              <a:ext uri="{FF2B5EF4-FFF2-40B4-BE49-F238E27FC236}">
                <a16:creationId xmlns:a16="http://schemas.microsoft.com/office/drawing/2014/main" id="{D539B949-CA00-A240-362B-6BF455610EB2}"/>
              </a:ext>
            </a:extLst>
          </p:cNvPr>
          <p:cNvPicPr>
            <a:picLocks noChangeAspect="1"/>
          </p:cNvPicPr>
          <p:nvPr/>
        </p:nvPicPr>
        <p:blipFill>
          <a:blip r:embed="rId13"/>
          <a:stretch>
            <a:fillRect/>
          </a:stretch>
        </p:blipFill>
        <p:spPr>
          <a:xfrm>
            <a:off x="6929258" y="3608385"/>
            <a:ext cx="4363059" cy="2429214"/>
          </a:xfrm>
          <a:prstGeom prst="rect">
            <a:avLst/>
          </a:prstGeom>
        </p:spPr>
      </p:pic>
      <p:pic>
        <p:nvPicPr>
          <p:cNvPr id="3" name="Picture 2">
            <a:extLst>
              <a:ext uri="{FF2B5EF4-FFF2-40B4-BE49-F238E27FC236}">
                <a16:creationId xmlns:a16="http://schemas.microsoft.com/office/drawing/2014/main" id="{A2EC85DC-E98E-7170-6816-F88FF6ED3046}"/>
              </a:ext>
            </a:extLst>
          </p:cNvPr>
          <p:cNvPicPr>
            <a:picLocks noChangeAspect="1"/>
          </p:cNvPicPr>
          <p:nvPr/>
        </p:nvPicPr>
        <p:blipFill>
          <a:blip r:embed="rId14"/>
          <a:stretch>
            <a:fillRect/>
          </a:stretch>
        </p:blipFill>
        <p:spPr>
          <a:xfrm>
            <a:off x="9051846" y="78424"/>
            <a:ext cx="3140154" cy="1592143"/>
          </a:xfrm>
          <a:prstGeom prst="rect">
            <a:avLst/>
          </a:prstGeom>
        </p:spPr>
      </p:pic>
    </p:spTree>
    <p:extLst>
      <p:ext uri="{BB962C8B-B14F-4D97-AF65-F5344CB8AC3E}">
        <p14:creationId xmlns:p14="http://schemas.microsoft.com/office/powerpoint/2010/main" val="16616162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B2C4E27-BC73-7E99-527A-F1C0E0D41C4A}"/>
            </a:ext>
          </a:extLst>
        </p:cNvPr>
        <p:cNvGrpSpPr/>
        <p:nvPr/>
      </p:nvGrpSpPr>
      <p:grpSpPr>
        <a:xfrm>
          <a:off x="0" y="0"/>
          <a:ext cx="0" cy="0"/>
          <a:chOff x="0" y="0"/>
          <a:chExt cx="0" cy="0"/>
        </a:xfrm>
      </p:grpSpPr>
      <p:pic>
        <p:nvPicPr>
          <p:cNvPr id="69" name="Picture 68">
            <a:extLst>
              <a:ext uri="{FF2B5EF4-FFF2-40B4-BE49-F238E27FC236}">
                <a16:creationId xmlns:a16="http://schemas.microsoft.com/office/drawing/2014/main" id="{CB495D52-D6F2-CF72-AE1B-9A0B77268BE0}"/>
              </a:ext>
            </a:extLst>
          </p:cNvPr>
          <p:cNvPicPr>
            <a:picLocks noChangeAspect="1"/>
          </p:cNvPicPr>
          <p:nvPr/>
        </p:nvPicPr>
        <p:blipFill>
          <a:blip r:embed="rId2"/>
          <a:stretch>
            <a:fillRect/>
          </a:stretch>
        </p:blipFill>
        <p:spPr>
          <a:xfrm>
            <a:off x="8274302" y="3474994"/>
            <a:ext cx="3495675" cy="2170998"/>
          </a:xfrm>
          <a:prstGeom prst="rect">
            <a:avLst/>
          </a:prstGeom>
          <a:ln>
            <a:solidFill>
              <a:schemeClr val="accent1"/>
            </a:solidFill>
          </a:ln>
        </p:spPr>
      </p:pic>
      <p:pic>
        <p:nvPicPr>
          <p:cNvPr id="65" name="Picture 64">
            <a:extLst>
              <a:ext uri="{FF2B5EF4-FFF2-40B4-BE49-F238E27FC236}">
                <a16:creationId xmlns:a16="http://schemas.microsoft.com/office/drawing/2014/main" id="{5687D1C9-6731-8560-7CA1-1BDA04793080}"/>
              </a:ext>
            </a:extLst>
          </p:cNvPr>
          <p:cNvPicPr>
            <a:picLocks noChangeAspect="1"/>
          </p:cNvPicPr>
          <p:nvPr/>
        </p:nvPicPr>
        <p:blipFill>
          <a:blip r:embed="rId3"/>
          <a:stretch>
            <a:fillRect/>
          </a:stretch>
        </p:blipFill>
        <p:spPr>
          <a:xfrm>
            <a:off x="8282282" y="1150165"/>
            <a:ext cx="3495675" cy="2200275"/>
          </a:xfrm>
          <a:prstGeom prst="rect">
            <a:avLst/>
          </a:prstGeom>
          <a:ln>
            <a:solidFill>
              <a:schemeClr val="accent1"/>
            </a:solidFill>
          </a:ln>
        </p:spPr>
      </p:pic>
      <p:grpSp>
        <p:nvGrpSpPr>
          <p:cNvPr id="52" name="Group 51">
            <a:extLst>
              <a:ext uri="{FF2B5EF4-FFF2-40B4-BE49-F238E27FC236}">
                <a16:creationId xmlns:a16="http://schemas.microsoft.com/office/drawing/2014/main" id="{4BDF12EA-5A4A-4549-412E-1A122F171A3F}"/>
              </a:ext>
            </a:extLst>
          </p:cNvPr>
          <p:cNvGrpSpPr>
            <a:grpSpLocks noChangeAspect="1"/>
          </p:cNvGrpSpPr>
          <p:nvPr/>
        </p:nvGrpSpPr>
        <p:grpSpPr>
          <a:xfrm>
            <a:off x="75552" y="5122759"/>
            <a:ext cx="3073558" cy="1475770"/>
            <a:chOff x="7813777" y="-1763"/>
            <a:chExt cx="4378223" cy="2102209"/>
          </a:xfrm>
        </p:grpSpPr>
        <p:sp>
          <p:nvSpPr>
            <p:cNvPr id="32" name="Rectangle 31">
              <a:extLst>
                <a:ext uri="{FF2B5EF4-FFF2-40B4-BE49-F238E27FC236}">
                  <a16:creationId xmlns:a16="http://schemas.microsoft.com/office/drawing/2014/main" id="{9387F881-0772-3C46-6A1C-9737522A2F2C}"/>
                </a:ext>
              </a:extLst>
            </p:cNvPr>
            <p:cNvSpPr/>
            <p:nvPr/>
          </p:nvSpPr>
          <p:spPr>
            <a:xfrm>
              <a:off x="7813777" y="-1763"/>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grpSp>
          <p:nvGrpSpPr>
            <p:cNvPr id="33" name="Group 32">
              <a:extLst>
                <a:ext uri="{FF2B5EF4-FFF2-40B4-BE49-F238E27FC236}">
                  <a16:creationId xmlns:a16="http://schemas.microsoft.com/office/drawing/2014/main" id="{81B4E578-70C8-A34F-77FA-85DBC4E773C1}"/>
                </a:ext>
              </a:extLst>
            </p:cNvPr>
            <p:cNvGrpSpPr/>
            <p:nvPr/>
          </p:nvGrpSpPr>
          <p:grpSpPr>
            <a:xfrm>
              <a:off x="8130932" y="61972"/>
              <a:ext cx="3616284" cy="1993796"/>
              <a:chOff x="431855" y="1391826"/>
              <a:chExt cx="3616284" cy="1993796"/>
            </a:xfrm>
          </p:grpSpPr>
          <mc:AlternateContent xmlns:mc="http://schemas.openxmlformats.org/markup-compatibility/2006" xmlns:a14="http://schemas.microsoft.com/office/drawing/2010/main">
            <mc:Choice Requires="a14">
              <p:sp>
                <p:nvSpPr>
                  <p:cNvPr id="34" name="TextBox 33">
                    <a:extLst>
                      <a:ext uri="{FF2B5EF4-FFF2-40B4-BE49-F238E27FC236}">
                        <a16:creationId xmlns:a16="http://schemas.microsoft.com/office/drawing/2014/main" id="{B8640B44-C564-4296-217C-0B091D498A50}"/>
                      </a:ext>
                    </a:extLst>
                  </p:cNvPr>
                  <p:cNvSpPr txBox="1"/>
                  <p:nvPr/>
                </p:nvSpPr>
                <p:spPr>
                  <a:xfrm>
                    <a:off x="3419061" y="1887881"/>
                    <a:ext cx="629078" cy="482264"/>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4</m:t>
                              </m:r>
                            </m:sub>
                          </m:sSub>
                        </m:oMath>
                      </m:oMathPara>
                    </a14:m>
                    <a:endParaRPr lang="en-US" sz="1600" dirty="0">
                      <a:solidFill>
                        <a:schemeClr val="bg1"/>
                      </a:solidFill>
                    </a:endParaRPr>
                  </a:p>
                </p:txBody>
              </p:sp>
            </mc:Choice>
            <mc:Fallback xmlns="">
              <p:sp>
                <p:nvSpPr>
                  <p:cNvPr id="34" name="TextBox 33">
                    <a:extLst>
                      <a:ext uri="{FF2B5EF4-FFF2-40B4-BE49-F238E27FC236}">
                        <a16:creationId xmlns:a16="http://schemas.microsoft.com/office/drawing/2014/main" id="{B8640B44-C564-4296-217C-0B091D498A50}"/>
                      </a:ext>
                    </a:extLst>
                  </p:cNvPr>
                  <p:cNvSpPr txBox="1">
                    <a:spLocks noRot="1" noChangeAspect="1" noMove="1" noResize="1" noEditPoints="1" noAdjustHandles="1" noChangeArrowheads="1" noChangeShapeType="1" noTextEdit="1"/>
                  </p:cNvSpPr>
                  <p:nvPr/>
                </p:nvSpPr>
                <p:spPr>
                  <a:xfrm>
                    <a:off x="3419061" y="1887881"/>
                    <a:ext cx="629078" cy="482264"/>
                  </a:xfrm>
                  <a:prstGeom prst="rect">
                    <a:avLst/>
                  </a:prstGeom>
                  <a:blipFill>
                    <a:blip r:embed="rId4"/>
                    <a:stretch>
                      <a:fillRect/>
                    </a:stretch>
                  </a:blipFill>
                </p:spPr>
                <p:txBody>
                  <a:bodyPr/>
                  <a:lstStyle/>
                  <a:p>
                    <a:r>
                      <a:rPr lang="en-US">
                        <a:noFill/>
                      </a:rPr>
                      <a:t> </a:t>
                    </a:r>
                  </a:p>
                </p:txBody>
              </p:sp>
            </mc:Fallback>
          </mc:AlternateContent>
          <p:sp>
            <p:nvSpPr>
              <p:cNvPr id="35" name="Oval 34">
                <a:extLst>
                  <a:ext uri="{FF2B5EF4-FFF2-40B4-BE49-F238E27FC236}">
                    <a16:creationId xmlns:a16="http://schemas.microsoft.com/office/drawing/2014/main" id="{CD395584-8D71-2EC6-044A-F1B4499B284F}"/>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6" name="Oval 35">
                <a:extLst>
                  <a:ext uri="{FF2B5EF4-FFF2-40B4-BE49-F238E27FC236}">
                    <a16:creationId xmlns:a16="http://schemas.microsoft.com/office/drawing/2014/main" id="{09A541A6-A6CD-3E3C-C67D-D6F1871FDB64}"/>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sp>
            <p:nvSpPr>
              <p:cNvPr id="37" name="Oval 36">
                <a:extLst>
                  <a:ext uri="{FF2B5EF4-FFF2-40B4-BE49-F238E27FC236}">
                    <a16:creationId xmlns:a16="http://schemas.microsoft.com/office/drawing/2014/main" id="{2F1B90FF-2921-5471-0009-227385AC9A73}"/>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200"/>
              </a:p>
            </p:txBody>
          </p:sp>
          <p:cxnSp>
            <p:nvCxnSpPr>
              <p:cNvPr id="38" name="Straight Arrow Connector 37">
                <a:extLst>
                  <a:ext uri="{FF2B5EF4-FFF2-40B4-BE49-F238E27FC236}">
                    <a16:creationId xmlns:a16="http://schemas.microsoft.com/office/drawing/2014/main" id="{6C2DF129-8EC0-DE93-AB30-3E4B9F5853A2}"/>
                  </a:ext>
                </a:extLst>
              </p:cNvPr>
              <p:cNvCxnSpPr>
                <a:cxnSpLocks/>
                <a:stCxn id="36" idx="6"/>
                <a:endCxn id="37"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DF70F31-30D1-659C-51F1-B7327518926E}"/>
                  </a:ext>
                </a:extLst>
              </p:cNvPr>
              <p:cNvCxnSpPr>
                <a:stCxn id="35" idx="6"/>
                <a:endCxn id="37"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0" name="Straight Arrow Connector 39">
                <a:extLst>
                  <a:ext uri="{FF2B5EF4-FFF2-40B4-BE49-F238E27FC236}">
                    <a16:creationId xmlns:a16="http://schemas.microsoft.com/office/drawing/2014/main" id="{D4D8E2A3-AA5D-B11F-63FC-A31FA2573E87}"/>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1" name="Straight Arrow Connector 40">
                <a:extLst>
                  <a:ext uri="{FF2B5EF4-FFF2-40B4-BE49-F238E27FC236}">
                    <a16:creationId xmlns:a16="http://schemas.microsoft.com/office/drawing/2014/main" id="{1EE58497-0AC3-4C85-8E3F-3C944C97BD7D}"/>
                  </a:ext>
                </a:extLst>
              </p:cNvPr>
              <p:cNvCxnSpPr>
                <a:cxnSpLocks/>
                <a:endCxn id="36"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42" name="Straight Arrow Connector 41">
                <a:extLst>
                  <a:ext uri="{FF2B5EF4-FFF2-40B4-BE49-F238E27FC236}">
                    <a16:creationId xmlns:a16="http://schemas.microsoft.com/office/drawing/2014/main" id="{453D914B-EBC9-4DCA-C4C4-472F11BD8670}"/>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27555F-AD6B-8DAF-29DD-E1DEB25241FD}"/>
                      </a:ext>
                    </a:extLst>
                  </p:cNvPr>
                  <p:cNvSpPr txBox="1"/>
                  <p:nvPr/>
                </p:nvSpPr>
                <p:spPr>
                  <a:xfrm>
                    <a:off x="431855" y="1666892"/>
                    <a:ext cx="675668"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3" name="TextBox 42">
                    <a:extLst>
                      <a:ext uri="{FF2B5EF4-FFF2-40B4-BE49-F238E27FC236}">
                        <a16:creationId xmlns:a16="http://schemas.microsoft.com/office/drawing/2014/main" id="{0F27555F-AD6B-8DAF-29DD-E1DEB25241FD}"/>
                      </a:ext>
                    </a:extLst>
                  </p:cNvPr>
                  <p:cNvSpPr txBox="1">
                    <a:spLocks noRot="1" noChangeAspect="1" noMove="1" noResize="1" noEditPoints="1" noAdjustHandles="1" noChangeArrowheads="1" noChangeShapeType="1" noTextEdit="1"/>
                  </p:cNvSpPr>
                  <p:nvPr/>
                </p:nvSpPr>
                <p:spPr>
                  <a:xfrm>
                    <a:off x="431855" y="1666892"/>
                    <a:ext cx="675668" cy="482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TextBox 43">
                    <a:extLst>
                      <a:ext uri="{FF2B5EF4-FFF2-40B4-BE49-F238E27FC236}">
                        <a16:creationId xmlns:a16="http://schemas.microsoft.com/office/drawing/2014/main" id="{C803C8B0-945C-68BD-EF65-1DC539AA81F4}"/>
                      </a:ext>
                    </a:extLst>
                  </p:cNvPr>
                  <p:cNvSpPr txBox="1"/>
                  <p:nvPr/>
                </p:nvSpPr>
                <p:spPr>
                  <a:xfrm>
                    <a:off x="2298433" y="2903358"/>
                    <a:ext cx="641032"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0" smtClean="0">
                                  <a:solidFill>
                                    <a:schemeClr val="bg1"/>
                                  </a:solidFill>
                                  <a:latin typeface="Cambria Math" panose="02040503050406030204" pitchFamily="18" charset="0"/>
                                </a:rPr>
                                <m:t>𝐳</m:t>
                              </m:r>
                            </m:sub>
                          </m:sSub>
                        </m:oMath>
                      </m:oMathPara>
                    </a14:m>
                    <a:endParaRPr lang="en-US" sz="1600" b="1" dirty="0">
                      <a:solidFill>
                        <a:schemeClr val="bg1"/>
                      </a:solidFill>
                    </a:endParaRPr>
                  </a:p>
                </p:txBody>
              </p:sp>
            </mc:Choice>
            <mc:Fallback xmlns="">
              <p:sp>
                <p:nvSpPr>
                  <p:cNvPr id="44" name="TextBox 43">
                    <a:extLst>
                      <a:ext uri="{FF2B5EF4-FFF2-40B4-BE49-F238E27FC236}">
                        <a16:creationId xmlns:a16="http://schemas.microsoft.com/office/drawing/2014/main" id="{C803C8B0-945C-68BD-EF65-1DC539AA81F4}"/>
                      </a:ext>
                    </a:extLst>
                  </p:cNvPr>
                  <p:cNvSpPr txBox="1">
                    <a:spLocks noRot="1" noChangeAspect="1" noMove="1" noResize="1" noEditPoints="1" noAdjustHandles="1" noChangeArrowheads="1" noChangeShapeType="1" noTextEdit="1"/>
                  </p:cNvSpPr>
                  <p:nvPr/>
                </p:nvSpPr>
                <p:spPr>
                  <a:xfrm>
                    <a:off x="2298433" y="2903358"/>
                    <a:ext cx="641032" cy="482264"/>
                  </a:xfrm>
                  <a:prstGeom prst="rect">
                    <a:avLst/>
                  </a:prstGeom>
                  <a:blipFill>
                    <a:blip r:embed="rId6"/>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1D6EFC8C-9700-D71B-F9FB-6B17274F59A2}"/>
                      </a:ext>
                    </a:extLst>
                  </p:cNvPr>
                  <p:cNvSpPr txBox="1"/>
                  <p:nvPr/>
                </p:nvSpPr>
                <p:spPr>
                  <a:xfrm>
                    <a:off x="465983" y="2632489"/>
                    <a:ext cx="740342" cy="482264"/>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m</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5" name="TextBox 44">
                    <a:extLst>
                      <a:ext uri="{FF2B5EF4-FFF2-40B4-BE49-F238E27FC236}">
                        <a16:creationId xmlns:a16="http://schemas.microsoft.com/office/drawing/2014/main" id="{1D6EFC8C-9700-D71B-F9FB-6B17274F59A2}"/>
                      </a:ext>
                    </a:extLst>
                  </p:cNvPr>
                  <p:cNvSpPr txBox="1">
                    <a:spLocks noRot="1" noChangeAspect="1" noMove="1" noResize="1" noEditPoints="1" noAdjustHandles="1" noChangeArrowheads="1" noChangeShapeType="1" noTextEdit="1"/>
                  </p:cNvSpPr>
                  <p:nvPr/>
                </p:nvSpPr>
                <p:spPr>
                  <a:xfrm>
                    <a:off x="465983" y="2632489"/>
                    <a:ext cx="740342" cy="482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8258DD7-F843-00AC-1646-EBEC2EACBD9F}"/>
                      </a:ext>
                    </a:extLst>
                  </p:cNvPr>
                  <p:cNvSpPr txBox="1"/>
                  <p:nvPr/>
                </p:nvSpPr>
                <p:spPr>
                  <a:xfrm>
                    <a:off x="2121068" y="1391826"/>
                    <a:ext cx="651146" cy="482264"/>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1" i="1" smtClean="0">
                                  <a:solidFill>
                                    <a:schemeClr val="bg1"/>
                                  </a:solidFill>
                                  <a:latin typeface="Cambria Math" panose="02040503050406030204" pitchFamily="18" charset="0"/>
                                </a:rPr>
                              </m:ctrlPr>
                            </m:sSubPr>
                            <m:e>
                              <m:r>
                                <a:rPr lang="de-DE" sz="1600" b="1" i="1" smtClean="0">
                                  <a:solidFill>
                                    <a:schemeClr val="bg1"/>
                                  </a:solidFill>
                                  <a:latin typeface="Cambria Math" panose="02040503050406030204" pitchFamily="18" charset="0"/>
                                </a:rPr>
                                <m:t>𝒎</m:t>
                              </m:r>
                            </m:e>
                            <m:sub>
                              <m:r>
                                <a:rPr lang="de-DE" sz="1600" b="1" i="1" smtClean="0">
                                  <a:solidFill>
                                    <a:schemeClr val="bg1"/>
                                  </a:solidFill>
                                  <a:latin typeface="Cambria Math" panose="02040503050406030204" pitchFamily="18" charset="0"/>
                                </a:rPr>
                                <m:t>𝒛</m:t>
                              </m:r>
                            </m:sub>
                          </m:sSub>
                        </m:oMath>
                      </m:oMathPara>
                    </a14:m>
                    <a:endParaRPr lang="en-US" sz="1600" b="1" dirty="0">
                      <a:solidFill>
                        <a:schemeClr val="bg1"/>
                      </a:solidFill>
                    </a:endParaRPr>
                  </a:p>
                </p:txBody>
              </p:sp>
            </mc:Choice>
            <mc:Fallback xmlns="">
              <p:sp>
                <p:nvSpPr>
                  <p:cNvPr id="46" name="TextBox 45">
                    <a:extLst>
                      <a:ext uri="{FF2B5EF4-FFF2-40B4-BE49-F238E27FC236}">
                        <a16:creationId xmlns:a16="http://schemas.microsoft.com/office/drawing/2014/main" id="{D8258DD7-F843-00AC-1646-EBEC2EACBD9F}"/>
                      </a:ext>
                    </a:extLst>
                  </p:cNvPr>
                  <p:cNvSpPr txBox="1">
                    <a:spLocks noRot="1" noChangeAspect="1" noMove="1" noResize="1" noEditPoints="1" noAdjustHandles="1" noChangeArrowheads="1" noChangeShapeType="1" noTextEdit="1"/>
                  </p:cNvSpPr>
                  <p:nvPr/>
                </p:nvSpPr>
                <p:spPr>
                  <a:xfrm>
                    <a:off x="2121068" y="1391826"/>
                    <a:ext cx="651146" cy="482264"/>
                  </a:xfrm>
                  <a:prstGeom prst="rect">
                    <a:avLst/>
                  </a:prstGeom>
                  <a:blipFill>
                    <a:blip r:embed="rId8"/>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FCAD0005-D28A-F12E-F7F7-AA531253C494}"/>
                      </a:ext>
                    </a:extLst>
                  </p:cNvPr>
                  <p:cNvSpPr txBox="1"/>
                  <p:nvPr/>
                </p:nvSpPr>
                <p:spPr>
                  <a:xfrm>
                    <a:off x="1057861" y="1831144"/>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1</m:t>
                              </m:r>
                            </m:sub>
                          </m:sSub>
                        </m:oMath>
                      </m:oMathPara>
                    </a14:m>
                    <a:endParaRPr lang="en-US" sz="1600" dirty="0">
                      <a:solidFill>
                        <a:schemeClr val="bg1"/>
                      </a:solidFill>
                    </a:endParaRPr>
                  </a:p>
                </p:txBody>
              </p:sp>
            </mc:Choice>
            <mc:Fallback xmlns="">
              <p:sp>
                <p:nvSpPr>
                  <p:cNvPr id="47" name="TextBox 46">
                    <a:extLst>
                      <a:ext uri="{FF2B5EF4-FFF2-40B4-BE49-F238E27FC236}">
                        <a16:creationId xmlns:a16="http://schemas.microsoft.com/office/drawing/2014/main" id="{FCAD0005-D28A-F12E-F7F7-AA531253C494}"/>
                      </a:ext>
                    </a:extLst>
                  </p:cNvPr>
                  <p:cNvSpPr txBox="1">
                    <a:spLocks noRot="1" noChangeAspect="1" noMove="1" noResize="1" noEditPoints="1" noAdjustHandles="1" noChangeArrowheads="1" noChangeShapeType="1" noTextEdit="1"/>
                  </p:cNvSpPr>
                  <p:nvPr/>
                </p:nvSpPr>
                <p:spPr>
                  <a:xfrm>
                    <a:off x="1057861" y="1831144"/>
                    <a:ext cx="970607" cy="482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4021F2A5-6F44-C8F8-B892-FC8816B90930}"/>
                      </a:ext>
                    </a:extLst>
                  </p:cNvPr>
                  <p:cNvSpPr txBox="1"/>
                  <p:nvPr/>
                </p:nvSpPr>
                <p:spPr>
                  <a:xfrm>
                    <a:off x="1086781" y="2439570"/>
                    <a:ext cx="970607"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2</m:t>
                              </m:r>
                            </m:sub>
                          </m:sSub>
                        </m:oMath>
                      </m:oMathPara>
                    </a14:m>
                    <a:endParaRPr lang="en-US" sz="1600" dirty="0">
                      <a:solidFill>
                        <a:schemeClr val="bg1"/>
                      </a:solidFill>
                    </a:endParaRPr>
                  </a:p>
                </p:txBody>
              </p:sp>
            </mc:Choice>
            <mc:Fallback xmlns="">
              <p:sp>
                <p:nvSpPr>
                  <p:cNvPr id="48" name="TextBox 47">
                    <a:extLst>
                      <a:ext uri="{FF2B5EF4-FFF2-40B4-BE49-F238E27FC236}">
                        <a16:creationId xmlns:a16="http://schemas.microsoft.com/office/drawing/2014/main" id="{4021F2A5-6F44-C8F8-B892-FC8816B90930}"/>
                      </a:ext>
                    </a:extLst>
                  </p:cNvPr>
                  <p:cNvSpPr txBox="1">
                    <a:spLocks noRot="1" noChangeAspect="1" noMove="1" noResize="1" noEditPoints="1" noAdjustHandles="1" noChangeArrowheads="1" noChangeShapeType="1" noTextEdit="1"/>
                  </p:cNvSpPr>
                  <p:nvPr/>
                </p:nvSpPr>
                <p:spPr>
                  <a:xfrm>
                    <a:off x="1086781" y="2439570"/>
                    <a:ext cx="970607" cy="482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9" name="TextBox 48">
                    <a:extLst>
                      <a:ext uri="{FF2B5EF4-FFF2-40B4-BE49-F238E27FC236}">
                        <a16:creationId xmlns:a16="http://schemas.microsoft.com/office/drawing/2014/main" id="{0620BAE1-1E9B-43EA-64AA-747A6FA0716F}"/>
                      </a:ext>
                    </a:extLst>
                  </p:cNvPr>
                  <p:cNvSpPr txBox="1"/>
                  <p:nvPr/>
                </p:nvSpPr>
                <p:spPr>
                  <a:xfrm>
                    <a:off x="2871649" y="1730967"/>
                    <a:ext cx="480274" cy="48226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1600" b="0" i="1" smtClean="0">
                                  <a:solidFill>
                                    <a:schemeClr val="bg1"/>
                                  </a:solidFill>
                                  <a:latin typeface="Cambria Math" panose="02040503050406030204" pitchFamily="18" charset="0"/>
                                </a:rPr>
                              </m:ctrlPr>
                            </m:sSubPr>
                            <m:e>
                              <m:r>
                                <m:rPr>
                                  <m:sty m:val="p"/>
                                </m:rPr>
                                <a:rPr lang="de-DE" sz="1600" b="0" i="1" smtClean="0">
                                  <a:solidFill>
                                    <a:schemeClr val="bg1"/>
                                  </a:solidFill>
                                  <a:latin typeface="Cambria Math" panose="02040503050406030204" pitchFamily="18" charset="0"/>
                                </a:rPr>
                                <m:t>r</m:t>
                              </m:r>
                            </m:e>
                            <m:sub>
                              <m:r>
                                <a:rPr lang="de-DE" sz="1600" b="0" i="1" smtClean="0">
                                  <a:solidFill>
                                    <a:schemeClr val="bg1"/>
                                  </a:solidFill>
                                  <a:latin typeface="Cambria Math" panose="02040503050406030204" pitchFamily="18" charset="0"/>
                                </a:rPr>
                                <m:t>3</m:t>
                              </m:r>
                            </m:sub>
                          </m:sSub>
                        </m:oMath>
                      </m:oMathPara>
                    </a14:m>
                    <a:endParaRPr lang="en-US" sz="1600" dirty="0">
                      <a:solidFill>
                        <a:schemeClr val="bg1"/>
                      </a:solidFill>
                    </a:endParaRPr>
                  </a:p>
                </p:txBody>
              </p:sp>
            </mc:Choice>
            <mc:Fallback xmlns="">
              <p:sp>
                <p:nvSpPr>
                  <p:cNvPr id="49" name="TextBox 48">
                    <a:extLst>
                      <a:ext uri="{FF2B5EF4-FFF2-40B4-BE49-F238E27FC236}">
                        <a16:creationId xmlns:a16="http://schemas.microsoft.com/office/drawing/2014/main" id="{0620BAE1-1E9B-43EA-64AA-747A6FA0716F}"/>
                      </a:ext>
                    </a:extLst>
                  </p:cNvPr>
                  <p:cNvSpPr txBox="1">
                    <a:spLocks noRot="1" noChangeAspect="1" noMove="1" noResize="1" noEditPoints="1" noAdjustHandles="1" noChangeArrowheads="1" noChangeShapeType="1" noTextEdit="1"/>
                  </p:cNvSpPr>
                  <p:nvPr/>
                </p:nvSpPr>
                <p:spPr>
                  <a:xfrm>
                    <a:off x="2871649" y="1730967"/>
                    <a:ext cx="480274" cy="482264"/>
                  </a:xfrm>
                  <a:prstGeom prst="rect">
                    <a:avLst/>
                  </a:prstGeom>
                  <a:blipFill>
                    <a:blip r:embed="rId11"/>
                    <a:stretch>
                      <a:fillRect/>
                    </a:stretch>
                  </a:blipFill>
                </p:spPr>
                <p:txBody>
                  <a:bodyPr/>
                  <a:lstStyle/>
                  <a:p>
                    <a:r>
                      <a:rPr lang="en-US">
                        <a:noFill/>
                      </a:rPr>
                      <a:t> </a:t>
                    </a:r>
                  </a:p>
                </p:txBody>
              </p:sp>
            </mc:Fallback>
          </mc:AlternateContent>
        </p:grpSp>
      </p:grpSp>
      <p:sp>
        <p:nvSpPr>
          <p:cNvPr id="50" name="TextBox 49">
            <a:extLst>
              <a:ext uri="{FF2B5EF4-FFF2-40B4-BE49-F238E27FC236}">
                <a16:creationId xmlns:a16="http://schemas.microsoft.com/office/drawing/2014/main" id="{7BA293E9-9185-6E4F-E81E-B1966326174C}"/>
              </a:ext>
            </a:extLst>
          </p:cNvPr>
          <p:cNvSpPr txBox="1"/>
          <p:nvPr/>
        </p:nvSpPr>
        <p:spPr>
          <a:xfrm>
            <a:off x="2880475" y="53233"/>
            <a:ext cx="1290738" cy="369332"/>
          </a:xfrm>
          <a:prstGeom prst="rect">
            <a:avLst/>
          </a:prstGeom>
          <a:noFill/>
        </p:spPr>
        <p:txBody>
          <a:bodyPr wrap="none" rtlCol="0">
            <a:spAutoFit/>
          </a:bodyPr>
          <a:lstStyle/>
          <a:p>
            <a:r>
              <a:rPr lang="en-US" dirty="0"/>
              <a:t>Reaction 1 </a:t>
            </a:r>
          </a:p>
        </p:txBody>
      </p:sp>
      <p:pic>
        <p:nvPicPr>
          <p:cNvPr id="51" name="Picture 50" descr="A diagram of dna sequence&#10;&#10;AI-generated content may be incorrect.">
            <a:extLst>
              <a:ext uri="{FF2B5EF4-FFF2-40B4-BE49-F238E27FC236}">
                <a16:creationId xmlns:a16="http://schemas.microsoft.com/office/drawing/2014/main" id="{A0ED6B0A-41D7-23DF-FB14-C4465E4E596C}"/>
              </a:ext>
            </a:extLst>
          </p:cNvPr>
          <p:cNvPicPr>
            <a:picLocks noChangeAspect="1"/>
          </p:cNvPicPr>
          <p:nvPr/>
        </p:nvPicPr>
        <p:blipFill>
          <a:blip r:embed="rId12"/>
          <a:stretch>
            <a:fillRect/>
          </a:stretch>
        </p:blipFill>
        <p:spPr>
          <a:xfrm>
            <a:off x="120761" y="1606269"/>
            <a:ext cx="2916786" cy="3091475"/>
          </a:xfrm>
          <a:prstGeom prst="rect">
            <a:avLst/>
          </a:prstGeom>
        </p:spPr>
      </p:pic>
      <p:sp>
        <p:nvSpPr>
          <p:cNvPr id="53" name="TextBox 52">
            <a:extLst>
              <a:ext uri="{FF2B5EF4-FFF2-40B4-BE49-F238E27FC236}">
                <a16:creationId xmlns:a16="http://schemas.microsoft.com/office/drawing/2014/main" id="{50EB439C-EAB6-7789-92FC-64AE859620AC}"/>
              </a:ext>
            </a:extLst>
          </p:cNvPr>
          <p:cNvSpPr txBox="1"/>
          <p:nvPr/>
        </p:nvSpPr>
        <p:spPr>
          <a:xfrm>
            <a:off x="6969059" y="0"/>
            <a:ext cx="1290738" cy="369332"/>
          </a:xfrm>
          <a:prstGeom prst="rect">
            <a:avLst/>
          </a:prstGeom>
          <a:noFill/>
        </p:spPr>
        <p:txBody>
          <a:bodyPr wrap="none" rtlCol="0">
            <a:spAutoFit/>
          </a:bodyPr>
          <a:lstStyle/>
          <a:p>
            <a:r>
              <a:rPr lang="en-US" dirty="0"/>
              <a:t>Reaction 2 </a:t>
            </a:r>
          </a:p>
        </p:txBody>
      </p:sp>
      <p:sp>
        <p:nvSpPr>
          <p:cNvPr id="55" name="TextBox 54">
            <a:extLst>
              <a:ext uri="{FF2B5EF4-FFF2-40B4-BE49-F238E27FC236}">
                <a16:creationId xmlns:a16="http://schemas.microsoft.com/office/drawing/2014/main" id="{4C9A963E-FFCD-5C8D-6835-0AB284DDCE29}"/>
              </a:ext>
            </a:extLst>
          </p:cNvPr>
          <p:cNvSpPr txBox="1"/>
          <p:nvPr/>
        </p:nvSpPr>
        <p:spPr>
          <a:xfrm>
            <a:off x="4280350" y="635072"/>
            <a:ext cx="1694318" cy="369332"/>
          </a:xfrm>
          <a:prstGeom prst="rect">
            <a:avLst/>
          </a:prstGeom>
          <a:noFill/>
        </p:spPr>
        <p:txBody>
          <a:bodyPr wrap="square">
            <a:spAutoFit/>
          </a:bodyPr>
          <a:lstStyle/>
          <a:p>
            <a:r>
              <a:rPr lang="es-ES" b="0" i="0" dirty="0">
                <a:effectLst/>
                <a:latin typeface="Menlo"/>
                <a:hlinkClick r:id="rId13"/>
              </a:rPr>
              <a:t>YPL214C (THI6)</a:t>
            </a:r>
            <a:endParaRPr lang="en-US" dirty="0"/>
          </a:p>
        </p:txBody>
      </p:sp>
      <p:sp>
        <p:nvSpPr>
          <p:cNvPr id="57" name="TextBox 56">
            <a:extLst>
              <a:ext uri="{FF2B5EF4-FFF2-40B4-BE49-F238E27FC236}">
                <a16:creationId xmlns:a16="http://schemas.microsoft.com/office/drawing/2014/main" id="{3B02CB41-0232-245B-CA26-2987E2366761}"/>
              </a:ext>
            </a:extLst>
          </p:cNvPr>
          <p:cNvSpPr txBox="1"/>
          <p:nvPr/>
        </p:nvSpPr>
        <p:spPr>
          <a:xfrm>
            <a:off x="8204752" y="573356"/>
            <a:ext cx="1825368" cy="369332"/>
          </a:xfrm>
          <a:prstGeom prst="rect">
            <a:avLst/>
          </a:prstGeom>
          <a:noFill/>
        </p:spPr>
        <p:txBody>
          <a:bodyPr wrap="square">
            <a:spAutoFit/>
          </a:bodyPr>
          <a:lstStyle/>
          <a:p>
            <a:r>
              <a:rPr lang="es-ES" b="0" i="0" dirty="0">
                <a:effectLst/>
                <a:latin typeface="Menlo"/>
                <a:hlinkClick r:id="rId14"/>
              </a:rPr>
              <a:t>YGR144W (THI4)</a:t>
            </a:r>
            <a:endParaRPr lang="en-US" dirty="0"/>
          </a:p>
        </p:txBody>
      </p:sp>
      <p:sp>
        <p:nvSpPr>
          <p:cNvPr id="4" name="Title 3">
            <a:extLst>
              <a:ext uri="{FF2B5EF4-FFF2-40B4-BE49-F238E27FC236}">
                <a16:creationId xmlns:a16="http://schemas.microsoft.com/office/drawing/2014/main" id="{2C323123-73EA-33DB-90F1-8CBA4153DBB2}"/>
              </a:ext>
            </a:extLst>
          </p:cNvPr>
          <p:cNvSpPr>
            <a:spLocks noGrp="1"/>
          </p:cNvSpPr>
          <p:nvPr>
            <p:ph type="title"/>
          </p:nvPr>
        </p:nvSpPr>
        <p:spPr>
          <a:xfrm>
            <a:off x="9199" y="59081"/>
            <a:ext cx="3139911" cy="755065"/>
          </a:xfrm>
        </p:spPr>
        <p:txBody>
          <a:bodyPr>
            <a:normAutofit/>
          </a:bodyPr>
          <a:lstStyle/>
          <a:p>
            <a:r>
              <a:rPr lang="en-US" sz="3600" dirty="0"/>
              <a:t>Enzymes</a:t>
            </a:r>
          </a:p>
        </p:txBody>
      </p:sp>
      <p:sp>
        <p:nvSpPr>
          <p:cNvPr id="6" name="TextBox 5">
            <a:extLst>
              <a:ext uri="{FF2B5EF4-FFF2-40B4-BE49-F238E27FC236}">
                <a16:creationId xmlns:a16="http://schemas.microsoft.com/office/drawing/2014/main" id="{E4AB3561-0988-0221-FEAD-D3304EC6023B}"/>
              </a:ext>
            </a:extLst>
          </p:cNvPr>
          <p:cNvSpPr txBox="1"/>
          <p:nvPr/>
        </p:nvSpPr>
        <p:spPr>
          <a:xfrm>
            <a:off x="3373028" y="635072"/>
            <a:ext cx="718466" cy="369332"/>
          </a:xfrm>
          <a:prstGeom prst="rect">
            <a:avLst/>
          </a:prstGeom>
          <a:noFill/>
        </p:spPr>
        <p:txBody>
          <a:bodyPr wrap="none" rtlCol="0">
            <a:spAutoFit/>
          </a:bodyPr>
          <a:lstStyle/>
          <a:p>
            <a:r>
              <a:rPr lang="en-US" dirty="0"/>
              <a:t>Gene</a:t>
            </a:r>
          </a:p>
        </p:txBody>
      </p:sp>
      <p:sp>
        <p:nvSpPr>
          <p:cNvPr id="7" name="TextBox 6">
            <a:extLst>
              <a:ext uri="{FF2B5EF4-FFF2-40B4-BE49-F238E27FC236}">
                <a16:creationId xmlns:a16="http://schemas.microsoft.com/office/drawing/2014/main" id="{008D5721-8CD6-9079-9756-C0FD953E1571}"/>
              </a:ext>
            </a:extLst>
          </p:cNvPr>
          <p:cNvSpPr txBox="1"/>
          <p:nvPr/>
        </p:nvSpPr>
        <p:spPr>
          <a:xfrm>
            <a:off x="2951834" y="1121859"/>
            <a:ext cx="1074590" cy="369332"/>
          </a:xfrm>
          <a:prstGeom prst="rect">
            <a:avLst/>
          </a:prstGeom>
          <a:noFill/>
        </p:spPr>
        <p:txBody>
          <a:bodyPr wrap="none" rtlCol="0">
            <a:spAutoFit/>
          </a:bodyPr>
          <a:lstStyle/>
          <a:p>
            <a:r>
              <a:rPr lang="en-US" dirty="0"/>
              <a:t>Enzymes</a:t>
            </a:r>
          </a:p>
        </p:txBody>
      </p:sp>
      <p:pic>
        <p:nvPicPr>
          <p:cNvPr id="16" name="Picture 15">
            <a:extLst>
              <a:ext uri="{FF2B5EF4-FFF2-40B4-BE49-F238E27FC236}">
                <a16:creationId xmlns:a16="http://schemas.microsoft.com/office/drawing/2014/main" id="{7B0021DB-4F7E-7960-BE12-FEBF74107A8A}"/>
              </a:ext>
            </a:extLst>
          </p:cNvPr>
          <p:cNvPicPr>
            <a:picLocks noChangeAspect="1"/>
          </p:cNvPicPr>
          <p:nvPr/>
        </p:nvPicPr>
        <p:blipFill>
          <a:blip r:embed="rId15"/>
          <a:stretch>
            <a:fillRect/>
          </a:stretch>
        </p:blipFill>
        <p:spPr>
          <a:xfrm>
            <a:off x="3953594" y="1113849"/>
            <a:ext cx="2990850" cy="1533525"/>
          </a:xfrm>
          <a:prstGeom prst="rect">
            <a:avLst/>
          </a:prstGeom>
          <a:ln>
            <a:solidFill>
              <a:schemeClr val="accent1"/>
            </a:solidFill>
          </a:ln>
        </p:spPr>
      </p:pic>
      <p:sp>
        <p:nvSpPr>
          <p:cNvPr id="21" name="TextBox 20">
            <a:extLst>
              <a:ext uri="{FF2B5EF4-FFF2-40B4-BE49-F238E27FC236}">
                <a16:creationId xmlns:a16="http://schemas.microsoft.com/office/drawing/2014/main" id="{FF1AEDEE-7DEE-F0D7-D9E5-2A9702B06649}"/>
              </a:ext>
            </a:extLst>
          </p:cNvPr>
          <p:cNvSpPr txBox="1"/>
          <p:nvPr/>
        </p:nvSpPr>
        <p:spPr>
          <a:xfrm>
            <a:off x="4617561" y="1119436"/>
            <a:ext cx="848412" cy="369332"/>
          </a:xfrm>
          <a:prstGeom prst="rect">
            <a:avLst/>
          </a:prstGeom>
          <a:noFill/>
        </p:spPr>
        <p:txBody>
          <a:bodyPr wrap="square">
            <a:spAutoFit/>
          </a:bodyPr>
          <a:lstStyle/>
          <a:p>
            <a:r>
              <a:rPr lang="en-US" dirty="0">
                <a:hlinkClick r:id="rId16"/>
              </a:rPr>
              <a:t>THI2</a:t>
            </a:r>
            <a:endParaRPr lang="en-US" dirty="0"/>
          </a:p>
        </p:txBody>
      </p:sp>
      <p:pic>
        <p:nvPicPr>
          <p:cNvPr id="56" name="Picture 55">
            <a:extLst>
              <a:ext uri="{FF2B5EF4-FFF2-40B4-BE49-F238E27FC236}">
                <a16:creationId xmlns:a16="http://schemas.microsoft.com/office/drawing/2014/main" id="{5AE9DED2-07A1-4109-EB50-A406630B4795}"/>
              </a:ext>
            </a:extLst>
          </p:cNvPr>
          <p:cNvPicPr>
            <a:picLocks noChangeAspect="1"/>
          </p:cNvPicPr>
          <p:nvPr/>
        </p:nvPicPr>
        <p:blipFill>
          <a:blip r:embed="rId17"/>
          <a:stretch>
            <a:fillRect/>
          </a:stretch>
        </p:blipFill>
        <p:spPr>
          <a:xfrm>
            <a:off x="3953594" y="2688742"/>
            <a:ext cx="1408718" cy="2135088"/>
          </a:xfrm>
          <a:prstGeom prst="rect">
            <a:avLst/>
          </a:prstGeom>
          <a:ln>
            <a:solidFill>
              <a:schemeClr val="accent1"/>
            </a:solidFill>
          </a:ln>
        </p:spPr>
      </p:pic>
      <p:sp>
        <p:nvSpPr>
          <p:cNvPr id="11" name="TextBox 10">
            <a:extLst>
              <a:ext uri="{FF2B5EF4-FFF2-40B4-BE49-F238E27FC236}">
                <a16:creationId xmlns:a16="http://schemas.microsoft.com/office/drawing/2014/main" id="{89F65830-6D78-7426-A2BF-EA7DBD05EB6A}"/>
              </a:ext>
            </a:extLst>
          </p:cNvPr>
          <p:cNvSpPr txBox="1"/>
          <p:nvPr/>
        </p:nvSpPr>
        <p:spPr>
          <a:xfrm>
            <a:off x="3968501" y="2692151"/>
            <a:ext cx="689065" cy="369332"/>
          </a:xfrm>
          <a:prstGeom prst="rect">
            <a:avLst/>
          </a:prstGeom>
          <a:noFill/>
          <a:ln>
            <a:noFill/>
          </a:ln>
        </p:spPr>
        <p:txBody>
          <a:bodyPr wrap="square">
            <a:spAutoFit/>
          </a:bodyPr>
          <a:lstStyle/>
          <a:p>
            <a:r>
              <a:rPr lang="en-US" dirty="0">
                <a:hlinkClick r:id="rId18"/>
              </a:rPr>
              <a:t>THI3</a:t>
            </a:r>
            <a:endParaRPr lang="en-US" dirty="0"/>
          </a:p>
        </p:txBody>
      </p:sp>
      <p:pic>
        <p:nvPicPr>
          <p:cNvPr id="59" name="Picture 58">
            <a:extLst>
              <a:ext uri="{FF2B5EF4-FFF2-40B4-BE49-F238E27FC236}">
                <a16:creationId xmlns:a16="http://schemas.microsoft.com/office/drawing/2014/main" id="{BBD8FE98-34DC-08E1-D0A4-64A89B2F2383}"/>
              </a:ext>
            </a:extLst>
          </p:cNvPr>
          <p:cNvPicPr>
            <a:picLocks noChangeAspect="1"/>
          </p:cNvPicPr>
          <p:nvPr/>
        </p:nvPicPr>
        <p:blipFill>
          <a:blip r:embed="rId19"/>
          <a:stretch>
            <a:fillRect/>
          </a:stretch>
        </p:blipFill>
        <p:spPr>
          <a:xfrm>
            <a:off x="5434108" y="2699143"/>
            <a:ext cx="2460017" cy="2114285"/>
          </a:xfrm>
          <a:prstGeom prst="rect">
            <a:avLst/>
          </a:prstGeom>
          <a:ln>
            <a:solidFill>
              <a:schemeClr val="accent1"/>
            </a:solidFill>
          </a:ln>
        </p:spPr>
      </p:pic>
      <p:sp>
        <p:nvSpPr>
          <p:cNvPr id="60" name="TextBox 59">
            <a:extLst>
              <a:ext uri="{FF2B5EF4-FFF2-40B4-BE49-F238E27FC236}">
                <a16:creationId xmlns:a16="http://schemas.microsoft.com/office/drawing/2014/main" id="{3742EBDA-B6E1-320F-978E-447F499FC2D1}"/>
              </a:ext>
            </a:extLst>
          </p:cNvPr>
          <p:cNvSpPr txBox="1"/>
          <p:nvPr/>
        </p:nvSpPr>
        <p:spPr>
          <a:xfrm>
            <a:off x="5527373" y="2709545"/>
            <a:ext cx="894590" cy="369332"/>
          </a:xfrm>
          <a:prstGeom prst="rect">
            <a:avLst/>
          </a:prstGeom>
          <a:noFill/>
        </p:spPr>
        <p:txBody>
          <a:bodyPr wrap="square">
            <a:spAutoFit/>
          </a:bodyPr>
          <a:lstStyle/>
          <a:p>
            <a:r>
              <a:rPr lang="en-US" dirty="0">
                <a:hlinkClick r:id="rId20"/>
              </a:rPr>
              <a:t>PDC2</a:t>
            </a:r>
            <a:endParaRPr lang="en-US" dirty="0"/>
          </a:p>
        </p:txBody>
      </p:sp>
      <p:sp>
        <p:nvSpPr>
          <p:cNvPr id="61" name="TextBox 60">
            <a:extLst>
              <a:ext uri="{FF2B5EF4-FFF2-40B4-BE49-F238E27FC236}">
                <a16:creationId xmlns:a16="http://schemas.microsoft.com/office/drawing/2014/main" id="{7060448E-52D5-72D1-8F24-C803CA718873}"/>
              </a:ext>
            </a:extLst>
          </p:cNvPr>
          <p:cNvSpPr txBox="1"/>
          <p:nvPr/>
        </p:nvSpPr>
        <p:spPr>
          <a:xfrm>
            <a:off x="7412661" y="573356"/>
            <a:ext cx="718466" cy="369332"/>
          </a:xfrm>
          <a:prstGeom prst="rect">
            <a:avLst/>
          </a:prstGeom>
          <a:noFill/>
        </p:spPr>
        <p:txBody>
          <a:bodyPr wrap="none" rtlCol="0">
            <a:spAutoFit/>
          </a:bodyPr>
          <a:lstStyle/>
          <a:p>
            <a:r>
              <a:rPr lang="en-US" dirty="0"/>
              <a:t>Gene</a:t>
            </a:r>
          </a:p>
        </p:txBody>
      </p:sp>
      <p:sp>
        <p:nvSpPr>
          <p:cNvPr id="62" name="TextBox 61">
            <a:extLst>
              <a:ext uri="{FF2B5EF4-FFF2-40B4-BE49-F238E27FC236}">
                <a16:creationId xmlns:a16="http://schemas.microsoft.com/office/drawing/2014/main" id="{D4DE34FA-2FC0-6731-1D69-9E01AC817A94}"/>
              </a:ext>
            </a:extLst>
          </p:cNvPr>
          <p:cNvSpPr txBox="1"/>
          <p:nvPr/>
        </p:nvSpPr>
        <p:spPr>
          <a:xfrm>
            <a:off x="7146384" y="1126228"/>
            <a:ext cx="1074590" cy="369332"/>
          </a:xfrm>
          <a:prstGeom prst="rect">
            <a:avLst/>
          </a:prstGeom>
          <a:noFill/>
        </p:spPr>
        <p:txBody>
          <a:bodyPr wrap="none" rtlCol="0">
            <a:spAutoFit/>
          </a:bodyPr>
          <a:lstStyle/>
          <a:p>
            <a:r>
              <a:rPr lang="en-US" dirty="0"/>
              <a:t>Enzymes</a:t>
            </a:r>
          </a:p>
        </p:txBody>
      </p:sp>
      <p:sp>
        <p:nvSpPr>
          <p:cNvPr id="63" name="TextBox 62">
            <a:extLst>
              <a:ext uri="{FF2B5EF4-FFF2-40B4-BE49-F238E27FC236}">
                <a16:creationId xmlns:a16="http://schemas.microsoft.com/office/drawing/2014/main" id="{22C11B94-76A0-6DEB-0C81-453A9B5641E0}"/>
              </a:ext>
            </a:extLst>
          </p:cNvPr>
          <p:cNvSpPr txBox="1"/>
          <p:nvPr/>
        </p:nvSpPr>
        <p:spPr>
          <a:xfrm>
            <a:off x="8220974" y="1113849"/>
            <a:ext cx="707630" cy="369332"/>
          </a:xfrm>
          <a:prstGeom prst="rect">
            <a:avLst/>
          </a:prstGeom>
          <a:noFill/>
        </p:spPr>
        <p:txBody>
          <a:bodyPr wrap="none" rtlCol="0">
            <a:spAutoFit/>
          </a:bodyPr>
          <a:lstStyle/>
          <a:p>
            <a:r>
              <a:rPr lang="en-US" dirty="0">
                <a:hlinkClick r:id="rId21"/>
              </a:rPr>
              <a:t>HST1</a:t>
            </a:r>
            <a:endParaRPr lang="en-US" dirty="0"/>
          </a:p>
        </p:txBody>
      </p:sp>
      <p:sp>
        <p:nvSpPr>
          <p:cNvPr id="67" name="TextBox 66">
            <a:extLst>
              <a:ext uri="{FF2B5EF4-FFF2-40B4-BE49-F238E27FC236}">
                <a16:creationId xmlns:a16="http://schemas.microsoft.com/office/drawing/2014/main" id="{CBB22A07-1EF7-796C-1976-EC7E63331085}"/>
              </a:ext>
            </a:extLst>
          </p:cNvPr>
          <p:cNvSpPr txBox="1"/>
          <p:nvPr/>
        </p:nvSpPr>
        <p:spPr>
          <a:xfrm>
            <a:off x="8340747" y="3558233"/>
            <a:ext cx="968915" cy="369332"/>
          </a:xfrm>
          <a:prstGeom prst="rect">
            <a:avLst/>
          </a:prstGeom>
          <a:noFill/>
        </p:spPr>
        <p:txBody>
          <a:bodyPr wrap="square">
            <a:spAutoFit/>
          </a:bodyPr>
          <a:lstStyle/>
          <a:p>
            <a:r>
              <a:rPr lang="en-US" dirty="0">
                <a:hlinkClick r:id="rId22"/>
              </a:rPr>
              <a:t>Sir2</a:t>
            </a:r>
            <a:endParaRPr lang="en-US" dirty="0"/>
          </a:p>
        </p:txBody>
      </p:sp>
    </p:spTree>
    <p:extLst>
      <p:ext uri="{BB962C8B-B14F-4D97-AF65-F5344CB8AC3E}">
        <p14:creationId xmlns:p14="http://schemas.microsoft.com/office/powerpoint/2010/main" val="37810534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B02AF7A-8B19-B3C4-5CE0-D3F26865C9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9198009-42B3-E2E5-552E-49EFADBCAD0A}"/>
              </a:ext>
            </a:extLst>
          </p:cNvPr>
          <p:cNvSpPr>
            <a:spLocks noGrp="1"/>
          </p:cNvSpPr>
          <p:nvPr>
            <p:ph type="title"/>
          </p:nvPr>
        </p:nvSpPr>
        <p:spPr>
          <a:xfrm>
            <a:off x="129540" y="170815"/>
            <a:ext cx="6076950" cy="720725"/>
          </a:xfrm>
        </p:spPr>
        <p:txBody>
          <a:bodyPr>
            <a:normAutofit/>
          </a:bodyPr>
          <a:lstStyle/>
          <a:p>
            <a:r>
              <a:rPr lang="de-DE" sz="3200" dirty="0" err="1"/>
              <a:t>Step</a:t>
            </a:r>
            <a:r>
              <a:rPr lang="de-DE" sz="3200" dirty="0"/>
              <a:t> 1: Looking </a:t>
            </a:r>
            <a:r>
              <a:rPr lang="de-DE" sz="3200" dirty="0" err="1"/>
              <a:t>for</a:t>
            </a:r>
            <a:r>
              <a:rPr lang="de-DE" sz="3200" dirty="0"/>
              <a:t> 2-neuron NNs</a:t>
            </a:r>
            <a:endParaRPr lang="en-US" sz="3200" dirty="0"/>
          </a:p>
        </p:txBody>
      </p:sp>
      <p:sp>
        <p:nvSpPr>
          <p:cNvPr id="17" name="Oval 16">
            <a:extLst>
              <a:ext uri="{FF2B5EF4-FFF2-40B4-BE49-F238E27FC236}">
                <a16:creationId xmlns:a16="http://schemas.microsoft.com/office/drawing/2014/main" id="{C052BB14-CAD3-E8A0-6B17-F49B83196F1A}"/>
              </a:ext>
            </a:extLst>
          </p:cNvPr>
          <p:cNvSpPr>
            <a:spLocks noChangeAspect="1"/>
          </p:cNvSpPr>
          <p:nvPr/>
        </p:nvSpPr>
        <p:spPr>
          <a:xfrm>
            <a:off x="1833698" y="1169256"/>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15E4C32F-71F2-3A4A-6C69-48090A9A177E}"/>
              </a:ext>
            </a:extLst>
          </p:cNvPr>
          <p:cNvSpPr>
            <a:spLocks noChangeAspect="1"/>
          </p:cNvSpPr>
          <p:nvPr/>
        </p:nvSpPr>
        <p:spPr>
          <a:xfrm>
            <a:off x="1845128" y="337184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3DF170D4-6674-F755-734F-8E5643786674}"/>
              </a:ext>
            </a:extLst>
          </p:cNvPr>
          <p:cNvSpPr>
            <a:spLocks noChangeAspect="1"/>
          </p:cNvSpPr>
          <p:nvPr/>
        </p:nvSpPr>
        <p:spPr>
          <a:xfrm>
            <a:off x="3744396" y="2291928"/>
            <a:ext cx="482803" cy="482803"/>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EEB44425-486B-C2F9-7980-74DA8D18450D}"/>
              </a:ext>
            </a:extLst>
          </p:cNvPr>
          <p:cNvCxnSpPr>
            <a:cxnSpLocks/>
            <a:stCxn id="18" idx="6"/>
            <a:endCxn id="19" idx="3"/>
          </p:cNvCxnSpPr>
          <p:nvPr/>
        </p:nvCxnSpPr>
        <p:spPr>
          <a:xfrm flipV="1">
            <a:off x="2327931" y="2704026"/>
            <a:ext cx="1487170" cy="909224"/>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D21DAA69-FD9E-7F8F-F0FC-8F0F2C401B1D}"/>
              </a:ext>
            </a:extLst>
          </p:cNvPr>
          <p:cNvCxnSpPr>
            <a:stCxn id="17" idx="6"/>
            <a:endCxn id="19" idx="1"/>
          </p:cNvCxnSpPr>
          <p:nvPr/>
        </p:nvCxnSpPr>
        <p:spPr>
          <a:xfrm>
            <a:off x="2316501" y="1410658"/>
            <a:ext cx="1498600" cy="951975"/>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3712C721-FB48-A7D0-D5B6-EF0A679A1985}"/>
              </a:ext>
            </a:extLst>
          </p:cNvPr>
          <p:cNvCxnSpPr>
            <a:cxnSpLocks/>
          </p:cNvCxnSpPr>
          <p:nvPr/>
        </p:nvCxnSpPr>
        <p:spPr>
          <a:xfrm>
            <a:off x="1033604" y="1352142"/>
            <a:ext cx="800100"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BD413448-63DE-6AAA-8B00-96DDA6A7502D}"/>
              </a:ext>
            </a:extLst>
          </p:cNvPr>
          <p:cNvCxnSpPr>
            <a:cxnSpLocks/>
            <a:endCxn id="18" idx="2"/>
          </p:cNvCxnSpPr>
          <p:nvPr/>
        </p:nvCxnSpPr>
        <p:spPr>
          <a:xfrm>
            <a:off x="1005179" y="3613250"/>
            <a:ext cx="839949"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E84098E8-7765-E6EF-57DB-F9C9B338F6D9}"/>
              </a:ext>
            </a:extLst>
          </p:cNvPr>
          <p:cNvCxnSpPr>
            <a:cxnSpLocks/>
          </p:cNvCxnSpPr>
          <p:nvPr/>
        </p:nvCxnSpPr>
        <p:spPr>
          <a:xfrm>
            <a:off x="4227199" y="2533329"/>
            <a:ext cx="665312" cy="0"/>
          </a:xfrm>
          <a:prstGeom prst="straightConnector1">
            <a:avLst/>
          </a:prstGeom>
          <a:ln>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AEF7D28C-4526-9289-877E-D1DB34249CEF}"/>
                  </a:ext>
                </a:extLst>
              </p:cNvPr>
              <p:cNvSpPr txBox="1"/>
              <p:nvPr/>
            </p:nvSpPr>
            <p:spPr>
              <a:xfrm>
                <a:off x="989799" y="777277"/>
                <a:ext cx="99155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𝑎𝑖</m:t>
                          </m:r>
                        </m:sub>
                      </m:sSub>
                    </m:oMath>
                  </m:oMathPara>
                </a14:m>
                <a:endParaRPr lang="en-US" sz="2400" dirty="0"/>
              </a:p>
            </p:txBody>
          </p:sp>
        </mc:Choice>
        <mc:Fallback xmlns="">
          <p:sp>
            <p:nvSpPr>
              <p:cNvPr id="35" name="TextBox 34">
                <a:extLst>
                  <a:ext uri="{FF2B5EF4-FFF2-40B4-BE49-F238E27FC236}">
                    <a16:creationId xmlns:a16="http://schemas.microsoft.com/office/drawing/2014/main" id="{AEF7D28C-4526-9289-877E-D1DB34249CEF}"/>
                  </a:ext>
                </a:extLst>
              </p:cNvPr>
              <p:cNvSpPr txBox="1">
                <a:spLocks noRot="1" noChangeAspect="1" noMove="1" noResize="1" noEditPoints="1" noAdjustHandles="1" noChangeArrowheads="1" noChangeShapeType="1" noTextEdit="1"/>
              </p:cNvSpPr>
              <p:nvPr/>
            </p:nvSpPr>
            <p:spPr>
              <a:xfrm>
                <a:off x="989799" y="777277"/>
                <a:ext cx="991552" cy="461665"/>
              </a:xfrm>
              <a:prstGeom prst="rect">
                <a:avLst/>
              </a:prstGeom>
              <a:blipFill>
                <a:blip r:embed="rId3"/>
                <a:stretch>
                  <a:fillRect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BD273F2E-921D-3C86-BD75-1F9710A24019}"/>
                  </a:ext>
                </a:extLst>
              </p:cNvPr>
              <p:cNvSpPr txBox="1"/>
              <p:nvPr/>
            </p:nvSpPr>
            <p:spPr>
              <a:xfrm>
                <a:off x="4059506" y="2599424"/>
                <a:ext cx="761501"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oMath>
                  </m:oMathPara>
                </a14:m>
                <a:endParaRPr lang="en-US" sz="2400" dirty="0"/>
              </a:p>
            </p:txBody>
          </p:sp>
        </mc:Choice>
        <mc:Fallback xmlns="">
          <p:sp>
            <p:nvSpPr>
              <p:cNvPr id="36" name="TextBox 35">
                <a:extLst>
                  <a:ext uri="{FF2B5EF4-FFF2-40B4-BE49-F238E27FC236}">
                    <a16:creationId xmlns:a16="http://schemas.microsoft.com/office/drawing/2014/main" id="{BD273F2E-921D-3C86-BD75-1F9710A24019}"/>
                  </a:ext>
                </a:extLst>
              </p:cNvPr>
              <p:cNvSpPr txBox="1">
                <a:spLocks noRot="1" noChangeAspect="1" noMove="1" noResize="1" noEditPoints="1" noAdjustHandles="1" noChangeArrowheads="1" noChangeShapeType="1" noTextEdit="1"/>
              </p:cNvSpPr>
              <p:nvPr/>
            </p:nvSpPr>
            <p:spPr>
              <a:xfrm>
                <a:off x="4059506" y="2599424"/>
                <a:ext cx="761501" cy="461665"/>
              </a:xfrm>
              <a:prstGeom prst="rect">
                <a:avLst/>
              </a:prstGeom>
              <a:blipFill>
                <a:blip r:embed="rId4"/>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C7128B6B-3EC4-E70E-8180-CBBF0DB7939F}"/>
                  </a:ext>
                </a:extLst>
              </p:cNvPr>
              <p:cNvSpPr txBox="1"/>
              <p:nvPr/>
            </p:nvSpPr>
            <p:spPr>
              <a:xfrm>
                <a:off x="2848204" y="1339207"/>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40" name="TextBox 39">
                <a:extLst>
                  <a:ext uri="{FF2B5EF4-FFF2-40B4-BE49-F238E27FC236}">
                    <a16:creationId xmlns:a16="http://schemas.microsoft.com/office/drawing/2014/main" id="{C7128B6B-3EC4-E70E-8180-CBBF0DB7939F}"/>
                  </a:ext>
                </a:extLst>
              </p:cNvPr>
              <p:cNvSpPr txBox="1">
                <a:spLocks noRot="1" noChangeAspect="1" noMove="1" noResize="1" noEditPoints="1" noAdjustHandles="1" noChangeArrowheads="1" noChangeShapeType="1" noTextEdit="1"/>
              </p:cNvSpPr>
              <p:nvPr/>
            </p:nvSpPr>
            <p:spPr>
              <a:xfrm>
                <a:off x="2848204" y="1339207"/>
                <a:ext cx="1006792" cy="461665"/>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19EFC513-28C1-CC8B-1532-E79495407BDE}"/>
                  </a:ext>
                </a:extLst>
              </p:cNvPr>
              <p:cNvSpPr txBox="1"/>
              <p:nvPr/>
            </p:nvSpPr>
            <p:spPr>
              <a:xfrm>
                <a:off x="4054109" y="1900968"/>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m:rPr>
                              <m:sty m:val="p"/>
                            </m:rPr>
                            <a:rPr lang="de-DE" sz="2400" b="0" i="1" smtClean="0">
                              <a:latin typeface="Cambria Math" panose="02040503050406030204" pitchFamily="18" charset="0"/>
                            </a:rPr>
                            <m:t>met</m:t>
                          </m:r>
                        </m:e>
                        <m:sub>
                          <m:r>
                            <m:rPr>
                              <m:sty m:val="p"/>
                            </m:rPr>
                            <a:rPr lang="de-DE" sz="2400" b="0" i="1" smtClean="0">
                              <a:latin typeface="Cambria Math" panose="02040503050406030204" pitchFamily="18" charset="0"/>
                            </a:rPr>
                            <m:t>c</m:t>
                          </m:r>
                        </m:sub>
                      </m:sSub>
                    </m:oMath>
                  </m:oMathPara>
                </a14:m>
                <a:endParaRPr lang="en-US" sz="2400" dirty="0"/>
              </a:p>
            </p:txBody>
          </p:sp>
        </mc:Choice>
        <mc:Fallback xmlns="">
          <p:sp>
            <p:nvSpPr>
              <p:cNvPr id="41" name="TextBox 40">
                <a:extLst>
                  <a:ext uri="{FF2B5EF4-FFF2-40B4-BE49-F238E27FC236}">
                    <a16:creationId xmlns:a16="http://schemas.microsoft.com/office/drawing/2014/main" id="{19EFC513-28C1-CC8B-1532-E79495407BDE}"/>
                  </a:ext>
                </a:extLst>
              </p:cNvPr>
              <p:cNvSpPr txBox="1">
                <a:spLocks noRot="1" noChangeAspect="1" noMove="1" noResize="1" noEditPoints="1" noAdjustHandles="1" noChangeArrowheads="1" noChangeShapeType="1" noTextEdit="1"/>
              </p:cNvSpPr>
              <p:nvPr/>
            </p:nvSpPr>
            <p:spPr>
              <a:xfrm>
                <a:off x="4054109" y="1900968"/>
                <a:ext cx="1006792"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4C61A18C-C160-EE4A-4DD0-F0E98BA53646}"/>
                  </a:ext>
                </a:extLst>
              </p:cNvPr>
              <p:cNvSpPr txBox="1"/>
              <p:nvPr/>
            </p:nvSpPr>
            <p:spPr>
              <a:xfrm>
                <a:off x="1757481" y="117060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𝑖</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4C61A18C-C160-EE4A-4DD0-F0E98BA53646}"/>
                  </a:ext>
                </a:extLst>
              </p:cNvPr>
              <p:cNvSpPr txBox="1">
                <a:spLocks noRot="1" noChangeAspect="1" noMove="1" noResize="1" noEditPoints="1" noAdjustHandles="1" noChangeArrowheads="1" noChangeShapeType="1" noTextEdit="1"/>
              </p:cNvSpPr>
              <p:nvPr/>
            </p:nvSpPr>
            <p:spPr>
              <a:xfrm>
                <a:off x="1757481" y="1170607"/>
                <a:ext cx="656402" cy="461665"/>
              </a:xfrm>
              <a:prstGeom prst="rect">
                <a:avLst/>
              </a:prstGeom>
              <a:blipFill>
                <a:blip r:embed="rId7"/>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4B41E71E-C414-DC94-FAAC-BC93E7301AD7}"/>
                  </a:ext>
                </a:extLst>
              </p:cNvPr>
              <p:cNvSpPr txBox="1"/>
              <p:nvPr/>
            </p:nvSpPr>
            <p:spPr>
              <a:xfrm>
                <a:off x="1853971" y="3306781"/>
                <a:ext cx="495606"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𝑗</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4B41E71E-C414-DC94-FAAC-BC93E7301AD7}"/>
                  </a:ext>
                </a:extLst>
              </p:cNvPr>
              <p:cNvSpPr txBox="1">
                <a:spLocks noRot="1" noChangeAspect="1" noMove="1" noResize="1" noEditPoints="1" noAdjustHandles="1" noChangeArrowheads="1" noChangeShapeType="1" noTextEdit="1"/>
              </p:cNvSpPr>
              <p:nvPr/>
            </p:nvSpPr>
            <p:spPr>
              <a:xfrm>
                <a:off x="1853971" y="3306781"/>
                <a:ext cx="495606" cy="495905"/>
              </a:xfrm>
              <a:prstGeom prst="rect">
                <a:avLst/>
              </a:prstGeom>
              <a:blipFill>
                <a:blip r:embed="rId8"/>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372E9A87-D73D-8818-CCE7-F4565C3512BC}"/>
                  </a:ext>
                </a:extLst>
              </p:cNvPr>
              <p:cNvSpPr txBox="1"/>
              <p:nvPr/>
            </p:nvSpPr>
            <p:spPr>
              <a:xfrm>
                <a:off x="1005179" y="3070734"/>
                <a:ext cx="99155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𝑏𝑗</m:t>
                          </m:r>
                        </m:sub>
                      </m:sSub>
                    </m:oMath>
                  </m:oMathPara>
                </a14:m>
                <a:endParaRPr lang="en-US" sz="2400" dirty="0"/>
              </a:p>
            </p:txBody>
          </p:sp>
        </mc:Choice>
        <mc:Fallback xmlns="">
          <p:sp>
            <p:nvSpPr>
              <p:cNvPr id="47" name="TextBox 46">
                <a:extLst>
                  <a:ext uri="{FF2B5EF4-FFF2-40B4-BE49-F238E27FC236}">
                    <a16:creationId xmlns:a16="http://schemas.microsoft.com/office/drawing/2014/main" id="{372E9A87-D73D-8818-CCE7-F4565C3512BC}"/>
                  </a:ext>
                </a:extLst>
              </p:cNvPr>
              <p:cNvSpPr txBox="1">
                <a:spLocks noRot="1" noChangeAspect="1" noMove="1" noResize="1" noEditPoints="1" noAdjustHandles="1" noChangeArrowheads="1" noChangeShapeType="1" noTextEdit="1"/>
              </p:cNvSpPr>
              <p:nvPr/>
            </p:nvSpPr>
            <p:spPr>
              <a:xfrm>
                <a:off x="1005179" y="3070734"/>
                <a:ext cx="991552" cy="495905"/>
              </a:xfrm>
              <a:prstGeom prst="rect">
                <a:avLst/>
              </a:prstGeom>
              <a:blipFill>
                <a:blip r:embed="rId9"/>
                <a:stretch>
                  <a:fillRect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1BD8EE0A-2A3F-6CD8-D54C-48DDC8632FF7}"/>
                  </a:ext>
                </a:extLst>
              </p:cNvPr>
              <p:cNvSpPr txBox="1"/>
              <p:nvPr/>
            </p:nvSpPr>
            <p:spPr>
              <a:xfrm>
                <a:off x="3734725" y="2236201"/>
                <a:ext cx="52746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𝑘</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1BD8EE0A-2A3F-6CD8-D54C-48DDC8632FF7}"/>
                  </a:ext>
                </a:extLst>
              </p:cNvPr>
              <p:cNvSpPr txBox="1">
                <a:spLocks noRot="1" noChangeAspect="1" noMove="1" noResize="1" noEditPoints="1" noAdjustHandles="1" noChangeArrowheads="1" noChangeShapeType="1" noTextEdit="1"/>
              </p:cNvSpPr>
              <p:nvPr/>
            </p:nvSpPr>
            <p:spPr>
              <a:xfrm>
                <a:off x="3734725" y="2236201"/>
                <a:ext cx="527465"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F6E05109-60F7-5EDE-28E5-D41AE30ABE41}"/>
                  </a:ext>
                </a:extLst>
              </p:cNvPr>
              <p:cNvSpPr txBox="1"/>
              <p:nvPr/>
            </p:nvSpPr>
            <p:spPr>
              <a:xfrm>
                <a:off x="6096000" y="861364"/>
                <a:ext cx="4941417" cy="183024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𝑆</m:t>
                          </m:r>
                        </m:e>
                        <m:sub>
                          <m:r>
                            <m:rPr>
                              <m:sty m:val="p"/>
                            </m:rPr>
                            <a:rPr lang="de-DE" sz="2400" b="0" i="1" smtClean="0">
                              <a:latin typeface="Cambria Math" panose="02040503050406030204" pitchFamily="18" charset="0"/>
                            </a:rPr>
                            <m:t>mets</m:t>
                          </m:r>
                          <m:r>
                            <a:rPr lang="de-DE" sz="2400" b="0" i="1" smtClean="0">
                              <a:latin typeface="Cambria Math" panose="02040503050406030204" pitchFamily="18" charset="0"/>
                            </a:rPr>
                            <m:t> × </m:t>
                          </m:r>
                          <m:r>
                            <m:rPr>
                              <m:sty m:val="p"/>
                            </m:rPr>
                            <a:rPr lang="de-DE" sz="2400" b="0" i="1" smtClean="0">
                              <a:latin typeface="Cambria Math" panose="02040503050406030204" pitchFamily="18" charset="0"/>
                            </a:rPr>
                            <m:t>rxns</m:t>
                          </m:r>
                        </m:sub>
                      </m:sSub>
                      <m:r>
                        <a:rPr lang="de-DE" sz="2400" b="0" i="1" smtClean="0">
                          <a:latin typeface="Cambria Math" panose="02040503050406030204" pitchFamily="18" charset="0"/>
                        </a:rPr>
                        <m:t>=</m:t>
                      </m:r>
                      <m:d>
                        <m:dPr>
                          <m:begChr m:val="["/>
                          <m:endChr m:val="]"/>
                          <m:ctrlPr>
                            <a:rPr lang="de-DE" sz="2400" b="0" i="1" smtClean="0">
                              <a:latin typeface="Cambria Math" panose="02040503050406030204" pitchFamily="18" charset="0"/>
                            </a:rPr>
                          </m:ctrlPr>
                        </m:dPr>
                        <m:e>
                          <m:m>
                            <m:mPr>
                              <m:mcs>
                                <m:mc>
                                  <m:mcPr>
                                    <m:count m:val="3"/>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11</m:t>
                                    </m:r>
                                  </m:sub>
                                </m:sSub>
                              </m:e>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12</m:t>
                                          </m:r>
                                        </m:sub>
                                      </m:sSub>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1</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1</m:t>
                                          </m:r>
                                        </m:sub>
                                      </m:sSub>
                                    </m:e>
                                  </m:mr>
                                  <m:mr>
                                    <m:e>
                                      <m:r>
                                        <a:rPr lang="de-DE" sz="2400" b="0" i="1" smtClean="0">
                                          <a:latin typeface="Cambria Math" panose="02040503050406030204" pitchFamily="18" charset="0"/>
                                        </a:rPr>
                                        <m:t>⋮</m:t>
                                      </m:r>
                                    </m:e>
                                  </m:mr>
                                </m:m>
                              </m:e>
                              <m:e>
                                <m:m>
                                  <m:mPr>
                                    <m:mcs>
                                      <m:mc>
                                        <m:mcPr>
                                          <m:count m:val="1"/>
                                          <m:mcJc m:val="center"/>
                                        </m:mcPr>
                                      </m:mc>
                                    </m:mcs>
                                    <m:ctrlPr>
                                      <a:rPr lang="de-DE" sz="2400" b="0" i="1" smtClean="0">
                                        <a:latin typeface="Cambria Math" panose="02040503050406030204" pitchFamily="18" charset="0"/>
                                      </a:rPr>
                                    </m:ctrlPr>
                                  </m:mP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2</m:t>
                                                </m:r>
                                              </m:sub>
                                            </m:sSub>
                                          </m:e>
                                          <m:e>
                                            <m:r>
                                              <a:rPr lang="de-DE" sz="2400" b="0" i="1" smtClean="0">
                                                <a:latin typeface="Cambria Math" panose="02040503050406030204" pitchFamily="18" charset="0"/>
                                              </a:rPr>
                                              <m:t>⋯</m:t>
                                            </m:r>
                                          </m:e>
                                        </m:mr>
                                      </m:m>
                                    </m:e>
                                  </m:mr>
                                  <m:mr>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mr>
                                </m:m>
                              </m:e>
                              <m:e>
                                <m:m>
                                  <m:mPr>
                                    <m:mcs>
                                      <m:mc>
                                        <m:mcPr>
                                          <m:count m:val="1"/>
                                          <m:mcJc m:val="center"/>
                                        </m:mcPr>
                                      </m:mc>
                                    </m:mcs>
                                    <m:ctrlPr>
                                      <a:rPr lang="de-DE" sz="2400" b="0" i="1" smtClean="0">
                                        <a:latin typeface="Cambria Math" panose="02040503050406030204" pitchFamily="18" charset="0"/>
                                      </a:rPr>
                                    </m:ctrlPr>
                                  </m:mPr>
                                  <m:mr>
                                    <m:e>
                                      <m:r>
                                        <a:rPr lang="de-DE" sz="2400" b="0" i="1" smtClean="0">
                                          <a:latin typeface="Cambria Math" panose="02040503050406030204" pitchFamily="18" charset="0"/>
                                        </a:rPr>
                                        <m:t>⋮</m:t>
                                      </m:r>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r>
                                    <m:e>
                                      <m:r>
                                        <a:rPr lang="de-DE" sz="2400" b="0" i="1" smtClean="0">
                                          <a:latin typeface="Cambria Math" panose="02040503050406030204" pitchFamily="18" charset="0"/>
                                        </a:rPr>
                                        <m:t>⋮</m:t>
                                      </m:r>
                                    </m:e>
                                  </m:mr>
                                </m:m>
                              </m:e>
                            </m:mr>
                            <m:mr>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1</m:t>
                                    </m:r>
                                  </m:sub>
                                </m:sSub>
                              </m:e>
                              <m:e>
                                <m:m>
                                  <m:mPr>
                                    <m:mcs>
                                      <m:mc>
                                        <m:mcPr>
                                          <m:count m:val="2"/>
                                          <m:mcJc m:val="center"/>
                                        </m:mcPr>
                                      </m:mc>
                                    </m:mcs>
                                    <m:ctrlPr>
                                      <a:rPr lang="de-DE" sz="2400" b="0" i="1" smtClean="0">
                                        <a:latin typeface="Cambria Math" panose="02040503050406030204" pitchFamily="18" charset="0"/>
                                      </a:rPr>
                                    </m:ctrlPr>
                                  </m:mPr>
                                  <m:mr>
                                    <m:e/>
                                    <m:e>
                                      <m:r>
                                        <a:rPr lang="de-DE" sz="2400" b="0" i="1" smtClean="0">
                                          <a:latin typeface="Cambria Math" panose="02040503050406030204" pitchFamily="18" charset="0"/>
                                        </a:rPr>
                                        <m:t>⋯</m:t>
                                      </m:r>
                                    </m:e>
                                  </m:mr>
                                </m:m>
                              </m:e>
                              <m:e>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𝑀</m:t>
                                    </m:r>
                                    <m:r>
                                      <a:rPr lang="de-DE" sz="2400" b="0" i="1" smtClean="0">
                                        <a:latin typeface="Cambria Math" panose="02040503050406030204" pitchFamily="18" charset="0"/>
                                      </a:rPr>
                                      <m:t>,</m:t>
                                    </m:r>
                                    <m:r>
                                      <a:rPr lang="de-DE" sz="2400" b="0" i="1" smtClean="0">
                                        <a:latin typeface="Cambria Math" panose="02040503050406030204" pitchFamily="18" charset="0"/>
                                      </a:rPr>
                                      <m:t>𝑅</m:t>
                                    </m:r>
                                  </m:sub>
                                </m:sSub>
                              </m:e>
                            </m:mr>
                          </m:m>
                        </m:e>
                      </m:d>
                    </m:oMath>
                  </m:oMathPara>
                </a14:m>
                <a:endParaRPr lang="en-US" sz="2400" dirty="0"/>
              </a:p>
            </p:txBody>
          </p:sp>
        </mc:Choice>
        <mc:Fallback xmlns="">
          <p:sp>
            <p:nvSpPr>
              <p:cNvPr id="4" name="TextBox 3">
                <a:extLst>
                  <a:ext uri="{FF2B5EF4-FFF2-40B4-BE49-F238E27FC236}">
                    <a16:creationId xmlns:a16="http://schemas.microsoft.com/office/drawing/2014/main" id="{F6E05109-60F7-5EDE-28E5-D41AE30ABE41}"/>
                  </a:ext>
                </a:extLst>
              </p:cNvPr>
              <p:cNvSpPr txBox="1">
                <a:spLocks noRot="1" noChangeAspect="1" noMove="1" noResize="1" noEditPoints="1" noAdjustHandles="1" noChangeArrowheads="1" noChangeShapeType="1" noTextEdit="1"/>
              </p:cNvSpPr>
              <p:nvPr/>
            </p:nvSpPr>
            <p:spPr>
              <a:xfrm>
                <a:off x="6096000" y="861364"/>
                <a:ext cx="4941417" cy="183024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9C25E7A-EC46-AFC3-A6B2-C0EBEEE33621}"/>
                  </a:ext>
                </a:extLst>
              </p:cNvPr>
              <p:cNvSpPr txBox="1"/>
              <p:nvPr/>
            </p:nvSpPr>
            <p:spPr>
              <a:xfrm>
                <a:off x="5257800" y="3719302"/>
                <a:ext cx="6880937" cy="49141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a:rPr lang="de-DE" sz="2400" b="0" i="1" smtClean="0">
                              <a:latin typeface="Cambria Math" panose="02040503050406030204" pitchFamily="18" charset="0"/>
                            </a:rPr>
                            <m:t>1</m:t>
                          </m:r>
                        </m:sub>
                      </m:sSub>
                      <m:r>
                        <a:rPr lang="de-DE" sz="2400" b="0" i="1" smtClean="0">
                          <a:latin typeface="Cambria Math" panose="02040503050406030204" pitchFamily="18" charset="0"/>
                        </a:rPr>
                        <m:t>, ⋯,</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m:rPr>
                              <m:sty m:val="p"/>
                            </m:rPr>
                            <a:rPr lang="de-DE" sz="2400" b="0" i="1" smtClean="0">
                              <a:latin typeface="Cambria Math" panose="02040503050406030204" pitchFamily="18" charset="0"/>
                            </a:rPr>
                            <m:t>m</m:t>
                          </m:r>
                          <m:r>
                            <a:rPr lang="de-DE" sz="2400" b="0" i="1" smtClean="0">
                              <a:latin typeface="Cambria Math" panose="02040503050406030204" pitchFamily="18" charset="0"/>
                            </a:rPr>
                            <m:t>𝑗</m:t>
                          </m:r>
                        </m:sub>
                      </m:sSub>
                      <m:r>
                        <a:rPr lang="de-DE" sz="2400" b="0" i="1" smtClean="0">
                          <a:latin typeface="Cambria Math" panose="02040503050406030204" pitchFamily="18" charset="0"/>
                        </a:rPr>
                        <m:t>&gt;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𝑚𝑘</m:t>
                          </m:r>
                        </m:sub>
                      </m:sSub>
                      <m:r>
                        <a:rPr lang="de-DE" sz="2400" b="0" i="1" smtClean="0">
                          <a:latin typeface="Cambria Math" panose="02040503050406030204" pitchFamily="18" charset="0"/>
                        </a:rPr>
                        <m:t>&lt;</m:t>
                      </m:r>
                      <m:r>
                        <a:rPr lang="de-DE" sz="2400" b="0" i="1" smtClean="0">
                          <a:latin typeface="Cambria Math" panose="02040503050406030204" pitchFamily="18" charset="0"/>
                        </a:rPr>
                        <m:t>0</m:t>
                      </m:r>
                      <m:r>
                        <a:rPr lang="de-DE" sz="2400" b="0" i="1" smtClean="0">
                          <a:latin typeface="Cambria Math" panose="02040503050406030204" pitchFamily="18" charset="0"/>
                        </a:rPr>
                        <m:t>,⋯,</m:t>
                      </m:r>
                      <m:sSub>
                        <m:sSubPr>
                          <m:ctrlPr>
                            <a:rPr lang="de-DE" sz="2400" i="1">
                              <a:latin typeface="Cambria Math" panose="02040503050406030204" pitchFamily="18" charset="0"/>
                            </a:rPr>
                          </m:ctrlPr>
                        </m:sSubPr>
                        <m:e>
                          <m:r>
                            <a:rPr lang="de-DE" sz="2400" i="1">
                              <a:latin typeface="Cambria Math" panose="02040503050406030204" pitchFamily="18" charset="0"/>
                            </a:rPr>
                            <m:t>𝑏</m:t>
                          </m:r>
                        </m:e>
                        <m:sub>
                          <m:r>
                            <a:rPr lang="de-DE" sz="2400" i="1">
                              <a:latin typeface="Cambria Math" panose="02040503050406030204" pitchFamily="18" charset="0"/>
                            </a:rPr>
                            <m:t>𝑚</m:t>
                          </m:r>
                          <m:r>
                            <m:rPr>
                              <m:sty m:val="p"/>
                            </m:rPr>
                            <a:rPr lang="de-DE" sz="2400" b="0" i="1" smtClean="0">
                              <a:latin typeface="Cambria Math" panose="02040503050406030204" pitchFamily="18" charset="0"/>
                            </a:rPr>
                            <m:t>R</m:t>
                          </m:r>
                        </m:sub>
                      </m:sSub>
                      <m:r>
                        <a:rPr lang="de-DE" sz="2400" b="0" i="1" smtClean="0">
                          <a:latin typeface="Cambria Math" panose="02040503050406030204" pitchFamily="18" charset="0"/>
                        </a:rPr>
                        <m:t>]</m:t>
                      </m:r>
                    </m:oMath>
                  </m:oMathPara>
                </a14:m>
                <a:endParaRPr lang="en-US" sz="2400" dirty="0"/>
              </a:p>
            </p:txBody>
          </p:sp>
        </mc:Choice>
        <mc:Fallback xmlns="">
          <p:sp>
            <p:nvSpPr>
              <p:cNvPr id="6" name="TextBox 5">
                <a:extLst>
                  <a:ext uri="{FF2B5EF4-FFF2-40B4-BE49-F238E27FC236}">
                    <a16:creationId xmlns:a16="http://schemas.microsoft.com/office/drawing/2014/main" id="{59C25E7A-EC46-AFC3-A6B2-C0EBEEE33621}"/>
                  </a:ext>
                </a:extLst>
              </p:cNvPr>
              <p:cNvSpPr txBox="1">
                <a:spLocks noRot="1" noChangeAspect="1" noMove="1" noResize="1" noEditPoints="1" noAdjustHandles="1" noChangeArrowheads="1" noChangeShapeType="1" noTextEdit="1"/>
              </p:cNvSpPr>
              <p:nvPr/>
            </p:nvSpPr>
            <p:spPr>
              <a:xfrm>
                <a:off x="5257800" y="3719302"/>
                <a:ext cx="6880937" cy="491417"/>
              </a:xfrm>
              <a:prstGeom prst="rect">
                <a:avLst/>
              </a:prstGeom>
              <a:blipFill>
                <a:blip r:embed="rId12"/>
                <a:stretch>
                  <a:fillRect l="-798" b="-11111"/>
                </a:stretch>
              </a:blipFill>
            </p:spPr>
            <p:txBody>
              <a:bodyPr/>
              <a:lstStyle/>
              <a:p>
                <a:r>
                  <a:rPr lang="en-US">
                    <a:noFill/>
                  </a:rPr>
                  <a:t> </a:t>
                </a:r>
              </a:p>
            </p:txBody>
          </p:sp>
        </mc:Fallback>
      </mc:AlternateContent>
      <p:sp>
        <p:nvSpPr>
          <p:cNvPr id="7" name="Rectangle: Rounded Corners 6">
            <a:extLst>
              <a:ext uri="{FF2B5EF4-FFF2-40B4-BE49-F238E27FC236}">
                <a16:creationId xmlns:a16="http://schemas.microsoft.com/office/drawing/2014/main" id="{E45C3F30-D811-94E1-442D-196CAE30135A}"/>
              </a:ext>
            </a:extLst>
          </p:cNvPr>
          <p:cNvSpPr/>
          <p:nvPr/>
        </p:nvSpPr>
        <p:spPr>
          <a:xfrm>
            <a:off x="7916096" y="1520650"/>
            <a:ext cx="3209103" cy="600201"/>
          </a:xfrm>
          <a:prstGeom prst="roundRect">
            <a:avLst/>
          </a:prstGeom>
          <a:noFill/>
          <a:ln w="285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9D9CFCE-92CE-2A13-8A75-9A230345C31F}"/>
              </a:ext>
            </a:extLst>
          </p:cNvPr>
          <p:cNvCxnSpPr>
            <a:cxnSpLocks/>
          </p:cNvCxnSpPr>
          <p:nvPr/>
        </p:nvCxnSpPr>
        <p:spPr>
          <a:xfrm>
            <a:off x="9065371" y="2131800"/>
            <a:ext cx="0" cy="951631"/>
          </a:xfrm>
          <a:prstGeom prst="straightConnector1">
            <a:avLst/>
          </a:prstGeom>
          <a:ln w="25400">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51FA4368-6500-21E7-61F9-0F065E342276}"/>
                  </a:ext>
                </a:extLst>
              </p:cNvPr>
              <p:cNvSpPr txBox="1"/>
              <p:nvPr/>
            </p:nvSpPr>
            <p:spPr>
              <a:xfrm>
                <a:off x="2166934" y="150298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𝑚𝑖</m:t>
                          </m:r>
                        </m:sub>
                      </m:sSub>
                    </m:oMath>
                  </m:oMathPara>
                </a14:m>
                <a:endParaRPr lang="en-US" sz="2400" dirty="0"/>
              </a:p>
            </p:txBody>
          </p:sp>
        </mc:Choice>
        <mc:Fallback xmlns="">
          <p:sp>
            <p:nvSpPr>
              <p:cNvPr id="5" name="TextBox 4">
                <a:extLst>
                  <a:ext uri="{FF2B5EF4-FFF2-40B4-BE49-F238E27FC236}">
                    <a16:creationId xmlns:a16="http://schemas.microsoft.com/office/drawing/2014/main" id="{51FA4368-6500-21E7-61F9-0F065E342276}"/>
                  </a:ext>
                </a:extLst>
              </p:cNvPr>
              <p:cNvSpPr txBox="1">
                <a:spLocks noRot="1" noChangeAspect="1" noMove="1" noResize="1" noEditPoints="1" noAdjustHandles="1" noChangeArrowheads="1" noChangeShapeType="1" noTextEdit="1"/>
              </p:cNvSpPr>
              <p:nvPr/>
            </p:nvSpPr>
            <p:spPr>
              <a:xfrm>
                <a:off x="2166934" y="1502987"/>
                <a:ext cx="656402" cy="461665"/>
              </a:xfrm>
              <a:prstGeom prst="rect">
                <a:avLst/>
              </a:prstGeom>
              <a:blipFill>
                <a:blip r:embed="rId13"/>
                <a:stretch>
                  <a:fillRect l="-1852" b="-1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E5DBE052-9DAD-0A56-0429-6488D4052B62}"/>
                  </a:ext>
                </a:extLst>
              </p:cNvPr>
              <p:cNvSpPr txBox="1"/>
              <p:nvPr/>
            </p:nvSpPr>
            <p:spPr>
              <a:xfrm>
                <a:off x="2249689" y="3554733"/>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latin typeface="Cambria Math" panose="02040503050406030204" pitchFamily="18" charset="0"/>
                            </a:rPr>
                          </m:ctrlPr>
                        </m:sSubPr>
                        <m:e>
                          <m:r>
                            <a:rPr lang="de-DE" sz="2400" b="0" i="1" smtClean="0">
                              <a:latin typeface="Cambria Math" panose="02040503050406030204" pitchFamily="18" charset="0"/>
                            </a:rPr>
                            <m:t>𝑏</m:t>
                          </m:r>
                        </m:e>
                        <m:sub>
                          <m:r>
                            <a:rPr lang="de-DE" sz="2400" b="0" i="1" smtClean="0">
                              <a:latin typeface="Cambria Math" panose="02040503050406030204" pitchFamily="18" charset="0"/>
                            </a:rPr>
                            <m:t>𝑚𝑗</m:t>
                          </m:r>
                        </m:sub>
                      </m:sSub>
                    </m:oMath>
                  </m:oMathPara>
                </a14:m>
                <a:endParaRPr lang="en-US" sz="2400" dirty="0"/>
              </a:p>
            </p:txBody>
          </p:sp>
        </mc:Choice>
        <mc:Fallback xmlns="">
          <p:sp>
            <p:nvSpPr>
              <p:cNvPr id="11" name="TextBox 10">
                <a:extLst>
                  <a:ext uri="{FF2B5EF4-FFF2-40B4-BE49-F238E27FC236}">
                    <a16:creationId xmlns:a16="http://schemas.microsoft.com/office/drawing/2014/main" id="{E5DBE052-9DAD-0A56-0429-6488D4052B62}"/>
                  </a:ext>
                </a:extLst>
              </p:cNvPr>
              <p:cNvSpPr txBox="1">
                <a:spLocks noRot="1" noChangeAspect="1" noMove="1" noResize="1" noEditPoints="1" noAdjustHandles="1" noChangeArrowheads="1" noChangeShapeType="1" noTextEdit="1"/>
              </p:cNvSpPr>
              <p:nvPr/>
            </p:nvSpPr>
            <p:spPr>
              <a:xfrm>
                <a:off x="2249689" y="3554733"/>
                <a:ext cx="656402" cy="495905"/>
              </a:xfrm>
              <a:prstGeom prst="rect">
                <a:avLst/>
              </a:prstGeom>
              <a:blipFill>
                <a:blip r:embed="rId14"/>
                <a:stretch>
                  <a:fillRect l="-2778" r="-926" b="-98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EAE11F28-D26C-8A11-D8E8-6C1397CC1EB7}"/>
                  </a:ext>
                </a:extLst>
              </p:cNvPr>
              <p:cNvSpPr txBox="1"/>
              <p:nvPr/>
            </p:nvSpPr>
            <p:spPr>
              <a:xfrm>
                <a:off x="6680287" y="3257637"/>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𝑖</m:t>
                          </m:r>
                        </m:sub>
                      </m:sSub>
                    </m:oMath>
                  </m:oMathPara>
                </a14:m>
                <a:endParaRPr lang="en-US" sz="2400" dirty="0">
                  <a:solidFill>
                    <a:schemeClr val="tx1"/>
                  </a:solidFill>
                </a:endParaRPr>
              </a:p>
            </p:txBody>
          </p:sp>
        </mc:Choice>
        <mc:Fallback xmlns="">
          <p:sp>
            <p:nvSpPr>
              <p:cNvPr id="12" name="TextBox 11">
                <a:extLst>
                  <a:ext uri="{FF2B5EF4-FFF2-40B4-BE49-F238E27FC236}">
                    <a16:creationId xmlns:a16="http://schemas.microsoft.com/office/drawing/2014/main" id="{EAE11F28-D26C-8A11-D8E8-6C1397CC1EB7}"/>
                  </a:ext>
                </a:extLst>
              </p:cNvPr>
              <p:cNvSpPr txBox="1">
                <a:spLocks noRot="1" noChangeAspect="1" noMove="1" noResize="1" noEditPoints="1" noAdjustHandles="1" noChangeArrowheads="1" noChangeShapeType="1" noTextEdit="1"/>
              </p:cNvSpPr>
              <p:nvPr/>
            </p:nvSpPr>
            <p:spPr>
              <a:xfrm>
                <a:off x="6680287" y="3257637"/>
                <a:ext cx="656402" cy="461665"/>
              </a:xfrm>
              <a:prstGeom prst="rect">
                <a:avLst/>
              </a:prstGeom>
              <a:blipFill>
                <a:blip r:embed="rId15"/>
                <a:stretch>
                  <a:fillRect b="-131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519AD1EE-1D3A-1307-D390-EABE0F987C0B}"/>
                  </a:ext>
                </a:extLst>
              </p:cNvPr>
              <p:cNvSpPr txBox="1"/>
              <p:nvPr/>
            </p:nvSpPr>
            <p:spPr>
              <a:xfrm>
                <a:off x="8252889" y="3239131"/>
                <a:ext cx="656402" cy="49590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𝑗</m:t>
                          </m:r>
                        </m:sub>
                      </m:sSub>
                    </m:oMath>
                  </m:oMathPara>
                </a14:m>
                <a:endParaRPr lang="en-US" sz="2400" dirty="0">
                  <a:solidFill>
                    <a:schemeClr val="tx1"/>
                  </a:solidFill>
                </a:endParaRPr>
              </a:p>
            </p:txBody>
          </p:sp>
        </mc:Choice>
        <mc:Fallback xmlns="">
          <p:sp>
            <p:nvSpPr>
              <p:cNvPr id="14" name="TextBox 13">
                <a:extLst>
                  <a:ext uri="{FF2B5EF4-FFF2-40B4-BE49-F238E27FC236}">
                    <a16:creationId xmlns:a16="http://schemas.microsoft.com/office/drawing/2014/main" id="{519AD1EE-1D3A-1307-D390-EABE0F987C0B}"/>
                  </a:ext>
                </a:extLst>
              </p:cNvPr>
              <p:cNvSpPr txBox="1">
                <a:spLocks noRot="1" noChangeAspect="1" noMove="1" noResize="1" noEditPoints="1" noAdjustHandles="1" noChangeArrowheads="1" noChangeShapeType="1" noTextEdit="1"/>
              </p:cNvSpPr>
              <p:nvPr/>
            </p:nvSpPr>
            <p:spPr>
              <a:xfrm>
                <a:off x="8252889" y="3239131"/>
                <a:ext cx="656402" cy="495905"/>
              </a:xfrm>
              <a:prstGeom prst="rect">
                <a:avLst/>
              </a:prstGeom>
              <a:blipFill>
                <a:blip r:embed="rId16"/>
                <a:stretch>
                  <a:fillRect b="-853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C7678F8B-A895-92E1-4A9A-E00AD278FDB9}"/>
                  </a:ext>
                </a:extLst>
              </p:cNvPr>
              <p:cNvSpPr txBox="1"/>
              <p:nvPr/>
            </p:nvSpPr>
            <p:spPr>
              <a:xfrm>
                <a:off x="9843746" y="3239130"/>
                <a:ext cx="65640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tx1"/>
                              </a:solidFill>
                              <a:latin typeface="Cambria Math" panose="02040503050406030204" pitchFamily="18" charset="0"/>
                            </a:rPr>
                          </m:ctrlPr>
                        </m:sSubPr>
                        <m:e>
                          <m:r>
                            <m:rPr>
                              <m:sty m:val="p"/>
                            </m:rPr>
                            <a:rPr lang="de-DE" sz="2400" b="0" i="1" smtClean="0">
                              <a:solidFill>
                                <a:schemeClr val="tx1"/>
                              </a:solidFill>
                              <a:latin typeface="Cambria Math" panose="02040503050406030204" pitchFamily="18" charset="0"/>
                            </a:rPr>
                            <m:t>r</m:t>
                          </m:r>
                        </m:e>
                        <m:sub>
                          <m:r>
                            <a:rPr lang="de-DE" sz="2400" b="0" i="1" smtClean="0">
                              <a:solidFill>
                                <a:schemeClr val="tx1"/>
                              </a:solidFill>
                              <a:latin typeface="Cambria Math" panose="02040503050406030204" pitchFamily="18" charset="0"/>
                            </a:rPr>
                            <m:t>𝑘</m:t>
                          </m:r>
                        </m:sub>
                      </m:sSub>
                    </m:oMath>
                  </m:oMathPara>
                </a14:m>
                <a:endParaRPr lang="en-US" sz="2400" dirty="0">
                  <a:solidFill>
                    <a:schemeClr val="tx1"/>
                  </a:solidFill>
                </a:endParaRPr>
              </a:p>
            </p:txBody>
          </p:sp>
        </mc:Choice>
        <mc:Fallback xmlns="">
          <p:sp>
            <p:nvSpPr>
              <p:cNvPr id="15" name="TextBox 14">
                <a:extLst>
                  <a:ext uri="{FF2B5EF4-FFF2-40B4-BE49-F238E27FC236}">
                    <a16:creationId xmlns:a16="http://schemas.microsoft.com/office/drawing/2014/main" id="{C7678F8B-A895-92E1-4A9A-E00AD278FDB9}"/>
                  </a:ext>
                </a:extLst>
              </p:cNvPr>
              <p:cNvSpPr txBox="1">
                <a:spLocks noRot="1" noChangeAspect="1" noMove="1" noResize="1" noEditPoints="1" noAdjustHandles="1" noChangeArrowheads="1" noChangeShapeType="1" noTextEdit="1"/>
              </p:cNvSpPr>
              <p:nvPr/>
            </p:nvSpPr>
            <p:spPr>
              <a:xfrm>
                <a:off x="9843746" y="3239130"/>
                <a:ext cx="656402" cy="461665"/>
              </a:xfrm>
              <a:prstGeom prst="rect">
                <a:avLst/>
              </a:prstGeom>
              <a:blipFill>
                <a:blip r:embed="rId17"/>
                <a:stretch>
                  <a:fillRect b="-1316"/>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31A01717-C7B8-1C64-06CF-E786A7744FD2}"/>
              </a:ext>
            </a:extLst>
          </p:cNvPr>
          <p:cNvPicPr>
            <a:picLocks noChangeAspect="1"/>
          </p:cNvPicPr>
          <p:nvPr/>
        </p:nvPicPr>
        <p:blipFill>
          <a:blip r:embed="rId18"/>
          <a:stretch>
            <a:fillRect/>
          </a:stretch>
        </p:blipFill>
        <p:spPr>
          <a:xfrm>
            <a:off x="129539" y="4301350"/>
            <a:ext cx="7881829" cy="2387525"/>
          </a:xfrm>
          <a:prstGeom prst="rect">
            <a:avLst/>
          </a:prstGeom>
        </p:spPr>
      </p:pic>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7E8E688C-BEA9-4B62-220B-4BDF29647AD9}"/>
                  </a:ext>
                </a:extLst>
              </p:cNvPr>
              <p:cNvSpPr txBox="1"/>
              <p:nvPr/>
            </p:nvSpPr>
            <p:spPr>
              <a:xfrm>
                <a:off x="2227851" y="2621766"/>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rgbClr val="C00000"/>
                              </a:solidFill>
                              <a:latin typeface="Cambria Math" panose="02040503050406030204" pitchFamily="18" charset="0"/>
                            </a:rPr>
                          </m:ctrlPr>
                        </m:sSubPr>
                        <m:e>
                          <m:r>
                            <m:rPr>
                              <m:sty m:val="p"/>
                            </m:rPr>
                            <a:rPr lang="de-DE" sz="2400" b="0" i="0" smtClean="0">
                              <a:solidFill>
                                <a:srgbClr val="C00000"/>
                              </a:solidFill>
                              <a:latin typeface="Cambria Math" panose="02040503050406030204" pitchFamily="18" charset="0"/>
                            </a:rPr>
                            <m:t>met</m:t>
                          </m:r>
                        </m:e>
                        <m:sub>
                          <m:r>
                            <a:rPr lang="de-DE" sz="2400" b="0" i="1" smtClean="0">
                              <a:solidFill>
                                <a:srgbClr val="C00000"/>
                              </a:solidFill>
                              <a:latin typeface="Cambria Math" panose="02040503050406030204" pitchFamily="18" charset="0"/>
                            </a:rPr>
                            <m:t>𝑚</m:t>
                          </m:r>
                        </m:sub>
                      </m:sSub>
                    </m:oMath>
                  </m:oMathPara>
                </a14:m>
                <a:endParaRPr lang="en-US" sz="2400" dirty="0"/>
              </a:p>
            </p:txBody>
          </p:sp>
        </mc:Choice>
        <mc:Fallback xmlns="">
          <p:sp>
            <p:nvSpPr>
              <p:cNvPr id="3" name="TextBox 2">
                <a:extLst>
                  <a:ext uri="{FF2B5EF4-FFF2-40B4-BE49-F238E27FC236}">
                    <a16:creationId xmlns:a16="http://schemas.microsoft.com/office/drawing/2014/main" id="{7E8E688C-BEA9-4B62-220B-4BDF29647AD9}"/>
                  </a:ext>
                </a:extLst>
              </p:cNvPr>
              <p:cNvSpPr txBox="1">
                <a:spLocks noRot="1" noChangeAspect="1" noMove="1" noResize="1" noEditPoints="1" noAdjustHandles="1" noChangeArrowheads="1" noChangeShapeType="1" noTextEdit="1"/>
              </p:cNvSpPr>
              <p:nvPr/>
            </p:nvSpPr>
            <p:spPr>
              <a:xfrm>
                <a:off x="2227851" y="2621766"/>
                <a:ext cx="1006792" cy="461665"/>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890172F-DF79-2923-D567-7652D11D0B17}"/>
                  </a:ext>
                </a:extLst>
              </p:cNvPr>
              <p:cNvSpPr txBox="1"/>
              <p:nvPr/>
            </p:nvSpPr>
            <p:spPr>
              <a:xfrm>
                <a:off x="129473" y="109308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𝑎</m:t>
                          </m:r>
                        </m:sub>
                      </m:sSub>
                    </m:oMath>
                  </m:oMathPara>
                </a14:m>
                <a:endParaRPr lang="en-US" sz="2400" dirty="0">
                  <a:solidFill>
                    <a:schemeClr val="tx1"/>
                  </a:solidFill>
                </a:endParaRPr>
              </a:p>
            </p:txBody>
          </p:sp>
        </mc:Choice>
        <mc:Fallback xmlns="">
          <p:sp>
            <p:nvSpPr>
              <p:cNvPr id="10" name="TextBox 9">
                <a:extLst>
                  <a:ext uri="{FF2B5EF4-FFF2-40B4-BE49-F238E27FC236}">
                    <a16:creationId xmlns:a16="http://schemas.microsoft.com/office/drawing/2014/main" id="{A890172F-DF79-2923-D567-7652D11D0B17}"/>
                  </a:ext>
                </a:extLst>
              </p:cNvPr>
              <p:cNvSpPr txBox="1">
                <a:spLocks noRot="1" noChangeAspect="1" noMove="1" noResize="1" noEditPoints="1" noAdjustHandles="1" noChangeArrowheads="1" noChangeShapeType="1" noTextEdit="1"/>
              </p:cNvSpPr>
              <p:nvPr/>
            </p:nvSpPr>
            <p:spPr>
              <a:xfrm>
                <a:off x="129473" y="1093085"/>
                <a:ext cx="1006792" cy="461665"/>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613C335D-442F-55E2-DF62-4236FA594F4E}"/>
                  </a:ext>
                </a:extLst>
              </p:cNvPr>
              <p:cNvSpPr txBox="1"/>
              <p:nvPr/>
            </p:nvSpPr>
            <p:spPr>
              <a:xfrm>
                <a:off x="130346" y="3184315"/>
                <a:ext cx="1006792"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i="1" smtClean="0">
                              <a:solidFill>
                                <a:schemeClr val="tx1"/>
                              </a:solidFill>
                              <a:latin typeface="Cambria Math" panose="02040503050406030204" pitchFamily="18" charset="0"/>
                            </a:rPr>
                          </m:ctrlPr>
                        </m:sSubPr>
                        <m:e>
                          <m:r>
                            <m:rPr>
                              <m:sty m:val="p"/>
                            </m:rPr>
                            <a:rPr lang="de-DE" sz="2400" b="0" i="0" smtClean="0">
                              <a:solidFill>
                                <a:schemeClr val="tx1"/>
                              </a:solidFill>
                              <a:latin typeface="Cambria Math" panose="02040503050406030204" pitchFamily="18" charset="0"/>
                            </a:rPr>
                            <m:t>met</m:t>
                          </m:r>
                        </m:e>
                        <m:sub>
                          <m:r>
                            <a:rPr lang="de-DE" sz="2400" b="0" i="1" smtClean="0">
                              <a:solidFill>
                                <a:schemeClr val="tx1"/>
                              </a:solidFill>
                              <a:latin typeface="Cambria Math" panose="02040503050406030204" pitchFamily="18" charset="0"/>
                            </a:rPr>
                            <m:t>𝑏</m:t>
                          </m:r>
                        </m:sub>
                      </m:sSub>
                    </m:oMath>
                  </m:oMathPara>
                </a14:m>
                <a:endParaRPr lang="en-US" sz="2400" dirty="0">
                  <a:solidFill>
                    <a:schemeClr val="tx1"/>
                  </a:solidFill>
                </a:endParaRPr>
              </a:p>
            </p:txBody>
          </p:sp>
        </mc:Choice>
        <mc:Fallback xmlns="">
          <p:sp>
            <p:nvSpPr>
              <p:cNvPr id="13" name="TextBox 12">
                <a:extLst>
                  <a:ext uri="{FF2B5EF4-FFF2-40B4-BE49-F238E27FC236}">
                    <a16:creationId xmlns:a16="http://schemas.microsoft.com/office/drawing/2014/main" id="{613C335D-442F-55E2-DF62-4236FA594F4E}"/>
                  </a:ext>
                </a:extLst>
              </p:cNvPr>
              <p:cNvSpPr txBox="1">
                <a:spLocks noRot="1" noChangeAspect="1" noMove="1" noResize="1" noEditPoints="1" noAdjustHandles="1" noChangeArrowheads="1" noChangeShapeType="1" noTextEdit="1"/>
              </p:cNvSpPr>
              <p:nvPr/>
            </p:nvSpPr>
            <p:spPr>
              <a:xfrm>
                <a:off x="130346" y="3184315"/>
                <a:ext cx="1006792" cy="461665"/>
              </a:xfrm>
              <a:prstGeom prst="rect">
                <a:avLst/>
              </a:prstGeom>
              <a:blipFill>
                <a:blip r:embed="rId21"/>
                <a:stretch>
                  <a:fillRect b="-1316"/>
                </a:stretch>
              </a:blipFill>
            </p:spPr>
            <p:txBody>
              <a:bodyPr/>
              <a:lstStyle/>
              <a:p>
                <a:r>
                  <a:rPr lang="en-US">
                    <a:noFill/>
                  </a:rPr>
                  <a:t> </a:t>
                </a:r>
              </a:p>
            </p:txBody>
          </p:sp>
        </mc:Fallback>
      </mc:AlternateContent>
      <p:sp>
        <p:nvSpPr>
          <p:cNvPr id="16" name="Rectangle: Rounded Corners 15">
            <a:extLst>
              <a:ext uri="{FF2B5EF4-FFF2-40B4-BE49-F238E27FC236}">
                <a16:creationId xmlns:a16="http://schemas.microsoft.com/office/drawing/2014/main" id="{CDD6F716-5C22-BECC-1F07-B1A32D36E7A8}"/>
              </a:ext>
            </a:extLst>
          </p:cNvPr>
          <p:cNvSpPr/>
          <p:nvPr/>
        </p:nvSpPr>
        <p:spPr>
          <a:xfrm>
            <a:off x="6361043" y="323913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Rounded Corners 19">
            <a:extLst>
              <a:ext uri="{FF2B5EF4-FFF2-40B4-BE49-F238E27FC236}">
                <a16:creationId xmlns:a16="http://schemas.microsoft.com/office/drawing/2014/main" id="{310C4211-D123-C0FF-491B-E24C64D14C5A}"/>
              </a:ext>
            </a:extLst>
          </p:cNvPr>
          <p:cNvSpPr/>
          <p:nvPr/>
        </p:nvSpPr>
        <p:spPr>
          <a:xfrm>
            <a:off x="7881220" y="3245487"/>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Rounded Corners 21">
            <a:extLst>
              <a:ext uri="{FF2B5EF4-FFF2-40B4-BE49-F238E27FC236}">
                <a16:creationId xmlns:a16="http://schemas.microsoft.com/office/drawing/2014/main" id="{E6E2EB79-38E4-1C4A-3A2C-BD58DBF2901C}"/>
              </a:ext>
            </a:extLst>
          </p:cNvPr>
          <p:cNvSpPr/>
          <p:nvPr/>
        </p:nvSpPr>
        <p:spPr>
          <a:xfrm>
            <a:off x="9496166" y="3220500"/>
            <a:ext cx="1331844" cy="979098"/>
          </a:xfrm>
          <a:prstGeom prst="roundRect">
            <a:avLst>
              <a:gd name="adj" fmla="val 9561"/>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69460252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8E95AE-3EDE-5F9A-B249-9D9B3E619C6C}"/>
            </a:ext>
          </a:extLst>
        </p:cNvPr>
        <p:cNvGrpSpPr/>
        <p:nvPr/>
      </p:nvGrpSpPr>
      <p:grpSpPr>
        <a:xfrm>
          <a:off x="0" y="0"/>
          <a:ext cx="0" cy="0"/>
          <a:chOff x="0" y="0"/>
          <a:chExt cx="0" cy="0"/>
        </a:xfrm>
      </p:grpSpPr>
      <p:sp>
        <p:nvSpPr>
          <p:cNvPr id="22" name="Rectangle 21">
            <a:extLst>
              <a:ext uri="{FF2B5EF4-FFF2-40B4-BE49-F238E27FC236}">
                <a16:creationId xmlns:a16="http://schemas.microsoft.com/office/drawing/2014/main" id="{CDEA7BE3-3C70-8493-F32C-065982748F61}"/>
              </a:ext>
            </a:extLst>
          </p:cNvPr>
          <p:cNvSpPr/>
          <p:nvPr/>
        </p:nvSpPr>
        <p:spPr>
          <a:xfrm>
            <a:off x="0" y="4755791"/>
            <a:ext cx="4378223" cy="2102209"/>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BE5A9E57-ED5D-6F58-A53C-99AC67D97065}"/>
              </a:ext>
            </a:extLst>
          </p:cNvPr>
          <p:cNvSpPr/>
          <p:nvPr/>
        </p:nvSpPr>
        <p:spPr>
          <a:xfrm>
            <a:off x="4318937" y="0"/>
            <a:ext cx="7873063" cy="6858000"/>
          </a:xfrm>
          <a:prstGeom prst="rect">
            <a:avLst/>
          </a:prstGeom>
          <a:solidFill>
            <a:srgbClr val="12121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 name="Picture 15">
            <a:extLst>
              <a:ext uri="{FF2B5EF4-FFF2-40B4-BE49-F238E27FC236}">
                <a16:creationId xmlns:a16="http://schemas.microsoft.com/office/drawing/2014/main" id="{0992105A-8651-6F18-1366-572E17648DE4}"/>
              </a:ext>
            </a:extLst>
          </p:cNvPr>
          <p:cNvPicPr>
            <a:picLocks noChangeAspect="1"/>
          </p:cNvPicPr>
          <p:nvPr/>
        </p:nvPicPr>
        <p:blipFill>
          <a:blip r:embed="rId3"/>
          <a:stretch>
            <a:fillRect/>
          </a:stretch>
        </p:blipFill>
        <p:spPr>
          <a:xfrm>
            <a:off x="4318937" y="40061"/>
            <a:ext cx="6968602" cy="6486970"/>
          </a:xfrm>
          <a:prstGeom prst="rect">
            <a:avLst/>
          </a:prstGeom>
        </p:spPr>
      </p:pic>
      <p:sp>
        <p:nvSpPr>
          <p:cNvPr id="2" name="Title 1">
            <a:extLst>
              <a:ext uri="{FF2B5EF4-FFF2-40B4-BE49-F238E27FC236}">
                <a16:creationId xmlns:a16="http://schemas.microsoft.com/office/drawing/2014/main" id="{50750A5D-3740-F1EE-C4FB-88B46C41C09E}"/>
              </a:ext>
            </a:extLst>
          </p:cNvPr>
          <p:cNvSpPr>
            <a:spLocks noGrp="1"/>
          </p:cNvSpPr>
          <p:nvPr>
            <p:ph type="title"/>
          </p:nvPr>
        </p:nvSpPr>
        <p:spPr>
          <a:xfrm>
            <a:off x="10944" y="40061"/>
            <a:ext cx="4531670" cy="720725"/>
          </a:xfrm>
        </p:spPr>
        <p:txBody>
          <a:bodyPr>
            <a:normAutofit/>
          </a:bodyPr>
          <a:lstStyle/>
          <a:p>
            <a:r>
              <a:rPr lang="de-DE" sz="2400" dirty="0"/>
              <a:t>Looking </a:t>
            </a:r>
            <a:r>
              <a:rPr lang="de-DE" sz="2400" dirty="0" err="1"/>
              <a:t>for</a:t>
            </a:r>
            <a:r>
              <a:rPr lang="de-DE" sz="2400" dirty="0"/>
              <a:t> 2-neuron NNs</a:t>
            </a:r>
            <a:endParaRPr lang="en-US" sz="2400" dirty="0"/>
          </a:p>
        </p:txBody>
      </p:sp>
      <p:pic>
        <p:nvPicPr>
          <p:cNvPr id="4" name="Picture 3" descr="A diagram of dna sequence&#10;&#10;AI-generated content may be incorrect.">
            <a:extLst>
              <a:ext uri="{FF2B5EF4-FFF2-40B4-BE49-F238E27FC236}">
                <a16:creationId xmlns:a16="http://schemas.microsoft.com/office/drawing/2014/main" id="{DF34A1A1-6B97-F25B-5A1B-3355508138DF}"/>
              </a:ext>
            </a:extLst>
          </p:cNvPr>
          <p:cNvPicPr>
            <a:picLocks noChangeAspect="1"/>
          </p:cNvPicPr>
          <p:nvPr/>
        </p:nvPicPr>
        <p:blipFill>
          <a:blip r:embed="rId4"/>
          <a:stretch>
            <a:fillRect/>
          </a:stretch>
        </p:blipFill>
        <p:spPr>
          <a:xfrm>
            <a:off x="497670" y="694476"/>
            <a:ext cx="2916786" cy="3091475"/>
          </a:xfrm>
          <a:prstGeom prst="rect">
            <a:avLst/>
          </a:prstGeom>
        </p:spPr>
      </p:pic>
      <p:grpSp>
        <p:nvGrpSpPr>
          <p:cNvPr id="6" name="Group 5">
            <a:extLst>
              <a:ext uri="{FF2B5EF4-FFF2-40B4-BE49-F238E27FC236}">
                <a16:creationId xmlns:a16="http://schemas.microsoft.com/office/drawing/2014/main" id="{BA9F3F39-6CA6-3182-0B58-4E9D877F5A99}"/>
              </a:ext>
            </a:extLst>
          </p:cNvPr>
          <p:cNvGrpSpPr/>
          <p:nvPr/>
        </p:nvGrpSpPr>
        <p:grpSpPr>
          <a:xfrm>
            <a:off x="317155" y="4819526"/>
            <a:ext cx="3616284" cy="1973197"/>
            <a:chOff x="431855" y="1391826"/>
            <a:chExt cx="3616284" cy="1973197"/>
          </a:xfrm>
        </p:grpSpPr>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F26DDB16-7FD3-4032-EEDE-BBECCBC7F08C}"/>
                    </a:ext>
                  </a:extLst>
                </p:cNvPr>
                <p:cNvSpPr txBox="1"/>
                <p:nvPr/>
              </p:nvSpPr>
              <p:spPr>
                <a:xfrm>
                  <a:off x="3419061" y="1887881"/>
                  <a:ext cx="629078" cy="461665"/>
                </a:xfrm>
                <a:prstGeom prst="rect">
                  <a:avLst/>
                </a:prstGeom>
                <a:noFill/>
              </p:spPr>
              <p:txBody>
                <a:bodyPr wrap="square">
                  <a:spAutoFit/>
                </a:bodyPr>
                <a:lstStyle/>
                <a:p>
                  <a:pPr/>
                  <a14:m>
                    <m:oMathPara xmlns:m="http://schemas.openxmlformats.org/officeDocument/2006/math">
                      <m:oMathParaPr>
                        <m:jc m:val="righ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4</m:t>
                            </m:r>
                          </m:sub>
                        </m:sSub>
                      </m:oMath>
                    </m:oMathPara>
                  </a14:m>
                  <a:endParaRPr lang="en-US" sz="2400" dirty="0">
                    <a:solidFill>
                      <a:schemeClr val="bg1"/>
                    </a:solidFill>
                  </a:endParaRPr>
                </a:p>
              </p:txBody>
            </p:sp>
          </mc:Choice>
          <mc:Fallback xmlns="">
            <p:sp>
              <p:nvSpPr>
                <p:cNvPr id="41" name="TextBox 40">
                  <a:extLst>
                    <a:ext uri="{FF2B5EF4-FFF2-40B4-BE49-F238E27FC236}">
                      <a16:creationId xmlns:a16="http://schemas.microsoft.com/office/drawing/2014/main" id="{F26DDB16-7FD3-4032-EEDE-BBECCBC7F08C}"/>
                    </a:ext>
                  </a:extLst>
                </p:cNvPr>
                <p:cNvSpPr txBox="1">
                  <a:spLocks noRot="1" noChangeAspect="1" noMove="1" noResize="1" noEditPoints="1" noAdjustHandles="1" noChangeArrowheads="1" noChangeShapeType="1" noTextEdit="1"/>
                </p:cNvSpPr>
                <p:nvPr/>
              </p:nvSpPr>
              <p:spPr>
                <a:xfrm>
                  <a:off x="3419061" y="1887881"/>
                  <a:ext cx="629078" cy="461665"/>
                </a:xfrm>
                <a:prstGeom prst="rect">
                  <a:avLst/>
                </a:prstGeom>
                <a:blipFill>
                  <a:blip r:embed="rId5"/>
                  <a:stretch>
                    <a:fillRect/>
                  </a:stretch>
                </a:blipFill>
              </p:spPr>
              <p:txBody>
                <a:bodyPr/>
                <a:lstStyle/>
                <a:p>
                  <a:r>
                    <a:rPr lang="en-US">
                      <a:noFill/>
                    </a:rPr>
                    <a:t> </a:t>
                  </a:r>
                </a:p>
              </p:txBody>
            </p:sp>
          </mc:Fallback>
        </mc:AlternateContent>
        <p:sp>
          <p:nvSpPr>
            <p:cNvPr id="17" name="Oval 16">
              <a:extLst>
                <a:ext uri="{FF2B5EF4-FFF2-40B4-BE49-F238E27FC236}">
                  <a16:creationId xmlns:a16="http://schemas.microsoft.com/office/drawing/2014/main" id="{E0555464-F16C-EB99-75FE-9D375CDAA133}"/>
                </a:ext>
              </a:extLst>
            </p:cNvPr>
            <p:cNvSpPr>
              <a:spLocks noChangeAspect="1"/>
            </p:cNvSpPr>
            <p:nvPr/>
          </p:nvSpPr>
          <p:spPr>
            <a:xfrm>
              <a:off x="1315417" y="1484012"/>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6DACA316-230D-D8CD-EF68-29B01C3EA119}"/>
                </a:ext>
              </a:extLst>
            </p:cNvPr>
            <p:cNvSpPr>
              <a:spLocks noChangeAspect="1"/>
            </p:cNvSpPr>
            <p:nvPr/>
          </p:nvSpPr>
          <p:spPr>
            <a:xfrm>
              <a:off x="1326847" y="295131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815BBFC4-0F99-2CC9-D561-7F255E117A6E}"/>
                </a:ext>
              </a:extLst>
            </p:cNvPr>
            <p:cNvSpPr>
              <a:spLocks noChangeAspect="1"/>
            </p:cNvSpPr>
            <p:nvPr/>
          </p:nvSpPr>
          <p:spPr>
            <a:xfrm>
              <a:off x="2858467" y="2257891"/>
              <a:ext cx="365760" cy="365760"/>
            </a:xfrm>
            <a:prstGeom prst="ellipse">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7C82803E-B556-906C-0FD9-FCE6FB1F606B}"/>
                </a:ext>
              </a:extLst>
            </p:cNvPr>
            <p:cNvCxnSpPr>
              <a:cxnSpLocks/>
              <a:stCxn id="18" idx="6"/>
              <a:endCxn id="19" idx="3"/>
            </p:cNvCxnSpPr>
            <p:nvPr/>
          </p:nvCxnSpPr>
          <p:spPr>
            <a:xfrm flipV="1">
              <a:off x="1692607" y="2570087"/>
              <a:ext cx="1219424" cy="564104"/>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194BED61-5805-76F0-4414-6C51BCF23D50}"/>
                </a:ext>
              </a:extLst>
            </p:cNvPr>
            <p:cNvCxnSpPr>
              <a:stCxn id="17" idx="6"/>
              <a:endCxn id="19" idx="1"/>
            </p:cNvCxnSpPr>
            <p:nvPr/>
          </p:nvCxnSpPr>
          <p:spPr>
            <a:xfrm>
              <a:off x="1681177" y="1666892"/>
              <a:ext cx="1230854" cy="644563"/>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5" name="Straight Arrow Connector 24">
              <a:extLst>
                <a:ext uri="{FF2B5EF4-FFF2-40B4-BE49-F238E27FC236}">
                  <a16:creationId xmlns:a16="http://schemas.microsoft.com/office/drawing/2014/main" id="{4CA272A9-A1B9-1E11-A374-2E2BA93B23DE}"/>
                </a:ext>
              </a:extLst>
            </p:cNvPr>
            <p:cNvCxnSpPr>
              <a:cxnSpLocks/>
            </p:cNvCxnSpPr>
            <p:nvPr/>
          </p:nvCxnSpPr>
          <p:spPr>
            <a:xfrm>
              <a:off x="515317" y="166689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8" name="Straight Arrow Connector 27">
              <a:extLst>
                <a:ext uri="{FF2B5EF4-FFF2-40B4-BE49-F238E27FC236}">
                  <a16:creationId xmlns:a16="http://schemas.microsoft.com/office/drawing/2014/main" id="{5E69A336-30C0-D5CD-CA64-C0BCFB5DE8D0}"/>
                </a:ext>
              </a:extLst>
            </p:cNvPr>
            <p:cNvCxnSpPr>
              <a:cxnSpLocks/>
              <a:endCxn id="18" idx="2"/>
            </p:cNvCxnSpPr>
            <p:nvPr/>
          </p:nvCxnSpPr>
          <p:spPr>
            <a:xfrm>
              <a:off x="515317" y="3134191"/>
              <a:ext cx="81153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p:cxnSp>
          <p:nvCxnSpPr>
            <p:cNvPr id="29" name="Straight Arrow Connector 28">
              <a:extLst>
                <a:ext uri="{FF2B5EF4-FFF2-40B4-BE49-F238E27FC236}">
                  <a16:creationId xmlns:a16="http://schemas.microsoft.com/office/drawing/2014/main" id="{B37C9D3C-7810-04DD-E4D9-BC6359EADF76}"/>
                </a:ext>
              </a:extLst>
            </p:cNvPr>
            <p:cNvCxnSpPr>
              <a:cxnSpLocks/>
            </p:cNvCxnSpPr>
            <p:nvPr/>
          </p:nvCxnSpPr>
          <p:spPr>
            <a:xfrm>
              <a:off x="3224227" y="2425082"/>
              <a:ext cx="800100" cy="0"/>
            </a:xfrm>
            <a:prstGeom prst="straightConnector1">
              <a:avLst/>
            </a:prstGeom>
            <a:solidFill>
              <a:schemeClr val="bg1"/>
            </a:solidFill>
            <a:ln>
              <a:solidFill>
                <a:schemeClr val="bg1"/>
              </a:solidFill>
              <a:tailEnd type="triangle" w="lg" len="lg"/>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FDA9619-46C1-35AA-8D39-D84883E83DEE}"/>
                    </a:ext>
                  </a:extLst>
                </p:cNvPr>
                <p:cNvSpPr txBox="1"/>
                <p:nvPr/>
              </p:nvSpPr>
              <p:spPr>
                <a:xfrm>
                  <a:off x="431855" y="1666892"/>
                  <a:ext cx="675668"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31" name="TextBox 30">
                  <a:extLst>
                    <a:ext uri="{FF2B5EF4-FFF2-40B4-BE49-F238E27FC236}">
                      <a16:creationId xmlns:a16="http://schemas.microsoft.com/office/drawing/2014/main" id="{AFDA9619-46C1-35AA-8D39-D84883E83DEE}"/>
                    </a:ext>
                  </a:extLst>
                </p:cNvPr>
                <p:cNvSpPr txBox="1">
                  <a:spLocks noRot="1" noChangeAspect="1" noMove="1" noResize="1" noEditPoints="1" noAdjustHandles="1" noChangeArrowheads="1" noChangeShapeType="1" noTextEdit="1"/>
                </p:cNvSpPr>
                <p:nvPr/>
              </p:nvSpPr>
              <p:spPr>
                <a:xfrm>
                  <a:off x="431855" y="1666892"/>
                  <a:ext cx="675668" cy="461665"/>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723F16E3-8206-36D0-8CD8-8945A0493065}"/>
                    </a:ext>
                  </a:extLst>
                </p:cNvPr>
                <p:cNvSpPr txBox="1"/>
                <p:nvPr/>
              </p:nvSpPr>
              <p:spPr>
                <a:xfrm>
                  <a:off x="2298433" y="2903358"/>
                  <a:ext cx="641032"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0" smtClean="0">
                                <a:solidFill>
                                  <a:schemeClr val="bg1"/>
                                </a:solidFill>
                                <a:latin typeface="Cambria Math" panose="02040503050406030204" pitchFamily="18" charset="0"/>
                              </a:rPr>
                              <m:t>𝐳</m:t>
                            </m:r>
                          </m:sub>
                        </m:sSub>
                      </m:oMath>
                    </m:oMathPara>
                  </a14:m>
                  <a:endParaRPr lang="en-US" sz="2400" b="1" dirty="0">
                    <a:solidFill>
                      <a:schemeClr val="bg1"/>
                    </a:solidFill>
                  </a:endParaRPr>
                </a:p>
              </p:txBody>
            </p:sp>
          </mc:Choice>
          <mc:Fallback xmlns="">
            <p:sp>
              <p:nvSpPr>
                <p:cNvPr id="32" name="TextBox 31">
                  <a:extLst>
                    <a:ext uri="{FF2B5EF4-FFF2-40B4-BE49-F238E27FC236}">
                      <a16:creationId xmlns:a16="http://schemas.microsoft.com/office/drawing/2014/main" id="{723F16E3-8206-36D0-8CD8-8945A0493065}"/>
                    </a:ext>
                  </a:extLst>
                </p:cNvPr>
                <p:cNvSpPr txBox="1">
                  <a:spLocks noRot="1" noChangeAspect="1" noMove="1" noResize="1" noEditPoints="1" noAdjustHandles="1" noChangeArrowheads="1" noChangeShapeType="1" noTextEdit="1"/>
                </p:cNvSpPr>
                <p:nvPr/>
              </p:nvSpPr>
              <p:spPr>
                <a:xfrm>
                  <a:off x="2298433" y="2903358"/>
                  <a:ext cx="641032" cy="461665"/>
                </a:xfrm>
                <a:prstGeom prst="rect">
                  <a:avLst/>
                </a:prstGeom>
                <a:blipFill>
                  <a:blip r:embed="rId7"/>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9E0490DA-EA3F-93AB-D5D4-8341117CED35}"/>
                    </a:ext>
                  </a:extLst>
                </p:cNvPr>
                <p:cNvSpPr txBox="1"/>
                <p:nvPr/>
              </p:nvSpPr>
              <p:spPr>
                <a:xfrm>
                  <a:off x="465982" y="2632490"/>
                  <a:ext cx="740343" cy="461665"/>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m</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33" name="TextBox 32">
                  <a:extLst>
                    <a:ext uri="{FF2B5EF4-FFF2-40B4-BE49-F238E27FC236}">
                      <a16:creationId xmlns:a16="http://schemas.microsoft.com/office/drawing/2014/main" id="{9E0490DA-EA3F-93AB-D5D4-8341117CED35}"/>
                    </a:ext>
                  </a:extLst>
                </p:cNvPr>
                <p:cNvSpPr txBox="1">
                  <a:spLocks noRot="1" noChangeAspect="1" noMove="1" noResize="1" noEditPoints="1" noAdjustHandles="1" noChangeArrowheads="1" noChangeShapeType="1" noTextEdit="1"/>
                </p:cNvSpPr>
                <p:nvPr/>
              </p:nvSpPr>
              <p:spPr>
                <a:xfrm>
                  <a:off x="465982" y="2632490"/>
                  <a:ext cx="740343" cy="461665"/>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1C880405-ADCD-FBF7-9406-D9BCB78F26F3}"/>
                    </a:ext>
                  </a:extLst>
                </p:cNvPr>
                <p:cNvSpPr txBox="1"/>
                <p:nvPr/>
              </p:nvSpPr>
              <p:spPr>
                <a:xfrm>
                  <a:off x="2121068" y="1391826"/>
                  <a:ext cx="651146" cy="461665"/>
                </a:xfrm>
                <a:prstGeom prst="rect">
                  <a:avLst/>
                </a:prstGeom>
                <a:noFill/>
                <a:ln w="19050">
                  <a:solidFill>
                    <a:srgbClr val="C00000"/>
                  </a:solidFill>
                </a:ln>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1" i="1" smtClean="0">
                                <a:solidFill>
                                  <a:schemeClr val="bg1"/>
                                </a:solidFill>
                                <a:latin typeface="Cambria Math" panose="02040503050406030204" pitchFamily="18" charset="0"/>
                              </a:rPr>
                            </m:ctrlPr>
                          </m:sSubPr>
                          <m:e>
                            <m:r>
                              <a:rPr lang="de-DE" sz="2400" b="1" i="1" smtClean="0">
                                <a:solidFill>
                                  <a:schemeClr val="bg1"/>
                                </a:solidFill>
                                <a:latin typeface="Cambria Math" panose="02040503050406030204" pitchFamily="18" charset="0"/>
                              </a:rPr>
                              <m:t>𝒎</m:t>
                            </m:r>
                          </m:e>
                          <m:sub>
                            <m:r>
                              <a:rPr lang="de-DE" sz="2400" b="1" i="1" smtClean="0">
                                <a:solidFill>
                                  <a:schemeClr val="bg1"/>
                                </a:solidFill>
                                <a:latin typeface="Cambria Math" panose="02040503050406030204" pitchFamily="18" charset="0"/>
                              </a:rPr>
                              <m:t>𝒛</m:t>
                            </m:r>
                          </m:sub>
                        </m:sSub>
                      </m:oMath>
                    </m:oMathPara>
                  </a14:m>
                  <a:endParaRPr lang="en-US" sz="2400" b="1" dirty="0">
                    <a:solidFill>
                      <a:schemeClr val="bg1"/>
                    </a:solidFill>
                  </a:endParaRPr>
                </a:p>
              </p:txBody>
            </p:sp>
          </mc:Choice>
          <mc:Fallback xmlns="">
            <p:sp>
              <p:nvSpPr>
                <p:cNvPr id="40" name="TextBox 39">
                  <a:extLst>
                    <a:ext uri="{FF2B5EF4-FFF2-40B4-BE49-F238E27FC236}">
                      <a16:creationId xmlns:a16="http://schemas.microsoft.com/office/drawing/2014/main" id="{1C880405-ADCD-FBF7-9406-D9BCB78F26F3}"/>
                    </a:ext>
                  </a:extLst>
                </p:cNvPr>
                <p:cNvSpPr txBox="1">
                  <a:spLocks noRot="1" noChangeAspect="1" noMove="1" noResize="1" noEditPoints="1" noAdjustHandles="1" noChangeArrowheads="1" noChangeShapeType="1" noTextEdit="1"/>
                </p:cNvSpPr>
                <p:nvPr/>
              </p:nvSpPr>
              <p:spPr>
                <a:xfrm>
                  <a:off x="2121068" y="1391826"/>
                  <a:ext cx="651146" cy="461665"/>
                </a:xfrm>
                <a:prstGeom prst="rect">
                  <a:avLst/>
                </a:prstGeom>
                <a:blipFill>
                  <a:blip r:embed="rId9"/>
                  <a:stretch>
                    <a:fillRect/>
                  </a:stretch>
                </a:blipFill>
                <a:ln w="19050">
                  <a:solidFill>
                    <a:srgbClr val="C00000"/>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A2521AB9-1978-32E8-7F4C-C51C06880C5F}"/>
                    </a:ext>
                  </a:extLst>
                </p:cNvPr>
                <p:cNvSpPr txBox="1"/>
                <p:nvPr/>
              </p:nvSpPr>
              <p:spPr>
                <a:xfrm>
                  <a:off x="1057862" y="1831144"/>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1</m:t>
                            </m:r>
                          </m:sub>
                        </m:sSub>
                      </m:oMath>
                    </m:oMathPara>
                  </a14:m>
                  <a:endParaRPr lang="en-US" sz="2400" dirty="0">
                    <a:solidFill>
                      <a:schemeClr val="bg1"/>
                    </a:solidFill>
                  </a:endParaRPr>
                </a:p>
              </p:txBody>
            </p:sp>
          </mc:Choice>
          <mc:Fallback xmlns="">
            <p:sp>
              <p:nvSpPr>
                <p:cNvPr id="45" name="TextBox 44">
                  <a:extLst>
                    <a:ext uri="{FF2B5EF4-FFF2-40B4-BE49-F238E27FC236}">
                      <a16:creationId xmlns:a16="http://schemas.microsoft.com/office/drawing/2014/main" id="{A2521AB9-1978-32E8-7F4C-C51C06880C5F}"/>
                    </a:ext>
                  </a:extLst>
                </p:cNvPr>
                <p:cNvSpPr txBox="1">
                  <a:spLocks noRot="1" noChangeAspect="1" noMove="1" noResize="1" noEditPoints="1" noAdjustHandles="1" noChangeArrowheads="1" noChangeShapeType="1" noTextEdit="1"/>
                </p:cNvSpPr>
                <p:nvPr/>
              </p:nvSpPr>
              <p:spPr>
                <a:xfrm>
                  <a:off x="1057862" y="1831144"/>
                  <a:ext cx="970607" cy="461665"/>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D20D86B1-5E70-338F-D88A-B102B98C364B}"/>
                    </a:ext>
                  </a:extLst>
                </p:cNvPr>
                <p:cNvSpPr txBox="1"/>
                <p:nvPr/>
              </p:nvSpPr>
              <p:spPr>
                <a:xfrm>
                  <a:off x="1086781" y="2439570"/>
                  <a:ext cx="970607"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2</m:t>
                            </m:r>
                          </m:sub>
                        </m:sSub>
                      </m:oMath>
                    </m:oMathPara>
                  </a14:m>
                  <a:endParaRPr lang="en-US" sz="2400" dirty="0">
                    <a:solidFill>
                      <a:schemeClr val="bg1"/>
                    </a:solidFill>
                  </a:endParaRPr>
                </a:p>
              </p:txBody>
            </p:sp>
          </mc:Choice>
          <mc:Fallback xmlns="">
            <p:sp>
              <p:nvSpPr>
                <p:cNvPr id="46" name="TextBox 45">
                  <a:extLst>
                    <a:ext uri="{FF2B5EF4-FFF2-40B4-BE49-F238E27FC236}">
                      <a16:creationId xmlns:a16="http://schemas.microsoft.com/office/drawing/2014/main" id="{D20D86B1-5E70-338F-D88A-B102B98C364B}"/>
                    </a:ext>
                  </a:extLst>
                </p:cNvPr>
                <p:cNvSpPr txBox="1">
                  <a:spLocks noRot="1" noChangeAspect="1" noMove="1" noResize="1" noEditPoints="1" noAdjustHandles="1" noChangeArrowheads="1" noChangeShapeType="1" noTextEdit="1"/>
                </p:cNvSpPr>
                <p:nvPr/>
              </p:nvSpPr>
              <p:spPr>
                <a:xfrm>
                  <a:off x="1086781" y="2439570"/>
                  <a:ext cx="970607" cy="461665"/>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30B18A39-9866-0789-02AE-BCAA83EA05F2}"/>
                    </a:ext>
                  </a:extLst>
                </p:cNvPr>
                <p:cNvSpPr txBox="1"/>
                <p:nvPr/>
              </p:nvSpPr>
              <p:spPr>
                <a:xfrm>
                  <a:off x="2871649" y="1730967"/>
                  <a:ext cx="480273"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de-DE" sz="2400" b="0" i="1" smtClean="0">
                                <a:solidFill>
                                  <a:schemeClr val="bg1"/>
                                </a:solidFill>
                                <a:latin typeface="Cambria Math" panose="02040503050406030204" pitchFamily="18" charset="0"/>
                              </a:rPr>
                            </m:ctrlPr>
                          </m:sSubPr>
                          <m:e>
                            <m:r>
                              <m:rPr>
                                <m:sty m:val="p"/>
                              </m:rPr>
                              <a:rPr lang="de-DE" sz="2400" b="0" i="1" smtClean="0">
                                <a:solidFill>
                                  <a:schemeClr val="bg1"/>
                                </a:solidFill>
                                <a:latin typeface="Cambria Math" panose="02040503050406030204" pitchFamily="18" charset="0"/>
                              </a:rPr>
                              <m:t>r</m:t>
                            </m:r>
                          </m:e>
                          <m:sub>
                            <m:r>
                              <a:rPr lang="de-DE" sz="2400" b="0" i="1" smtClean="0">
                                <a:solidFill>
                                  <a:schemeClr val="bg1"/>
                                </a:solidFill>
                                <a:latin typeface="Cambria Math" panose="02040503050406030204" pitchFamily="18" charset="0"/>
                              </a:rPr>
                              <m:t>3</m:t>
                            </m:r>
                          </m:sub>
                        </m:sSub>
                      </m:oMath>
                    </m:oMathPara>
                  </a14:m>
                  <a:endParaRPr lang="en-US" sz="2400" dirty="0">
                    <a:solidFill>
                      <a:schemeClr val="bg1"/>
                    </a:solidFill>
                  </a:endParaRPr>
                </a:p>
              </p:txBody>
            </p:sp>
          </mc:Choice>
          <mc:Fallback xmlns="">
            <p:sp>
              <p:nvSpPr>
                <p:cNvPr id="48" name="TextBox 47">
                  <a:extLst>
                    <a:ext uri="{FF2B5EF4-FFF2-40B4-BE49-F238E27FC236}">
                      <a16:creationId xmlns:a16="http://schemas.microsoft.com/office/drawing/2014/main" id="{30B18A39-9866-0789-02AE-BCAA83EA05F2}"/>
                    </a:ext>
                  </a:extLst>
                </p:cNvPr>
                <p:cNvSpPr txBox="1">
                  <a:spLocks noRot="1" noChangeAspect="1" noMove="1" noResize="1" noEditPoints="1" noAdjustHandles="1" noChangeArrowheads="1" noChangeShapeType="1" noTextEdit="1"/>
                </p:cNvSpPr>
                <p:nvPr/>
              </p:nvSpPr>
              <p:spPr>
                <a:xfrm>
                  <a:off x="2871649" y="1730967"/>
                  <a:ext cx="480273" cy="461665"/>
                </a:xfrm>
                <a:prstGeom prst="rect">
                  <a:avLst/>
                </a:prstGeom>
                <a:blipFill>
                  <a:blip r:embed="rId12"/>
                  <a:stretch>
                    <a:fillRect/>
                  </a:stretch>
                </a:blipFill>
              </p:spPr>
              <p:txBody>
                <a:bodyPr/>
                <a:lstStyle/>
                <a:p>
                  <a:r>
                    <a:rPr lang="en-US">
                      <a:noFill/>
                    </a:rPr>
                    <a:t> </a:t>
                  </a:r>
                </a:p>
              </p:txBody>
            </p:sp>
          </mc:Fallback>
        </mc:AlternateContent>
      </p:grpSp>
      <p:sp>
        <p:nvSpPr>
          <p:cNvPr id="7" name="Rectangle 6">
            <a:extLst>
              <a:ext uri="{FF2B5EF4-FFF2-40B4-BE49-F238E27FC236}">
                <a16:creationId xmlns:a16="http://schemas.microsoft.com/office/drawing/2014/main" id="{DD754F22-71D8-D172-4D3F-6B805B9827AD}"/>
              </a:ext>
            </a:extLst>
          </p:cNvPr>
          <p:cNvSpPr/>
          <p:nvPr/>
        </p:nvSpPr>
        <p:spPr>
          <a:xfrm>
            <a:off x="6271094" y="146148"/>
            <a:ext cx="834390" cy="480060"/>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AD712611-33ED-ED51-7A02-90CB92F657A3}"/>
              </a:ext>
            </a:extLst>
          </p:cNvPr>
          <p:cNvSpPr/>
          <p:nvPr/>
        </p:nvSpPr>
        <p:spPr>
          <a:xfrm>
            <a:off x="7572233" y="1187122"/>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8F786605-5CD3-7047-B93C-CC82CD3CB78A}"/>
              </a:ext>
            </a:extLst>
          </p:cNvPr>
          <p:cNvSpPr/>
          <p:nvPr/>
        </p:nvSpPr>
        <p:spPr>
          <a:xfrm>
            <a:off x="4378223" y="1459066"/>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B813F352-DC28-BBE8-BFFF-5717980948B8}"/>
              </a:ext>
            </a:extLst>
          </p:cNvPr>
          <p:cNvSpPr txBox="1"/>
          <p:nvPr/>
        </p:nvSpPr>
        <p:spPr>
          <a:xfrm>
            <a:off x="317155" y="3767558"/>
            <a:ext cx="3697037" cy="600164"/>
          </a:xfrm>
          <a:prstGeom prst="rect">
            <a:avLst/>
          </a:prstGeom>
          <a:noFill/>
        </p:spPr>
        <p:txBody>
          <a:bodyPr wrap="square">
            <a:spAutoFit/>
          </a:bodyPr>
          <a:lstStyle/>
          <a:p>
            <a:r>
              <a:rPr lang="en-US" sz="1100" dirty="0"/>
              <a:t>[1] B. Alberts, D. Bray, and K. Hopkin, Essential Cell Biology, 4th rev ed. edition. New York, NY: Norton &amp; Company, 2014.</a:t>
            </a:r>
          </a:p>
        </p:txBody>
      </p:sp>
      <p:sp>
        <p:nvSpPr>
          <p:cNvPr id="5" name="Rectangle 4">
            <a:extLst>
              <a:ext uri="{FF2B5EF4-FFF2-40B4-BE49-F238E27FC236}">
                <a16:creationId xmlns:a16="http://schemas.microsoft.com/office/drawing/2014/main" id="{7BD9D7A6-B451-8FB9-6D5C-3C8FA58C2C14}"/>
              </a:ext>
            </a:extLst>
          </p:cNvPr>
          <p:cNvSpPr/>
          <p:nvPr/>
        </p:nvSpPr>
        <p:spPr>
          <a:xfrm>
            <a:off x="4378223" y="3428493"/>
            <a:ext cx="1608876"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DC5CB2C-233B-907B-CC6E-94C22506141F}"/>
              </a:ext>
            </a:extLst>
          </p:cNvPr>
          <p:cNvSpPr/>
          <p:nvPr/>
        </p:nvSpPr>
        <p:spPr>
          <a:xfrm>
            <a:off x="5804452" y="5124657"/>
            <a:ext cx="1063073" cy="239697"/>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D1CB3910-E14C-4E06-70EC-351B156D0C0F}"/>
              </a:ext>
            </a:extLst>
          </p:cNvPr>
          <p:cNvSpPr/>
          <p:nvPr/>
        </p:nvSpPr>
        <p:spPr>
          <a:xfrm>
            <a:off x="7217094" y="3144968"/>
            <a:ext cx="1038374" cy="277156"/>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97F383E-3816-CD72-83A5-86862D555B1A}"/>
              </a:ext>
            </a:extLst>
          </p:cNvPr>
          <p:cNvSpPr/>
          <p:nvPr/>
        </p:nvSpPr>
        <p:spPr>
          <a:xfrm>
            <a:off x="4355895" y="5409802"/>
            <a:ext cx="1521029" cy="221752"/>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5206221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3413</Words>
  <Application>Microsoft Office PowerPoint</Application>
  <PresentationFormat>Widescreen</PresentationFormat>
  <Paragraphs>862</Paragraphs>
  <Slides>40</Slides>
  <Notes>26</Notes>
  <HiddenSlides>6</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40</vt:i4>
      </vt:variant>
    </vt:vector>
  </HeadingPairs>
  <TitlesOfParts>
    <vt:vector size="47" baseType="lpstr">
      <vt:lpstr>Aptos</vt:lpstr>
      <vt:lpstr>Aptos Display</vt:lpstr>
      <vt:lpstr>Arial</vt:lpstr>
      <vt:lpstr>Cambria Math</vt:lpstr>
      <vt:lpstr>Menlo</vt:lpstr>
      <vt:lpstr>NimbusRomNo9L-Regu</vt:lpstr>
      <vt:lpstr>Office Theme</vt:lpstr>
      <vt:lpstr>Associating Metabolic reactions with NN coefficients</vt:lpstr>
      <vt:lpstr>Biological Networking: Physical Components</vt:lpstr>
      <vt:lpstr>Internet of Bio-Nano-Things</vt:lpstr>
      <vt:lpstr>Internet of Bio-Nano-Things</vt:lpstr>
      <vt:lpstr>Bio-Building Carriers</vt:lpstr>
      <vt:lpstr>Bio-Building Carriers</vt:lpstr>
      <vt:lpstr>Bio-Building Carriers</vt:lpstr>
      <vt:lpstr>PowerPoint Presentation</vt:lpstr>
      <vt:lpstr>Concept</vt:lpstr>
      <vt:lpstr>Concept</vt:lpstr>
      <vt:lpstr>PowerPoint Presentation</vt:lpstr>
      <vt:lpstr>PowerPoint Presentation</vt:lpstr>
      <vt:lpstr>PowerPoint Presentation</vt:lpstr>
      <vt:lpstr>PowerPoint Presentation</vt:lpstr>
      <vt:lpstr>Stoichiometric matrix</vt:lpstr>
      <vt:lpstr>Mapping a 2-neuron NN</vt:lpstr>
      <vt:lpstr>Mapping a 2-neuron NN</vt:lpstr>
      <vt:lpstr>Mapping a 2-neuron NN</vt:lpstr>
      <vt:lpstr>Mapping a 2-neuron NN</vt:lpstr>
      <vt:lpstr>Solutions</vt:lpstr>
      <vt:lpstr>PowerPoint Presentation</vt:lpstr>
      <vt:lpstr>PowerPoint Presentation</vt:lpstr>
      <vt:lpstr>PowerPoint Presentation</vt:lpstr>
      <vt:lpstr>PowerPoint Presentation</vt:lpstr>
      <vt:lpstr>Fundamentals of Flux Balance Analysis (FBA)</vt:lpstr>
      <vt:lpstr>System</vt:lpstr>
      <vt:lpstr>System</vt:lpstr>
      <vt:lpstr>PowerPoint Presentation</vt:lpstr>
      <vt:lpstr>PowerPoint Presentation</vt:lpstr>
      <vt:lpstr>Mapping a 2-neuron NN</vt:lpstr>
      <vt:lpstr>Step 1: Find the m4-like metabolites and the reactions r_2’s and r_3’s</vt:lpstr>
      <vt:lpstr>Step 1: Find the m4-like metabolites and the reactions r_2’s and r_3’s</vt:lpstr>
      <vt:lpstr>Step 2: Find reaction r_1- like</vt:lpstr>
      <vt:lpstr>Solutions</vt:lpstr>
      <vt:lpstr>Mapping with restrictions</vt:lpstr>
      <vt:lpstr>Mapping with restrictions</vt:lpstr>
      <vt:lpstr>THz-Induced Enzyme Unfolding Model</vt:lpstr>
      <vt:lpstr>Enzymes</vt:lpstr>
      <vt:lpstr>Step 1: Looking for 2-neuron NNs</vt:lpstr>
      <vt:lpstr>Looking for 2-neuron NNs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TU-Pseudonym 7504255944999905</dc:creator>
  <cp:lastModifiedBy>TU-Pseudonym 7504255944999905</cp:lastModifiedBy>
  <cp:revision>29</cp:revision>
  <dcterms:created xsi:type="dcterms:W3CDTF">2025-12-24T00:00:45Z</dcterms:created>
  <dcterms:modified xsi:type="dcterms:W3CDTF">2026-04-04T08:36:27Z</dcterms:modified>
</cp:coreProperties>
</file>