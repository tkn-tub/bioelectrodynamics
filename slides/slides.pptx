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ink/ink507.xml" ContentType="application/inkml+xml"/>
  <Override PartName="/ppt/ink/ink508.xml" ContentType="application/inkml+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5" r:id="rId28"/>
    <p:sldId id="1892" r:id="rId29"/>
    <p:sldId id="1891" r:id="rId30"/>
    <p:sldId id="1904" r:id="rId31"/>
    <p:sldId id="1905" r:id="rId32"/>
    <p:sldId id="1896" r:id="rId33"/>
    <p:sldId id="1903" r:id="rId34"/>
    <p:sldId id="1902" r:id="rId35"/>
    <p:sldId id="1897" r:id="rId36"/>
    <p:sldId id="1900" r:id="rId37"/>
    <p:sldId id="1901" r:id="rId38"/>
    <p:sldId id="1898" r:id="rId39"/>
    <p:sldId id="1899" r:id="rId40"/>
    <p:sldId id="1887" r:id="rId41"/>
    <p:sldId id="1883" r:id="rId42"/>
    <p:sldId id="1884" r:id="rId43"/>
    <p:sldId id="1885" r:id="rId44"/>
    <p:sldId id="1886" r:id="rId45"/>
    <p:sldId id="1875" r:id="rId46"/>
    <p:sldId id="1876" r:id="rId47"/>
    <p:sldId id="1877" r:id="rId48"/>
    <p:sldId id="1878" r:id="rId49"/>
    <p:sldId id="257" r:id="rId50"/>
    <p:sldId id="273" r:id="rId51"/>
    <p:sldId id="274" r:id="rId52"/>
    <p:sldId id="275" r:id="rId53"/>
    <p:sldId id="1846" r:id="rId54"/>
    <p:sldId id="265" r:id="rId55"/>
    <p:sldId id="266" r:id="rId56"/>
    <p:sldId id="267" r:id="rId57"/>
    <p:sldId id="264" r:id="rId58"/>
    <p:sldId id="268" r:id="rId59"/>
    <p:sldId id="269" r:id="rId60"/>
    <p:sldId id="272" r:id="rId61"/>
    <p:sldId id="260" r:id="rId62"/>
    <p:sldId id="261" r:id="rId63"/>
    <p:sldId id="263" r:id="rId64"/>
    <p:sldId id="259" r:id="rId65"/>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varScale="1">
        <p:scale>
          <a:sx n="101" d="100"/>
          <a:sy n="101" d="100"/>
        </p:scale>
        <p:origin x="18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7/3/2026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99A2B-3B04-B7E4-5397-5E2F65C71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5EA43-3CCF-CB9C-88FF-392EBFB406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A15578-5FA2-8D01-FA67-BC99056258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213F30-2B24-5569-CBC9-F420FEBED748}"/>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4232545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B3DE5-4C31-02B4-6E07-A54D0AF0B1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2F7991-D065-5E1D-4AE1-825BD42BC3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402F1-A62B-FA7A-CC20-A3E7C4BA8A05}"/>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763429-A326-F6B7-A4F0-51C78C1A4487}"/>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40875908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02BF7-4281-8CD0-21D6-EDF6DB89F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6FB7A-959C-A514-C08F-841105A3B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3898BF-C743-6293-1D7C-3EDEAA2D9E9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D095171-E0A4-A09E-FAC8-CB5343B2614B}"/>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2767804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F0098-9586-9B1D-9665-0D6E525CC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9551D6-6E08-D156-110F-6A5CD1908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FDBF21-B114-A9DC-BC97-AC8149AD0A54}"/>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D6232DB-3C38-7BDA-777B-765E8693BCF9}"/>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27289576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D7046-D3CD-47D9-A5B4-D52323073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C6324-DF34-937E-B648-DA35A131F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6AFD2-DEC6-5AFB-F344-B9678A5BC05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8C30670-7AEE-6D2A-960B-72649B09E0B6}"/>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12275362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E1233-7BB1-2657-9EDE-126A7CEE1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8F911-A082-D44F-4562-18666A28B6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29BD1-CF9D-47E1-26C3-2DDBCEE15E62}"/>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AA352B0-F324-5C77-EC24-8594AFEC6DD2}"/>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2572142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32B29-3A79-BE8B-8354-A5203163F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94DE2-1319-0047-FA49-1D039A180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D970EF-1E98-A1E0-2C09-722271AC14F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5E9E69C-8EF4-6A7E-4C61-4A4B6B88A5DF}"/>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7988879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1F7-7BC5-5E53-F8D9-85C9898CF3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AB066-E185-957B-EBBE-06C926C67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A6086-5BBD-0EA0-371F-98288A31EAC7}"/>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809E8E-B03B-1591-27BD-D4CCF9A71280}"/>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32106489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BFC5-9383-651E-9EAC-491E462B8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5550B-2265-3530-4E7F-D8B18B7FF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AF302-D7E2-25CA-D5BF-2E71B05DF58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9FF0D3F-37E7-193C-CD1B-DD2152118301}"/>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1000170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48</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54</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55</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56</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57</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58</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60</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63</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64</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17.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199.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28.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png"/><Relationship Id="rId21" Type="http://schemas.openxmlformats.org/officeDocument/2006/relationships/image" Target="../media/image2270.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18.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9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214.png"/><Relationship Id="rId10" Type="http://schemas.openxmlformats.org/officeDocument/2006/relationships/image" Target="../media/image206.png"/><Relationship Id="rId19" Type="http://schemas.openxmlformats.org/officeDocument/2006/relationships/image" Target="../media/image2250.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320.png"/></Relationships>
</file>

<file path=ppt/slides/_rels/slide29.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0.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9.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30.xml.rels><?xml version="1.0" encoding="UTF-8" standalone="yes"?>
<Relationships xmlns="http://schemas.openxmlformats.org/package/2006/relationships"><Relationship Id="rId13" Type="http://schemas.openxmlformats.org/officeDocument/2006/relationships/image" Target="../media/image259.png"/><Relationship Id="rId18" Type="http://schemas.openxmlformats.org/officeDocument/2006/relationships/image" Target="../media/image264.png"/><Relationship Id="rId26" Type="http://schemas.openxmlformats.org/officeDocument/2006/relationships/image" Target="../media/image272.png"/><Relationship Id="rId21" Type="http://schemas.openxmlformats.org/officeDocument/2006/relationships/image" Target="../media/image267.png"/><Relationship Id="rId34" Type="http://schemas.openxmlformats.org/officeDocument/2006/relationships/hyperlink" Target="https://www.uniprot.org/uniprotkb/P32288/entry#structure" TargetMode="External"/><Relationship Id="rId7" Type="http://schemas.openxmlformats.org/officeDocument/2006/relationships/image" Target="../media/image253.png"/><Relationship Id="rId12" Type="http://schemas.openxmlformats.org/officeDocument/2006/relationships/image" Target="../media/image258.png"/><Relationship Id="rId17" Type="http://schemas.openxmlformats.org/officeDocument/2006/relationships/image" Target="../media/image263.png"/><Relationship Id="rId25" Type="http://schemas.openxmlformats.org/officeDocument/2006/relationships/image" Target="../media/image271.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0.xml"/><Relationship Id="rId16" Type="http://schemas.openxmlformats.org/officeDocument/2006/relationships/image" Target="../media/image262.png"/><Relationship Id="rId20" Type="http://schemas.openxmlformats.org/officeDocument/2006/relationships/image" Target="../media/image266.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52.png"/><Relationship Id="rId11" Type="http://schemas.openxmlformats.org/officeDocument/2006/relationships/image" Target="../media/image257.png"/><Relationship Id="rId24" Type="http://schemas.openxmlformats.org/officeDocument/2006/relationships/image" Target="../media/image270.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51.png"/><Relationship Id="rId15" Type="http://schemas.openxmlformats.org/officeDocument/2006/relationships/image" Target="../media/image261.png"/><Relationship Id="rId23" Type="http://schemas.openxmlformats.org/officeDocument/2006/relationships/image" Target="../media/image269.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56.png"/><Relationship Id="rId19" Type="http://schemas.openxmlformats.org/officeDocument/2006/relationships/image" Target="../media/image265.png"/><Relationship Id="rId31" Type="http://schemas.openxmlformats.org/officeDocument/2006/relationships/hyperlink" Target="https://www.uniprot.org/uniprotkb/P23542/entry#structure" TargetMode="External"/><Relationship Id="rId4" Type="http://schemas.openxmlformats.org/officeDocument/2006/relationships/image" Target="../media/image250.png"/><Relationship Id="rId9" Type="http://schemas.openxmlformats.org/officeDocument/2006/relationships/image" Target="../media/image255.png"/><Relationship Id="rId14" Type="http://schemas.openxmlformats.org/officeDocument/2006/relationships/image" Target="../media/image260.png"/><Relationship Id="rId22" Type="http://schemas.openxmlformats.org/officeDocument/2006/relationships/image" Target="../media/image268.png"/><Relationship Id="rId27" Type="http://schemas.openxmlformats.org/officeDocument/2006/relationships/image" Target="../media/image273.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54.png"/><Relationship Id="rId3" Type="http://schemas.openxmlformats.org/officeDocument/2006/relationships/image" Target="../media/image249.png"/></Relationships>
</file>

<file path=ppt/slides/_rels/slide31.xml.rels><?xml version="1.0" encoding="UTF-8" standalone="yes"?>
<Relationships xmlns="http://schemas.openxmlformats.org/package/2006/relationships"><Relationship Id="rId8" Type="http://schemas.openxmlformats.org/officeDocument/2006/relationships/image" Target="../media/image279.png"/><Relationship Id="rId13" Type="http://schemas.openxmlformats.org/officeDocument/2006/relationships/image" Target="../media/image284.png"/><Relationship Id="rId18" Type="http://schemas.openxmlformats.org/officeDocument/2006/relationships/image" Target="../media/image289.png"/><Relationship Id="rId26" Type="http://schemas.openxmlformats.org/officeDocument/2006/relationships/image" Target="../media/image297.png"/><Relationship Id="rId3" Type="http://schemas.openxmlformats.org/officeDocument/2006/relationships/image" Target="../media/image274.png"/><Relationship Id="rId21" Type="http://schemas.openxmlformats.org/officeDocument/2006/relationships/image" Target="../media/image292.png"/><Relationship Id="rId7" Type="http://schemas.openxmlformats.org/officeDocument/2006/relationships/image" Target="../media/image278.png"/><Relationship Id="rId12" Type="http://schemas.openxmlformats.org/officeDocument/2006/relationships/image" Target="../media/image283.png"/><Relationship Id="rId17" Type="http://schemas.openxmlformats.org/officeDocument/2006/relationships/image" Target="../media/image288.png"/><Relationship Id="rId25" Type="http://schemas.openxmlformats.org/officeDocument/2006/relationships/image" Target="../media/image296.png"/><Relationship Id="rId2" Type="http://schemas.openxmlformats.org/officeDocument/2006/relationships/notesSlide" Target="../notesSlides/notesSlide21.xml"/><Relationship Id="rId16" Type="http://schemas.openxmlformats.org/officeDocument/2006/relationships/image" Target="../media/image287.png"/><Relationship Id="rId20" Type="http://schemas.openxmlformats.org/officeDocument/2006/relationships/image" Target="../media/image291.png"/><Relationship Id="rId29" Type="http://schemas.openxmlformats.org/officeDocument/2006/relationships/image" Target="../media/image300.png"/><Relationship Id="rId1" Type="http://schemas.openxmlformats.org/officeDocument/2006/relationships/slideLayout" Target="../slideLayouts/slideLayout2.xml"/><Relationship Id="rId6" Type="http://schemas.openxmlformats.org/officeDocument/2006/relationships/image" Target="../media/image277.png"/><Relationship Id="rId11" Type="http://schemas.openxmlformats.org/officeDocument/2006/relationships/image" Target="../media/image282.png"/><Relationship Id="rId24" Type="http://schemas.openxmlformats.org/officeDocument/2006/relationships/image" Target="../media/image295.png"/><Relationship Id="rId5" Type="http://schemas.openxmlformats.org/officeDocument/2006/relationships/image" Target="../media/image276.png"/><Relationship Id="rId15" Type="http://schemas.openxmlformats.org/officeDocument/2006/relationships/image" Target="../media/image286.png"/><Relationship Id="rId23" Type="http://schemas.openxmlformats.org/officeDocument/2006/relationships/image" Target="../media/image294.png"/><Relationship Id="rId28" Type="http://schemas.openxmlformats.org/officeDocument/2006/relationships/image" Target="../media/image299.png"/><Relationship Id="rId10" Type="http://schemas.openxmlformats.org/officeDocument/2006/relationships/image" Target="../media/image281.png"/><Relationship Id="rId19" Type="http://schemas.openxmlformats.org/officeDocument/2006/relationships/image" Target="../media/image290.png"/><Relationship Id="rId4" Type="http://schemas.openxmlformats.org/officeDocument/2006/relationships/image" Target="../media/image275.png"/><Relationship Id="rId9" Type="http://schemas.openxmlformats.org/officeDocument/2006/relationships/image" Target="../media/image280.png"/><Relationship Id="rId14" Type="http://schemas.openxmlformats.org/officeDocument/2006/relationships/image" Target="../media/image285.png"/><Relationship Id="rId22" Type="http://schemas.openxmlformats.org/officeDocument/2006/relationships/image" Target="../media/image293.png"/><Relationship Id="rId27" Type="http://schemas.openxmlformats.org/officeDocument/2006/relationships/image" Target="../media/image298.png"/></Relationships>
</file>

<file path=ppt/slides/_rels/slide32.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2.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structure" TargetMode="External"/><Relationship Id="rId36" Type="http://schemas.openxmlformats.org/officeDocument/2006/relationships/hyperlink" Target="https://www.uniprot.org/uniprotkb/P36001/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23542/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P32477/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3.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301.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3.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77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780.png"/></Relationships>
</file>

<file path=ppt/slides/_rels/slide34.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4.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5.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302.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5.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801.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811.png"/></Relationships>
</file>

<file path=ppt/slides/_rels/slide36.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6.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P36973/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05788/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7938/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7.xml.rels><?xml version="1.0" encoding="UTF-8" standalone="yes"?>
<Relationships xmlns="http://schemas.openxmlformats.org/package/2006/relationships"><Relationship Id="rId8" Type="http://schemas.openxmlformats.org/officeDocument/2006/relationships/image" Target="../media/image2570.png"/><Relationship Id="rId13" Type="http://schemas.openxmlformats.org/officeDocument/2006/relationships/image" Target="../media/image2621.png"/><Relationship Id="rId18" Type="http://schemas.openxmlformats.org/officeDocument/2006/relationships/image" Target="../media/image2670.png"/><Relationship Id="rId26" Type="http://schemas.openxmlformats.org/officeDocument/2006/relationships/image" Target="../media/image2750.png"/><Relationship Id="rId3" Type="http://schemas.openxmlformats.org/officeDocument/2006/relationships/image" Target="../media/image2521.png"/><Relationship Id="rId21" Type="http://schemas.openxmlformats.org/officeDocument/2006/relationships/image" Target="../media/image2701.png"/><Relationship Id="rId7" Type="http://schemas.openxmlformats.org/officeDocument/2006/relationships/image" Target="../media/image2560.png"/><Relationship Id="rId12" Type="http://schemas.openxmlformats.org/officeDocument/2006/relationships/image" Target="../media/image2611.png"/><Relationship Id="rId17" Type="http://schemas.openxmlformats.org/officeDocument/2006/relationships/image" Target="../media/image2660.png"/><Relationship Id="rId25" Type="http://schemas.openxmlformats.org/officeDocument/2006/relationships/image" Target="../media/image2740.png"/><Relationship Id="rId2" Type="http://schemas.openxmlformats.org/officeDocument/2006/relationships/notesSlide" Target="../notesSlides/notesSlide27.xml"/><Relationship Id="rId16" Type="http://schemas.openxmlformats.org/officeDocument/2006/relationships/image" Target="../media/image2650.png"/><Relationship Id="rId20" Type="http://schemas.openxmlformats.org/officeDocument/2006/relationships/image" Target="../media/image2690.png"/><Relationship Id="rId1" Type="http://schemas.openxmlformats.org/officeDocument/2006/relationships/slideLayout" Target="../slideLayouts/slideLayout2.xml"/><Relationship Id="rId6" Type="http://schemas.openxmlformats.org/officeDocument/2006/relationships/image" Target="../media/image2550.png"/><Relationship Id="rId11" Type="http://schemas.openxmlformats.org/officeDocument/2006/relationships/image" Target="../media/image2601.png"/><Relationship Id="rId24" Type="http://schemas.openxmlformats.org/officeDocument/2006/relationships/image" Target="../media/image2730.png"/><Relationship Id="rId5" Type="http://schemas.openxmlformats.org/officeDocument/2006/relationships/image" Target="../media/image2540.png"/><Relationship Id="rId15" Type="http://schemas.openxmlformats.org/officeDocument/2006/relationships/image" Target="../media/image2640.png"/><Relationship Id="rId23" Type="http://schemas.openxmlformats.org/officeDocument/2006/relationships/image" Target="../media/image2721.png"/><Relationship Id="rId10" Type="http://schemas.openxmlformats.org/officeDocument/2006/relationships/image" Target="../media/image2590.png"/><Relationship Id="rId19" Type="http://schemas.openxmlformats.org/officeDocument/2006/relationships/image" Target="../media/image2680.png"/><Relationship Id="rId4" Type="http://schemas.openxmlformats.org/officeDocument/2006/relationships/image" Target="../media/image2530.png"/><Relationship Id="rId9" Type="http://schemas.openxmlformats.org/officeDocument/2006/relationships/image" Target="../media/image2580.png"/><Relationship Id="rId14" Type="http://schemas.openxmlformats.org/officeDocument/2006/relationships/image" Target="../media/image2631.png"/><Relationship Id="rId22" Type="http://schemas.openxmlformats.org/officeDocument/2006/relationships/image" Target="../media/image2711.png"/><Relationship Id="rId27" Type="http://schemas.openxmlformats.org/officeDocument/2006/relationships/image" Target="../media/image2760.png"/></Relationships>
</file>

<file path=ppt/slides/_rels/slide38.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Q05016/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07347/entry#structure" TargetMode="External"/><Relationship Id="rId2" Type="http://schemas.openxmlformats.org/officeDocument/2006/relationships/notesSlide" Target="../notesSlides/notesSlide28.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P38113/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07149/entry#structure" TargetMode="External"/><Relationship Id="rId37" Type="http://schemas.openxmlformats.org/officeDocument/2006/relationships/hyperlink" Target="https://www.uniprot.org/uniprotkb/P53630/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54115/entry#structure" TargetMode="External"/><Relationship Id="rId36" Type="http://schemas.openxmlformats.org/officeDocument/2006/relationships/hyperlink" Target="https://www.uniprot.org/uniprotkb/P41939/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53296/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Q01574/entry#structure" TargetMode="External"/><Relationship Id="rId35" Type="http://schemas.openxmlformats.org/officeDocument/2006/relationships/hyperlink" Target="https://www.uniprot.org/uniprotkb/P53199/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9.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303.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9.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83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840.png"/></Relationships>
</file>

<file path=ppt/slides/_rels/slide40.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30.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41.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1.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304.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2.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2.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305.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3.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3.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46.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306.jpeg"/><Relationship Id="rId7" Type="http://schemas.openxmlformats.org/officeDocument/2006/relationships/image" Target="../media/image1810.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307.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47.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306.jpeg"/><Relationship Id="rId7" Type="http://schemas.openxmlformats.org/officeDocument/2006/relationships/image" Target="../media/image1860.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07.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48.xml.rels><?xml version="1.0" encoding="UTF-8" standalone="yes"?>
<Relationships xmlns="http://schemas.openxmlformats.org/package/2006/relationships"><Relationship Id="rId3" Type="http://schemas.openxmlformats.org/officeDocument/2006/relationships/image" Target="../media/image306.jpeg"/><Relationship Id="rId7" Type="http://schemas.openxmlformats.org/officeDocument/2006/relationships/image" Target="../media/image310.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09.png"/><Relationship Id="rId5" Type="http://schemas.openxmlformats.org/officeDocument/2006/relationships/image" Target="../media/image308.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49.xml.rels><?xml version="1.0" encoding="UTF-8" standalone="yes"?>
<Relationships xmlns="http://schemas.openxmlformats.org/package/2006/relationships"><Relationship Id="rId8" Type="http://schemas.openxmlformats.org/officeDocument/2006/relationships/image" Target="../media/image311.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50.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38.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0.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0.png"/><Relationship Id="rId9" Type="http://schemas.openxmlformats.org/officeDocument/2006/relationships/image" Target="../media/image712.png"/><Relationship Id="rId14" Type="http://schemas.openxmlformats.org/officeDocument/2006/relationships/image" Target="../media/image1210.png"/></Relationships>
</file>

<file path=ppt/slides/_rels/slide51.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313.png"/><Relationship Id="rId4" Type="http://schemas.openxmlformats.org/officeDocument/2006/relationships/image" Target="../media/image452.png"/><Relationship Id="rId9" Type="http://schemas.openxmlformats.org/officeDocument/2006/relationships/image" Target="../media/image312.png"/></Relationships>
</file>

<file path=ppt/slides/_rels/slide52.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40.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53.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314.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315.svg"/></Relationships>
</file>

<file path=ppt/slides/_rels/slide54.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0.png"/><Relationship Id="rId3" Type="http://schemas.openxmlformats.org/officeDocument/2006/relationships/image" Target="../media/image812.png"/><Relationship Id="rId21" Type="http://schemas.openxmlformats.org/officeDocument/2006/relationships/image" Target="../media/image2620.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0.png"/><Relationship Id="rId2" Type="http://schemas.openxmlformats.org/officeDocument/2006/relationships/notesSlide" Target="../notesSlides/notesSlide42.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0.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0.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0.png"/><Relationship Id="rId27" Type="http://schemas.openxmlformats.org/officeDocument/2006/relationships/image" Target="../media/image320.png"/></Relationships>
</file>

<file path=ppt/slides/_rels/slide55.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0.png"/><Relationship Id="rId3" Type="http://schemas.openxmlformats.org/officeDocument/2006/relationships/image" Target="../media/image332.png"/><Relationship Id="rId21" Type="http://schemas.openxmlformats.org/officeDocument/2006/relationships/image" Target="../media/image2520.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0.png"/><Relationship Id="rId2" Type="http://schemas.openxmlformats.org/officeDocument/2006/relationships/notesSlide" Target="../notesSlides/notesSlide43.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0.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0.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0.png"/><Relationship Id="rId27" Type="http://schemas.openxmlformats.org/officeDocument/2006/relationships/image" Target="../media/image3130.png"/></Relationships>
</file>

<file path=ppt/slides/_rels/slide56.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316.png"/></Relationships>
</file>

<file path=ppt/slides/_rels/slide57.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0.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45.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0.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0.png"/><Relationship Id="rId27" Type="http://schemas.openxmlformats.org/officeDocument/2006/relationships/image" Target="../media/image620.png"/></Relationships>
</file>

<file path=ppt/slides/_rels/slide58.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59.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317.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318.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60.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317.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47.xml"/><Relationship Id="rId16" Type="http://schemas.openxmlformats.org/officeDocument/2006/relationships/image" Target="../media/image319.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61.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322.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321.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321.png"/><Relationship Id="rId14" Type="http://schemas.openxmlformats.org/officeDocument/2006/relationships/image" Target="../media/image323.png"/></Relationships>
</file>

<file path=ppt/slides/_rels/slide62.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325.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326.png"/><Relationship Id="rId17" Type="http://schemas.openxmlformats.org/officeDocument/2006/relationships/image" Target="../media/image328.png"/><Relationship Id="rId2" Type="http://schemas.openxmlformats.org/officeDocument/2006/relationships/image" Target="../media/image324.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327.png"/><Relationship Id="rId10" Type="http://schemas.openxmlformats.org/officeDocument/2006/relationships/image" Target="../media/image730.png"/><Relationship Id="rId19" Type="http://schemas.openxmlformats.org/officeDocument/2006/relationships/image" Target="../media/image329.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333.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48.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64.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334.png"/><Relationship Id="rId7" Type="http://schemas.openxmlformats.org/officeDocument/2006/relationships/image" Target="../media/image2600.png"/><Relationship Id="rId12" Type="http://schemas.openxmlformats.org/officeDocument/2006/relationships/image" Target="../media/image3100.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0.png"/><Relationship Id="rId5" Type="http://schemas.openxmlformats.org/officeDocument/2006/relationships/image" Target="../media/image2400.png"/><Relationship Id="rId10" Type="http://schemas.openxmlformats.org/officeDocument/2006/relationships/image" Target="../media/image2900.png"/><Relationship Id="rId4" Type="http://schemas.openxmlformats.org/officeDocument/2006/relationships/image" Target="../media/image326.png"/><Relationship Id="rId9" Type="http://schemas.openxmlformats.org/officeDocument/2006/relationships/image" Target="../media/image28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4619626" y="4423988"/>
            <a:ext cx="3002196"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051B793D-E2CE-9CA9-360C-32ED370582E9}"/>
              </a:ext>
            </a:extLst>
          </p:cNvPr>
          <p:cNvSpPr/>
          <p:nvPr/>
        </p:nvSpPr>
        <p:spPr>
          <a:xfrm>
            <a:off x="412670" y="4423988"/>
            <a:ext cx="180698"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131110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933276" y="2508032"/>
            <a:ext cx="6688545" cy="3590901"/>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2970292479"/>
              </p:ext>
            </p:extLst>
          </p:nvPr>
        </p:nvGraphicFramePr>
        <p:xfrm>
          <a:off x="278688" y="2802843"/>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0" y="2472501"/>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1ECED-81B0-6F1A-430E-964B03B347D2}"/>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39F2DE9D-CE99-2018-1ACF-93EF351B1B2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749092CB-2DB6-D6FC-C0C7-5BEBE2F02A07}"/>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749092CB-2DB6-D6FC-C0C7-5BEBE2F02A07}"/>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7248A6C-34AF-E16E-EF52-6C3D9012FBF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07248A6C-34AF-E16E-EF52-6C3D9012FBF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30BFCC9-3B35-8E82-F251-6975AB202C42}"/>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52FED4C7-9E10-B113-58BC-D0008057DD40}"/>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52FED4C7-9E10-B113-58BC-D0008057DD40}"/>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CF3CF220-B5A5-99F1-6CE1-F6990EBCFD9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CF3CF220-B5A5-99F1-6CE1-F6990EBCFD9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A37B836-32B3-1F47-EC1E-A21F7BF3059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81B7716E-0E93-5651-DBB6-2034A7890CAC}"/>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81B7716E-0E93-5651-DBB6-2034A7890CAC}"/>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1144AB5-B305-FC68-9525-3705E7AB31C6}"/>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15B18E90-31A3-668A-3D2D-2A98FB60B8B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318B090-CA98-34AA-8241-21AD35020A5B}"/>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9D68985-8500-CE93-502D-B6F6C9AB418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DC3DB3F-F4D8-B2DD-D2EC-2476CC29AD42}"/>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BB4E5F4-FB2F-0DBA-34D1-667CBD4FC00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39D9DF-FF5B-B410-2AD7-F14B2EE4B737}"/>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D1C8414-CCB3-88CB-AE2F-8EA0D9D2D7E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BD7FB1BE-6385-49D2-86A8-10AFC8510DC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BD7FB1BE-6385-49D2-86A8-10AFC8510DC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F7E35BE-1F5F-8EF5-B19B-C44A42FAE4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463AC09-730C-1C5C-DFEA-AE57A6AADCF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D27AA13-15C1-3E23-E63F-3BC1837E58F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986179F0-E4FF-BF32-7D8F-8B342A31EBBF}"/>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986179F0-E4FF-BF32-7D8F-8B342A31EBBF}"/>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F88C630-52D9-7EBE-A26E-8A420C1F3973}"/>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4E9304F7-F360-5EE0-8D56-CF33FE194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4E9304F7-F360-5EE0-8D56-CF33FE194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00D2528-AD00-A776-2DD6-6B6ECF2FA67F}"/>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92860CDE-8231-8428-2D01-4713FD12D50A}"/>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92860CDE-8231-8428-2D01-4713FD12D50A}"/>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2C722CD-2ED1-55A6-B78C-3E3DBBCBF8FA}"/>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4B81BC1-A3E2-5E46-165D-AECDEAAB0EC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DA7BF5-3DC8-A2F7-7025-EC6FBFBE936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4020059-3B60-6E0C-0CD4-69913C64191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6D0A58D-C874-E01E-67F1-64664291BDF4}"/>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9135965E-D7CF-94C4-3D79-9FF22CDF8FF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9135965E-D7CF-94C4-3D79-9FF22CDF8FF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2A6F224E-6080-0367-ACB1-82DD97614112}"/>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2A6F224E-6080-0367-ACB1-82DD97614112}"/>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87D0987D-B640-C7BF-5276-AAFC8A43E75A}"/>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87D0987D-B640-C7BF-5276-AAFC8A43E75A}"/>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1E4500D-51A5-7A60-A392-F89DC2A02297}"/>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5EC8E080-8C61-FBD0-995A-D6823D196F0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5EC8E080-8C61-FBD0-995A-D6823D196F0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42CCD3E-800E-FD8E-7A3D-B9F663AFFC5F}"/>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BD3390C9-2603-78C2-B412-BB5EC45C210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BD3390C9-2603-78C2-B412-BB5EC45C210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7B05F7F-7EC2-EFA9-B326-96A1CD2BA2A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57B05F7F-7EC2-EFA9-B326-96A1CD2BA2A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54FD3BB-923C-F9B9-F0AA-ABA546CEE7EA}"/>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9BFB627-A72A-1099-C7B0-5DCA0C8BFE85}"/>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281A265-FE00-7FFA-1298-6A90E8F84476}"/>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9225977E-9B6F-C2CB-3FE4-4A784EDA4F7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B1536DB4-9452-CB59-1AFE-5F7E1B834CBC}"/>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B1536DB4-9452-CB59-1AFE-5F7E1B834CBC}"/>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B8506022-CEB3-D4A8-A869-7EC4E4265C54}"/>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B8506022-CEB3-D4A8-A869-7EC4E4265C54}"/>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6BE0954-341D-ACFA-466A-7F27DFC52116}"/>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16BE0954-341D-ACFA-466A-7F27DFC52116}"/>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FAE1B653-C87E-90C1-A4E0-69B67F16C00D}"/>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FAE1B653-C87E-90C1-A4E0-69B67F16C00D}"/>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0D5F0B6-2BB9-62B0-A7B9-50CE52AD0422}"/>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DFCB1A-362A-8BAD-0120-37DFD937AF08}"/>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36F4FBC1-ADCE-394B-8CB8-33E410CF846F}"/>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36F4FBC1-ADCE-394B-8CB8-33E410CF846F}"/>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18FD279-9B9E-8DDC-8DCB-BF63754E6F3B}"/>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BBAFAF0-9212-4A1B-1CE7-6CA2737117C7}"/>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E630482-8057-E892-3B41-88BBE302C6EB}"/>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BFA90D38-ECA3-A603-712B-988EAA2A540F}"/>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438B3414-4F91-03B3-80C9-8B491614FC89}"/>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438B3414-4F91-03B3-80C9-8B491614FC89}"/>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3BAD6DED-550A-664B-0732-3198CA80CB17}"/>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3BAD6DED-550A-664B-0732-3198CA80CB17}"/>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375297D4-0ABB-9329-220F-0EF797FDE653}"/>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375297D4-0ABB-9329-220F-0EF797FDE653}"/>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9E7B2E8-DA7B-9B44-0292-A57775A3624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9E7B2E8-DA7B-9B44-0292-A57775A3624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CF66F788-9233-8182-0546-DC4A84BE0DF1}"/>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CF66F788-9233-8182-0546-DC4A84BE0DF1}"/>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BBF66C3-511C-8563-5A5D-441EA70CEAA8}"/>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E842744-2807-C0F7-9DDA-E80AE5124BD7}"/>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143FBDD-B725-0443-6A24-70D6F35D1B5C}"/>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D25CB7E9-1983-4A42-12DC-5DCA7191256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37D544B-C692-D512-9F24-CA79F26038D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9DFBFD5-7498-7584-99D3-025968A9B701}"/>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6D0D7D3-059D-8A96-5D0F-8FB4F4F38F08}"/>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4F193728-100A-0408-E9AF-F4E596430100}"/>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34712CC-6922-6146-6ACE-3222374742E3}"/>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CFCDC36-BDED-D4D0-1B43-BB0B6E3C378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51C5A97-2E88-BF17-44BF-92172A209112}"/>
              </a:ext>
            </a:extLst>
          </p:cNvPr>
          <p:cNvSpPr txBox="1"/>
          <p:nvPr/>
        </p:nvSpPr>
        <p:spPr>
          <a:xfrm>
            <a:off x="0" y="2472501"/>
            <a:ext cx="862737" cy="369332"/>
          </a:xfrm>
          <a:prstGeom prst="rect">
            <a:avLst/>
          </a:prstGeom>
          <a:noFill/>
        </p:spPr>
        <p:txBody>
          <a:bodyPr wrap="none" rtlCol="0">
            <a:spAutoFit/>
          </a:bodyPr>
          <a:lstStyle/>
          <a:p>
            <a:r>
              <a:rPr lang="en-US" dirty="0"/>
              <a:t>Motif 1</a:t>
            </a:r>
          </a:p>
        </p:txBody>
      </p:sp>
      <p:graphicFrame>
        <p:nvGraphicFramePr>
          <p:cNvPr id="5" name="Table 4">
            <a:extLst>
              <a:ext uri="{FF2B5EF4-FFF2-40B4-BE49-F238E27FC236}">
                <a16:creationId xmlns:a16="http://schemas.microsoft.com/office/drawing/2014/main" id="{46DAD0F0-232F-1974-1648-EFAB17CB3BC7}"/>
              </a:ext>
            </a:extLst>
          </p:cNvPr>
          <p:cNvGraphicFramePr>
            <a:graphicFrameLocks noGrp="1"/>
          </p:cNvGraphicFramePr>
          <p:nvPr>
            <p:extLst>
              <p:ext uri="{D42A27DB-BD31-4B8C-83A1-F6EECF244321}">
                <p14:modId xmlns:p14="http://schemas.microsoft.com/office/powerpoint/2010/main" val="1684356953"/>
              </p:ext>
            </p:extLst>
          </p:nvPr>
        </p:nvGraphicFramePr>
        <p:xfrm>
          <a:off x="1093915" y="2797411"/>
          <a:ext cx="10078911" cy="3017520"/>
        </p:xfrm>
        <a:graphic>
          <a:graphicData uri="http://schemas.openxmlformats.org/drawingml/2006/table">
            <a:tbl>
              <a:tblPr firstRow="1" bandRow="1">
                <a:tableStyleId>{C4B1156A-380E-4F78-BDF5-A606A8083BF9}</a:tableStyleId>
              </a:tblPr>
              <a:tblGrid>
                <a:gridCol w="3386139">
                  <a:extLst>
                    <a:ext uri="{9D8B030D-6E8A-4147-A177-3AD203B41FA5}">
                      <a16:colId xmlns:a16="http://schemas.microsoft.com/office/drawing/2014/main" val="2247704463"/>
                    </a:ext>
                  </a:extLst>
                </a:gridCol>
                <a:gridCol w="2586223">
                  <a:extLst>
                    <a:ext uri="{9D8B030D-6E8A-4147-A177-3AD203B41FA5}">
                      <a16:colId xmlns:a16="http://schemas.microsoft.com/office/drawing/2014/main" val="1120151498"/>
                    </a:ext>
                  </a:extLst>
                </a:gridCol>
                <a:gridCol w="3026827">
                  <a:extLst>
                    <a:ext uri="{9D8B030D-6E8A-4147-A177-3AD203B41FA5}">
                      <a16:colId xmlns:a16="http://schemas.microsoft.com/office/drawing/2014/main" val="1328058479"/>
                    </a:ext>
                  </a:extLst>
                </a:gridCol>
                <a:gridCol w="107972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US" sz="1200" dirty="0">
                          <a:hlinkClick r:id="rId35"/>
                        </a:rPr>
                        <a:t>AF-Q12676-F1-model_v6.pdb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6"/>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7"/>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Tree>
    <p:extLst>
      <p:ext uri="{BB962C8B-B14F-4D97-AF65-F5344CB8AC3E}">
        <p14:creationId xmlns:p14="http://schemas.microsoft.com/office/powerpoint/2010/main" val="2054488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AB873-4EB4-6BEA-CF88-C39EABAA37A9}"/>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B864749D-E437-E399-E2C9-A0B6C34CAEEE}"/>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21DE4E9C-6FE6-45BC-9541-D56EFEE36B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1D64299-4C10-2108-727E-D73856E7E84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81D64299-4C10-2108-727E-D73856E7E84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3"/>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C846EA13-11D9-9A54-07CD-78196B29377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C846EA13-11D9-9A54-07CD-78196B29377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4"/>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44ACF802-28A8-034F-639D-98961E03982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F021D3C8-AE7C-107F-8D2E-FC14B4A7059D}"/>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F021D3C8-AE7C-107F-8D2E-FC14B4A7059D}"/>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5"/>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9062D37F-BF90-E17F-C287-056F70662DF1}"/>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9062D37F-BF90-E17F-C287-056F70662DF1}"/>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6"/>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BF1A0D9-B21E-103C-E404-6DC8B244606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47BEFAC1-B6C8-04DC-B304-0850775495FE}"/>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47BEFAC1-B6C8-04DC-B304-0850775495FE}"/>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7"/>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28BAEFA-7E49-56EA-D047-69F130B827F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4E68FC-14A2-F009-5F2C-F3AFE7E3E76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2448B32-11E1-10F4-CE94-FE04822C180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EBDE0F9-035B-E294-0B84-C947C7ED6495}"/>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FA1F25E-C78F-ED08-7C99-29815254DA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8A7FEE76-9FC0-9D52-C6DD-F013C48E1EE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27DC2DE-F212-5F52-88D6-B9C5BC9D7F85}"/>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79FFAD6A-30A5-EB3D-45D0-F1A2D127D45B}"/>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24421EBB-7851-EDD8-C041-592E50AC72EA}"/>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24421EBB-7851-EDD8-C041-592E50AC72EA}"/>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8"/>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226CFA-F7E0-22E2-DC2D-02975FECDE6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38C8E52F-99C3-21CD-D2AA-5C0A17A88F0C}"/>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DDEAA90-6692-0FA0-F8A1-6762D64A191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04DB6183-C302-58CA-5345-5951643CCFA4}"/>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04DB6183-C302-58CA-5345-5951643CCFA4}"/>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9"/>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08FEB3F-3E6B-CFD5-6064-83A6876A998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FD6AD12B-74DC-4FFA-4F86-2CA0C23E757B}"/>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FD6AD12B-74DC-4FFA-4F86-2CA0C23E757B}"/>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0"/>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3FACBFA-CEF3-5141-2ADA-A5B02323986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7AFC072D-DE82-5318-7950-9F894D85D44F}"/>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7AFC072D-DE82-5318-7950-9F894D85D44F}"/>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1"/>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4558AF-6815-B90F-36DC-C7D95399FC9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11A7346-72E0-FEDB-64F1-B03A961F9419}"/>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0529DA7-1CFC-0A6B-A1B1-D237A6F31E9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1E54E44B-C474-E796-58BC-5D8D6693E6C8}"/>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2938815-4F8A-3466-C01B-0ADD6E25459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EF93E934-5799-6CBE-2C4A-14306C0FCD4A}"/>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EF93E934-5799-6CBE-2C4A-14306C0FCD4A}"/>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2"/>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206C0D4F-2903-6CF0-69E1-CC39B4F6E72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206C0D4F-2903-6CF0-69E1-CC39B4F6E72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3"/>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0C1DE4BD-24FD-8627-6512-343ECD7FF52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0C1DE4BD-24FD-8627-6512-343ECD7FF52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4"/>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89B2A67-6168-8FC1-DC25-D07A4D9C3732}"/>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C1639BEC-1451-BC2F-2D10-998E93096EA7}"/>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C1639BEC-1451-BC2F-2D10-998E93096EA7}"/>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5"/>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3CB9E598-CB34-6D25-E669-B5B6909F91D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35A7781-69A9-AFE5-2D58-ACD778551BEE}"/>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635A7781-69A9-AFE5-2D58-ACD778551BEE}"/>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6"/>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8AC800E0-DCD8-4F6D-8B4B-08864F2104E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8AC800E0-DCD8-4F6D-8B4B-08864F2104E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7"/>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D72D7D0-895C-59C1-235D-D52BD613E6EE}"/>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9A6D4F7-999A-50E5-FB74-54D0DF615A6B}"/>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8A37EC56-D45C-A3A7-2CD5-FB32E735ECA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66F8A06-1AC3-4E36-DDEC-DDD7CCC9B75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CF8AAE82-CEA6-D95F-FB64-BBD56E24FD9A}"/>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CF8AAE82-CEA6-D95F-FB64-BBD56E24FD9A}"/>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8"/>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37659DB6-301D-78D7-4DC2-29357380F19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37659DB6-301D-78D7-4DC2-29357380F19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832A429B-B785-95A6-E0C8-AE6F6A9ECFE2}"/>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832A429B-B785-95A6-E0C8-AE6F6A9ECFE2}"/>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0633F17A-FD57-3440-C217-626AEEA779D7}"/>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0633F17A-FD57-3440-C217-626AEEA779D7}"/>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1"/>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E8785205-A9BE-540C-49D1-10085D7DD84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D38BD13F-346E-F4BD-D6E6-0385FA49FD8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DC626A42-AFBE-BD72-CC6F-5724BE948703}"/>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DC626A42-AFBE-BD72-CC6F-5724BE948703}"/>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2"/>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7ADE0BD-9357-7B06-5BE4-3AB0BD6AE3F2}"/>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A6A598-4326-4754-AA64-0A1F982AB77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2E5D03D-CCC6-5E54-D355-C49BB10EA2E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92DCF663-5698-845E-AE9E-6466C36FFC3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90409BE3-0B9F-0AA1-2335-67775E3233B3}"/>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90409BE3-0B9F-0AA1-2335-67775E3233B3}"/>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3"/>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103CDE5-276F-376C-5F9A-04C7E7E5EE94}"/>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5103CDE5-276F-376C-5F9A-04C7E7E5EE94}"/>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4"/>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D14FC2FF-2F14-ED60-7C8F-7CAC56E318AE}"/>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D14FC2FF-2F14-ED60-7C8F-7CAC56E318AE}"/>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5"/>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FB8A0B52-D97F-7A8D-98B9-BC1A823D2966}"/>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FB8A0B52-D97F-7A8D-98B9-BC1A823D2966}"/>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6"/>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BDA3EB23-2D30-B98C-2470-23043B7E2167}"/>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BDA3EB23-2D30-B98C-2470-23043B7E2167}"/>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7"/>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313638E-8CD5-D8B8-CD76-50B04894DEE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EBB0EDF-B9AA-F9FC-128E-16FC0A56A3C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8A400417-ACED-DA29-14DC-56EDC1A86B9D}"/>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C39D56A5-12A5-A22C-E69F-F7DD1FA061BF}"/>
              </a:ext>
            </a:extLst>
          </p:cNvPr>
          <p:cNvSpPr txBox="1"/>
          <p:nvPr/>
        </p:nvSpPr>
        <p:spPr>
          <a:xfrm>
            <a:off x="3144899" y="1921743"/>
            <a:ext cx="862737" cy="369332"/>
          </a:xfrm>
          <a:prstGeom prst="rect">
            <a:avLst/>
          </a:prstGeom>
          <a:noFill/>
        </p:spPr>
        <p:txBody>
          <a:bodyPr wrap="none" rtlCol="0">
            <a:spAutoFit/>
          </a:bodyPr>
          <a:lstStyle/>
          <a:p>
            <a:r>
              <a:rPr lang="en-US" dirty="0"/>
              <a:t>Motif 1</a:t>
            </a:r>
          </a:p>
        </p:txBody>
      </p:sp>
      <p:sp>
        <p:nvSpPr>
          <p:cNvPr id="7" name="Rectangle: Rounded Corners 6">
            <a:extLst>
              <a:ext uri="{FF2B5EF4-FFF2-40B4-BE49-F238E27FC236}">
                <a16:creationId xmlns:a16="http://schemas.microsoft.com/office/drawing/2014/main" id="{ABF171EF-1155-2D87-4A85-4256BE627AA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EEE3F3A3-C6E4-47C2-6296-530377303B22}"/>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ADE78E90-D1B3-3623-BB04-3ABE30F2DBB4}"/>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C5DD3330-16F5-9FAC-A9CD-860A5787E153}"/>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435173AD-264C-0737-031F-6E7144E0B27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886822F-5D3E-DB54-ABA0-086FB212BF2F}"/>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C6024A21-4BB1-1384-4D2B-1613A19EC988}"/>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FA7990F-06AB-222D-6FB0-E0254A1ABD42}"/>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2AAB4EC4-5FA8-79C7-5010-7E9AC23791C9}"/>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951DB8E5-F127-C9F5-4B7B-E34A49FA1623}"/>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9139DFA-9D50-C427-E9B8-F03C04481EC0}"/>
                  </a:ext>
                </a:extLst>
              </p:cNvPr>
              <p:cNvSpPr txBox="1"/>
              <p:nvPr/>
            </p:nvSpPr>
            <p:spPr>
              <a:xfrm>
                <a:off x="7449383" y="3425309"/>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27" name="TextBox 26">
                <a:extLst>
                  <a:ext uri="{FF2B5EF4-FFF2-40B4-BE49-F238E27FC236}">
                    <a16:creationId xmlns:a16="http://schemas.microsoft.com/office/drawing/2014/main" id="{99139DFA-9D50-C427-E9B8-F03C04481EC0}"/>
                  </a:ext>
                </a:extLst>
              </p:cNvPr>
              <p:cNvSpPr txBox="1">
                <a:spLocks noRot="1" noChangeAspect="1" noMove="1" noResize="1" noEditPoints="1" noAdjustHandles="1" noChangeArrowheads="1" noChangeShapeType="1" noTextEdit="1"/>
              </p:cNvSpPr>
              <p:nvPr/>
            </p:nvSpPr>
            <p:spPr>
              <a:xfrm>
                <a:off x="7449383" y="3425309"/>
                <a:ext cx="352041" cy="369332"/>
              </a:xfrm>
              <a:prstGeom prst="rect">
                <a:avLst/>
              </a:prstGeom>
              <a:blipFill>
                <a:blip r:embed="rId28"/>
                <a:stretch>
                  <a:fillRect r="-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A9CFECB0-BC05-BF0F-0983-B537495FF777}"/>
                  </a:ext>
                </a:extLst>
              </p:cNvPr>
              <p:cNvSpPr txBox="1"/>
              <p:nvPr/>
            </p:nvSpPr>
            <p:spPr>
              <a:xfrm>
                <a:off x="5165317" y="3248025"/>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29" name="TextBox 28">
                <a:extLst>
                  <a:ext uri="{FF2B5EF4-FFF2-40B4-BE49-F238E27FC236}">
                    <a16:creationId xmlns:a16="http://schemas.microsoft.com/office/drawing/2014/main" id="{A9CFECB0-BC05-BF0F-0983-B537495FF777}"/>
                  </a:ext>
                </a:extLst>
              </p:cNvPr>
              <p:cNvSpPr txBox="1">
                <a:spLocks noRot="1" noChangeAspect="1" noMove="1" noResize="1" noEditPoints="1" noAdjustHandles="1" noChangeArrowheads="1" noChangeShapeType="1" noTextEdit="1"/>
              </p:cNvSpPr>
              <p:nvPr/>
            </p:nvSpPr>
            <p:spPr>
              <a:xfrm>
                <a:off x="5165317" y="3248025"/>
                <a:ext cx="352041" cy="369332"/>
              </a:xfrm>
              <a:prstGeom prst="rect">
                <a:avLst/>
              </a:prstGeom>
              <a:blipFill>
                <a:blip r:embed="rId29"/>
                <a:stretch>
                  <a:fillRect r="-31034"/>
                </a:stretch>
              </a:blipFill>
            </p:spPr>
            <p:txBody>
              <a:bodyPr/>
              <a:lstStyle/>
              <a:p>
                <a:r>
                  <a:rPr lang="en-US">
                    <a:noFill/>
                  </a:rPr>
                  <a:t> </a:t>
                </a:r>
              </a:p>
            </p:txBody>
          </p:sp>
        </mc:Fallback>
      </mc:AlternateContent>
    </p:spTree>
    <p:extLst>
      <p:ext uri="{BB962C8B-B14F-4D97-AF65-F5344CB8AC3E}">
        <p14:creationId xmlns:p14="http://schemas.microsoft.com/office/powerpoint/2010/main" val="30472906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3601993648"/>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 sz="1200" b="0" i="0" dirty="0">
                          <a:solidFill>
                            <a:srgbClr val="0A0A0A"/>
                          </a:solidFill>
                          <a:effectLst/>
                          <a:latin typeface="Lato" panose="020F0502020204030203" pitchFamily="34" charset="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5"/>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r>
                        <a:rPr lang="en-US" sz="1200" dirty="0">
                          <a:hlinkClick r:id="rId36"/>
                        </a:rPr>
                        <a:t>AF-P36001-F1-model_v6.pdb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7"/>
                        </a:rPr>
                        <a:t>9GR8</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22471" y="2619368"/>
            <a:ext cx="986167" cy="369332"/>
          </a:xfrm>
          <a:prstGeom prst="rect">
            <a:avLst/>
          </a:prstGeom>
          <a:noFill/>
        </p:spPr>
        <p:txBody>
          <a:bodyPr wrap="none" rtlCol="0">
            <a:spAutoFit/>
          </a:bodyPr>
          <a:lstStyle/>
          <a:p>
            <a:r>
              <a:rPr lang="en-US" dirty="0"/>
              <a:t>Motif 30</a:t>
            </a:r>
          </a:p>
        </p:txBody>
      </p:sp>
    </p:spTree>
    <p:extLst>
      <p:ext uri="{BB962C8B-B14F-4D97-AF65-F5344CB8AC3E}">
        <p14:creationId xmlns:p14="http://schemas.microsoft.com/office/powerpoint/2010/main" val="21210665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DD1AB-68EC-3EBF-A890-7DC3074901A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31075-4435-B76E-4E8B-1606CA97EE08}"/>
              </a:ext>
            </a:extLst>
          </p:cNvPr>
          <p:cNvPicPr>
            <a:picLocks noChangeAspect="1"/>
          </p:cNvPicPr>
          <p:nvPr/>
        </p:nvPicPr>
        <p:blipFill>
          <a:blip r:embed="rId3"/>
          <a:stretch>
            <a:fillRect/>
          </a:stretch>
        </p:blipFill>
        <p:spPr>
          <a:xfrm>
            <a:off x="3059127" y="2089438"/>
            <a:ext cx="6375892" cy="4761742"/>
          </a:xfrm>
          <a:prstGeom prst="rect">
            <a:avLst/>
          </a:prstGeom>
        </p:spPr>
      </p:pic>
      <p:grpSp>
        <p:nvGrpSpPr>
          <p:cNvPr id="6" name="Group 5">
            <a:extLst>
              <a:ext uri="{FF2B5EF4-FFF2-40B4-BE49-F238E27FC236}">
                <a16:creationId xmlns:a16="http://schemas.microsoft.com/office/drawing/2014/main" id="{225856B9-F8D5-8018-0F8B-BE1636F89E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9E871FFB-E691-6E97-FB92-70EA294EFD8F}"/>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28FD22F-5073-16B6-7D07-E93D55DFBB2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28FD22F-5073-16B6-7D07-E93D55DFBB2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191CF74-DAED-ED1D-A1D1-564433505060}"/>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8191CF74-DAED-ED1D-A1D1-564433505060}"/>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5C9A496-7921-606F-1CF4-985755D692C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64875DF-EB12-10D7-CC0F-9ED22AFC7136}"/>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64875DF-EB12-10D7-CC0F-9ED22AFC7136}"/>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4302B4A-3EC2-293D-853F-69EF634FD0C7}"/>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4302B4A-3EC2-293D-853F-69EF634FD0C7}"/>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FBCE5A4-8702-3489-1022-76D9FD316DC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03C318F-0C34-1936-C28A-1DF9025471AF}"/>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03C318F-0C34-1936-C28A-1DF9025471AF}"/>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B221534-CBB9-D1AB-EBC7-6BFE2CFCF255}"/>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FA70CDD-AF11-4354-C218-5ED1313E5012}"/>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516EA4A-F809-D15A-4E9C-78D566B8A246}"/>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D565628-1453-3A80-4341-9CBC422CD12A}"/>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9872745-A001-9F9A-7DDD-89BFD91B017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23BC552-3C31-D2D9-9648-CA7CBB4C283E}"/>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E86D61DF-96E2-54DD-FB6C-0431F4C8F43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C5C448D2-63F2-04DB-6905-2E18DB8C3632}"/>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C37C814-9C21-C0F3-6D1F-328C4ACCCA84}"/>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9C37C814-9C21-C0F3-6D1F-328C4ACCCA84}"/>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2595BFF-BB1C-6769-D3F1-D1798DC5AD08}"/>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7FC5C2C4-7638-4367-A13C-86B0C7CB59D6}"/>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E5BB0C7-9178-7B16-39C4-3993E8F2A07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114C551-7000-83AF-F899-1CB40EA37F2B}"/>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9114C551-7000-83AF-F899-1CB40EA37F2B}"/>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D72BB2C-BE45-97A5-B58A-844ECF17614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AA15DC-5217-266C-E696-6CE4CF1C2B69}"/>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5AAA15DC-5217-266C-E696-6CE4CF1C2B69}"/>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0DBB9-3C5B-C5AF-831E-2EB9F533702C}"/>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43D5DF9-ED1B-D46C-6398-CF42B6F7BDB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943D5DF9-ED1B-D46C-6398-CF42B6F7BDB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2573FFC-96E6-236A-630C-6E7951809F8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5251764-1FDE-717D-4EBC-DC4B649C767F}"/>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6265E9A-799E-00F2-219F-58EE333A8A58}"/>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F479EA2C-B7C7-0BE3-0163-AC8BF6694E50}"/>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5D72516-9648-30A9-F5C7-1642BE92A920}"/>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F2F7D08-8974-236F-3EBB-17EEE5C6D199}"/>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5F2F7D08-8974-236F-3EBB-17EEE5C6D199}"/>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B41B64B8-3394-79A1-F25F-3C465A84B35B}"/>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B41B64B8-3394-79A1-F25F-3C465A84B35B}"/>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64CF2DAF-B4F2-9363-7480-0CF5AE476874}"/>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4CF2DAF-B4F2-9363-7480-0CF5AE476874}"/>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C53B5A1-2550-0614-0502-B76920E57DF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E371183-99DF-CA2B-E537-A14657AF513F}"/>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AE371183-99DF-CA2B-E537-A14657AF513F}"/>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5AF980E-69F2-6E5A-0BCE-DAEE0A4165F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18FE85C-5E23-040C-DCC0-5CEF9B611679}"/>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A18FE85C-5E23-040C-DCC0-5CEF9B611679}"/>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0EB7FDD-C7DD-C847-C72F-BB17A68FE08C}"/>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40EB7FDD-C7DD-C847-C72F-BB17A68FE08C}"/>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E88AD76-40D5-DFA3-2E26-7D5BB84C264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06087EA0-6B05-1869-1EC5-743C3D704F8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38CFFADF-ADAF-6C8D-9A8C-545E5409A618}"/>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E491907-316B-6756-F63F-784B84E3A19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9AA8908-0283-1075-B3CA-03C6D49F68A8}"/>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E9AA8908-0283-1075-B3CA-03C6D49F68A8}"/>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2FEFDF0-B801-9ECE-3BFE-D34591D2D193}"/>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22FEFDF0-B801-9ECE-3BFE-D34591D2D193}"/>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D8BC479-9AB5-ABFB-7592-9623B653E196}"/>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D8BC479-9AB5-ABFB-7592-9623B653E196}"/>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1A08E05-EBCA-14B3-9C4F-0D065981640B}"/>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21A08E05-EBCA-14B3-9C4F-0D065981640B}"/>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5FFF845-9B65-D646-16C9-EC878370803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95285A71-98ED-3E97-70BB-FC61B5A06897}"/>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0F00B93-063D-7E2D-53E4-AED7FB9300FC}"/>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0F00B93-063D-7E2D-53E4-AED7FB9300FC}"/>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8F6477-1942-D5B4-17DC-EB388E0BE5E0}"/>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2D094F-9A5D-C2BA-1AE8-E84D41850807}"/>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D760B44-C102-B3BB-AA5B-FD9251F313B7}"/>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AF254D24-6C3E-4FF9-6269-1705505203C8}"/>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8D895DFD-5FD4-B428-957C-A12D2FC713B8}"/>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8D895DFD-5FD4-B428-957C-A12D2FC713B8}"/>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FAABFF5-446D-0662-1965-E0455058E22C}"/>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7FAABFF5-446D-0662-1965-E0455058E22C}"/>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BF6754-372B-7363-62F5-6614413DE55B}"/>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FFBF6754-372B-7363-62F5-6614413DE55B}"/>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93BD7CC-1F1D-6CF7-F4AB-96992B1693D0}"/>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993BD7CC-1F1D-6CF7-F4AB-96992B1693D0}"/>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DC20493-5371-1632-FE84-35E092D4701F}"/>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ADC20493-5371-1632-FE84-35E092D4701F}"/>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F9E9B2-F893-93E2-52F4-9E0C569A66A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A3A017C-8023-3A7B-D31B-285B62DAA272}"/>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92FEA182-0F12-8FA3-55E9-5D982F2CDE79}"/>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D828C27A-E7D1-D778-D988-3526739A0683}"/>
              </a:ext>
            </a:extLst>
          </p:cNvPr>
          <p:cNvSpPr txBox="1"/>
          <p:nvPr/>
        </p:nvSpPr>
        <p:spPr>
          <a:xfrm>
            <a:off x="3144899" y="1921743"/>
            <a:ext cx="986167" cy="369332"/>
          </a:xfrm>
          <a:prstGeom prst="rect">
            <a:avLst/>
          </a:prstGeom>
          <a:noFill/>
        </p:spPr>
        <p:txBody>
          <a:bodyPr wrap="none" rtlCol="0">
            <a:spAutoFit/>
          </a:bodyPr>
          <a:lstStyle/>
          <a:p>
            <a:r>
              <a:rPr lang="en-US" dirty="0"/>
              <a:t>Motif 30</a:t>
            </a:r>
          </a:p>
        </p:txBody>
      </p:sp>
      <p:sp>
        <p:nvSpPr>
          <p:cNvPr id="7" name="Rectangle: Rounded Corners 6">
            <a:extLst>
              <a:ext uri="{FF2B5EF4-FFF2-40B4-BE49-F238E27FC236}">
                <a16:creationId xmlns:a16="http://schemas.microsoft.com/office/drawing/2014/main" id="{101BE562-263A-E5DD-D0C3-DF77F532B3FD}"/>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49C373B-08E7-BDE1-4850-483C796BF105}"/>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067FBA4A-FEE1-01B2-7A4C-261848FDAF6B}"/>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58E1E87E-D01E-457F-AE26-6FB97C917677}"/>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324F07E7-0FAB-28D7-711D-279035F524A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A2B7266-7CCD-E517-0E85-CDE18731FC28}"/>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804114A-0706-B223-D9CC-685ABF2F5BC3}"/>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8D8135C-0767-8256-BC20-04B0CF2F6FB9}"/>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C216C669-2706-C2DD-57D0-F623EC059ADF}"/>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EB4E631A-CCC2-AF35-A4E6-A10806C5D982}"/>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1250E81-9DF2-9CAA-EDF2-F2016CE142C7}"/>
                  </a:ext>
                </a:extLst>
              </p:cNvPr>
              <p:cNvSpPr txBox="1"/>
              <p:nvPr/>
            </p:nvSpPr>
            <p:spPr>
              <a:xfrm>
                <a:off x="7449383" y="3425309"/>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E1250E81-9DF2-9CAA-EDF2-F2016CE142C7}"/>
                  </a:ext>
                </a:extLst>
              </p:cNvPr>
              <p:cNvSpPr txBox="1">
                <a:spLocks noRot="1" noChangeAspect="1" noMove="1" noResize="1" noEditPoints="1" noAdjustHandles="1" noChangeArrowheads="1" noChangeShapeType="1" noTextEdit="1"/>
              </p:cNvSpPr>
              <p:nvPr/>
            </p:nvSpPr>
            <p:spPr>
              <a:xfrm>
                <a:off x="7449383" y="3425309"/>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EAAA924-E685-B240-BF0D-ACC1C15BA75D}"/>
                  </a:ext>
                </a:extLst>
              </p:cNvPr>
              <p:cNvSpPr txBox="1"/>
              <p:nvPr/>
            </p:nvSpPr>
            <p:spPr>
              <a:xfrm>
                <a:off x="5165317" y="3248025"/>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EEAAA924-E685-B240-BF0D-ACC1C15BA75D}"/>
                  </a:ext>
                </a:extLst>
              </p:cNvPr>
              <p:cNvSpPr txBox="1">
                <a:spLocks noRot="1" noChangeAspect="1" noMove="1" noResize="1" noEditPoints="1" noAdjustHandles="1" noChangeArrowheads="1" noChangeShapeType="1" noTextEdit="1"/>
              </p:cNvSpPr>
              <p:nvPr/>
            </p:nvSpPr>
            <p:spPr>
              <a:xfrm>
                <a:off x="5165317" y="3248025"/>
                <a:ext cx="352041" cy="369332"/>
              </a:xfrm>
              <a:prstGeom prst="rect">
                <a:avLst/>
              </a:prstGeom>
              <a:blipFill>
                <a:blip r:embed="rId30"/>
                <a:stretch>
                  <a:fillRect r="-31034"/>
                </a:stretch>
              </a:blipFill>
            </p:spPr>
            <p:txBody>
              <a:bodyPr/>
              <a:lstStyle/>
              <a:p>
                <a:r>
                  <a:rPr lang="en-US">
                    <a:noFill/>
                  </a:rPr>
                  <a:t> </a:t>
                </a:r>
              </a:p>
            </p:txBody>
          </p:sp>
        </mc:Fallback>
      </mc:AlternateContent>
    </p:spTree>
    <p:extLst>
      <p:ext uri="{BB962C8B-B14F-4D97-AF65-F5344CB8AC3E}">
        <p14:creationId xmlns:p14="http://schemas.microsoft.com/office/powerpoint/2010/main" val="3957723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A44FD-3F96-2AE9-5603-415F1AA1A40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E05E938-19BC-A8DA-2A94-BDAEA443E65A}"/>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651A1DA-588B-49C6-33EA-7C271DF3405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2651A1DA-588B-49C6-33EA-7C271DF3405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83A27FB-80F4-4424-CA6C-0789BDB18062}"/>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83A27FB-80F4-4424-CA6C-0789BDB18062}"/>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3D11F7B-C631-EFFB-8D5E-AA5E556E5FC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A00B3EA-E209-FD6B-E5BB-393C808674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A00B3EA-E209-FD6B-E5BB-393C808674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BBD7688-93D3-9FC7-0747-5C696468EC4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BBD7688-93D3-9FC7-0747-5C696468EC4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03DACC5-4637-9B9F-C63C-132369EDA2D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C094EDA-AD31-A72F-B4FD-A92113471869}"/>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C094EDA-AD31-A72F-B4FD-A92113471869}"/>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0C0F86-3503-9915-F707-4C009B27DE98}"/>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1589E87-E2D8-4FA4-6058-8BAD37358D0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7ED18C7-3441-4D25-4AEC-538B59B48F2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BFDEB70-3056-6E4B-D30F-2FD8D3A79E5B}"/>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9AEF1100-897A-20E3-65BE-AF522DB3B4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9512FD-F999-6546-F98E-030BD405C659}"/>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D1AD2E6-101B-9310-7B1D-EDAB745325A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57A96B45-8F84-754A-AA0E-841FA4B67F3E}"/>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5B687944-27BF-8C93-DAB1-76099607F2B7}"/>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5B687944-27BF-8C93-DAB1-76099607F2B7}"/>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EB6DCFD-28DF-2DED-2A78-461D477CAD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86CA712-4404-2C4A-60D8-4C79F956F1ED}"/>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89E0EEC-13AF-3517-E9D0-670DD4A5007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6A13FDC-CC18-09B3-018D-E0C973A6466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6A13FDC-CC18-09B3-018D-E0C973A6466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EE687643-AEE4-0F7C-6D06-3E3F9F1902A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5B52696-F9BB-67C9-6879-76D4C7803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5B52696-F9BB-67C9-6879-76D4C7803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DB00FA7-5459-A94B-A0AE-F780E229BD4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35314BCD-87BA-F7C5-D620-9BCEC059C726}"/>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35314BCD-87BA-F7C5-D620-9BCEC059C726}"/>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B718C12-E555-ABF7-4687-85AD8F34AC9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5AC4D78-2D6A-1A6C-C5E1-86A8178E6503}"/>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0968CE85-5B12-A4EE-82DB-4E659D6392A6}"/>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3B33B7F-A4CE-9170-F9B2-94F2D9FB7DBD}"/>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558D976-8A1B-F2C0-B790-F622C63C30D7}"/>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BEA7748-58A2-0A7C-07C3-257ABB4341B4}"/>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BEA7748-58A2-0A7C-07C3-257ABB4341B4}"/>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3712196-0542-90A0-AD3B-8AEC301B605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3712196-0542-90A0-AD3B-8AEC301B605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2A7D811-BEE8-AF02-355B-BB377CEA06DB}"/>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2A7D811-BEE8-AF02-355B-BB377CEA06DB}"/>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98A7ECF-E151-495F-1C72-50A2931B0CC5}"/>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3BE2D1B-EC0F-ED78-64EF-6EBEF79CA17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3BE2D1B-EC0F-ED78-64EF-6EBEF79CA17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5536CAD-78D2-FBC1-67EE-820F1857C54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9F461F3C-F5C2-5935-86E4-0A5E11FDC13F}"/>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9F461F3C-F5C2-5935-86E4-0A5E11FDC13F}"/>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53665F8-D954-EA5E-4652-34595A5B0B3A}"/>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553665F8-D954-EA5E-4652-34595A5B0B3A}"/>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039E400-237A-BF32-194A-7E7423383CE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9973629-E0D4-1021-1EE0-B3D21EC75AA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38E5A670-7A66-A8F1-2210-404E3AEA881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2AA0809-8CA8-6BBC-2C81-C022318053F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5D82B9-8235-71DD-2CD7-3CFB41D9ED4E}"/>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4D5D82B9-8235-71DD-2CD7-3CFB41D9ED4E}"/>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0A66980-5F15-515B-BAF2-7F3E8ABA373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0A66980-5F15-515B-BAF2-7F3E8ABA373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FE46C90-1E02-52D9-21C3-C32301ADB4E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6FE46C90-1E02-52D9-21C3-C32301ADB4E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5F6689A-EB0E-0049-8C9B-D0289904379D}"/>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5F6689A-EB0E-0049-8C9B-D0289904379D}"/>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3F54691-54C1-55DA-0072-D010BD1B81B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B223592-D50D-E30A-710A-A5B138581AF0}"/>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66AA3D-7C61-7C8B-3621-A617FBF76B6E}"/>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66AA3D-7C61-7C8B-3621-A617FBF76B6E}"/>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DB75D15-90CB-02CA-CBCF-5C89B188237C}"/>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822D7A-C1EC-1AFF-A2F5-7A4C11039D3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BBB2760-8873-B010-8A1C-3A0D0F9BCB6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284217B-E44C-7903-419F-838155ADE33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90049F7-DFCB-1784-6F36-34BE99855192}"/>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90049F7-DFCB-1784-6F36-34BE99855192}"/>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C56E690-760F-907A-54C3-2DE5011CC3E4}"/>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9C56E690-760F-907A-54C3-2DE5011CC3E4}"/>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F3802A3-79CE-2716-0F01-114729E6EDFD}"/>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F3802A3-79CE-2716-0F01-114729E6EDFD}"/>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26CF2CA-0D04-921E-4483-36FEFC054460}"/>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026CF2CA-0D04-921E-4483-36FEFC054460}"/>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5B4F2E5-C85C-8F72-CE1C-399C881D8AF1}"/>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5B4F2E5-C85C-8F72-CE1C-399C881D8AF1}"/>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F69BD6D-97C4-361F-3F28-DD6705820BB3}"/>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8815C00-3138-1E48-546E-DE302A1B9EF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D7BB620-3D47-77C0-62CC-8265582D421E}"/>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B12087C9-4169-19DE-13AC-D66DECED17D4}"/>
              </a:ext>
            </a:extLst>
          </p:cNvPr>
          <p:cNvGraphicFramePr>
            <a:graphicFrameLocks noGrp="1"/>
          </p:cNvGraphicFramePr>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3873B425-EA69-975C-5A59-4EB8F1FA65B2}"/>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192FF8D3-02F6-5F3A-B8EC-338637CE0D9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7AB15F44-B6EB-B8F2-8748-CDEE4600913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59A96FC2-5507-2CB0-D019-C9000036E1C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2A13997A-8581-7BB6-2F76-2AAF0D481F3D}"/>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D4364FB-65EE-1A5F-71D2-67C7F092D33E}"/>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F85750-51A9-6F51-01FD-BE1CA00B52E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607972EB-CB78-804F-7630-6A4B9758FCDA}"/>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14902189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C6AAE-E930-24B8-6FF1-D5AF1F6F78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4F8B14-C7BA-10C9-FAAF-83E0234A5785}"/>
              </a:ext>
            </a:extLst>
          </p:cNvPr>
          <p:cNvPicPr>
            <a:picLocks noChangeAspect="1"/>
          </p:cNvPicPr>
          <p:nvPr/>
        </p:nvPicPr>
        <p:blipFill>
          <a:blip r:embed="rId3"/>
          <a:stretch>
            <a:fillRect/>
          </a:stretch>
        </p:blipFill>
        <p:spPr>
          <a:xfrm>
            <a:off x="1602984" y="2048382"/>
            <a:ext cx="6388940" cy="4771487"/>
          </a:xfrm>
          <a:prstGeom prst="rect">
            <a:avLst/>
          </a:prstGeom>
        </p:spPr>
      </p:pic>
      <p:grpSp>
        <p:nvGrpSpPr>
          <p:cNvPr id="6" name="Group 5">
            <a:extLst>
              <a:ext uri="{FF2B5EF4-FFF2-40B4-BE49-F238E27FC236}">
                <a16:creationId xmlns:a16="http://schemas.microsoft.com/office/drawing/2014/main" id="{2D170305-B557-3907-D1A0-BF63D076AE85}"/>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1BBB711-0D7C-09DA-B051-53D49A855A3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D07565C-25AC-BEE3-9257-E3D5D8CAB145}"/>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6D07565C-25AC-BEE3-9257-E3D5D8CAB145}"/>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2E95488-0701-8DFE-E224-5DCB0FAADBB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E2E95488-0701-8DFE-E224-5DCB0FAADBB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E4BA71B-806F-8D93-EEC6-08C6E86C545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CACA1927-E651-D3A0-DA78-3FAA610FC270}"/>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CACA1927-E651-D3A0-DA78-3FAA610FC270}"/>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EBFD46-359A-313B-11DD-5F1CED5B6E36}"/>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F6EBFD46-359A-313B-11DD-5F1CED5B6E36}"/>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177D833-4DDD-151A-0F10-96CA9DA99A3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5A08864-2FB6-ACEB-325B-BDEED743C2E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5A08864-2FB6-ACEB-325B-BDEED743C2E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29B0C27-6710-3B24-4A56-AB1170887A1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521142C-0036-7323-7C7C-29E38319A7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57105BF-E67E-C8AB-5539-23513C51DFF5}"/>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AAC1C69-E58B-E383-2E93-049DA25EBC1E}"/>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159DD7F-748F-A80A-ADF6-443C18CEAC05}"/>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3DBDBE7-1812-834E-7EE9-7FD87F889E72}"/>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37009DC-E081-81AD-EFF5-716DC404FB9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E117B4AA-D8F8-F6ED-3541-D693CDF39D2D}"/>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E7F5D5C-5FD0-9D76-821A-7D69B3ED841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8E7F5D5C-5FD0-9D76-821A-7D69B3ED841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BD3CE64-D6B4-E3C5-8C49-5953D72572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45232A8A-B8C6-69BC-20E0-FE778D63F699}"/>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E2B31D8F-5C5C-4EA7-7CCC-8CEFE37EC5F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2EEEF7C-6BCB-B899-75B1-9D7DF2DA4877}"/>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32EEEF7C-6BCB-B899-75B1-9D7DF2DA4877}"/>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D01430B7-91CF-7C8B-1569-B62D4580B7E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FDAFCB5-8F0D-4CE0-98AE-DDF2AB7A4CCD}"/>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FFDAFCB5-8F0D-4CE0-98AE-DDF2AB7A4CCD}"/>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5A8D74F3-6002-2CCE-42EC-90CDBFAA0132}"/>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15F3DD86-E7D0-8DFB-3D76-3DA1CA4A98E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15F3DD86-E7D0-8DFB-3D76-3DA1CA4A98E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753EF1A2-3B52-D6AB-9E9C-B5548890B0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61646FB-41C4-0621-D018-986C38B8A00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1BAD838-6A8C-601F-560F-9F4A74636839}"/>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A786609-945B-71B6-DB28-4ECC20DC3C99}"/>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B7C24DB-BBA7-A101-1F99-BCE4570E442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5CAEBAA-952C-B9F6-A428-79EE7A95304D}"/>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D5CAEBAA-952C-B9F6-A428-79EE7A95304D}"/>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3CD022C-39BF-16D6-F472-CC71D5EE8B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13CD022C-39BF-16D6-F472-CC71D5EE8B68}"/>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CFEF357-5CFF-7484-D929-99722252DD53}"/>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3CFEF357-5CFF-7484-D929-99722252DD53}"/>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464044F-5D33-40E7-7E50-540A9D74C616}"/>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28C7CDF-4E22-D3DB-42B6-175140AF7C0C}"/>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328C7CDF-4E22-D3DB-42B6-175140AF7C0C}"/>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5ABFE9E-69FF-03BE-FFBC-1972BBEE91AB}"/>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7BFD04-647E-28D7-CB62-74063FC56AC8}"/>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797BFD04-647E-28D7-CB62-74063FC56AC8}"/>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4B1430D-1548-C586-9117-013111E2604D}"/>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54B1430D-1548-C586-9117-013111E2604D}"/>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A7E7C6A-62D9-7144-D5EA-A6810290BF1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19D6A8CC-2771-EDB7-2601-34D21CA56F3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0C2B6104-EA54-CB68-0D27-F7BCFF33801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A97D09E-BEEF-DB2A-B996-9971A85A8380}"/>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6A657EA-680E-F35F-947D-2836C07FCE06}"/>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46A657EA-680E-F35F-947D-2836C07FCE06}"/>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9291AA7-B2FD-2E5D-289F-545C96C6161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39291AA7-B2FD-2E5D-289F-545C96C6161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487893-3821-E1B7-78D1-EF185E267A90}"/>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F6487893-3821-E1B7-78D1-EF185E267A90}"/>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7148150-3D1C-8AB1-0ABE-9F8C1252C98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57148150-3D1C-8AB1-0ABE-9F8C1252C980}"/>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B379349-7CB8-8BAF-0376-BA7FB5C2173D}"/>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9A84D26-F451-5CA5-EA09-208B71FC658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5E53F5F-D819-860D-AF86-0D9D0001FDF1}"/>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E5E53F5F-D819-860D-AF86-0D9D0001FDF1}"/>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E34AF2C-9B4C-09A5-B49C-4236F1D08F04}"/>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DC3D89-A0E0-6AA1-B34C-84FC01F733B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70A5652-3100-F107-11FF-A5C69DE1D37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2207DAE3-1D70-CF60-33EA-27BBB6F28E1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CC85C7A-16B0-D341-34C8-3CEBF74685CC}"/>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CCC85C7A-16B0-D341-34C8-3CEBF74685CC}"/>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37D2861-0F3B-30AF-3B57-D9C14D3D0EF0}"/>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337D2861-0F3B-30AF-3B57-D9C14D3D0EF0}"/>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E87511B-CEEB-4D1B-35A1-63903127A625}"/>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DE87511B-CEEB-4D1B-35A1-63903127A625}"/>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4942E22-4EB4-B738-4AE4-266E2E867A87}"/>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44942E22-4EB4-B738-4AE4-266E2E867A87}"/>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27179B8-06C4-925A-F6DB-501CDE2DC47A}"/>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627179B8-06C4-925A-F6DB-501CDE2DC47A}"/>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CBDB59F-4A84-2826-0BE4-7A8183A48C1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A1BA992-520C-1993-58BE-27637862FAF4}"/>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CB4101EA-1D6C-ABBB-0E69-15991F7B19D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ADF2F9D9-2B3F-8A40-FF33-0A77EB18C6CC}"/>
              </a:ext>
            </a:extLst>
          </p:cNvPr>
          <p:cNvSpPr txBox="1"/>
          <p:nvPr/>
        </p:nvSpPr>
        <p:spPr>
          <a:xfrm>
            <a:off x="2160047" y="1956969"/>
            <a:ext cx="986167" cy="369332"/>
          </a:xfrm>
          <a:prstGeom prst="rect">
            <a:avLst/>
          </a:prstGeom>
          <a:noFill/>
        </p:spPr>
        <p:txBody>
          <a:bodyPr wrap="none" rtlCol="0">
            <a:spAutoFit/>
          </a:bodyPr>
          <a:lstStyle/>
          <a:p>
            <a:r>
              <a:rPr lang="en-US" dirty="0"/>
              <a:t>Motif 47</a:t>
            </a:r>
          </a:p>
        </p:txBody>
      </p:sp>
      <p:sp>
        <p:nvSpPr>
          <p:cNvPr id="7" name="Rectangle: Rounded Corners 6">
            <a:extLst>
              <a:ext uri="{FF2B5EF4-FFF2-40B4-BE49-F238E27FC236}">
                <a16:creationId xmlns:a16="http://schemas.microsoft.com/office/drawing/2014/main" id="{7F261501-B5A9-6784-088C-19393B420885}"/>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FFB87D5-99A2-2651-3E19-AEC6BC9A0EEA}"/>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53FC677-2833-9D0B-5000-58EBBFAEB959}"/>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15F89C92-E035-8D63-443A-923BCE3B3C1D}"/>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533CE14-BB44-7DA6-96DE-CD7A9DA7AA08}"/>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105A3C9-ACD2-966D-7B29-AD55BE33C875}"/>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35C499B-EEC3-CEEF-9F6D-6C51B8F8713E}"/>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16DF979C-1A0A-58EB-0537-4888AFA2801B}"/>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34B9BEB-01F8-9043-AF0B-DC2A2703F88D}"/>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010E9BC-400A-5024-24B9-A77FB1722A99}"/>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5F34B09-C1EC-B1C5-635C-5C3A0DD08260}"/>
                  </a:ext>
                </a:extLst>
              </p:cNvPr>
              <p:cNvSpPr txBox="1"/>
              <p:nvPr/>
            </p:nvSpPr>
            <p:spPr>
              <a:xfrm>
                <a:off x="5284350" y="3540368"/>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15F34B09-C1EC-B1C5-635C-5C3A0DD08260}"/>
                  </a:ext>
                </a:extLst>
              </p:cNvPr>
              <p:cNvSpPr txBox="1">
                <a:spLocks noRot="1" noChangeAspect="1" noMove="1" noResize="1" noEditPoints="1" noAdjustHandles="1" noChangeArrowheads="1" noChangeShapeType="1" noTextEdit="1"/>
              </p:cNvSpPr>
              <p:nvPr/>
            </p:nvSpPr>
            <p:spPr>
              <a:xfrm>
                <a:off x="5284350" y="3540368"/>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C19AC92-62E4-A735-2ECB-8ED7508F2715}"/>
                  </a:ext>
                </a:extLst>
              </p:cNvPr>
              <p:cNvSpPr txBox="1"/>
              <p:nvPr/>
            </p:nvSpPr>
            <p:spPr>
              <a:xfrm>
                <a:off x="3178458" y="334191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6C19AC92-62E4-A735-2ECB-8ED7508F2715}"/>
                  </a:ext>
                </a:extLst>
              </p:cNvPr>
              <p:cNvSpPr txBox="1">
                <a:spLocks noRot="1" noChangeAspect="1" noMove="1" noResize="1" noEditPoints="1" noAdjustHandles="1" noChangeArrowheads="1" noChangeShapeType="1" noTextEdit="1"/>
              </p:cNvSpPr>
              <p:nvPr/>
            </p:nvSpPr>
            <p:spPr>
              <a:xfrm>
                <a:off x="3178458" y="3341912"/>
                <a:ext cx="352041" cy="369332"/>
              </a:xfrm>
              <a:prstGeom prst="rect">
                <a:avLst/>
              </a:prstGeom>
              <a:blipFill>
                <a:blip r:embed="rId30"/>
                <a:stretch>
                  <a:fillRect r="-31034"/>
                </a:stretch>
              </a:blipFill>
            </p:spPr>
            <p:txBody>
              <a:bodyPr/>
              <a:lstStyle/>
              <a:p>
                <a:r>
                  <a:rPr lang="en-US">
                    <a:noFill/>
                  </a:rPr>
                  <a:t> </a:t>
                </a:r>
              </a:p>
            </p:txBody>
          </p:sp>
        </mc:Fallback>
      </mc:AlternateContent>
    </p:spTree>
    <p:extLst>
      <p:ext uri="{BB962C8B-B14F-4D97-AF65-F5344CB8AC3E}">
        <p14:creationId xmlns:p14="http://schemas.microsoft.com/office/powerpoint/2010/main" val="41043829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4B15E-8FB2-487C-70D0-D8134A6E76C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C9556259-5CAA-486C-DDDE-C59F8F04CE9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4018D9B-B6A5-1B79-806D-2C78FFE0A3A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04018D9B-B6A5-1B79-806D-2C78FFE0A3A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057C2D8-131F-BB89-E320-FC13AA409373}"/>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E057C2D8-131F-BB89-E320-FC13AA409373}"/>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9841425-A03D-B634-0D3C-55FFEB32B5D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2237F081-3ADB-C162-3F22-8C6E911040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2237F081-3ADB-C162-3F22-8C6E911040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DCFE432-3056-A18C-93DB-0CE13441F515}"/>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DDCFE432-3056-A18C-93DB-0CE13441F515}"/>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E8A0893-0140-05BA-5C48-BA0ABB55A68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D402E72-17B9-B380-1F42-C5F828CF8E88}"/>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D402E72-17B9-B380-1F42-C5F828CF8E88}"/>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01F29C2-F05D-7844-5992-5A2C2915472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338F716-08D8-F050-1738-95ECD4C7EED9}"/>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009BFBE-169E-44EF-1A9D-B9C7CD9437F1}"/>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B6F6279-7226-1299-41B8-B9FD7DDCB69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759CBCEE-00E3-9B92-502F-63DE37D7288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A48BF14-0458-7AD8-8CE2-6114BF69F4A4}"/>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9426345-D30C-4191-5E62-E36123FA13E6}"/>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7FB8C101-3BAA-D1AF-9174-097484D419D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4B0F092-9C18-A775-5569-4A873BA0DF8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14B0F092-9C18-A775-5569-4A873BA0DF8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8DBA623C-E697-95E3-78FC-A3CC7558CED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192F334C-1622-45A1-692C-6730AB797AD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91D29F41-577D-2093-F773-C95A8D74A74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4FED3CA-0553-747B-9633-21D6D7C197E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4FED3CA-0553-747B-9633-21D6D7C197E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BA114CC-3E23-D256-471D-C06B9F14A01C}"/>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8C3C7D88-2853-E58A-9F27-2F6D87E8E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8C3C7D88-2853-E58A-9F27-2F6D87E8E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AE4A6B5D-3A8D-EA30-E49B-225885049A5A}"/>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8DBC075-9C06-C425-A1DC-8B4B5B176DAD}"/>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8DBC075-9C06-C425-A1DC-8B4B5B176DAD}"/>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7BC58-3E2E-75E2-07F6-750E8DA34F7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8F82EDF4-7214-5B6D-E266-F91524184FF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7DE3134-1FF1-78D2-4805-D23BAFF226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CAC403B-846F-A177-899B-04348636904E}"/>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771FA6D4-7CF2-9F17-2BC6-B791E2B5DBD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F2D7987-BA2D-3C58-6A64-24D7B6CC39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F2D7987-BA2D-3C58-6A64-24D7B6CC39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5E30B819-F259-88EC-6AC2-139B4246AB9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5E30B819-F259-88EC-6AC2-139B4246AB9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EF3A8F1-8677-C379-9213-8841A449A506}"/>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EF3A8F1-8677-C379-9213-8841A449A506}"/>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3EFA54-5302-C456-2E4B-02668BB7BEDE}"/>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0063377-996C-6E7C-5D02-973E92737C60}"/>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0063377-996C-6E7C-5D02-973E92737C60}"/>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B1E7B7F-3879-E9AD-E0C0-8DDCC21EF67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0E218D2-645D-915B-00D0-AB00333B909E}"/>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0E218D2-645D-915B-00D0-AB00333B909E}"/>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670147-FD72-6C55-897E-0BE5CBBCF04F}"/>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670147-FD72-6C55-897E-0BE5CBBCF04F}"/>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CE9EF1A-3C0D-91C2-4BCA-6B2F61147F3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FCFE26E-0410-3A4E-0A23-D00257A65DF9}"/>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72B10242-6C9F-6FF7-1897-9D03B527C0D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6E7938-867C-6171-0CB9-591ED423379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4A9039A-014C-DF0E-09DD-2E74E455B83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04A9039A-014C-DF0E-09DD-2E74E455B83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DC659E3-2971-14E2-BA7B-A78DE8A778AB}"/>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DC659E3-2971-14E2-BA7B-A78DE8A778AB}"/>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2133CF0-E626-1257-F97C-978553D6560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2133CF0-E626-1257-F97C-978553D6560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E44B191-E199-D861-FE32-EABEF2E39F4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E44B191-E199-D861-FE32-EABEF2E39F4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A19BB60-ECDF-68DF-C2D1-97B0FA992D9F}"/>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8FE41D7-E440-6968-7C93-F6E83BDDD182}"/>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8255EA8-A020-346E-005C-D0B1E5E3234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A8255EA8-A020-346E-005C-D0B1E5E3234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C7803F4-4D7F-8E47-809D-1805457E78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66EDC1B-7F5B-1059-B318-5B179EA1C38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53047A-7CD2-0A0B-1593-4A2314BA8B5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E33C4B3-AD4C-E3E0-E456-51B7DB430F09}"/>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CA166A7-C25B-0FBC-B2AC-CC8CE2658EB7}"/>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CA166A7-C25B-0FBC-B2AC-CC8CE2658EB7}"/>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3734C4E-852F-40F9-8909-2C0119B2F86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3734C4E-852F-40F9-8909-2C0119B2F86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21A5545-1C9C-6C6F-178F-6E0E278E290E}"/>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21A5545-1C9C-6C6F-178F-6E0E278E290E}"/>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499661-02FD-130E-5404-68CFE18A6FB3}"/>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499661-02FD-130E-5404-68CFE18A6FB3}"/>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95C186-7819-E1A2-B2CF-05848BC601CE}"/>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95C186-7819-E1A2-B2CF-05848BC601CE}"/>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1BDED59-D370-D63B-FAEF-BF8CA05F8E6F}"/>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950F508-455E-CC5A-3717-99F10AAE61F3}"/>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0E140E0-AB6C-4952-1E61-8FF809B8EC98}"/>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8929263-41E7-38F5-51D9-D86CC4D947E4}"/>
              </a:ext>
            </a:extLst>
          </p:cNvPr>
          <p:cNvGraphicFramePr>
            <a:graphicFrameLocks noGrp="1"/>
          </p:cNvGraphicFramePr>
          <p:nvPr>
            <p:extLst>
              <p:ext uri="{D42A27DB-BD31-4B8C-83A1-F6EECF244321}">
                <p14:modId xmlns:p14="http://schemas.microsoft.com/office/powerpoint/2010/main" val="293885327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063667">
                  <a:extLst>
                    <a:ext uri="{9D8B030D-6E8A-4147-A177-3AD203B41FA5}">
                      <a16:colId xmlns:a16="http://schemas.microsoft.com/office/drawing/2014/main" val="2247704463"/>
                    </a:ext>
                  </a:extLst>
                </a:gridCol>
                <a:gridCol w="2750002">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 sz="1200" b="1" kern="1200" dirty="0">
                          <a:solidFill>
                            <a:schemeClr val="dk1"/>
                          </a:solidFill>
                          <a:latin typeface="+mn-lt"/>
                          <a:ea typeface="+mn-ea"/>
                          <a:cs typeface="+mn-cs"/>
                        </a:rPr>
                        <a:t>YGR192C</a:t>
                      </a:r>
                      <a:r>
                        <a:rPr lang="" sz="1200" kern="1200" dirty="0">
                          <a:solidFill>
                            <a:schemeClr val="dk1"/>
                          </a:solidFill>
                          <a:latin typeface="+mn-lt"/>
                          <a:ea typeface="+mn-ea"/>
                          <a:cs typeface="+mn-cs"/>
                        </a:rPr>
                        <a:t> or YJL052W or YJR009C</a:t>
                      </a:r>
                      <a:endParaRPr lang="en-US" sz="1200" kern="1200" dirty="0">
                        <a:solidFill>
                          <a:schemeClr val="dk1"/>
                        </a:solidFill>
                        <a:latin typeface="+mn-lt"/>
                        <a:ea typeface="+mn-ea"/>
                        <a:cs typeface="+mn-cs"/>
                      </a:endParaRP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 sz="1200" b="0" i="0" dirty="0">
                          <a:solidFill>
                            <a:schemeClr val="tx1"/>
                          </a:solidFill>
                          <a:effectLst/>
                          <a:latin typeface="Menlo"/>
                        </a:rPr>
                        <a:t>YLR017W</a:t>
                      </a:r>
                      <a:endParaRPr lang="en-US" sz="1200" dirty="0">
                        <a:solidFill>
                          <a:schemeClr val="tx1"/>
                        </a:solidFill>
                      </a:endParaRPr>
                    </a:p>
                  </a:txBody>
                  <a:tcPr/>
                </a:tc>
                <a:tc>
                  <a:txBody>
                    <a:bodyPr/>
                    <a:lstStyle/>
                    <a:p>
                      <a:r>
                        <a:rPr lang="en-US" sz="1200" dirty="0">
                          <a:hlinkClick r:id="rId35"/>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YLR209C</a:t>
                      </a:r>
                    </a:p>
                  </a:txBody>
                  <a:tcPr/>
                </a:tc>
                <a:tc>
                  <a:txBody>
                    <a:bodyPr/>
                    <a:lstStyle/>
                    <a:p>
                      <a:r>
                        <a:rPr lang="en-US" sz="1200" dirty="0">
                          <a:hlinkClick r:id="rId36"/>
                        </a:rPr>
                        <a:t>AF-Q05788-F1-model_v6.pdb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b="1" dirty="0"/>
                        <a:t>YDR441C</a:t>
                      </a:r>
                      <a:r>
                        <a:rPr lang="en-US" sz="1200" dirty="0"/>
                        <a:t> or YML022W</a:t>
                      </a:r>
                    </a:p>
                  </a:txBody>
                  <a:tcPr/>
                </a:tc>
                <a:tc>
                  <a:txBody>
                    <a:bodyPr/>
                    <a:lstStyle/>
                    <a:p>
                      <a:r>
                        <a:rPr lang="en-US" sz="1200" dirty="0">
                          <a:hlinkClick r:id="rId37"/>
                        </a:rPr>
                        <a:t>AF-P36973-F1-model_v6.pdb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DCC306F7-E768-584B-2809-D5D958A9003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2A02A20-7705-CD24-5E9B-58E881DBA53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A62A5E6-7C21-EA47-E69F-918AD0E55303}"/>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066BC810-15DE-2683-50E0-F58048713DB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07A2F946-91A7-A4E0-E975-E38D46B5810A}"/>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10072A3-6EBE-B910-F02F-E35C9D344CE5}"/>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BC5F3A62-F3A9-F6F1-8E5E-C4FBFFCA002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15BFA4F-A071-C888-50A3-12454E6638B1}"/>
              </a:ext>
            </a:extLst>
          </p:cNvPr>
          <p:cNvSpPr txBox="1"/>
          <p:nvPr/>
        </p:nvSpPr>
        <p:spPr>
          <a:xfrm>
            <a:off x="22471" y="2619368"/>
            <a:ext cx="986167" cy="369332"/>
          </a:xfrm>
          <a:prstGeom prst="rect">
            <a:avLst/>
          </a:prstGeom>
          <a:noFill/>
        </p:spPr>
        <p:txBody>
          <a:bodyPr wrap="none" rtlCol="0">
            <a:spAutoFit/>
          </a:bodyPr>
          <a:lstStyle/>
          <a:p>
            <a:r>
              <a:rPr lang="en-US" dirty="0"/>
              <a:t>Motif 50</a:t>
            </a:r>
          </a:p>
        </p:txBody>
      </p:sp>
    </p:spTree>
    <p:extLst>
      <p:ext uri="{BB962C8B-B14F-4D97-AF65-F5344CB8AC3E}">
        <p14:creationId xmlns:p14="http://schemas.microsoft.com/office/powerpoint/2010/main" val="2109712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5EDDB-A7CA-22BA-75DB-D38B8C5A25D1}"/>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8243FE26-CCE0-42AD-2302-9A9FDF5B61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F94690D-B93D-A83A-A563-04302CA8470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C352750-FBB5-8C85-C49E-59E0500A913C}"/>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C352750-FBB5-8C85-C49E-59E0500A913C}"/>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3"/>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4BFA4249-25D8-A8E0-A19D-B4C5E1D5BBC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4BFA4249-25D8-A8E0-A19D-B4C5E1D5BBC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4"/>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6DC48C2-E531-3ADF-D179-F0D50F86E56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B041CAF-A816-BAF4-8F2B-1EF1F2638DB7}"/>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FB041CAF-A816-BAF4-8F2B-1EF1F2638DB7}"/>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5"/>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9B20ECB-0893-E88F-718C-23089B120868}"/>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D9B20ECB-0893-E88F-718C-23089B120868}"/>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6"/>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B1CB6A3-CA18-AEC6-19AF-F66A7117BE3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9EE032CF-5B46-F053-776F-540457328E44}"/>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9EE032CF-5B46-F053-776F-540457328E44}"/>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7"/>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590D1242-9286-2773-F34B-3633D66A5B2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3803C9-B91A-6957-A91E-7AFF643CFC2F}"/>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ACA308E-FF70-04EE-EFE4-88D7DE9283C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1D60881-DC29-B534-FC45-52488BEAE9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0472F6F-AF05-73F9-3A88-A70881009A8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94F6114-0C07-A5B3-AAA2-9D079115A70C}"/>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08BAEBA-73E8-47F6-862A-D52691DEBB14}"/>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62920FC2-DAEE-9AA7-3E04-723416D8968C}"/>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9E670DA-9B0E-7BF8-9096-FC0DC2CA92AD}"/>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69E670DA-9B0E-7BF8-9096-FC0DC2CA92AD}"/>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8"/>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F3EA353-9B2F-C8DA-CD80-D144EBF227D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B6F3A957-56C0-A68B-2F53-FBAC3F2B9380}"/>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725E955B-AFCF-05D5-9C7F-4848E25670A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D6B309C-03E1-2CE7-2B0B-5A3676D96D8D}"/>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1D6B309C-03E1-2CE7-2B0B-5A3676D96D8D}"/>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9"/>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4709A2A7-C00E-0DC9-B4B4-8C2560E1CD0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1F8FA4F-C7E1-44F9-049F-3A56804BC635}"/>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31F8FA4F-C7E1-44F9-049F-3A56804BC635}"/>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0"/>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752287E-1ED5-3D6F-4511-1F9FED94C7E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FB0B380F-61AA-179B-F796-E230F23D1BE4}"/>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FB0B380F-61AA-179B-F796-E230F23D1BE4}"/>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1"/>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CBF3E-5FC4-4904-59E2-5B6EB7DDAA6C}"/>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9D0FC5D-12C6-B0C7-9C8D-2BF36E6AEE06}"/>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13F22A8-BFE6-8EC3-C92F-41AFAA297CA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F817D99-CCA4-9E2A-0B93-1938BB86602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1293471-2072-8909-ADC5-CF8D4F334ED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557C018-DFFC-1C7C-6561-87CDAEA120C8}"/>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2557C018-DFFC-1C7C-6561-87CDAEA120C8}"/>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2"/>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2C21ACA-406B-C953-31AB-CF1B4AED9DB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12C21ACA-406B-C953-31AB-CF1B4AED9DB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3"/>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8E6436D-158E-19A5-09C1-B55DA8D51ACE}"/>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08E6436D-158E-19A5-09C1-B55DA8D51ACE}"/>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4"/>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AC7209D-82F5-4EAF-3D8D-BF6040D4473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C2256F4-5F65-3A46-01D2-E5822656A28D}"/>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DC2256F4-5F65-3A46-01D2-E5822656A28D}"/>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5"/>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2540A30-C97F-C673-47EA-77FAFC5C3AA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BD9F0F3-7FA1-C458-3B15-E541C081C7ED}"/>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BBD9F0F3-7FA1-C458-3B15-E541C081C7ED}"/>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6"/>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B291935-7191-9441-0D7E-F9AE0E41AB70}"/>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B291935-7191-9441-0D7E-F9AE0E41AB70}"/>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7"/>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E11602-B656-EACC-CB10-CA7A3ECF04D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2AF0F54-0B88-ACF1-5F93-A5CD96966B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F5281F1D-E99A-168F-AAF4-C0E6A90B41E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43E01D1-A824-EBAF-1A0D-D6D869F91FEE}"/>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7017F5D-E635-EC68-5B38-CB2816592891}"/>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07017F5D-E635-EC68-5B38-CB2816592891}"/>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8"/>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BD5ADF2-6ED7-DEEA-6C84-6C0FCCA73A29}"/>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EBD5ADF2-6ED7-DEEA-6C84-6C0FCCA73A29}"/>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CC568C5-0885-625F-DFB1-563FF68D29A7}"/>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BCC568C5-0885-625F-DFB1-563FF68D29A7}"/>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66B6B2A-95DA-EDFD-E8BE-D8AF26894238}"/>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466B6B2A-95DA-EDFD-E8BE-D8AF26894238}"/>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1"/>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ADAC6C37-7895-CA05-8055-016B9FCF273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FA7B4BB-5C07-05BA-494F-FD722A51D76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B26F9A-3E89-58BA-2714-B872829D0EC7}"/>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C7B26F9A-3E89-58BA-2714-B872829D0EC7}"/>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2"/>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1770802-A549-1B03-CE7F-7AFB770EBD5E}"/>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1CBCA7D-4185-E65E-80C4-5F12AC7DE5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822C949-C64F-45E3-E5D6-1ED7E93B3A0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1B40B276-647A-E013-D78F-E037EF77B60B}"/>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AD7F492-8748-470F-4E16-45D321DA71D0}"/>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0AD7F492-8748-470F-4E16-45D321DA71D0}"/>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3"/>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4E210CE-3DD6-66EB-201D-E628A6AE849F}"/>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A4E210CE-3DD6-66EB-201D-E628A6AE849F}"/>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4"/>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A4A8E44A-7E5A-550D-5F49-2D283B6B8813}"/>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A4A8E44A-7E5A-550D-5F49-2D283B6B8813}"/>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5"/>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C9D979C3-FABA-3E0B-A95D-E2D05CD56BE3}"/>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C9D979C3-FABA-3E0B-A95D-E2D05CD56BE3}"/>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6"/>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EE9A3300-DC16-0A2E-B38B-51999F2DC145}"/>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EE9A3300-DC16-0A2E-B38B-51999F2DC145}"/>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7"/>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2DBBA50-2131-0EA5-0462-4EC1F75E5A8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BB29994-8EB6-DEA9-1A3E-FC7363F9DEA5}"/>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ED64CA3-BC32-708F-46D5-1857FBCA4E83}"/>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BF3EA168-C718-7E06-D8E8-855632CA971E}"/>
              </a:ext>
            </a:extLst>
          </p:cNvPr>
          <p:cNvSpPr txBox="1"/>
          <p:nvPr/>
        </p:nvSpPr>
        <p:spPr>
          <a:xfrm>
            <a:off x="2160047" y="1956969"/>
            <a:ext cx="986167" cy="369332"/>
          </a:xfrm>
          <a:prstGeom prst="rect">
            <a:avLst/>
          </a:prstGeom>
          <a:noFill/>
        </p:spPr>
        <p:txBody>
          <a:bodyPr wrap="none" rtlCol="0">
            <a:spAutoFit/>
          </a:bodyPr>
          <a:lstStyle/>
          <a:p>
            <a:r>
              <a:rPr lang="en-US" dirty="0"/>
              <a:t>Motif 50</a:t>
            </a:r>
          </a:p>
        </p:txBody>
      </p:sp>
      <p:sp>
        <p:nvSpPr>
          <p:cNvPr id="7" name="Rectangle: Rounded Corners 6">
            <a:extLst>
              <a:ext uri="{FF2B5EF4-FFF2-40B4-BE49-F238E27FC236}">
                <a16:creationId xmlns:a16="http://schemas.microsoft.com/office/drawing/2014/main" id="{DDD1974A-0BEC-6951-7FFE-9F66B9079D02}"/>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2F3D0449-BD61-9D67-E3AE-5AF621834EAC}"/>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8C677D4-564A-8E84-2536-799A24091C33}"/>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F0A4D7D1-CC37-2864-6A82-6C3AD6AD4E09}"/>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76CAF50E-9CA2-16A2-2E03-EC22D49C2295}"/>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83BD2B48-FBC2-73DD-B436-53B38BFC66FE}"/>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CC665AE-F4CD-3798-44FE-0ACFEF7D986D}"/>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0BC0995-1DA4-0A2B-BBC5-934702929B5F}"/>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EBEC749D-2656-C862-A348-AB5D0D399FE5}"/>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475DADB-A6A6-A782-E613-F4380BDDDEAA}"/>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2392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584B1-AF49-5B0C-2238-5014BB62FA9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CAE79A1-17EE-5C89-CF0A-801759524A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CA8154-ECDB-F028-51A0-DA21A91F6A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BCA8154-ECDB-F028-51A0-DA21A91F6A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4DF1778-2053-BEB8-2F2C-901F25E87CB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4DF1778-2053-BEB8-2F2C-901F25E87CBF}"/>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72EB9B1-FF40-7456-CB95-7A2D219D806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14343AD-112E-55E4-B02E-041272BBFEF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14343AD-112E-55E4-B02E-041272BBFEF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A9C97EC-50DF-8069-A04B-FB43618C37B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A9C97EC-50DF-8069-A04B-FB43618C37B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E4020C92-5D17-524E-3325-6C8C9F676E8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61BCA779-CA40-57B2-9615-0C2DA3F5A42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61BCA779-CA40-57B2-9615-0C2DA3F5A42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FA70ECF-352E-78E3-C3DD-9269C1F9B9E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57A1509-C8AF-4E6F-A7FF-25C209970AA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611113E-5E93-459A-EB5A-54E62535C624}"/>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4142B4F-FE52-A308-4486-D3276EAA3F4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CA92858-61A1-2C70-9F33-DD40D10E6A0E}"/>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CAADB6D-6B4E-D027-6791-D120EAEB153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D84DC14-9B26-A852-A290-AD1C5BAC921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B0295EE4-4E77-D969-8A7E-3E7811B99A48}"/>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87B8BAB-62FD-89F0-EF13-49B1977AD33F}"/>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87B8BAB-62FD-89F0-EF13-49B1977AD33F}"/>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D44395E-62C7-6938-37DA-FDBD968B3B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00658DC-A32F-BFB4-3903-3B88AF35C66F}"/>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4D3E22-7F67-D841-7D62-1CCF3576BEDC}"/>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BB4E708-5418-225A-DC6C-BF7BE6128EB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BB4E708-5418-225A-DC6C-BF7BE6128EB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7CE6AFD-E8D9-AEF0-5206-3274C56573A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032FF819-BB5F-1250-6C8F-4A8292EA3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032FF819-BB5F-1250-6C8F-4A8292EA3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170CD2D-3220-C79A-EE72-91EAF2DEEFC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E0E2E2B-D78C-7D10-E13C-F82CA5173610}"/>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E0E2E2B-D78C-7D10-E13C-F82CA5173610}"/>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0DDBBC34-862C-2784-FDA8-54A92F67652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EE4FA-4278-0E6B-0531-01CAE189415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6B6036F-C317-8810-5E62-D01C258B476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48EC8E5-5002-6F29-9779-41B79576A146}"/>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6A2092F-DC5A-C94B-B657-59C0C3C5055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29BADA9-3C05-CEA5-4C6F-4382AC2A1ED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29BADA9-3C05-CEA5-4C6F-4382AC2A1ED9}"/>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0250312-0F2F-3F2E-CB7E-E62EE02282D4}"/>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0250312-0F2F-3F2E-CB7E-E62EE02282D4}"/>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49BB67-6C50-CF49-F172-B886AF82EFD3}"/>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49BB67-6C50-CF49-F172-B886AF82EFD3}"/>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8BF7B5F8-1E29-A9C1-C94C-661FC3E0214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20363B91-55A9-E3F3-A599-EA12A64E0D6E}"/>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20363B91-55A9-E3F3-A599-EA12A64E0D6E}"/>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D6ADB2A4-CBAF-65DA-8FFC-0836002EC83E}"/>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5F1C6BE-5E09-12A6-DBB4-E588BFC17532}"/>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5F1C6BE-5E09-12A6-DBB4-E588BFC17532}"/>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5BB04CA-3A80-28AC-C5BD-43B6BF262C95}"/>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45BB04CA-3A80-28AC-C5BD-43B6BF262C95}"/>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2376349-383F-8051-5D1B-A3817A161A7C}"/>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88519B6-B0E7-338C-0F73-C3B04335936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9266ED78-38AE-FD7A-7FC7-632B940C6244}"/>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31D5F60-52DC-49B6-B790-D89671F8B17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9E62CED-0CFD-ACFB-A969-C5D7D8460AF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9E62CED-0CFD-ACFB-A969-C5D7D8460AF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268038E-7CDC-B4BC-71DD-E5C02613E2A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268038E-7CDC-B4BC-71DD-E5C02613E2A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3849A4C-7FD0-4451-F330-3C847F488375}"/>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3849A4C-7FD0-4451-F330-3C847F488375}"/>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B7720DB-BF3C-FA3F-9A22-61CCEE7DC642}"/>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B7720DB-BF3C-FA3F-9A22-61CCEE7DC642}"/>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862BB1A-06A6-E276-DC25-42BF9EB8F3E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7B3027E-E405-4211-DCA4-9D5E91EECD91}"/>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F7B3A8A-DAF4-BC4E-01A8-D2C13341FA46}"/>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F7B3A8A-DAF4-BC4E-01A8-D2C13341FA46}"/>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0D2B66F-D7F8-B78C-99EE-75793358DDA3}"/>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8BD6DFF-F932-11D7-6565-0ABB0FC154F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C4E8B82-C2A1-9296-1CC5-879CAC84234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AB6A9A6-A528-A990-61DC-E6967BAEF16E}"/>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382CAC1A-6DF5-790A-EA83-379D6587CB06}"/>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382CAC1A-6DF5-790A-EA83-379D6587CB06}"/>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D4B68E5-F6B9-9ADE-0A02-E70292BC869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D4B68E5-F6B9-9ADE-0A02-E70292BC869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34D4B9F-D73B-E916-CE18-B7B0438E2607}"/>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434D4B9F-D73B-E916-CE18-B7B0438E2607}"/>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2ABCEF-6BE1-C507-1A85-D18B0D54B0D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2ABCEF-6BE1-C507-1A85-D18B0D54B0D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F96AFD4-36BD-D715-F7C6-CB68F5302D2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F96AFD4-36BD-D715-F7C6-CB68F5302D2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ECA0600-18FF-63E4-7289-372975C9B38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4E13DCC-C571-90B8-8F0E-916EFAE961A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3C59F86-DC22-7241-B143-8E7364A86F15}"/>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2432E62F-8747-48A0-0612-7AFF1029FA90}"/>
              </a:ext>
            </a:extLst>
          </p:cNvPr>
          <p:cNvGraphicFramePr>
            <a:graphicFrameLocks noGrp="1"/>
          </p:cNvGraphicFramePr>
          <p:nvPr>
            <p:extLst>
              <p:ext uri="{D42A27DB-BD31-4B8C-83A1-F6EECF244321}">
                <p14:modId xmlns:p14="http://schemas.microsoft.com/office/powerpoint/2010/main" val="3832264899"/>
              </p:ext>
            </p:extLst>
          </p:nvPr>
        </p:nvGraphicFramePr>
        <p:xfrm>
          <a:off x="1101403" y="2775986"/>
          <a:ext cx="9787289" cy="3017520"/>
        </p:xfrm>
        <a:graphic>
          <a:graphicData uri="http://schemas.openxmlformats.org/drawingml/2006/table">
            <a:tbl>
              <a:tblPr firstRow="1" bandRow="1">
                <a:tableStyleId>{C4B1156A-380E-4F78-BDF5-A606A8083BF9}</a:tableStyleId>
              </a:tblPr>
              <a:tblGrid>
                <a:gridCol w="2622298">
                  <a:extLst>
                    <a:ext uri="{9D8B030D-6E8A-4147-A177-3AD203B41FA5}">
                      <a16:colId xmlns:a16="http://schemas.microsoft.com/office/drawing/2014/main" val="2247704463"/>
                    </a:ext>
                  </a:extLst>
                </a:gridCol>
                <a:gridCol w="3191371">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YPL061W</a:t>
                      </a:r>
                    </a:p>
                  </a:txBody>
                  <a:tcPr/>
                </a:tc>
                <a:tc>
                  <a:txBody>
                    <a:bodyPr/>
                    <a:lstStyle/>
                    <a:p>
                      <a:r>
                        <a:rPr lang="en-US" sz="1200" b="0" dirty="0">
                          <a:hlinkClick r:id="rId28"/>
                        </a:rPr>
                        <a:t>AF-P54115-F1-model_v6.pdb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b="1" dirty="0">
                          <a:solidFill>
                            <a:schemeClr val="tx1"/>
                          </a:solidFill>
                        </a:rPr>
                        <a:t>YBR145W</a:t>
                      </a:r>
                      <a:r>
                        <a:rPr lang="en-US" sz="1200" dirty="0">
                          <a:solidFill>
                            <a:schemeClr val="tx1"/>
                          </a:solidFill>
                        </a:rPr>
                        <a:t> or YOL086C</a:t>
                      </a:r>
                    </a:p>
                  </a:txBody>
                  <a:tcPr/>
                </a:tc>
                <a:tc>
                  <a:txBody>
                    <a:bodyPr/>
                    <a:lstStyle/>
                    <a:p>
                      <a:r>
                        <a:rPr lang="en-US" sz="1200" dirty="0">
                          <a:hlinkClick r:id="rId29"/>
                        </a:rPr>
                        <a:t>AF-P38113-F1-model_v6.pdb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b="1" dirty="0"/>
                        <a:t>YAL054C</a:t>
                      </a:r>
                      <a:r>
                        <a:rPr lang="en-US" sz="1200" dirty="0"/>
                        <a:t> or YLR153C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1RY2</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YGR177C</a:t>
                      </a:r>
                      <a:r>
                        <a:rPr lang="en-US" sz="1200" dirty="0"/>
                        <a:t> or YOR377W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AF-P53296-F1-model_v6.pdb</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b="1" dirty="0"/>
                        <a:t>YKL182W</a:t>
                      </a:r>
                      <a:r>
                        <a:rPr lang="en-US" sz="1200" dirty="0"/>
                        <a:t> and YPL231W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2"/>
                        </a:rPr>
                        <a:t>2PFF</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YHR013C</a:t>
                      </a:r>
                      <a:r>
                        <a:rPr lang="en-US" sz="1200" dirty="0"/>
                        <a:t> and YDL040C and YOR253W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3"/>
                        </a:rPr>
                        <a:t>4HNW</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YMR226C</a:t>
                      </a:r>
                    </a:p>
                  </a:txBody>
                  <a:tcPr/>
                </a:tc>
                <a:tc>
                  <a:txBody>
                    <a:bodyPr/>
                    <a:lstStyle/>
                    <a:p>
                      <a:r>
                        <a:rPr lang="" sz="1200" b="0" i="0" dirty="0">
                          <a:solidFill>
                            <a:srgbClr val="0A0A0A"/>
                          </a:solidFill>
                          <a:effectLst/>
                          <a:latin typeface="Lato" panose="020F0502020204030203" pitchFamily="34" charset="0"/>
                          <a:hlinkClick r:id="rId34"/>
                        </a:rPr>
                        <a:t>3RKU</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YGL001C</a:t>
                      </a:r>
                    </a:p>
                  </a:txBody>
                  <a:tcPr/>
                </a:tc>
                <a:tc>
                  <a:txBody>
                    <a:bodyPr/>
                    <a:lstStyle/>
                    <a:p>
                      <a:r>
                        <a:rPr lang="en-US" sz="1200" dirty="0">
                          <a:hlinkClick r:id="rId35"/>
                        </a:rPr>
                        <a:t>AF-P53199-F1-model_v6.pdb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YLR174W</a:t>
                      </a:r>
                    </a:p>
                  </a:txBody>
                  <a:tcPr/>
                </a:tc>
                <a:tc>
                  <a:txBody>
                    <a:bodyPr/>
                    <a:lstStyle/>
                    <a:p>
                      <a:r>
                        <a:rPr lang="en-US" sz="1200" dirty="0">
                          <a:hlinkClick r:id="rId36"/>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YNR057C</a:t>
                      </a:r>
                    </a:p>
                  </a:txBody>
                  <a:tcPr/>
                </a:tc>
                <a:tc>
                  <a:txBody>
                    <a:bodyPr/>
                    <a:lstStyle/>
                    <a:p>
                      <a:r>
                        <a:rPr lang="en-US" sz="1200" dirty="0">
                          <a:hlinkClick r:id="rId37"/>
                        </a:rPr>
                        <a:t>AF-P53630-F1-model_v6.pdb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grpSp>
        <p:nvGrpSpPr>
          <p:cNvPr id="4" name="Group 3">
            <a:extLst>
              <a:ext uri="{FF2B5EF4-FFF2-40B4-BE49-F238E27FC236}">
                <a16:creationId xmlns:a16="http://schemas.microsoft.com/office/drawing/2014/main" id="{C37F9922-2BB7-25A9-D8D5-65F9E0080D76}"/>
              </a:ext>
            </a:extLst>
          </p:cNvPr>
          <p:cNvGrpSpPr>
            <a:grpSpLocks noChangeAspect="1"/>
          </p:cNvGrpSpPr>
          <p:nvPr/>
        </p:nvGrpSpPr>
        <p:grpSpPr>
          <a:xfrm>
            <a:off x="2986884" y="6230258"/>
            <a:ext cx="6240154" cy="539443"/>
            <a:chOff x="1462291" y="6126480"/>
            <a:chExt cx="8462054" cy="731520"/>
          </a:xfrm>
        </p:grpSpPr>
        <p:sp>
          <p:nvSpPr>
            <p:cNvPr id="11" name="Rectangle: Rounded Corners 10">
              <a:extLst>
                <a:ext uri="{FF2B5EF4-FFF2-40B4-BE49-F238E27FC236}">
                  <a16:creationId xmlns:a16="http://schemas.microsoft.com/office/drawing/2014/main" id="{29475D49-0E0A-5544-CF93-249B516F4CC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1C5B9727-AD16-8568-6EE1-D1409B4B8F9C}"/>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3D5230D1-AF24-C962-04B1-03DB0ACAAE60}"/>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BBB39927-C861-2E96-C0B8-1E532D98B85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04199FC3-2AC9-2B5F-CC5B-4EE95B7F7EE8}"/>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7F9B1B7-7007-5132-D98F-61E736934610}"/>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987DA7-A4B6-F5B9-7D06-2F39BEADCA0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CD981637-E844-0F73-C8FC-7F44F9A5FA3C}"/>
              </a:ext>
            </a:extLst>
          </p:cNvPr>
          <p:cNvSpPr txBox="1"/>
          <p:nvPr/>
        </p:nvSpPr>
        <p:spPr>
          <a:xfrm>
            <a:off x="22471" y="261936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33731832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0C136-B491-8A62-FF84-95ABEE4C86B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731F887-3BE1-569E-4E44-57048F2F3E99}"/>
              </a:ext>
            </a:extLst>
          </p:cNvPr>
          <p:cNvPicPr>
            <a:picLocks noChangeAspect="1"/>
          </p:cNvPicPr>
          <p:nvPr/>
        </p:nvPicPr>
        <p:blipFill>
          <a:blip r:embed="rId3"/>
          <a:stretch>
            <a:fillRect/>
          </a:stretch>
        </p:blipFill>
        <p:spPr>
          <a:xfrm>
            <a:off x="1219891" y="2008452"/>
            <a:ext cx="6519715" cy="4869154"/>
          </a:xfrm>
          <a:prstGeom prst="rect">
            <a:avLst/>
          </a:prstGeom>
        </p:spPr>
      </p:pic>
      <p:grpSp>
        <p:nvGrpSpPr>
          <p:cNvPr id="6" name="Group 5">
            <a:extLst>
              <a:ext uri="{FF2B5EF4-FFF2-40B4-BE49-F238E27FC236}">
                <a16:creationId xmlns:a16="http://schemas.microsoft.com/office/drawing/2014/main" id="{8457C6F5-0DED-7895-58B2-5B7AE45C1222}"/>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46409D80-7C5E-9261-C2E3-5680C7793D64}"/>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09D0579-D54F-23BA-43BE-B1162BC41F96}"/>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D09D0579-D54F-23BA-43BE-B1162BC41F96}"/>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4C5CB73E-2F62-680C-5E2A-E087BA732FA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4C5CB73E-2F62-680C-5E2A-E087BA732FA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EC1BA4A-B79D-DC81-9715-2B5491A06DF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0BE519D-67DE-A90F-A773-6A083EC5279E}"/>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0BE519D-67DE-A90F-A773-6A083EC5279E}"/>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E6759A4-5B34-3F20-3DF5-AA103EA953B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3E6759A4-5B34-3F20-3DF5-AA103EA953BA}"/>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03C15F1-895A-7CD8-978F-4F04333A2A1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7FE7A1E-81E9-F557-8481-1F826FC72B1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37FE7A1E-81E9-F557-8481-1F826FC72B1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57835FD-4B77-1341-FE50-1722CC83DA5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D898C7B-B0EE-F449-3E92-D880761E3FD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808A095-7F76-A234-643C-A38213C95409}"/>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520CB91-341F-F265-13DE-A2F189B6CD39}"/>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1822DB8-AF5E-F9EE-B1E3-B84802187437}"/>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01D55B9C-151C-52B3-827A-3C214C8A166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2C859F01-1569-6453-5A49-280BF591A8D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F5B7BC4E-1ACE-1FA8-102F-FF53E490909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86A133-ED0C-4709-726D-A6837D74F57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6D86A133-ED0C-4709-726D-A6837D74F57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85523A7-55A5-787C-01B1-123222BCAE9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F5C29690-D987-981E-0296-1F043D6DA30A}"/>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416607A2-8881-D37B-9697-20F6A5EC46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60E8697-501B-6003-5529-AB59D5A9D1FA}"/>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860E8697-501B-6003-5529-AB59D5A9D1FA}"/>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8D0792D-793F-7DBA-C0B0-FCB9BCA85C3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611AC3D-7EA1-2CA5-A0C1-85AAC25E2E17}"/>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A611AC3D-7EA1-2CA5-A0C1-85AAC25E2E17}"/>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BDA7625-51F2-7B20-7264-083B3D17527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05F44FE-450C-62C1-A605-EC3C5292BD77}"/>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505F44FE-450C-62C1-A605-EC3C5292BD77}"/>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838D44A-9A9A-3F40-AD5B-EAA01B7B61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EF8AA7E1-88B3-3464-D690-B8B27F62CADC}"/>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855F065-7E81-F860-13EB-AF907BEF8D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1B36464-37A9-D08B-DE23-CAFD0F59854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99E999A-4498-F64D-8E66-7E4DDC33F51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4006BDD-0469-11F3-C394-05561E7E1D2C}"/>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E4006BDD-0469-11F3-C394-05561E7E1D2C}"/>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A5A3BBC0-A1D1-ADE0-43AB-D59AC0CE3F30}"/>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A5A3BBC0-A1D1-ADE0-43AB-D59AC0CE3F30}"/>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6620A1A8-5774-2562-751E-BB422988483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620A1A8-5774-2562-751E-BB422988483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112F23B-D658-D372-9B49-B20DABCDCE1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D5A46AE-3C93-B50E-9782-FD9DBAEE4586}"/>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3D5A46AE-3C93-B50E-9782-FD9DBAEE4586}"/>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FF52331-85C0-8594-6D27-0D80FC66ABD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A21A275-1EDB-0055-8693-3F5FEAA413D2}"/>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7A21A275-1EDB-0055-8693-3F5FEAA413D2}"/>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46EB8DE-7092-C047-D15D-DAEC7BE39D8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46EB8DE-7092-C047-D15D-DAEC7BE39D8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605C1D-FE79-5308-7FD5-FAC985404601}"/>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9DE76AD5-3391-82BB-7AAD-7FEED17EDBED}"/>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6E47111C-EB98-7261-ED05-2FA0C234924C}"/>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008666-82A8-9E54-34A6-5C94F04C2EE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6C57344-3059-C18B-F436-2B6576728399}"/>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86C57344-3059-C18B-F436-2B6576728399}"/>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109F75F-2F51-2F08-3616-595AAD16560C}"/>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0109F75F-2F51-2F08-3616-595AAD16560C}"/>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BCE8253-668E-48F8-1009-54059A40C3AE}"/>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CBCE8253-668E-48F8-1009-54059A40C3AE}"/>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704A990-72F1-1974-2A6F-FAD71A08C63A}"/>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4704A990-72F1-1974-2A6F-FAD71A08C63A}"/>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E7C3846-AA97-37EC-DB77-5C03F668DEF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A7C3B82-EA67-AA9F-395E-27C3AF47551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792B32E-16A3-D366-EF58-302580DADD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792B32E-16A3-D366-EF58-302580DADD48}"/>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FDA0808-56A5-5C5A-1114-C73A991C6AFC}"/>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150408A-3256-3782-0073-1EBCFE09FE61}"/>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31045E7-BD25-5278-3C46-5CD98C3D0D00}"/>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3936BE7F-CFE4-81B1-E47A-F52B5076CDE2}"/>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6E017D75-596E-7DF0-23A8-E7C26601167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6E017D75-596E-7DF0-23A8-E7C26601167F}"/>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4A7647C-5A06-B94C-63F8-8D19B810B91A}"/>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54A7647C-5A06-B94C-63F8-8D19B810B91A}"/>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9AB334-834F-39E0-4A9B-550FC0ED38C9}"/>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659AB334-834F-39E0-4A9B-550FC0ED38C9}"/>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DC6ECBE-0930-D70B-A219-777EA37A6D49}"/>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0DC6ECBE-0930-D70B-A219-777EA37A6D49}"/>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24C07BC-24EE-D381-7D7C-64946DEE54B4}"/>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424C07BC-24EE-D381-7D7C-64946DEE54B4}"/>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1C2DAAD-7CAC-159A-C06F-7A26D81AA76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B6DE6D1-B34C-7F76-7F6B-D46ED8F297A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ECEDED6E-D31F-A2F8-93BE-5919695A925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9ED413D5-BFF8-218E-7F4C-66F496E10966}"/>
              </a:ext>
            </a:extLst>
          </p:cNvPr>
          <p:cNvSpPr txBox="1"/>
          <p:nvPr/>
        </p:nvSpPr>
        <p:spPr>
          <a:xfrm>
            <a:off x="1351887" y="1938705"/>
            <a:ext cx="986167" cy="369332"/>
          </a:xfrm>
          <a:prstGeom prst="rect">
            <a:avLst/>
          </a:prstGeom>
          <a:noFill/>
        </p:spPr>
        <p:txBody>
          <a:bodyPr wrap="none" rtlCol="0">
            <a:spAutoFit/>
          </a:bodyPr>
          <a:lstStyle/>
          <a:p>
            <a:r>
              <a:rPr lang="en-US" dirty="0"/>
              <a:t>Motif 52</a:t>
            </a:r>
          </a:p>
        </p:txBody>
      </p:sp>
      <p:sp>
        <p:nvSpPr>
          <p:cNvPr id="7" name="Rectangle: Rounded Corners 6">
            <a:extLst>
              <a:ext uri="{FF2B5EF4-FFF2-40B4-BE49-F238E27FC236}">
                <a16:creationId xmlns:a16="http://schemas.microsoft.com/office/drawing/2014/main" id="{5ABFDA1A-BDFC-2BA0-DCB9-A1B222E6AC1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13E4ED60-8813-5141-C404-204686A155A1}"/>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F5CD7DC-6BAD-1DD5-DA34-2CC893163020}"/>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43B4E109-FD47-3B64-6A75-4A0D6F3E88A2}"/>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8D4CD821-CC51-ED12-4D15-63AEB8D7ACC0}"/>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177F36CB-A323-EC16-8E3B-752994661DA2}"/>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148E2332-E632-E236-2ACF-48D5AC652CB6}"/>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6A6B1E9-CE2E-A06F-E997-DD0A5BCF728E}"/>
              </a:ext>
            </a:extLst>
          </p:cNvPr>
          <p:cNvSpPr/>
          <p:nvPr/>
        </p:nvSpPr>
        <p:spPr>
          <a:xfrm>
            <a:off x="5976457" y="3769971"/>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82D26A55-82A9-9195-BA97-5D09FCA9E55B}"/>
              </a:ext>
            </a:extLst>
          </p:cNvPr>
          <p:cNvSpPr/>
          <p:nvPr/>
        </p:nvSpPr>
        <p:spPr>
          <a:xfrm>
            <a:off x="6551509" y="3769972"/>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4C2DD2B-9D5E-27CA-3C34-69F041DD058F}"/>
              </a:ext>
            </a:extLst>
          </p:cNvPr>
          <p:cNvSpPr/>
          <p:nvPr/>
        </p:nvSpPr>
        <p:spPr>
          <a:xfrm>
            <a:off x="4779649" y="370806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F10A41D-609A-4D7A-F997-413179DDE440}"/>
                  </a:ext>
                </a:extLst>
              </p:cNvPr>
              <p:cNvSpPr txBox="1"/>
              <p:nvPr/>
            </p:nvSpPr>
            <p:spPr>
              <a:xfrm>
                <a:off x="5760730" y="342900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15" name="TextBox 14">
                <a:extLst>
                  <a:ext uri="{FF2B5EF4-FFF2-40B4-BE49-F238E27FC236}">
                    <a16:creationId xmlns:a16="http://schemas.microsoft.com/office/drawing/2014/main" id="{9F10A41D-609A-4D7A-F997-413179DDE440}"/>
                  </a:ext>
                </a:extLst>
              </p:cNvPr>
              <p:cNvSpPr txBox="1">
                <a:spLocks noRot="1" noChangeAspect="1" noMove="1" noResize="1" noEditPoints="1" noAdjustHandles="1" noChangeArrowheads="1" noChangeShapeType="1" noTextEdit="1"/>
              </p:cNvSpPr>
              <p:nvPr/>
            </p:nvSpPr>
            <p:spPr>
              <a:xfrm>
                <a:off x="5760730" y="3429000"/>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5C4B998-2531-0CB6-9B69-971C3A2A13C1}"/>
                  </a:ext>
                </a:extLst>
              </p:cNvPr>
              <p:cNvSpPr txBox="1"/>
              <p:nvPr/>
            </p:nvSpPr>
            <p:spPr>
              <a:xfrm>
                <a:off x="4557979" y="3367303"/>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17" name="TextBox 16">
                <a:extLst>
                  <a:ext uri="{FF2B5EF4-FFF2-40B4-BE49-F238E27FC236}">
                    <a16:creationId xmlns:a16="http://schemas.microsoft.com/office/drawing/2014/main" id="{E5C4B998-2531-0CB6-9B69-971C3A2A13C1}"/>
                  </a:ext>
                </a:extLst>
              </p:cNvPr>
              <p:cNvSpPr txBox="1">
                <a:spLocks noRot="1" noChangeAspect="1" noMove="1" noResize="1" noEditPoints="1" noAdjustHandles="1" noChangeArrowheads="1" noChangeShapeType="1" noTextEdit="1"/>
              </p:cNvSpPr>
              <p:nvPr/>
            </p:nvSpPr>
            <p:spPr>
              <a:xfrm>
                <a:off x="4557979" y="3367303"/>
                <a:ext cx="352041" cy="369332"/>
              </a:xfrm>
              <a:prstGeom prst="rect">
                <a:avLst/>
              </a:prstGeom>
              <a:blipFill>
                <a:blip r:embed="rId30"/>
                <a:stretch>
                  <a:fillRect r="-31579"/>
                </a:stretch>
              </a:blipFill>
            </p:spPr>
            <p:txBody>
              <a:bodyPr/>
              <a:lstStyle/>
              <a:p>
                <a:r>
                  <a:rPr lang="en-US">
                    <a:noFill/>
                  </a:rPr>
                  <a:t> </a:t>
                </a:r>
              </a:p>
            </p:txBody>
          </p:sp>
        </mc:Fallback>
      </mc:AlternateContent>
    </p:spTree>
    <p:extLst>
      <p:ext uri="{BB962C8B-B14F-4D97-AF65-F5344CB8AC3E}">
        <p14:creationId xmlns:p14="http://schemas.microsoft.com/office/powerpoint/2010/main" val="36494605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45</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46</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47</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48</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6478</Words>
  <Application>Microsoft Office PowerPoint</Application>
  <PresentationFormat>Widescreen</PresentationFormat>
  <Paragraphs>1984</Paragraphs>
  <Slides>64</Slides>
  <Notes>49</Notes>
  <HiddenSlides>19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64</vt:i4>
      </vt:variant>
    </vt:vector>
  </HeadingPairs>
  <TitlesOfParts>
    <vt:vector size="72"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53</cp:revision>
  <dcterms:created xsi:type="dcterms:W3CDTF">2025-12-24T00:00:45Z</dcterms:created>
  <dcterms:modified xsi:type="dcterms:W3CDTF">2026-07-04T09:16:39Z</dcterms:modified>
</cp:coreProperties>
</file>